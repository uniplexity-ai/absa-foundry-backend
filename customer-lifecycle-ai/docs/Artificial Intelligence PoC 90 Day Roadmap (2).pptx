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92" r:id="rId3"/>
  </p:sldMasterIdLst>
  <p:notesMasterIdLst>
    <p:notesMasterId r:id="rId10"/>
  </p:notesMasterIdLst>
  <p:sldIdLst>
    <p:sldId id="256" r:id="rId4"/>
    <p:sldId id="257" r:id="rId5"/>
    <p:sldId id="260" r:id="rId6"/>
    <p:sldId id="2147483151" r:id="rId7"/>
    <p:sldId id="214748315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93" autoAdjust="0"/>
    <p:restoredTop sz="94660"/>
  </p:normalViewPr>
  <p:slideViewPr>
    <p:cSldViewPr snapToGrid="0">
      <p:cViewPr>
        <p:scale>
          <a:sx n="70" d="100"/>
          <a:sy n="70" d="100"/>
        </p:scale>
        <p:origin x="8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900E7-730C-4537-9A6A-8D30B322B25C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A57A9-93C8-47ED-8ADC-A17AA2F40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6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236decd4ac_0_1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g3236decd4ac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24861c94cd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g324861c94c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24eb2afb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3" name="Google Shape;1243;g324eb2afb1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update with our icons</a:t>
            </a:r>
            <a:endParaRPr/>
          </a:p>
        </p:txBody>
      </p:sp>
      <p:sp>
        <p:nvSpPr>
          <p:cNvPr id="1244" name="Google Shape;1244;g324eb2afb1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F9C0-5E96-8498-E2FF-70B8FC934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E355C-AC67-6876-6F15-DC18D4ADF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ED088-D7B1-1855-32C0-95FC3248D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BAA12-4DAA-F131-2157-FA7EC948B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71907-3E05-41C1-A2E1-297B24D360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764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C18D-10CE-918A-0503-7C7FC5184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EC788-824D-AF6A-C35F-8F65DC7E7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21C50-41E4-AF03-61DE-CB46BF6BF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3A422-AC89-FEFE-D126-4234D385C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671907-3E05-41C1-A2E1-297B24D360B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368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24861c94cd_0_1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g324861c94cd_0_1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6.emf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126161-9001-4B1C-6E55-05BA41245A21}"/>
              </a:ext>
            </a:extLst>
          </p:cNvPr>
          <p:cNvSpPr txBox="1"/>
          <p:nvPr userDrawn="1"/>
        </p:nvSpPr>
        <p:spPr>
          <a:xfrm>
            <a:off x="349813" y="6584893"/>
            <a:ext cx="6157683" cy="15406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545553">
              <a:defRPr/>
            </a:pPr>
            <a:r>
              <a:rPr lang="en-GB" sz="525" cap="all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Confidential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F17D1C-1F41-BA56-F073-D62524DE67E2}"/>
              </a:ext>
            </a:extLst>
          </p:cNvPr>
          <p:cNvCxnSpPr/>
          <p:nvPr userDrawn="1"/>
        </p:nvCxnSpPr>
        <p:spPr>
          <a:xfrm>
            <a:off x="358776" y="6281666"/>
            <a:ext cx="1141224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9EAF956-5538-61E1-A031-B4A9C4341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433" y="6232989"/>
            <a:ext cx="897676" cy="698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053493-F099-D903-8725-707D55B5B958}"/>
              </a:ext>
            </a:extLst>
          </p:cNvPr>
          <p:cNvSpPr txBox="1"/>
          <p:nvPr userDrawn="1"/>
        </p:nvSpPr>
        <p:spPr>
          <a:xfrm>
            <a:off x="349814" y="6419342"/>
            <a:ext cx="8571077" cy="1540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638491">
              <a:defRPr/>
            </a:pPr>
            <a:fld id="{13D9B5B3-34F1-4574-8603-EBF049354228}" type="slidenum">
              <a:rPr lang="en-GB" sz="600" smtClean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pPr defTabSz="638491">
                <a:defRPr/>
              </a:pPr>
              <a:t>‹#›</a:t>
            </a:fld>
            <a:r>
              <a:rPr lang="en-GB" sz="60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 |   Zambia |  </a:t>
            </a:r>
            <a:r>
              <a:rPr lang="en-US" sz="60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Country</a:t>
            </a:r>
            <a:r>
              <a:rPr lang="en-US" sz="600" baseline="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Management Committee (CMC)</a:t>
            </a:r>
            <a:r>
              <a:rPr lang="en-US" sz="60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</a:t>
            </a:r>
            <a:r>
              <a:rPr lang="en-GB" sz="60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| </a:t>
            </a:r>
            <a:r>
              <a:rPr lang="en-US" sz="60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Monthly Business Review | June 2024</a:t>
            </a:r>
            <a:endParaRPr lang="en-GB" sz="600" dirty="0">
              <a:solidFill>
                <a:srgbClr val="262626">
                  <a:lumMod val="50000"/>
                </a:srgb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09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77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1326"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2674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C1DCA-8DCF-48E7-A024-30049481E7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45" y="1036022"/>
            <a:ext cx="11342164" cy="462489"/>
          </a:xfrm>
        </p:spPr>
        <p:txBody>
          <a:bodyPr/>
          <a:lstStyle>
            <a:lvl1pPr marL="0" indent="0">
              <a:buNone/>
              <a:defRPr sz="1021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27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E95937-F466-4F58-B582-8721D3C9D2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81" y="1339344"/>
            <a:ext cx="11337924" cy="4637285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2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source/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E95937-F466-4F58-B582-8721D3C9D2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81" y="1339342"/>
            <a:ext cx="11337924" cy="4271116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ED2F0F8-4186-44B6-873A-D194D89C9C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783" y="5873283"/>
            <a:ext cx="11337923" cy="189229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537" i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mtClean="0">
                <a:latin typeface="+mj-lt"/>
              </a:defRPr>
            </a:lvl2pPr>
            <a:lvl3pPr>
              <a:defRPr lang="en-US" smtClean="0">
                <a:latin typeface="+mj-lt"/>
              </a:defRPr>
            </a:lvl3pPr>
            <a:lvl4pPr>
              <a:defRPr lang="en-US" smtClean="0">
                <a:latin typeface="+mj-lt"/>
              </a:defRPr>
            </a:lvl4pPr>
            <a:lvl5pPr>
              <a:defRPr lang="en-GB">
                <a:latin typeface="+mj-lt"/>
              </a:defRPr>
            </a:lvl5pPr>
          </a:lstStyle>
          <a:p>
            <a:pPr marL="136388" lvl="0" indent="-136388"/>
            <a:r>
              <a:rPr lang="en-US" dirty="0"/>
              <a:t>Add footnote/source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319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81" y="445821"/>
            <a:ext cx="11337924" cy="58785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AFE8B-1D42-460B-875F-B063FE652E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81" y="1628778"/>
            <a:ext cx="11337924" cy="4347850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C64ACF3-C32C-4B1D-A5AF-6397F24027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82" y="1036022"/>
            <a:ext cx="11342164" cy="462489"/>
          </a:xfrm>
        </p:spPr>
        <p:txBody>
          <a:bodyPr/>
          <a:lstStyle>
            <a:lvl1pPr marL="0" indent="0">
              <a:buNone/>
              <a:defRPr sz="1225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74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&amp; source/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81" y="445821"/>
            <a:ext cx="11337924" cy="58785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AFE8B-1D42-460B-875F-B063FE652E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81" y="1628778"/>
            <a:ext cx="11337924" cy="39816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A1095E4-71FF-4040-9780-3C562EF7E7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779" y="5873102"/>
            <a:ext cx="11337923" cy="189229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537" i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mtClean="0">
                <a:latin typeface="+mj-lt"/>
              </a:defRPr>
            </a:lvl2pPr>
            <a:lvl3pPr>
              <a:defRPr lang="en-US" smtClean="0">
                <a:latin typeface="+mj-lt"/>
              </a:defRPr>
            </a:lvl3pPr>
            <a:lvl4pPr>
              <a:defRPr lang="en-US" smtClean="0">
                <a:latin typeface="+mj-lt"/>
              </a:defRPr>
            </a:lvl4pPr>
            <a:lvl5pPr>
              <a:defRPr lang="en-GB">
                <a:latin typeface="+mj-lt"/>
              </a:defRPr>
            </a:lvl5pPr>
          </a:lstStyle>
          <a:p>
            <a:pPr marL="136388" lvl="0" indent="-136388"/>
            <a:r>
              <a:rPr lang="en-US" dirty="0"/>
              <a:t>Add footnote/source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65FC687-0C09-43B2-AAA2-63C558E550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82" y="1036022"/>
            <a:ext cx="11342164" cy="462489"/>
          </a:xfrm>
        </p:spPr>
        <p:txBody>
          <a:bodyPr/>
          <a:lstStyle>
            <a:lvl1pPr marL="0" indent="0">
              <a:buNone/>
              <a:defRPr sz="1225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030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81" y="445824"/>
            <a:ext cx="11337924" cy="58785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AFE8B-1D42-460B-875F-B063FE652E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83" y="1628778"/>
            <a:ext cx="5328592" cy="4347850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B985924-B690-4F6B-A059-A5678494932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58067" y="1628778"/>
            <a:ext cx="5328592" cy="4347850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B40A6A2-A8EF-4A9C-B763-9930EDE7D5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82" y="1036022"/>
            <a:ext cx="11342164" cy="462489"/>
          </a:xfrm>
        </p:spPr>
        <p:txBody>
          <a:bodyPr/>
          <a:lstStyle>
            <a:lvl1pPr marL="0" indent="0">
              <a:buNone/>
              <a:defRPr sz="1225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332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frican heartbeat patt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5ECA-5688-4A89-8C9A-A9AB33D211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308" y="2338129"/>
            <a:ext cx="7166539" cy="1637364"/>
          </a:xfrm>
          <a:prstGeom prst="rect">
            <a:avLst/>
          </a:prstGeom>
        </p:spPr>
        <p:txBody>
          <a:bodyPr lIns="0" tIns="36000" rIns="36000" bIns="36000" anchor="b">
            <a:noAutofit/>
          </a:bodyPr>
          <a:lstStyle>
            <a:lvl1pPr algn="l">
              <a:defRPr sz="3187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7393E-2763-4FDE-8C90-450871B71F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308" y="4062246"/>
            <a:ext cx="7166539" cy="732413"/>
          </a:xfrm>
          <a:prstGeom prst="rect">
            <a:avLst/>
          </a:prstGeom>
        </p:spPr>
        <p:txBody>
          <a:bodyPr lIns="0" tIns="36000" rIns="36000" bIns="36000">
            <a:noAutofit/>
          </a:bodyPr>
          <a:lstStyle>
            <a:lvl1pPr marL="0" indent="0" algn="l">
              <a:lnSpc>
                <a:spcPct val="90000"/>
              </a:lnSpc>
              <a:buNone/>
              <a:defRPr sz="172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4" indent="0" algn="ctr">
              <a:buNone/>
              <a:defRPr sz="1500"/>
            </a:lvl2pPr>
            <a:lvl3pPr marL="685788" indent="0" algn="ctr">
              <a:buNone/>
              <a:defRPr sz="1350"/>
            </a:lvl3pPr>
            <a:lvl4pPr marL="1028683" indent="0" algn="ctr">
              <a:buNone/>
              <a:defRPr sz="1200"/>
            </a:lvl4pPr>
            <a:lvl5pPr marL="1371577" indent="0" algn="ctr">
              <a:buNone/>
              <a:defRPr sz="1200"/>
            </a:lvl5pPr>
            <a:lvl6pPr marL="1714470" indent="0" algn="ctr">
              <a:buNone/>
              <a:defRPr sz="1200"/>
            </a:lvl6pPr>
            <a:lvl7pPr marL="2057364" indent="0" algn="ctr">
              <a:buNone/>
              <a:defRPr sz="1200"/>
            </a:lvl7pPr>
            <a:lvl8pPr marL="2400259" indent="0" algn="ctr">
              <a:buNone/>
              <a:defRPr sz="1200"/>
            </a:lvl8pPr>
            <a:lvl9pPr marL="2743153" indent="0" algn="ctr">
              <a:buNone/>
              <a:defRPr sz="1200"/>
            </a:lvl9pPr>
          </a:lstStyle>
          <a:p>
            <a:r>
              <a:rPr lang="en-US" dirty="0"/>
              <a:t>Add subtitle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3DFAA06-BCA8-4754-92E2-D4CD633664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5118265"/>
            <a:ext cx="7166539" cy="21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75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342894" indent="0">
              <a:buNone/>
              <a:defRPr/>
            </a:lvl2pPr>
            <a:lvl3pPr marL="685788" indent="0">
              <a:buNone/>
              <a:defRPr/>
            </a:lvl3pPr>
            <a:lvl4pPr marL="1028683" indent="0">
              <a:buNone/>
              <a:defRPr/>
            </a:lvl4pPr>
            <a:lvl5pPr marL="1371577" indent="0">
              <a:buNone/>
              <a:defRPr/>
            </a:lvl5pPr>
          </a:lstStyle>
          <a:p>
            <a:pPr lvl="0"/>
            <a:r>
              <a:rPr lang="en-US" dirty="0"/>
              <a:t>Add date</a:t>
            </a:r>
            <a:endParaRPr lang="en-GB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99D270A3-CD1B-4C74-9532-388A935625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6" y="5408646"/>
            <a:ext cx="7166539" cy="21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75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342894" indent="0">
              <a:buNone/>
              <a:defRPr/>
            </a:lvl2pPr>
            <a:lvl3pPr marL="685788" indent="0">
              <a:buNone/>
              <a:defRPr/>
            </a:lvl3pPr>
            <a:lvl4pPr marL="1028683" indent="0">
              <a:buNone/>
              <a:defRPr/>
            </a:lvl4pPr>
            <a:lvl5pPr marL="1371577" indent="0">
              <a:buNone/>
              <a:defRPr/>
            </a:lvl5pPr>
          </a:lstStyle>
          <a:p>
            <a:pPr lvl="0"/>
            <a:r>
              <a:rPr lang="en-US" dirty="0"/>
              <a:t>Add name and surname of presenter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9D3720-8213-F3B6-B19A-32E20B181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" r="6"/>
          <a:stretch/>
        </p:blipFill>
        <p:spPr>
          <a:xfrm>
            <a:off x="7241585" y="504264"/>
            <a:ext cx="4489167" cy="130568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B6BB49-6354-01A0-2428-C2F11745D6EC}"/>
              </a:ext>
            </a:extLst>
          </p:cNvPr>
          <p:cNvSpPr txBox="1">
            <a:spLocks/>
          </p:cNvSpPr>
          <p:nvPr userDrawn="1"/>
        </p:nvSpPr>
        <p:spPr>
          <a:xfrm>
            <a:off x="371476" y="6503661"/>
            <a:ext cx="7166539" cy="3810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850" b="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GB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7" indent="-171447"/>
            <a:r>
              <a:rPr lang="en-GB" sz="638" dirty="0">
                <a:solidFill>
                  <a:schemeClr val="tx1"/>
                </a:solidFill>
              </a:rPr>
              <a:t>[Add company classification and regulatory details]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1B8222-E6E5-F593-0551-98E992E9F8A9}"/>
              </a:ext>
            </a:extLst>
          </p:cNvPr>
          <p:cNvGrpSpPr/>
          <p:nvPr userDrawn="1"/>
        </p:nvGrpSpPr>
        <p:grpSpPr>
          <a:xfrm>
            <a:off x="12093434" y="-8879"/>
            <a:ext cx="107445" cy="6880196"/>
            <a:chOff x="9042207" y="-13238"/>
            <a:chExt cx="107305" cy="687123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9DA734-BD92-EC1A-9433-CE672A774F15}"/>
                </a:ext>
              </a:extLst>
            </p:cNvPr>
            <p:cNvSpPr/>
            <p:nvPr userDrawn="1"/>
          </p:nvSpPr>
          <p:spPr>
            <a:xfrm>
              <a:off x="9042207" y="-13238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E30007-DB12-0875-63F3-AC18B393D1D0}"/>
                </a:ext>
              </a:extLst>
            </p:cNvPr>
            <p:cNvSpPr/>
            <p:nvPr userDrawn="1"/>
          </p:nvSpPr>
          <p:spPr>
            <a:xfrm>
              <a:off x="9042207" y="368038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328AC55-0671-54D6-BD9F-1C06F1E22FD5}"/>
                </a:ext>
              </a:extLst>
            </p:cNvPr>
            <p:cNvSpPr/>
            <p:nvPr userDrawn="1"/>
          </p:nvSpPr>
          <p:spPr>
            <a:xfrm>
              <a:off x="9042207" y="749709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BABAE5-F273-3C7A-9C9A-FF9F3E5FC46D}"/>
                </a:ext>
              </a:extLst>
            </p:cNvPr>
            <p:cNvSpPr/>
            <p:nvPr userDrawn="1"/>
          </p:nvSpPr>
          <p:spPr>
            <a:xfrm>
              <a:off x="9042207" y="1131380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ABFDCF7-0441-8660-0B7D-0579114AAE20}"/>
                </a:ext>
              </a:extLst>
            </p:cNvPr>
            <p:cNvSpPr/>
            <p:nvPr userDrawn="1"/>
          </p:nvSpPr>
          <p:spPr>
            <a:xfrm>
              <a:off x="9042207" y="1513051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F4A679-8774-12D2-EA39-73371B12AABF}"/>
                </a:ext>
              </a:extLst>
            </p:cNvPr>
            <p:cNvSpPr/>
            <p:nvPr userDrawn="1"/>
          </p:nvSpPr>
          <p:spPr>
            <a:xfrm>
              <a:off x="9042207" y="1894722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B28862-1410-E5FF-3DA2-77D63CA683D9}"/>
                </a:ext>
              </a:extLst>
            </p:cNvPr>
            <p:cNvSpPr/>
            <p:nvPr userDrawn="1"/>
          </p:nvSpPr>
          <p:spPr>
            <a:xfrm>
              <a:off x="9042207" y="2276393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00E103-E367-F836-27AD-431850B1507C}"/>
                </a:ext>
              </a:extLst>
            </p:cNvPr>
            <p:cNvSpPr/>
            <p:nvPr userDrawn="1"/>
          </p:nvSpPr>
          <p:spPr>
            <a:xfrm>
              <a:off x="9042207" y="2658064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46ED63-3F07-3F1B-EC45-74230256E76C}"/>
                </a:ext>
              </a:extLst>
            </p:cNvPr>
            <p:cNvSpPr/>
            <p:nvPr userDrawn="1"/>
          </p:nvSpPr>
          <p:spPr>
            <a:xfrm>
              <a:off x="9042207" y="3039735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F31290E-AAFD-313E-FC59-4B0480B0541C}"/>
                </a:ext>
              </a:extLst>
            </p:cNvPr>
            <p:cNvSpPr/>
            <p:nvPr userDrawn="1"/>
          </p:nvSpPr>
          <p:spPr>
            <a:xfrm>
              <a:off x="9042207" y="3421406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AE2100C-1F46-A57E-5E5B-3F7A03F53FE0}"/>
                </a:ext>
              </a:extLst>
            </p:cNvPr>
            <p:cNvSpPr/>
            <p:nvPr userDrawn="1"/>
          </p:nvSpPr>
          <p:spPr>
            <a:xfrm>
              <a:off x="9042207" y="3803077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629AF6-AF08-2A4C-383B-9E0C6EF52C61}"/>
                </a:ext>
              </a:extLst>
            </p:cNvPr>
            <p:cNvSpPr/>
            <p:nvPr userDrawn="1"/>
          </p:nvSpPr>
          <p:spPr>
            <a:xfrm>
              <a:off x="9042207" y="4184748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B295BC-25FE-9A13-5B9B-E7D07B787E7E}"/>
                </a:ext>
              </a:extLst>
            </p:cNvPr>
            <p:cNvSpPr/>
            <p:nvPr userDrawn="1"/>
          </p:nvSpPr>
          <p:spPr>
            <a:xfrm>
              <a:off x="9042207" y="4566419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B0A4663-4583-55FD-940E-5314A8AC8B7C}"/>
                </a:ext>
              </a:extLst>
            </p:cNvPr>
            <p:cNvSpPr/>
            <p:nvPr userDrawn="1"/>
          </p:nvSpPr>
          <p:spPr>
            <a:xfrm>
              <a:off x="9042207" y="4948090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341867-D013-EF41-4BC0-A381AC9BA089}"/>
                </a:ext>
              </a:extLst>
            </p:cNvPr>
            <p:cNvSpPr/>
            <p:nvPr userDrawn="1"/>
          </p:nvSpPr>
          <p:spPr>
            <a:xfrm>
              <a:off x="9042207" y="5329761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49E895-40BB-60AA-FA2F-1522B4D7B044}"/>
                </a:ext>
              </a:extLst>
            </p:cNvPr>
            <p:cNvSpPr/>
            <p:nvPr userDrawn="1"/>
          </p:nvSpPr>
          <p:spPr>
            <a:xfrm>
              <a:off x="9042207" y="5711432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686F15-8307-81A0-5631-3FC2A06531D8}"/>
                </a:ext>
              </a:extLst>
            </p:cNvPr>
            <p:cNvSpPr/>
            <p:nvPr userDrawn="1"/>
          </p:nvSpPr>
          <p:spPr>
            <a:xfrm>
              <a:off x="9042207" y="6093103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A9AB2C3-A717-5993-AF3D-B0BDB6FA474F}"/>
                </a:ext>
              </a:extLst>
            </p:cNvPr>
            <p:cNvSpPr/>
            <p:nvPr userDrawn="1"/>
          </p:nvSpPr>
          <p:spPr>
            <a:xfrm>
              <a:off x="9042207" y="6474769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70"/>
            </a:p>
          </p:txBody>
        </p:sp>
      </p:grpSp>
    </p:spTree>
    <p:extLst>
      <p:ext uri="{BB962C8B-B14F-4D97-AF65-F5344CB8AC3E}">
        <p14:creationId xmlns:p14="http://schemas.microsoft.com/office/powerpoint/2010/main" val="191613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African heartbeat patt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71F9244-52E9-4CEC-68D0-02DB8CE9F9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20949" y="1877026"/>
            <a:ext cx="8029735" cy="3070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2AEE4-4F33-0982-4F28-E4D7EDA9FD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6" r="6"/>
          <a:stretch/>
        </p:blipFill>
        <p:spPr>
          <a:xfrm>
            <a:off x="9420872" y="6133098"/>
            <a:ext cx="2275608" cy="56106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7EE738B-E0EF-4022-EBC7-BFE519248978}"/>
              </a:ext>
            </a:extLst>
          </p:cNvPr>
          <p:cNvGrpSpPr/>
          <p:nvPr userDrawn="1"/>
        </p:nvGrpSpPr>
        <p:grpSpPr>
          <a:xfrm>
            <a:off x="12093435" y="-8879"/>
            <a:ext cx="107445" cy="6880196"/>
            <a:chOff x="9042207" y="-13238"/>
            <a:chExt cx="107305" cy="687123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8947D6-2E76-D69F-1E2E-2DFD734BADEF}"/>
                </a:ext>
              </a:extLst>
            </p:cNvPr>
            <p:cNvSpPr/>
            <p:nvPr userDrawn="1"/>
          </p:nvSpPr>
          <p:spPr>
            <a:xfrm>
              <a:off x="9042207" y="-13238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401263-A0BF-BEB1-D7DD-B36751F2E463}"/>
                </a:ext>
              </a:extLst>
            </p:cNvPr>
            <p:cNvSpPr/>
            <p:nvPr userDrawn="1"/>
          </p:nvSpPr>
          <p:spPr>
            <a:xfrm>
              <a:off x="9042207" y="368038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02DF8C-D8E0-2F9A-E48E-C0B296C3E878}"/>
                </a:ext>
              </a:extLst>
            </p:cNvPr>
            <p:cNvSpPr/>
            <p:nvPr userDrawn="1"/>
          </p:nvSpPr>
          <p:spPr>
            <a:xfrm>
              <a:off x="9042207" y="749709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90F903-B0A5-0E25-1D91-7B511A8B1A3A}"/>
                </a:ext>
              </a:extLst>
            </p:cNvPr>
            <p:cNvSpPr/>
            <p:nvPr userDrawn="1"/>
          </p:nvSpPr>
          <p:spPr>
            <a:xfrm>
              <a:off x="9042207" y="1131380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C9F65-2ACF-A2EA-1F57-42CA3E3E51D5}"/>
                </a:ext>
              </a:extLst>
            </p:cNvPr>
            <p:cNvSpPr/>
            <p:nvPr userDrawn="1"/>
          </p:nvSpPr>
          <p:spPr>
            <a:xfrm>
              <a:off x="9042207" y="1513051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1F9C0B-403E-4CE2-6D6D-02EF88BDF26F}"/>
                </a:ext>
              </a:extLst>
            </p:cNvPr>
            <p:cNvSpPr/>
            <p:nvPr userDrawn="1"/>
          </p:nvSpPr>
          <p:spPr>
            <a:xfrm>
              <a:off x="9042207" y="1894722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F74647-C303-F127-8EC4-0B31D2744F6C}"/>
                </a:ext>
              </a:extLst>
            </p:cNvPr>
            <p:cNvSpPr/>
            <p:nvPr userDrawn="1"/>
          </p:nvSpPr>
          <p:spPr>
            <a:xfrm>
              <a:off x="9042207" y="2276393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5E37F9-5A9B-2182-B38B-20C56C0B01E0}"/>
                </a:ext>
              </a:extLst>
            </p:cNvPr>
            <p:cNvSpPr/>
            <p:nvPr userDrawn="1"/>
          </p:nvSpPr>
          <p:spPr>
            <a:xfrm>
              <a:off x="9042207" y="2658064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C80C08-491C-484C-3CCF-C558EE725585}"/>
                </a:ext>
              </a:extLst>
            </p:cNvPr>
            <p:cNvSpPr/>
            <p:nvPr userDrawn="1"/>
          </p:nvSpPr>
          <p:spPr>
            <a:xfrm>
              <a:off x="9042207" y="3039735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264FF8-22AB-C694-15A0-B3DA0C9F83C7}"/>
                </a:ext>
              </a:extLst>
            </p:cNvPr>
            <p:cNvSpPr/>
            <p:nvPr userDrawn="1"/>
          </p:nvSpPr>
          <p:spPr>
            <a:xfrm>
              <a:off x="9042207" y="3421406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F44FE6-64CC-2F9C-4303-195FFB072777}"/>
                </a:ext>
              </a:extLst>
            </p:cNvPr>
            <p:cNvSpPr/>
            <p:nvPr userDrawn="1"/>
          </p:nvSpPr>
          <p:spPr>
            <a:xfrm>
              <a:off x="9042207" y="3803077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4C90DBC-108F-2C11-0E92-F1B1E3251CCD}"/>
                </a:ext>
              </a:extLst>
            </p:cNvPr>
            <p:cNvSpPr/>
            <p:nvPr userDrawn="1"/>
          </p:nvSpPr>
          <p:spPr>
            <a:xfrm>
              <a:off x="9042207" y="4184748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B9E3D5B-F1B4-845D-FA5C-FF6B291AEF9D}"/>
                </a:ext>
              </a:extLst>
            </p:cNvPr>
            <p:cNvSpPr/>
            <p:nvPr userDrawn="1"/>
          </p:nvSpPr>
          <p:spPr>
            <a:xfrm>
              <a:off x="9042207" y="4566419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CCEF40-447C-5A3D-99DB-D39D93751A0B}"/>
                </a:ext>
              </a:extLst>
            </p:cNvPr>
            <p:cNvSpPr/>
            <p:nvPr userDrawn="1"/>
          </p:nvSpPr>
          <p:spPr>
            <a:xfrm>
              <a:off x="9042207" y="4948090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C13774-1998-D2A7-A197-883C1C32054F}"/>
                </a:ext>
              </a:extLst>
            </p:cNvPr>
            <p:cNvSpPr/>
            <p:nvPr userDrawn="1"/>
          </p:nvSpPr>
          <p:spPr>
            <a:xfrm>
              <a:off x="9042207" y="5329761"/>
              <a:ext cx="107305" cy="38323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CD6756A-8302-2479-6D1B-3F196ACAEF7C}"/>
                </a:ext>
              </a:extLst>
            </p:cNvPr>
            <p:cNvSpPr/>
            <p:nvPr userDrawn="1"/>
          </p:nvSpPr>
          <p:spPr>
            <a:xfrm>
              <a:off x="9042207" y="5711432"/>
              <a:ext cx="107305" cy="3832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0112E-2780-433C-A993-F054F2C4F7DC}"/>
                </a:ext>
              </a:extLst>
            </p:cNvPr>
            <p:cNvSpPr/>
            <p:nvPr userDrawn="1"/>
          </p:nvSpPr>
          <p:spPr>
            <a:xfrm>
              <a:off x="9042207" y="6093103"/>
              <a:ext cx="107305" cy="38323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8E17CCF-5E26-FFB4-715C-39FA5462B67E}"/>
                </a:ext>
              </a:extLst>
            </p:cNvPr>
            <p:cNvSpPr/>
            <p:nvPr userDrawn="1"/>
          </p:nvSpPr>
          <p:spPr>
            <a:xfrm>
              <a:off x="9042207" y="6474769"/>
              <a:ext cx="107305" cy="38323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2"/>
            </a:p>
          </p:txBody>
        </p:sp>
      </p:grpSp>
    </p:spTree>
    <p:extLst>
      <p:ext uri="{BB962C8B-B14F-4D97-AF65-F5344CB8AC3E}">
        <p14:creationId xmlns:p14="http://schemas.microsoft.com/office/powerpoint/2010/main" val="4132266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827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668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1668"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103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C1DCA-8DCF-48E7-A024-30049481E7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41" y="1036012"/>
            <a:ext cx="11342164" cy="462489"/>
          </a:xfrm>
        </p:spPr>
        <p:txBody>
          <a:bodyPr/>
          <a:lstStyle>
            <a:lvl1pPr marL="0" indent="0">
              <a:buNone/>
              <a:defRPr sz="1283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419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E95937-F466-4F58-B582-8721D3C9D2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77" y="1339341"/>
            <a:ext cx="11337926" cy="4637286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8346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&amp; source/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E95937-F466-4F58-B582-8721D3C9D23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77" y="1339343"/>
            <a:ext cx="11337926" cy="4271117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ED2F0F8-4186-44B6-873A-D194D89C9C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779" y="5873276"/>
            <a:ext cx="11337925" cy="189230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675" i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mtClean="0">
                <a:latin typeface="+mj-lt"/>
              </a:defRPr>
            </a:lvl2pPr>
            <a:lvl3pPr>
              <a:defRPr lang="en-US" smtClean="0">
                <a:latin typeface="+mj-lt"/>
              </a:defRPr>
            </a:lvl3pPr>
            <a:lvl4pPr>
              <a:defRPr lang="en-US" smtClean="0">
                <a:latin typeface="+mj-lt"/>
              </a:defRPr>
            </a:lvl4pPr>
            <a:lvl5pPr>
              <a:defRPr lang="en-GB">
                <a:latin typeface="+mj-lt"/>
              </a:defRPr>
            </a:lvl5pPr>
          </a:lstStyle>
          <a:p>
            <a:pPr marL="171431" lvl="0" indent="-171431"/>
            <a:r>
              <a:rPr lang="en-US" dirty="0"/>
              <a:t>Add footnote/source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100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7" y="445810"/>
            <a:ext cx="11337926" cy="58785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AFE8B-1D42-460B-875F-B063FE652E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77" y="1628777"/>
            <a:ext cx="11337926" cy="4347850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C64ACF3-C32C-4B1D-A5AF-6397F24027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7" y="1036012"/>
            <a:ext cx="11342164" cy="462489"/>
          </a:xfrm>
        </p:spPr>
        <p:txBody>
          <a:bodyPr/>
          <a:lstStyle>
            <a:lvl1pPr marL="0" indent="0">
              <a:buNone/>
              <a:defRPr sz="1539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841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&amp; source/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7" y="445810"/>
            <a:ext cx="11337926" cy="58785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AFE8B-1D42-460B-875F-B063FE652E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77" y="1628776"/>
            <a:ext cx="11337926" cy="39816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A1095E4-71FF-4040-9780-3C562EF7E7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8775" y="5873093"/>
            <a:ext cx="11337925" cy="189230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675" i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mtClean="0">
                <a:latin typeface="+mj-lt"/>
              </a:defRPr>
            </a:lvl2pPr>
            <a:lvl3pPr>
              <a:defRPr lang="en-US" smtClean="0">
                <a:latin typeface="+mj-lt"/>
              </a:defRPr>
            </a:lvl3pPr>
            <a:lvl4pPr>
              <a:defRPr lang="en-US" smtClean="0">
                <a:latin typeface="+mj-lt"/>
              </a:defRPr>
            </a:lvl4pPr>
            <a:lvl5pPr>
              <a:defRPr lang="en-GB">
                <a:latin typeface="+mj-lt"/>
              </a:defRPr>
            </a:lvl5pPr>
          </a:lstStyle>
          <a:p>
            <a:pPr marL="171431" lvl="0" indent="-171431"/>
            <a:r>
              <a:rPr lang="en-US" dirty="0"/>
              <a:t>Add footnote/source</a:t>
            </a:r>
            <a:endParaRPr lang="en-GB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65FC687-0C09-43B2-AAA2-63C558E550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7" y="1036012"/>
            <a:ext cx="11342164" cy="462489"/>
          </a:xfrm>
        </p:spPr>
        <p:txBody>
          <a:bodyPr/>
          <a:lstStyle>
            <a:lvl1pPr marL="0" indent="0">
              <a:buNone/>
              <a:defRPr sz="1539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0335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7" y="445814"/>
            <a:ext cx="11337926" cy="58785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AFE8B-1D42-460B-875F-B063FE652E2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8777" y="1628777"/>
            <a:ext cx="5328590" cy="4347850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B985924-B690-4F6B-A059-A5678494932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58063" y="1628777"/>
            <a:ext cx="5328590" cy="4347850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B40A6A2-A8EF-4A9C-B763-9930EDE7D5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7" y="1036012"/>
            <a:ext cx="11342164" cy="462489"/>
          </a:xfrm>
        </p:spPr>
        <p:txBody>
          <a:bodyPr/>
          <a:lstStyle>
            <a:lvl1pPr marL="0" indent="0">
              <a:buNone/>
              <a:defRPr sz="1539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Add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0123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5ECA-5688-4A89-8C9A-A9AB33D211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23039" y="1520906"/>
            <a:ext cx="4860000" cy="1637364"/>
          </a:xfrm>
          <a:prstGeom prst="rect">
            <a:avLst/>
          </a:prstGeom>
        </p:spPr>
        <p:txBody>
          <a:bodyPr lIns="0" tIns="35958" rIns="35958" bIns="35958" anchor="b">
            <a:noAutofit/>
          </a:bodyPr>
          <a:lstStyle>
            <a:lvl1pPr algn="l">
              <a:defRPr sz="3111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7393E-2763-4FDE-8C90-450871B71F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3040" y="3176205"/>
            <a:ext cx="6480000" cy="732413"/>
          </a:xfrm>
          <a:prstGeom prst="rect">
            <a:avLst/>
          </a:prstGeom>
        </p:spPr>
        <p:txBody>
          <a:bodyPr lIns="0" tIns="35958" rIns="35958" bIns="35958">
            <a:noAutofit/>
          </a:bodyPr>
          <a:lstStyle>
            <a:lvl1pPr marL="0" indent="0" algn="l">
              <a:lnSpc>
                <a:spcPct val="90000"/>
              </a:lnSpc>
              <a:buNone/>
              <a:defRPr sz="1697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22866" indent="0" algn="ctr">
              <a:buNone/>
              <a:defRPr sz="1414"/>
            </a:lvl2pPr>
            <a:lvl3pPr marL="645731" indent="0" algn="ctr">
              <a:buNone/>
              <a:defRPr sz="1273"/>
            </a:lvl3pPr>
            <a:lvl4pPr marL="968597" indent="0" algn="ctr">
              <a:buNone/>
              <a:defRPr sz="1131"/>
            </a:lvl4pPr>
            <a:lvl5pPr marL="1291457" indent="0" algn="ctr">
              <a:buNone/>
              <a:defRPr sz="1131"/>
            </a:lvl5pPr>
            <a:lvl6pPr marL="1614323" indent="0" algn="ctr">
              <a:buNone/>
              <a:defRPr sz="1131"/>
            </a:lvl6pPr>
            <a:lvl7pPr marL="1937192" indent="0" algn="ctr">
              <a:buNone/>
              <a:defRPr sz="1131"/>
            </a:lvl7pPr>
            <a:lvl8pPr marL="2260050" indent="0" algn="ctr">
              <a:buNone/>
              <a:defRPr sz="1131"/>
            </a:lvl8pPr>
            <a:lvl9pPr marL="2582918" indent="0" algn="ctr">
              <a:buNone/>
              <a:defRPr sz="1131"/>
            </a:lvl9pPr>
          </a:lstStyle>
          <a:p>
            <a:r>
              <a:rPr lang="en-US" dirty="0"/>
              <a:t>Add subtitle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3DFAA06-BCA8-4754-92E2-D4CD633664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040" y="4273068"/>
            <a:ext cx="6480000" cy="21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90">
                <a:solidFill>
                  <a:srgbClr val="0070C0"/>
                </a:solidFill>
                <a:latin typeface="+mj-lt"/>
                <a:cs typeface="Arial" panose="020B0604020202020204" pitchFamily="34" charset="0"/>
              </a:defRPr>
            </a:lvl1pPr>
            <a:lvl2pPr marL="322866" indent="0">
              <a:buNone/>
              <a:defRPr/>
            </a:lvl2pPr>
            <a:lvl3pPr marL="645731" indent="0">
              <a:buNone/>
              <a:defRPr/>
            </a:lvl3pPr>
            <a:lvl4pPr marL="968597" indent="0">
              <a:buNone/>
              <a:defRPr/>
            </a:lvl4pPr>
            <a:lvl5pPr marL="1291457" indent="0">
              <a:buNone/>
              <a:defRPr/>
            </a:lvl5pPr>
          </a:lstStyle>
          <a:p>
            <a:pPr lvl="0"/>
            <a:r>
              <a:rPr lang="en-US" dirty="0"/>
              <a:t>Add date</a:t>
            </a:r>
            <a:endParaRPr lang="en-GB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99D270A3-CD1B-4C74-9532-388A935625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040" y="4514289"/>
            <a:ext cx="6480000" cy="21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90">
                <a:solidFill>
                  <a:srgbClr val="0070C0"/>
                </a:solidFill>
                <a:latin typeface="+mj-lt"/>
                <a:cs typeface="Arial" panose="020B0604020202020204" pitchFamily="34" charset="0"/>
              </a:defRPr>
            </a:lvl1pPr>
            <a:lvl2pPr marL="322866" indent="0">
              <a:buNone/>
              <a:defRPr/>
            </a:lvl2pPr>
            <a:lvl3pPr marL="645731" indent="0">
              <a:buNone/>
              <a:defRPr/>
            </a:lvl3pPr>
            <a:lvl4pPr marL="968597" indent="0">
              <a:buNone/>
              <a:defRPr/>
            </a:lvl4pPr>
            <a:lvl5pPr marL="1291457" indent="0">
              <a:buNone/>
              <a:defRPr/>
            </a:lvl5pPr>
          </a:lstStyle>
          <a:p>
            <a:pPr lvl="0"/>
            <a:r>
              <a:rPr lang="en-US" dirty="0"/>
              <a:t>Add name and surname of presenter</a:t>
            </a:r>
            <a:endParaRPr lang="en-GB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E24AF64D-F578-4193-95E2-BB473F64C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038" y="6129346"/>
            <a:ext cx="7166539" cy="381001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buNone/>
              <a:defRPr lang="en-US" sz="565" b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273" smtClean="0">
                <a:solidFill>
                  <a:schemeClr val="tx1"/>
                </a:solidFill>
                <a:cs typeface="+mn-cs"/>
              </a:defRPr>
            </a:lvl2pPr>
            <a:lvl3pPr>
              <a:defRPr lang="en-US" sz="1273" smtClean="0">
                <a:solidFill>
                  <a:schemeClr val="tx1"/>
                </a:solidFill>
                <a:cs typeface="+mn-cs"/>
              </a:defRPr>
            </a:lvl3pPr>
            <a:lvl4pPr>
              <a:defRPr lang="en-US" sz="1273" smtClean="0">
                <a:solidFill>
                  <a:schemeClr val="tx1"/>
                </a:solidFill>
                <a:cs typeface="+mn-cs"/>
              </a:defRPr>
            </a:lvl4pPr>
            <a:lvl5pPr>
              <a:defRPr lang="en-GB" sz="1273">
                <a:solidFill>
                  <a:schemeClr val="tx1"/>
                </a:solidFill>
                <a:cs typeface="+mn-cs"/>
              </a:defRPr>
            </a:lvl5pPr>
          </a:lstStyle>
          <a:p>
            <a:pPr marL="161434" marR="0" lvl="0" indent="-161434" fontAlgn="auto">
              <a:spcAft>
                <a:spcPts val="0"/>
              </a:spcAft>
              <a:buClrTx/>
              <a:buSzTx/>
              <a:tabLst/>
            </a:pPr>
            <a:r>
              <a:rPr lang="en-GB" dirty="0"/>
              <a:t>[Add company classification and regulatory details]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26599F-BAD1-4685-94D2-45FFF9FD7DC3}"/>
              </a:ext>
            </a:extLst>
          </p:cNvPr>
          <p:cNvGrpSpPr/>
          <p:nvPr/>
        </p:nvGrpSpPr>
        <p:grpSpPr>
          <a:xfrm>
            <a:off x="6180639" y="717569"/>
            <a:ext cx="5149054" cy="5240337"/>
            <a:chOff x="4789488" y="642938"/>
            <a:chExt cx="5149055" cy="5240337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B882A3B-9358-4488-B247-01BD43C81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2713" y="4227513"/>
              <a:ext cx="25400" cy="23813"/>
            </a:xfrm>
            <a:custGeom>
              <a:avLst/>
              <a:gdLst>
                <a:gd name="T0" fmla="*/ 15 w 22"/>
                <a:gd name="T1" fmla="*/ 1 h 20"/>
                <a:gd name="T2" fmla="*/ 11 w 22"/>
                <a:gd name="T3" fmla="*/ 7 h 20"/>
                <a:gd name="T4" fmla="*/ 4 w 22"/>
                <a:gd name="T5" fmla="*/ 8 h 20"/>
                <a:gd name="T6" fmla="*/ 1 w 22"/>
                <a:gd name="T7" fmla="*/ 7 h 20"/>
                <a:gd name="T8" fmla="*/ 4 w 22"/>
                <a:gd name="T9" fmla="*/ 10 h 20"/>
                <a:gd name="T10" fmla="*/ 11 w 22"/>
                <a:gd name="T11" fmla="*/ 14 h 20"/>
                <a:gd name="T12" fmla="*/ 19 w 22"/>
                <a:gd name="T13" fmla="*/ 20 h 20"/>
                <a:gd name="T14" fmla="*/ 18 w 22"/>
                <a:gd name="T15" fmla="*/ 5 h 20"/>
                <a:gd name="T16" fmla="*/ 15 w 22"/>
                <a:gd name="T17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0">
                  <a:moveTo>
                    <a:pt x="15" y="1"/>
                  </a:moveTo>
                  <a:cubicBezTo>
                    <a:pt x="12" y="2"/>
                    <a:pt x="14" y="5"/>
                    <a:pt x="11" y="7"/>
                  </a:cubicBezTo>
                  <a:cubicBezTo>
                    <a:pt x="9" y="8"/>
                    <a:pt x="6" y="8"/>
                    <a:pt x="4" y="8"/>
                  </a:cubicBezTo>
                  <a:cubicBezTo>
                    <a:pt x="4" y="8"/>
                    <a:pt x="1" y="6"/>
                    <a:pt x="1" y="7"/>
                  </a:cubicBezTo>
                  <a:cubicBezTo>
                    <a:pt x="0" y="8"/>
                    <a:pt x="4" y="9"/>
                    <a:pt x="4" y="10"/>
                  </a:cubicBezTo>
                  <a:cubicBezTo>
                    <a:pt x="7" y="11"/>
                    <a:pt x="10" y="11"/>
                    <a:pt x="11" y="14"/>
                  </a:cubicBezTo>
                  <a:cubicBezTo>
                    <a:pt x="13" y="16"/>
                    <a:pt x="16" y="19"/>
                    <a:pt x="19" y="20"/>
                  </a:cubicBezTo>
                  <a:cubicBezTo>
                    <a:pt x="22" y="18"/>
                    <a:pt x="19" y="9"/>
                    <a:pt x="18" y="5"/>
                  </a:cubicBezTo>
                  <a:cubicBezTo>
                    <a:pt x="18" y="3"/>
                    <a:pt x="18" y="0"/>
                    <a:pt x="15" y="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8112600-7C6F-4F1C-B7AE-7B6138524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1438" y="4241800"/>
              <a:ext cx="19050" cy="9525"/>
            </a:xfrm>
            <a:custGeom>
              <a:avLst/>
              <a:gdLst>
                <a:gd name="T0" fmla="*/ 3 w 16"/>
                <a:gd name="T1" fmla="*/ 0 h 9"/>
                <a:gd name="T2" fmla="*/ 3 w 16"/>
                <a:gd name="T3" fmla="*/ 5 h 9"/>
                <a:gd name="T4" fmla="*/ 15 w 16"/>
                <a:gd name="T5" fmla="*/ 9 h 9"/>
                <a:gd name="T6" fmla="*/ 3 w 16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9">
                  <a:moveTo>
                    <a:pt x="3" y="0"/>
                  </a:moveTo>
                  <a:cubicBezTo>
                    <a:pt x="0" y="0"/>
                    <a:pt x="1" y="3"/>
                    <a:pt x="3" y="5"/>
                  </a:cubicBezTo>
                  <a:cubicBezTo>
                    <a:pt x="5" y="8"/>
                    <a:pt x="11" y="8"/>
                    <a:pt x="15" y="9"/>
                  </a:cubicBezTo>
                  <a:cubicBezTo>
                    <a:pt x="16" y="6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BC9A37AC-B0DD-41A3-9C9B-4E6C604C0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6038" y="4176713"/>
              <a:ext cx="20638" cy="42863"/>
            </a:xfrm>
            <a:custGeom>
              <a:avLst/>
              <a:gdLst>
                <a:gd name="T0" fmla="*/ 12 w 18"/>
                <a:gd name="T1" fmla="*/ 21 h 37"/>
                <a:gd name="T2" fmla="*/ 12 w 18"/>
                <a:gd name="T3" fmla="*/ 4 h 37"/>
                <a:gd name="T4" fmla="*/ 7 w 18"/>
                <a:gd name="T5" fmla="*/ 1 h 37"/>
                <a:gd name="T6" fmla="*/ 3 w 18"/>
                <a:gd name="T7" fmla="*/ 8 h 37"/>
                <a:gd name="T8" fmla="*/ 2 w 18"/>
                <a:gd name="T9" fmla="*/ 17 h 37"/>
                <a:gd name="T10" fmla="*/ 0 w 18"/>
                <a:gd name="T11" fmla="*/ 24 h 37"/>
                <a:gd name="T12" fmla="*/ 5 w 18"/>
                <a:gd name="T13" fmla="*/ 31 h 37"/>
                <a:gd name="T14" fmla="*/ 10 w 18"/>
                <a:gd name="T15" fmla="*/ 33 h 37"/>
                <a:gd name="T16" fmla="*/ 14 w 18"/>
                <a:gd name="T17" fmla="*/ 37 h 37"/>
                <a:gd name="T18" fmla="*/ 15 w 18"/>
                <a:gd name="T19" fmla="*/ 30 h 37"/>
                <a:gd name="T20" fmla="*/ 12 w 18"/>
                <a:gd name="T21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37">
                  <a:moveTo>
                    <a:pt x="12" y="21"/>
                  </a:moveTo>
                  <a:cubicBezTo>
                    <a:pt x="9" y="15"/>
                    <a:pt x="12" y="10"/>
                    <a:pt x="12" y="4"/>
                  </a:cubicBezTo>
                  <a:cubicBezTo>
                    <a:pt x="12" y="1"/>
                    <a:pt x="10" y="0"/>
                    <a:pt x="7" y="1"/>
                  </a:cubicBezTo>
                  <a:cubicBezTo>
                    <a:pt x="3" y="2"/>
                    <a:pt x="4" y="5"/>
                    <a:pt x="3" y="8"/>
                  </a:cubicBezTo>
                  <a:cubicBezTo>
                    <a:pt x="3" y="11"/>
                    <a:pt x="3" y="14"/>
                    <a:pt x="2" y="17"/>
                  </a:cubicBezTo>
                  <a:cubicBezTo>
                    <a:pt x="2" y="19"/>
                    <a:pt x="0" y="22"/>
                    <a:pt x="0" y="24"/>
                  </a:cubicBezTo>
                  <a:cubicBezTo>
                    <a:pt x="1" y="27"/>
                    <a:pt x="3" y="30"/>
                    <a:pt x="5" y="31"/>
                  </a:cubicBezTo>
                  <a:cubicBezTo>
                    <a:pt x="7" y="32"/>
                    <a:pt x="9" y="31"/>
                    <a:pt x="10" y="33"/>
                  </a:cubicBezTo>
                  <a:cubicBezTo>
                    <a:pt x="11" y="35"/>
                    <a:pt x="12" y="36"/>
                    <a:pt x="14" y="37"/>
                  </a:cubicBezTo>
                  <a:cubicBezTo>
                    <a:pt x="18" y="36"/>
                    <a:pt x="16" y="32"/>
                    <a:pt x="15" y="30"/>
                  </a:cubicBezTo>
                  <a:cubicBezTo>
                    <a:pt x="14" y="27"/>
                    <a:pt x="14" y="24"/>
                    <a:pt x="12" y="2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FC4FFD8-D5F4-4A61-96B4-33657BCEC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300" y="1262063"/>
              <a:ext cx="19050" cy="28575"/>
            </a:xfrm>
            <a:custGeom>
              <a:avLst/>
              <a:gdLst>
                <a:gd name="T0" fmla="*/ 6 w 17"/>
                <a:gd name="T1" fmla="*/ 0 h 25"/>
                <a:gd name="T2" fmla="*/ 0 w 17"/>
                <a:gd name="T3" fmla="*/ 5 h 25"/>
                <a:gd name="T4" fmla="*/ 3 w 17"/>
                <a:gd name="T5" fmla="*/ 11 h 25"/>
                <a:gd name="T6" fmla="*/ 6 w 17"/>
                <a:gd name="T7" fmla="*/ 18 h 25"/>
                <a:gd name="T8" fmla="*/ 8 w 17"/>
                <a:gd name="T9" fmla="*/ 24 h 25"/>
                <a:gd name="T10" fmla="*/ 12 w 17"/>
                <a:gd name="T11" fmla="*/ 20 h 25"/>
                <a:gd name="T12" fmla="*/ 14 w 17"/>
                <a:gd name="T13" fmla="*/ 18 h 25"/>
                <a:gd name="T14" fmla="*/ 16 w 17"/>
                <a:gd name="T15" fmla="*/ 8 h 25"/>
                <a:gd name="T16" fmla="*/ 14 w 17"/>
                <a:gd name="T17" fmla="*/ 1 h 25"/>
                <a:gd name="T18" fmla="*/ 6 w 17"/>
                <a:gd name="T1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25">
                  <a:moveTo>
                    <a:pt x="6" y="0"/>
                  </a:moveTo>
                  <a:cubicBezTo>
                    <a:pt x="5" y="0"/>
                    <a:pt x="1" y="3"/>
                    <a:pt x="0" y="5"/>
                  </a:cubicBezTo>
                  <a:cubicBezTo>
                    <a:pt x="0" y="7"/>
                    <a:pt x="2" y="9"/>
                    <a:pt x="3" y="11"/>
                  </a:cubicBezTo>
                  <a:cubicBezTo>
                    <a:pt x="4" y="13"/>
                    <a:pt x="5" y="16"/>
                    <a:pt x="6" y="18"/>
                  </a:cubicBezTo>
                  <a:cubicBezTo>
                    <a:pt x="6" y="19"/>
                    <a:pt x="7" y="24"/>
                    <a:pt x="8" y="24"/>
                  </a:cubicBezTo>
                  <a:cubicBezTo>
                    <a:pt x="9" y="25"/>
                    <a:pt x="12" y="22"/>
                    <a:pt x="12" y="20"/>
                  </a:cubicBezTo>
                  <a:cubicBezTo>
                    <a:pt x="13" y="19"/>
                    <a:pt x="13" y="19"/>
                    <a:pt x="14" y="18"/>
                  </a:cubicBezTo>
                  <a:cubicBezTo>
                    <a:pt x="15" y="14"/>
                    <a:pt x="14" y="11"/>
                    <a:pt x="16" y="8"/>
                  </a:cubicBezTo>
                  <a:cubicBezTo>
                    <a:pt x="17" y="7"/>
                    <a:pt x="16" y="2"/>
                    <a:pt x="14" y="1"/>
                  </a:cubicBezTo>
                  <a:cubicBezTo>
                    <a:pt x="13" y="0"/>
                    <a:pt x="7" y="0"/>
                    <a:pt x="6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3CFA836-AE3E-47B9-9D76-40F5A1ACD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313" y="1266825"/>
              <a:ext cx="49213" cy="53975"/>
            </a:xfrm>
            <a:custGeom>
              <a:avLst/>
              <a:gdLst>
                <a:gd name="T0" fmla="*/ 35 w 44"/>
                <a:gd name="T1" fmla="*/ 5 h 49"/>
                <a:gd name="T2" fmla="*/ 32 w 44"/>
                <a:gd name="T3" fmla="*/ 13 h 49"/>
                <a:gd name="T4" fmla="*/ 28 w 44"/>
                <a:gd name="T5" fmla="*/ 19 h 49"/>
                <a:gd name="T6" fmla="*/ 21 w 44"/>
                <a:gd name="T7" fmla="*/ 34 h 49"/>
                <a:gd name="T8" fmla="*/ 8 w 44"/>
                <a:gd name="T9" fmla="*/ 45 h 49"/>
                <a:gd name="T10" fmla="*/ 3 w 44"/>
                <a:gd name="T11" fmla="*/ 47 h 49"/>
                <a:gd name="T12" fmla="*/ 8 w 44"/>
                <a:gd name="T13" fmla="*/ 48 h 49"/>
                <a:gd name="T14" fmla="*/ 12 w 44"/>
                <a:gd name="T15" fmla="*/ 49 h 49"/>
                <a:gd name="T16" fmla="*/ 23 w 44"/>
                <a:gd name="T17" fmla="*/ 40 h 49"/>
                <a:gd name="T18" fmla="*/ 32 w 44"/>
                <a:gd name="T19" fmla="*/ 38 h 49"/>
                <a:gd name="T20" fmla="*/ 42 w 44"/>
                <a:gd name="T21" fmla="*/ 26 h 49"/>
                <a:gd name="T22" fmla="*/ 43 w 44"/>
                <a:gd name="T23" fmla="*/ 19 h 49"/>
                <a:gd name="T24" fmla="*/ 44 w 44"/>
                <a:gd name="T25" fmla="*/ 10 h 49"/>
                <a:gd name="T26" fmla="*/ 35 w 44"/>
                <a:gd name="T27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49">
                  <a:moveTo>
                    <a:pt x="35" y="5"/>
                  </a:moveTo>
                  <a:cubicBezTo>
                    <a:pt x="33" y="7"/>
                    <a:pt x="33" y="10"/>
                    <a:pt x="32" y="13"/>
                  </a:cubicBezTo>
                  <a:cubicBezTo>
                    <a:pt x="31" y="15"/>
                    <a:pt x="30" y="17"/>
                    <a:pt x="28" y="19"/>
                  </a:cubicBezTo>
                  <a:cubicBezTo>
                    <a:pt x="25" y="24"/>
                    <a:pt x="22" y="29"/>
                    <a:pt x="21" y="34"/>
                  </a:cubicBezTo>
                  <a:cubicBezTo>
                    <a:pt x="19" y="39"/>
                    <a:pt x="14" y="43"/>
                    <a:pt x="8" y="45"/>
                  </a:cubicBezTo>
                  <a:cubicBezTo>
                    <a:pt x="7" y="45"/>
                    <a:pt x="0" y="45"/>
                    <a:pt x="3" y="47"/>
                  </a:cubicBezTo>
                  <a:cubicBezTo>
                    <a:pt x="3" y="47"/>
                    <a:pt x="7" y="47"/>
                    <a:pt x="8" y="48"/>
                  </a:cubicBezTo>
                  <a:cubicBezTo>
                    <a:pt x="9" y="48"/>
                    <a:pt x="11" y="48"/>
                    <a:pt x="12" y="49"/>
                  </a:cubicBezTo>
                  <a:cubicBezTo>
                    <a:pt x="16" y="45"/>
                    <a:pt x="19" y="42"/>
                    <a:pt x="23" y="40"/>
                  </a:cubicBezTo>
                  <a:cubicBezTo>
                    <a:pt x="26" y="39"/>
                    <a:pt x="29" y="38"/>
                    <a:pt x="32" y="38"/>
                  </a:cubicBezTo>
                  <a:cubicBezTo>
                    <a:pt x="37" y="36"/>
                    <a:pt x="41" y="31"/>
                    <a:pt x="42" y="26"/>
                  </a:cubicBezTo>
                  <a:cubicBezTo>
                    <a:pt x="43" y="24"/>
                    <a:pt x="42" y="21"/>
                    <a:pt x="43" y="19"/>
                  </a:cubicBezTo>
                  <a:cubicBezTo>
                    <a:pt x="44" y="16"/>
                    <a:pt x="44" y="14"/>
                    <a:pt x="44" y="10"/>
                  </a:cubicBezTo>
                  <a:cubicBezTo>
                    <a:pt x="44" y="5"/>
                    <a:pt x="41" y="0"/>
                    <a:pt x="35" y="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C45C543-7219-40B3-AC45-FADBC4F1D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988" y="1309688"/>
              <a:ext cx="20638" cy="14288"/>
            </a:xfrm>
            <a:custGeom>
              <a:avLst/>
              <a:gdLst>
                <a:gd name="T0" fmla="*/ 8 w 18"/>
                <a:gd name="T1" fmla="*/ 1 h 13"/>
                <a:gd name="T2" fmla="*/ 7 w 18"/>
                <a:gd name="T3" fmla="*/ 13 h 13"/>
                <a:gd name="T4" fmla="*/ 15 w 18"/>
                <a:gd name="T5" fmla="*/ 5 h 13"/>
                <a:gd name="T6" fmla="*/ 8 w 18"/>
                <a:gd name="T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3">
                  <a:moveTo>
                    <a:pt x="8" y="1"/>
                  </a:moveTo>
                  <a:cubicBezTo>
                    <a:pt x="0" y="0"/>
                    <a:pt x="0" y="11"/>
                    <a:pt x="7" y="13"/>
                  </a:cubicBezTo>
                  <a:cubicBezTo>
                    <a:pt x="10" y="12"/>
                    <a:pt x="18" y="9"/>
                    <a:pt x="15" y="5"/>
                  </a:cubicBezTo>
                  <a:cubicBezTo>
                    <a:pt x="14" y="3"/>
                    <a:pt x="9" y="1"/>
                    <a:pt x="8" y="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6BF53D1-70C4-4D5C-A5EF-47DE91F86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1563" y="1282700"/>
              <a:ext cx="58738" cy="42863"/>
            </a:xfrm>
            <a:custGeom>
              <a:avLst/>
              <a:gdLst>
                <a:gd name="T0" fmla="*/ 41 w 51"/>
                <a:gd name="T1" fmla="*/ 1 h 38"/>
                <a:gd name="T2" fmla="*/ 34 w 51"/>
                <a:gd name="T3" fmla="*/ 3 h 38"/>
                <a:gd name="T4" fmla="*/ 22 w 51"/>
                <a:gd name="T5" fmla="*/ 12 h 38"/>
                <a:gd name="T6" fmla="*/ 13 w 51"/>
                <a:gd name="T7" fmla="*/ 14 h 38"/>
                <a:gd name="T8" fmla="*/ 4 w 51"/>
                <a:gd name="T9" fmla="*/ 14 h 38"/>
                <a:gd name="T10" fmla="*/ 4 w 51"/>
                <a:gd name="T11" fmla="*/ 19 h 38"/>
                <a:gd name="T12" fmla="*/ 7 w 51"/>
                <a:gd name="T13" fmla="*/ 27 h 38"/>
                <a:gd name="T14" fmla="*/ 11 w 51"/>
                <a:gd name="T15" fmla="*/ 33 h 38"/>
                <a:gd name="T16" fmla="*/ 14 w 51"/>
                <a:gd name="T17" fmla="*/ 38 h 38"/>
                <a:gd name="T18" fmla="*/ 25 w 51"/>
                <a:gd name="T19" fmla="*/ 33 h 38"/>
                <a:gd name="T20" fmla="*/ 30 w 51"/>
                <a:gd name="T21" fmla="*/ 26 h 38"/>
                <a:gd name="T22" fmla="*/ 34 w 51"/>
                <a:gd name="T23" fmla="*/ 19 h 38"/>
                <a:gd name="T24" fmla="*/ 37 w 51"/>
                <a:gd name="T25" fmla="*/ 12 h 38"/>
                <a:gd name="T26" fmla="*/ 46 w 51"/>
                <a:gd name="T27" fmla="*/ 5 h 38"/>
                <a:gd name="T28" fmla="*/ 49 w 51"/>
                <a:gd name="T29" fmla="*/ 1 h 38"/>
                <a:gd name="T30" fmla="*/ 41 w 51"/>
                <a:gd name="T31" fmla="*/ 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" h="38">
                  <a:moveTo>
                    <a:pt x="41" y="1"/>
                  </a:moveTo>
                  <a:cubicBezTo>
                    <a:pt x="38" y="1"/>
                    <a:pt x="37" y="1"/>
                    <a:pt x="34" y="3"/>
                  </a:cubicBezTo>
                  <a:cubicBezTo>
                    <a:pt x="30" y="6"/>
                    <a:pt x="27" y="11"/>
                    <a:pt x="22" y="12"/>
                  </a:cubicBezTo>
                  <a:cubicBezTo>
                    <a:pt x="19" y="13"/>
                    <a:pt x="16" y="13"/>
                    <a:pt x="13" y="14"/>
                  </a:cubicBezTo>
                  <a:cubicBezTo>
                    <a:pt x="10" y="14"/>
                    <a:pt x="7" y="13"/>
                    <a:pt x="4" y="14"/>
                  </a:cubicBezTo>
                  <a:cubicBezTo>
                    <a:pt x="0" y="16"/>
                    <a:pt x="2" y="16"/>
                    <a:pt x="4" y="19"/>
                  </a:cubicBezTo>
                  <a:cubicBezTo>
                    <a:pt x="5" y="22"/>
                    <a:pt x="6" y="24"/>
                    <a:pt x="7" y="27"/>
                  </a:cubicBezTo>
                  <a:cubicBezTo>
                    <a:pt x="8" y="29"/>
                    <a:pt x="10" y="31"/>
                    <a:pt x="11" y="33"/>
                  </a:cubicBezTo>
                  <a:cubicBezTo>
                    <a:pt x="12" y="35"/>
                    <a:pt x="12" y="37"/>
                    <a:pt x="14" y="38"/>
                  </a:cubicBezTo>
                  <a:cubicBezTo>
                    <a:pt x="18" y="37"/>
                    <a:pt x="22" y="36"/>
                    <a:pt x="25" y="33"/>
                  </a:cubicBezTo>
                  <a:cubicBezTo>
                    <a:pt x="27" y="31"/>
                    <a:pt x="29" y="29"/>
                    <a:pt x="30" y="26"/>
                  </a:cubicBezTo>
                  <a:cubicBezTo>
                    <a:pt x="31" y="24"/>
                    <a:pt x="32" y="21"/>
                    <a:pt x="34" y="19"/>
                  </a:cubicBezTo>
                  <a:cubicBezTo>
                    <a:pt x="35" y="17"/>
                    <a:pt x="34" y="15"/>
                    <a:pt x="37" y="12"/>
                  </a:cubicBezTo>
                  <a:cubicBezTo>
                    <a:pt x="40" y="9"/>
                    <a:pt x="42" y="7"/>
                    <a:pt x="46" y="5"/>
                  </a:cubicBezTo>
                  <a:cubicBezTo>
                    <a:pt x="47" y="5"/>
                    <a:pt x="51" y="3"/>
                    <a:pt x="49" y="1"/>
                  </a:cubicBezTo>
                  <a:cubicBezTo>
                    <a:pt x="48" y="0"/>
                    <a:pt x="43" y="1"/>
                    <a:pt x="41" y="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AD229C9-9E68-40F1-A6C7-88CD41443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838" y="1331913"/>
              <a:ext cx="20638" cy="19050"/>
            </a:xfrm>
            <a:custGeom>
              <a:avLst/>
              <a:gdLst>
                <a:gd name="T0" fmla="*/ 11 w 19"/>
                <a:gd name="T1" fmla="*/ 7 h 17"/>
                <a:gd name="T2" fmla="*/ 5 w 19"/>
                <a:gd name="T3" fmla="*/ 9 h 17"/>
                <a:gd name="T4" fmla="*/ 2 w 19"/>
                <a:gd name="T5" fmla="*/ 12 h 17"/>
                <a:gd name="T6" fmla="*/ 9 w 19"/>
                <a:gd name="T7" fmla="*/ 13 h 17"/>
                <a:gd name="T8" fmla="*/ 12 w 19"/>
                <a:gd name="T9" fmla="*/ 17 h 17"/>
                <a:gd name="T10" fmla="*/ 19 w 19"/>
                <a:gd name="T11" fmla="*/ 5 h 17"/>
                <a:gd name="T12" fmla="*/ 11 w 19"/>
                <a:gd name="T13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7">
                  <a:moveTo>
                    <a:pt x="11" y="7"/>
                  </a:moveTo>
                  <a:cubicBezTo>
                    <a:pt x="9" y="9"/>
                    <a:pt x="9" y="8"/>
                    <a:pt x="5" y="9"/>
                  </a:cubicBezTo>
                  <a:cubicBezTo>
                    <a:pt x="4" y="9"/>
                    <a:pt x="0" y="8"/>
                    <a:pt x="2" y="12"/>
                  </a:cubicBezTo>
                  <a:cubicBezTo>
                    <a:pt x="3" y="14"/>
                    <a:pt x="7" y="12"/>
                    <a:pt x="9" y="13"/>
                  </a:cubicBezTo>
                  <a:cubicBezTo>
                    <a:pt x="10" y="14"/>
                    <a:pt x="10" y="16"/>
                    <a:pt x="12" y="17"/>
                  </a:cubicBezTo>
                  <a:cubicBezTo>
                    <a:pt x="14" y="15"/>
                    <a:pt x="19" y="7"/>
                    <a:pt x="19" y="5"/>
                  </a:cubicBezTo>
                  <a:cubicBezTo>
                    <a:pt x="18" y="0"/>
                    <a:pt x="12" y="6"/>
                    <a:pt x="11" y="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4D17264E-A432-416C-8BD2-84C31351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6350" y="1230313"/>
              <a:ext cx="31750" cy="33338"/>
            </a:xfrm>
            <a:custGeom>
              <a:avLst/>
              <a:gdLst>
                <a:gd name="T0" fmla="*/ 26 w 29"/>
                <a:gd name="T1" fmla="*/ 4 h 29"/>
                <a:gd name="T2" fmla="*/ 20 w 29"/>
                <a:gd name="T3" fmla="*/ 10 h 29"/>
                <a:gd name="T4" fmla="*/ 17 w 29"/>
                <a:gd name="T5" fmla="*/ 10 h 29"/>
                <a:gd name="T6" fmla="*/ 13 w 29"/>
                <a:gd name="T7" fmla="*/ 12 h 29"/>
                <a:gd name="T8" fmla="*/ 6 w 29"/>
                <a:gd name="T9" fmla="*/ 17 h 29"/>
                <a:gd name="T10" fmla="*/ 3 w 29"/>
                <a:gd name="T11" fmla="*/ 24 h 29"/>
                <a:gd name="T12" fmla="*/ 2 w 29"/>
                <a:gd name="T13" fmla="*/ 27 h 29"/>
                <a:gd name="T14" fmla="*/ 7 w 29"/>
                <a:gd name="T15" fmla="*/ 29 h 29"/>
                <a:gd name="T16" fmla="*/ 13 w 29"/>
                <a:gd name="T17" fmla="*/ 24 h 29"/>
                <a:gd name="T18" fmla="*/ 21 w 29"/>
                <a:gd name="T19" fmla="*/ 21 h 29"/>
                <a:gd name="T20" fmla="*/ 26 w 29"/>
                <a:gd name="T21" fmla="*/ 16 h 29"/>
                <a:gd name="T22" fmla="*/ 27 w 29"/>
                <a:gd name="T23" fmla="*/ 12 h 29"/>
                <a:gd name="T24" fmla="*/ 28 w 29"/>
                <a:gd name="T25" fmla="*/ 8 h 29"/>
                <a:gd name="T26" fmla="*/ 26 w 29"/>
                <a:gd name="T27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29">
                  <a:moveTo>
                    <a:pt x="26" y="4"/>
                  </a:moveTo>
                  <a:cubicBezTo>
                    <a:pt x="23" y="7"/>
                    <a:pt x="24" y="9"/>
                    <a:pt x="20" y="10"/>
                  </a:cubicBezTo>
                  <a:cubicBezTo>
                    <a:pt x="20" y="10"/>
                    <a:pt x="18" y="10"/>
                    <a:pt x="17" y="10"/>
                  </a:cubicBezTo>
                  <a:cubicBezTo>
                    <a:pt x="15" y="11"/>
                    <a:pt x="15" y="12"/>
                    <a:pt x="13" y="12"/>
                  </a:cubicBezTo>
                  <a:cubicBezTo>
                    <a:pt x="10" y="14"/>
                    <a:pt x="8" y="14"/>
                    <a:pt x="6" y="17"/>
                  </a:cubicBezTo>
                  <a:cubicBezTo>
                    <a:pt x="4" y="19"/>
                    <a:pt x="4" y="22"/>
                    <a:pt x="3" y="24"/>
                  </a:cubicBezTo>
                  <a:cubicBezTo>
                    <a:pt x="3" y="26"/>
                    <a:pt x="0" y="26"/>
                    <a:pt x="2" y="27"/>
                  </a:cubicBezTo>
                  <a:cubicBezTo>
                    <a:pt x="3" y="28"/>
                    <a:pt x="6" y="28"/>
                    <a:pt x="7" y="29"/>
                  </a:cubicBezTo>
                  <a:cubicBezTo>
                    <a:pt x="10" y="26"/>
                    <a:pt x="10" y="24"/>
                    <a:pt x="13" y="24"/>
                  </a:cubicBezTo>
                  <a:cubicBezTo>
                    <a:pt x="16" y="23"/>
                    <a:pt x="19" y="22"/>
                    <a:pt x="21" y="21"/>
                  </a:cubicBezTo>
                  <a:cubicBezTo>
                    <a:pt x="23" y="20"/>
                    <a:pt x="25" y="18"/>
                    <a:pt x="26" y="16"/>
                  </a:cubicBezTo>
                  <a:cubicBezTo>
                    <a:pt x="26" y="15"/>
                    <a:pt x="26" y="13"/>
                    <a:pt x="27" y="12"/>
                  </a:cubicBezTo>
                  <a:cubicBezTo>
                    <a:pt x="27" y="10"/>
                    <a:pt x="28" y="9"/>
                    <a:pt x="28" y="8"/>
                  </a:cubicBezTo>
                  <a:cubicBezTo>
                    <a:pt x="29" y="7"/>
                    <a:pt x="28" y="0"/>
                    <a:pt x="26" y="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357F488F-7B6D-4D72-9C7F-ACB38D175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000" y="1311275"/>
              <a:ext cx="31750" cy="33338"/>
            </a:xfrm>
            <a:custGeom>
              <a:avLst/>
              <a:gdLst>
                <a:gd name="T0" fmla="*/ 27 w 28"/>
                <a:gd name="T1" fmla="*/ 11 h 29"/>
                <a:gd name="T2" fmla="*/ 25 w 28"/>
                <a:gd name="T3" fmla="*/ 6 h 29"/>
                <a:gd name="T4" fmla="*/ 25 w 28"/>
                <a:gd name="T5" fmla="*/ 0 h 29"/>
                <a:gd name="T6" fmla="*/ 23 w 28"/>
                <a:gd name="T7" fmla="*/ 3 h 29"/>
                <a:gd name="T8" fmla="*/ 19 w 28"/>
                <a:gd name="T9" fmla="*/ 2 h 29"/>
                <a:gd name="T10" fmla="*/ 10 w 28"/>
                <a:gd name="T11" fmla="*/ 1 h 29"/>
                <a:gd name="T12" fmla="*/ 7 w 28"/>
                <a:gd name="T13" fmla="*/ 7 h 29"/>
                <a:gd name="T14" fmla="*/ 1 w 28"/>
                <a:gd name="T15" fmla="*/ 11 h 29"/>
                <a:gd name="T16" fmla="*/ 1 w 28"/>
                <a:gd name="T17" fmla="*/ 19 h 29"/>
                <a:gd name="T18" fmla="*/ 6 w 28"/>
                <a:gd name="T19" fmla="*/ 25 h 29"/>
                <a:gd name="T20" fmla="*/ 14 w 28"/>
                <a:gd name="T21" fmla="*/ 29 h 29"/>
                <a:gd name="T22" fmla="*/ 23 w 28"/>
                <a:gd name="T23" fmla="*/ 24 h 29"/>
                <a:gd name="T24" fmla="*/ 26 w 28"/>
                <a:gd name="T25" fmla="*/ 21 h 29"/>
                <a:gd name="T26" fmla="*/ 26 w 28"/>
                <a:gd name="T27" fmla="*/ 18 h 29"/>
                <a:gd name="T28" fmla="*/ 27 w 28"/>
                <a:gd name="T29" fmla="*/ 1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29">
                  <a:moveTo>
                    <a:pt x="27" y="11"/>
                  </a:moveTo>
                  <a:cubicBezTo>
                    <a:pt x="27" y="9"/>
                    <a:pt x="25" y="9"/>
                    <a:pt x="25" y="6"/>
                  </a:cubicBezTo>
                  <a:cubicBezTo>
                    <a:pt x="26" y="5"/>
                    <a:pt x="26" y="0"/>
                    <a:pt x="25" y="0"/>
                  </a:cubicBezTo>
                  <a:cubicBezTo>
                    <a:pt x="23" y="1"/>
                    <a:pt x="25" y="2"/>
                    <a:pt x="23" y="3"/>
                  </a:cubicBezTo>
                  <a:cubicBezTo>
                    <a:pt x="21" y="4"/>
                    <a:pt x="20" y="2"/>
                    <a:pt x="19" y="2"/>
                  </a:cubicBezTo>
                  <a:cubicBezTo>
                    <a:pt x="17" y="2"/>
                    <a:pt x="12" y="1"/>
                    <a:pt x="10" y="1"/>
                  </a:cubicBezTo>
                  <a:cubicBezTo>
                    <a:pt x="7" y="1"/>
                    <a:pt x="9" y="5"/>
                    <a:pt x="7" y="7"/>
                  </a:cubicBezTo>
                  <a:cubicBezTo>
                    <a:pt x="6" y="9"/>
                    <a:pt x="2" y="10"/>
                    <a:pt x="1" y="11"/>
                  </a:cubicBezTo>
                  <a:cubicBezTo>
                    <a:pt x="0" y="13"/>
                    <a:pt x="0" y="17"/>
                    <a:pt x="1" y="19"/>
                  </a:cubicBezTo>
                  <a:cubicBezTo>
                    <a:pt x="2" y="22"/>
                    <a:pt x="4" y="23"/>
                    <a:pt x="6" y="25"/>
                  </a:cubicBezTo>
                  <a:cubicBezTo>
                    <a:pt x="9" y="27"/>
                    <a:pt x="11" y="27"/>
                    <a:pt x="14" y="29"/>
                  </a:cubicBezTo>
                  <a:cubicBezTo>
                    <a:pt x="16" y="26"/>
                    <a:pt x="20" y="26"/>
                    <a:pt x="23" y="24"/>
                  </a:cubicBezTo>
                  <a:cubicBezTo>
                    <a:pt x="24" y="24"/>
                    <a:pt x="25" y="22"/>
                    <a:pt x="26" y="21"/>
                  </a:cubicBezTo>
                  <a:cubicBezTo>
                    <a:pt x="27" y="19"/>
                    <a:pt x="25" y="19"/>
                    <a:pt x="26" y="18"/>
                  </a:cubicBezTo>
                  <a:cubicBezTo>
                    <a:pt x="26" y="16"/>
                    <a:pt x="28" y="14"/>
                    <a:pt x="27" y="1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BFEA4D2-65A9-491B-91ED-58D777029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1163" y="4198938"/>
              <a:ext cx="7938" cy="6350"/>
            </a:xfrm>
            <a:custGeom>
              <a:avLst/>
              <a:gdLst>
                <a:gd name="T0" fmla="*/ 3 w 7"/>
                <a:gd name="T1" fmla="*/ 1 h 6"/>
                <a:gd name="T2" fmla="*/ 1 w 7"/>
                <a:gd name="T3" fmla="*/ 4 h 6"/>
                <a:gd name="T4" fmla="*/ 2 w 7"/>
                <a:gd name="T5" fmla="*/ 5 h 6"/>
                <a:gd name="T6" fmla="*/ 3 w 7"/>
                <a:gd name="T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3" y="1"/>
                    <a:pt x="0" y="2"/>
                    <a:pt x="1" y="4"/>
                  </a:cubicBezTo>
                  <a:cubicBezTo>
                    <a:pt x="1" y="5"/>
                    <a:pt x="0" y="6"/>
                    <a:pt x="2" y="5"/>
                  </a:cubicBezTo>
                  <a:cubicBezTo>
                    <a:pt x="4" y="5"/>
                    <a:pt x="7" y="0"/>
                    <a:pt x="3" y="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A145C1BA-DFC5-4459-8DA6-A50F8A075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638" y="4208463"/>
              <a:ext cx="7938" cy="9525"/>
            </a:xfrm>
            <a:custGeom>
              <a:avLst/>
              <a:gdLst>
                <a:gd name="T0" fmla="*/ 2 w 7"/>
                <a:gd name="T1" fmla="*/ 3 h 9"/>
                <a:gd name="T2" fmla="*/ 1 w 7"/>
                <a:gd name="T3" fmla="*/ 6 h 9"/>
                <a:gd name="T4" fmla="*/ 4 w 7"/>
                <a:gd name="T5" fmla="*/ 8 h 9"/>
                <a:gd name="T6" fmla="*/ 2 w 7"/>
                <a:gd name="T7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9">
                  <a:moveTo>
                    <a:pt x="2" y="3"/>
                  </a:moveTo>
                  <a:cubicBezTo>
                    <a:pt x="2" y="3"/>
                    <a:pt x="0" y="4"/>
                    <a:pt x="1" y="6"/>
                  </a:cubicBezTo>
                  <a:cubicBezTo>
                    <a:pt x="2" y="7"/>
                    <a:pt x="2" y="9"/>
                    <a:pt x="4" y="8"/>
                  </a:cubicBezTo>
                  <a:cubicBezTo>
                    <a:pt x="6" y="7"/>
                    <a:pt x="7" y="0"/>
                    <a:pt x="2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6811764D-421B-4A23-9BA9-2E8E56D97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7938" y="4219575"/>
              <a:ext cx="527050" cy="990600"/>
            </a:xfrm>
            <a:custGeom>
              <a:avLst/>
              <a:gdLst>
                <a:gd name="T0" fmla="*/ 447 w 465"/>
                <a:gd name="T1" fmla="*/ 158 h 876"/>
                <a:gd name="T2" fmla="*/ 440 w 465"/>
                <a:gd name="T3" fmla="*/ 95 h 876"/>
                <a:gd name="T4" fmla="*/ 432 w 465"/>
                <a:gd name="T5" fmla="*/ 61 h 876"/>
                <a:gd name="T6" fmla="*/ 415 w 465"/>
                <a:gd name="T7" fmla="*/ 45 h 876"/>
                <a:gd name="T8" fmla="*/ 409 w 465"/>
                <a:gd name="T9" fmla="*/ 27 h 876"/>
                <a:gd name="T10" fmla="*/ 395 w 465"/>
                <a:gd name="T11" fmla="*/ 19 h 876"/>
                <a:gd name="T12" fmla="*/ 404 w 465"/>
                <a:gd name="T13" fmla="*/ 16 h 876"/>
                <a:gd name="T14" fmla="*/ 390 w 465"/>
                <a:gd name="T15" fmla="*/ 8 h 876"/>
                <a:gd name="T16" fmla="*/ 387 w 465"/>
                <a:gd name="T17" fmla="*/ 21 h 876"/>
                <a:gd name="T18" fmla="*/ 366 w 465"/>
                <a:gd name="T19" fmla="*/ 30 h 876"/>
                <a:gd name="T20" fmla="*/ 375 w 465"/>
                <a:gd name="T21" fmla="*/ 50 h 876"/>
                <a:gd name="T22" fmla="*/ 367 w 465"/>
                <a:gd name="T23" fmla="*/ 87 h 876"/>
                <a:gd name="T24" fmla="*/ 346 w 465"/>
                <a:gd name="T25" fmla="*/ 101 h 876"/>
                <a:gd name="T26" fmla="*/ 337 w 465"/>
                <a:gd name="T27" fmla="*/ 115 h 876"/>
                <a:gd name="T28" fmla="*/ 322 w 465"/>
                <a:gd name="T29" fmla="*/ 101 h 876"/>
                <a:gd name="T30" fmla="*/ 312 w 465"/>
                <a:gd name="T31" fmla="*/ 105 h 876"/>
                <a:gd name="T32" fmla="*/ 319 w 465"/>
                <a:gd name="T33" fmla="*/ 139 h 876"/>
                <a:gd name="T34" fmla="*/ 311 w 465"/>
                <a:gd name="T35" fmla="*/ 147 h 876"/>
                <a:gd name="T36" fmla="*/ 302 w 465"/>
                <a:gd name="T37" fmla="*/ 167 h 876"/>
                <a:gd name="T38" fmla="*/ 313 w 465"/>
                <a:gd name="T39" fmla="*/ 172 h 876"/>
                <a:gd name="T40" fmla="*/ 285 w 465"/>
                <a:gd name="T41" fmla="*/ 195 h 876"/>
                <a:gd name="T42" fmla="*/ 275 w 465"/>
                <a:gd name="T43" fmla="*/ 181 h 876"/>
                <a:gd name="T44" fmla="*/ 257 w 465"/>
                <a:gd name="T45" fmla="*/ 207 h 876"/>
                <a:gd name="T46" fmla="*/ 263 w 465"/>
                <a:gd name="T47" fmla="*/ 225 h 876"/>
                <a:gd name="T48" fmla="*/ 255 w 465"/>
                <a:gd name="T49" fmla="*/ 219 h 876"/>
                <a:gd name="T50" fmla="*/ 232 w 465"/>
                <a:gd name="T51" fmla="*/ 222 h 876"/>
                <a:gd name="T52" fmla="*/ 211 w 465"/>
                <a:gd name="T53" fmla="*/ 245 h 876"/>
                <a:gd name="T54" fmla="*/ 211 w 465"/>
                <a:gd name="T55" fmla="*/ 256 h 876"/>
                <a:gd name="T56" fmla="*/ 192 w 465"/>
                <a:gd name="T57" fmla="*/ 248 h 876"/>
                <a:gd name="T58" fmla="*/ 169 w 465"/>
                <a:gd name="T59" fmla="*/ 249 h 876"/>
                <a:gd name="T60" fmla="*/ 159 w 465"/>
                <a:gd name="T61" fmla="*/ 258 h 876"/>
                <a:gd name="T62" fmla="*/ 147 w 465"/>
                <a:gd name="T63" fmla="*/ 256 h 876"/>
                <a:gd name="T64" fmla="*/ 113 w 465"/>
                <a:gd name="T65" fmla="*/ 272 h 876"/>
                <a:gd name="T66" fmla="*/ 87 w 465"/>
                <a:gd name="T67" fmla="*/ 314 h 876"/>
                <a:gd name="T68" fmla="*/ 67 w 465"/>
                <a:gd name="T69" fmla="*/ 346 h 876"/>
                <a:gd name="T70" fmla="*/ 66 w 465"/>
                <a:gd name="T71" fmla="*/ 417 h 876"/>
                <a:gd name="T72" fmla="*/ 87 w 465"/>
                <a:gd name="T73" fmla="*/ 484 h 876"/>
                <a:gd name="T74" fmla="*/ 83 w 465"/>
                <a:gd name="T75" fmla="*/ 520 h 876"/>
                <a:gd name="T76" fmla="*/ 64 w 465"/>
                <a:gd name="T77" fmla="*/ 547 h 876"/>
                <a:gd name="T78" fmla="*/ 39 w 465"/>
                <a:gd name="T79" fmla="*/ 598 h 876"/>
                <a:gd name="T80" fmla="*/ 11 w 465"/>
                <a:gd name="T81" fmla="*/ 630 h 876"/>
                <a:gd name="T82" fmla="*/ 6 w 465"/>
                <a:gd name="T83" fmla="*/ 655 h 876"/>
                <a:gd name="T84" fmla="*/ 13 w 465"/>
                <a:gd name="T85" fmla="*/ 705 h 876"/>
                <a:gd name="T86" fmla="*/ 24 w 465"/>
                <a:gd name="T87" fmla="*/ 748 h 876"/>
                <a:gd name="T88" fmla="*/ 35 w 465"/>
                <a:gd name="T89" fmla="*/ 814 h 876"/>
                <a:gd name="T90" fmla="*/ 51 w 465"/>
                <a:gd name="T91" fmla="*/ 845 h 876"/>
                <a:gd name="T92" fmla="*/ 68 w 465"/>
                <a:gd name="T93" fmla="*/ 856 h 876"/>
                <a:gd name="T94" fmla="*/ 112 w 465"/>
                <a:gd name="T95" fmla="*/ 875 h 876"/>
                <a:gd name="T96" fmla="*/ 210 w 465"/>
                <a:gd name="T97" fmla="*/ 841 h 876"/>
                <a:gd name="T98" fmla="*/ 226 w 465"/>
                <a:gd name="T99" fmla="*/ 824 h 876"/>
                <a:gd name="T100" fmla="*/ 246 w 465"/>
                <a:gd name="T101" fmla="*/ 777 h 876"/>
                <a:gd name="T102" fmla="*/ 257 w 465"/>
                <a:gd name="T103" fmla="*/ 746 h 876"/>
                <a:gd name="T104" fmla="*/ 279 w 465"/>
                <a:gd name="T105" fmla="*/ 681 h 876"/>
                <a:gd name="T106" fmla="*/ 328 w 465"/>
                <a:gd name="T107" fmla="*/ 549 h 876"/>
                <a:gd name="T108" fmla="*/ 345 w 465"/>
                <a:gd name="T109" fmla="*/ 509 h 876"/>
                <a:gd name="T110" fmla="*/ 385 w 465"/>
                <a:gd name="T111" fmla="*/ 403 h 876"/>
                <a:gd name="T112" fmla="*/ 394 w 465"/>
                <a:gd name="T113" fmla="*/ 361 h 876"/>
                <a:gd name="T114" fmla="*/ 411 w 465"/>
                <a:gd name="T115" fmla="*/ 309 h 876"/>
                <a:gd name="T116" fmla="*/ 413 w 465"/>
                <a:gd name="T117" fmla="*/ 257 h 876"/>
                <a:gd name="T118" fmla="*/ 429 w 465"/>
                <a:gd name="T119" fmla="*/ 235 h 876"/>
                <a:gd name="T120" fmla="*/ 440 w 465"/>
                <a:gd name="T121" fmla="*/ 257 h 876"/>
                <a:gd name="T122" fmla="*/ 459 w 465"/>
                <a:gd name="T123" fmla="*/ 228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65" h="876">
                  <a:moveTo>
                    <a:pt x="462" y="211"/>
                  </a:moveTo>
                  <a:cubicBezTo>
                    <a:pt x="460" y="206"/>
                    <a:pt x="457" y="202"/>
                    <a:pt x="455" y="198"/>
                  </a:cubicBezTo>
                  <a:cubicBezTo>
                    <a:pt x="452" y="193"/>
                    <a:pt x="451" y="187"/>
                    <a:pt x="450" y="182"/>
                  </a:cubicBezTo>
                  <a:cubicBezTo>
                    <a:pt x="449" y="177"/>
                    <a:pt x="448" y="172"/>
                    <a:pt x="448" y="167"/>
                  </a:cubicBezTo>
                  <a:cubicBezTo>
                    <a:pt x="447" y="164"/>
                    <a:pt x="447" y="161"/>
                    <a:pt x="447" y="158"/>
                  </a:cubicBezTo>
                  <a:cubicBezTo>
                    <a:pt x="448" y="154"/>
                    <a:pt x="450" y="151"/>
                    <a:pt x="448" y="148"/>
                  </a:cubicBezTo>
                  <a:cubicBezTo>
                    <a:pt x="445" y="145"/>
                    <a:pt x="447" y="142"/>
                    <a:pt x="447" y="139"/>
                  </a:cubicBezTo>
                  <a:cubicBezTo>
                    <a:pt x="447" y="134"/>
                    <a:pt x="446" y="130"/>
                    <a:pt x="446" y="126"/>
                  </a:cubicBezTo>
                  <a:cubicBezTo>
                    <a:pt x="446" y="123"/>
                    <a:pt x="447" y="120"/>
                    <a:pt x="446" y="117"/>
                  </a:cubicBezTo>
                  <a:cubicBezTo>
                    <a:pt x="444" y="110"/>
                    <a:pt x="440" y="102"/>
                    <a:pt x="440" y="95"/>
                  </a:cubicBezTo>
                  <a:cubicBezTo>
                    <a:pt x="440" y="93"/>
                    <a:pt x="441" y="92"/>
                    <a:pt x="440" y="90"/>
                  </a:cubicBezTo>
                  <a:cubicBezTo>
                    <a:pt x="440" y="89"/>
                    <a:pt x="438" y="91"/>
                    <a:pt x="438" y="88"/>
                  </a:cubicBezTo>
                  <a:cubicBezTo>
                    <a:pt x="437" y="84"/>
                    <a:pt x="435" y="81"/>
                    <a:pt x="436" y="77"/>
                  </a:cubicBezTo>
                  <a:cubicBezTo>
                    <a:pt x="436" y="72"/>
                    <a:pt x="437" y="68"/>
                    <a:pt x="433" y="64"/>
                  </a:cubicBezTo>
                  <a:cubicBezTo>
                    <a:pt x="431" y="62"/>
                    <a:pt x="432" y="63"/>
                    <a:pt x="432" y="61"/>
                  </a:cubicBezTo>
                  <a:cubicBezTo>
                    <a:pt x="433" y="60"/>
                    <a:pt x="430" y="60"/>
                    <a:pt x="429" y="59"/>
                  </a:cubicBezTo>
                  <a:cubicBezTo>
                    <a:pt x="428" y="58"/>
                    <a:pt x="429" y="56"/>
                    <a:pt x="428" y="55"/>
                  </a:cubicBezTo>
                  <a:cubicBezTo>
                    <a:pt x="428" y="53"/>
                    <a:pt x="426" y="53"/>
                    <a:pt x="425" y="52"/>
                  </a:cubicBezTo>
                  <a:cubicBezTo>
                    <a:pt x="423" y="49"/>
                    <a:pt x="423" y="55"/>
                    <a:pt x="420" y="55"/>
                  </a:cubicBezTo>
                  <a:cubicBezTo>
                    <a:pt x="423" y="50"/>
                    <a:pt x="418" y="47"/>
                    <a:pt x="415" y="45"/>
                  </a:cubicBezTo>
                  <a:cubicBezTo>
                    <a:pt x="414" y="45"/>
                    <a:pt x="415" y="36"/>
                    <a:pt x="415" y="36"/>
                  </a:cubicBezTo>
                  <a:cubicBezTo>
                    <a:pt x="416" y="38"/>
                    <a:pt x="417" y="38"/>
                    <a:pt x="417" y="35"/>
                  </a:cubicBezTo>
                  <a:cubicBezTo>
                    <a:pt x="416" y="34"/>
                    <a:pt x="415" y="32"/>
                    <a:pt x="415" y="31"/>
                  </a:cubicBezTo>
                  <a:cubicBezTo>
                    <a:pt x="413" y="34"/>
                    <a:pt x="410" y="28"/>
                    <a:pt x="412" y="29"/>
                  </a:cubicBezTo>
                  <a:cubicBezTo>
                    <a:pt x="415" y="30"/>
                    <a:pt x="412" y="22"/>
                    <a:pt x="409" y="27"/>
                  </a:cubicBezTo>
                  <a:cubicBezTo>
                    <a:pt x="408" y="25"/>
                    <a:pt x="408" y="20"/>
                    <a:pt x="405" y="19"/>
                  </a:cubicBezTo>
                  <a:cubicBezTo>
                    <a:pt x="402" y="16"/>
                    <a:pt x="405" y="22"/>
                    <a:pt x="402" y="22"/>
                  </a:cubicBezTo>
                  <a:cubicBezTo>
                    <a:pt x="400" y="23"/>
                    <a:pt x="402" y="20"/>
                    <a:pt x="400" y="20"/>
                  </a:cubicBezTo>
                  <a:cubicBezTo>
                    <a:pt x="399" y="20"/>
                    <a:pt x="399" y="21"/>
                    <a:pt x="397" y="22"/>
                  </a:cubicBezTo>
                  <a:cubicBezTo>
                    <a:pt x="395" y="22"/>
                    <a:pt x="393" y="22"/>
                    <a:pt x="395" y="19"/>
                  </a:cubicBezTo>
                  <a:cubicBezTo>
                    <a:pt x="396" y="22"/>
                    <a:pt x="399" y="20"/>
                    <a:pt x="398" y="18"/>
                  </a:cubicBezTo>
                  <a:cubicBezTo>
                    <a:pt x="398" y="17"/>
                    <a:pt x="396" y="18"/>
                    <a:pt x="396" y="17"/>
                  </a:cubicBezTo>
                  <a:cubicBezTo>
                    <a:pt x="396" y="15"/>
                    <a:pt x="397" y="14"/>
                    <a:pt x="397" y="13"/>
                  </a:cubicBezTo>
                  <a:cubicBezTo>
                    <a:pt x="398" y="15"/>
                    <a:pt x="400" y="14"/>
                    <a:pt x="400" y="14"/>
                  </a:cubicBezTo>
                  <a:cubicBezTo>
                    <a:pt x="401" y="14"/>
                    <a:pt x="403" y="15"/>
                    <a:pt x="404" y="16"/>
                  </a:cubicBezTo>
                  <a:cubicBezTo>
                    <a:pt x="404" y="12"/>
                    <a:pt x="403" y="1"/>
                    <a:pt x="398" y="0"/>
                  </a:cubicBezTo>
                  <a:cubicBezTo>
                    <a:pt x="396" y="1"/>
                    <a:pt x="395" y="3"/>
                    <a:pt x="394" y="4"/>
                  </a:cubicBezTo>
                  <a:cubicBezTo>
                    <a:pt x="394" y="6"/>
                    <a:pt x="394" y="7"/>
                    <a:pt x="395" y="9"/>
                  </a:cubicBezTo>
                  <a:cubicBezTo>
                    <a:pt x="397" y="12"/>
                    <a:pt x="393" y="8"/>
                    <a:pt x="393" y="8"/>
                  </a:cubicBezTo>
                  <a:cubicBezTo>
                    <a:pt x="391" y="8"/>
                    <a:pt x="392" y="6"/>
                    <a:pt x="390" y="8"/>
                  </a:cubicBezTo>
                  <a:cubicBezTo>
                    <a:pt x="388" y="9"/>
                    <a:pt x="388" y="10"/>
                    <a:pt x="390" y="10"/>
                  </a:cubicBezTo>
                  <a:cubicBezTo>
                    <a:pt x="391" y="10"/>
                    <a:pt x="393" y="11"/>
                    <a:pt x="393" y="12"/>
                  </a:cubicBezTo>
                  <a:cubicBezTo>
                    <a:pt x="394" y="13"/>
                    <a:pt x="392" y="14"/>
                    <a:pt x="391" y="15"/>
                  </a:cubicBezTo>
                  <a:cubicBezTo>
                    <a:pt x="391" y="17"/>
                    <a:pt x="393" y="19"/>
                    <a:pt x="390" y="19"/>
                  </a:cubicBezTo>
                  <a:cubicBezTo>
                    <a:pt x="388" y="20"/>
                    <a:pt x="388" y="19"/>
                    <a:pt x="387" y="21"/>
                  </a:cubicBezTo>
                  <a:cubicBezTo>
                    <a:pt x="386" y="22"/>
                    <a:pt x="384" y="21"/>
                    <a:pt x="383" y="23"/>
                  </a:cubicBezTo>
                  <a:cubicBezTo>
                    <a:pt x="383" y="24"/>
                    <a:pt x="381" y="24"/>
                    <a:pt x="380" y="25"/>
                  </a:cubicBezTo>
                  <a:cubicBezTo>
                    <a:pt x="379" y="26"/>
                    <a:pt x="379" y="36"/>
                    <a:pt x="375" y="35"/>
                  </a:cubicBezTo>
                  <a:cubicBezTo>
                    <a:pt x="373" y="34"/>
                    <a:pt x="374" y="30"/>
                    <a:pt x="370" y="29"/>
                  </a:cubicBezTo>
                  <a:cubicBezTo>
                    <a:pt x="368" y="29"/>
                    <a:pt x="367" y="28"/>
                    <a:pt x="366" y="30"/>
                  </a:cubicBezTo>
                  <a:cubicBezTo>
                    <a:pt x="364" y="32"/>
                    <a:pt x="367" y="32"/>
                    <a:pt x="368" y="32"/>
                  </a:cubicBezTo>
                  <a:cubicBezTo>
                    <a:pt x="368" y="34"/>
                    <a:pt x="370" y="34"/>
                    <a:pt x="370" y="36"/>
                  </a:cubicBezTo>
                  <a:cubicBezTo>
                    <a:pt x="372" y="38"/>
                    <a:pt x="370" y="39"/>
                    <a:pt x="373" y="39"/>
                  </a:cubicBezTo>
                  <a:cubicBezTo>
                    <a:pt x="374" y="39"/>
                    <a:pt x="373" y="44"/>
                    <a:pt x="373" y="45"/>
                  </a:cubicBezTo>
                  <a:cubicBezTo>
                    <a:pt x="373" y="45"/>
                    <a:pt x="374" y="48"/>
                    <a:pt x="375" y="50"/>
                  </a:cubicBezTo>
                  <a:cubicBezTo>
                    <a:pt x="376" y="54"/>
                    <a:pt x="378" y="56"/>
                    <a:pt x="376" y="60"/>
                  </a:cubicBezTo>
                  <a:cubicBezTo>
                    <a:pt x="375" y="64"/>
                    <a:pt x="373" y="68"/>
                    <a:pt x="371" y="71"/>
                  </a:cubicBezTo>
                  <a:cubicBezTo>
                    <a:pt x="369" y="74"/>
                    <a:pt x="368" y="77"/>
                    <a:pt x="368" y="80"/>
                  </a:cubicBezTo>
                  <a:cubicBezTo>
                    <a:pt x="368" y="81"/>
                    <a:pt x="369" y="83"/>
                    <a:pt x="369" y="83"/>
                  </a:cubicBezTo>
                  <a:cubicBezTo>
                    <a:pt x="369" y="85"/>
                    <a:pt x="367" y="85"/>
                    <a:pt x="367" y="87"/>
                  </a:cubicBezTo>
                  <a:cubicBezTo>
                    <a:pt x="365" y="91"/>
                    <a:pt x="364" y="94"/>
                    <a:pt x="359" y="96"/>
                  </a:cubicBezTo>
                  <a:cubicBezTo>
                    <a:pt x="357" y="96"/>
                    <a:pt x="354" y="96"/>
                    <a:pt x="352" y="95"/>
                  </a:cubicBezTo>
                  <a:cubicBezTo>
                    <a:pt x="349" y="94"/>
                    <a:pt x="347" y="88"/>
                    <a:pt x="347" y="93"/>
                  </a:cubicBezTo>
                  <a:cubicBezTo>
                    <a:pt x="347" y="95"/>
                    <a:pt x="351" y="99"/>
                    <a:pt x="350" y="101"/>
                  </a:cubicBezTo>
                  <a:cubicBezTo>
                    <a:pt x="350" y="100"/>
                    <a:pt x="347" y="100"/>
                    <a:pt x="346" y="101"/>
                  </a:cubicBezTo>
                  <a:cubicBezTo>
                    <a:pt x="344" y="101"/>
                    <a:pt x="344" y="102"/>
                    <a:pt x="342" y="103"/>
                  </a:cubicBezTo>
                  <a:cubicBezTo>
                    <a:pt x="342" y="103"/>
                    <a:pt x="341" y="104"/>
                    <a:pt x="340" y="104"/>
                  </a:cubicBezTo>
                  <a:cubicBezTo>
                    <a:pt x="341" y="104"/>
                    <a:pt x="340" y="102"/>
                    <a:pt x="339" y="102"/>
                  </a:cubicBezTo>
                  <a:cubicBezTo>
                    <a:pt x="338" y="103"/>
                    <a:pt x="338" y="103"/>
                    <a:pt x="339" y="105"/>
                  </a:cubicBezTo>
                  <a:cubicBezTo>
                    <a:pt x="339" y="106"/>
                    <a:pt x="338" y="113"/>
                    <a:pt x="337" y="115"/>
                  </a:cubicBezTo>
                  <a:cubicBezTo>
                    <a:pt x="336" y="118"/>
                    <a:pt x="333" y="120"/>
                    <a:pt x="330" y="117"/>
                  </a:cubicBezTo>
                  <a:cubicBezTo>
                    <a:pt x="328" y="115"/>
                    <a:pt x="328" y="113"/>
                    <a:pt x="327" y="111"/>
                  </a:cubicBezTo>
                  <a:cubicBezTo>
                    <a:pt x="327" y="109"/>
                    <a:pt x="327" y="108"/>
                    <a:pt x="327" y="107"/>
                  </a:cubicBezTo>
                  <a:cubicBezTo>
                    <a:pt x="326" y="104"/>
                    <a:pt x="324" y="106"/>
                    <a:pt x="323" y="105"/>
                  </a:cubicBezTo>
                  <a:cubicBezTo>
                    <a:pt x="323" y="104"/>
                    <a:pt x="323" y="102"/>
                    <a:pt x="322" y="101"/>
                  </a:cubicBezTo>
                  <a:cubicBezTo>
                    <a:pt x="321" y="99"/>
                    <a:pt x="320" y="102"/>
                    <a:pt x="320" y="102"/>
                  </a:cubicBezTo>
                  <a:cubicBezTo>
                    <a:pt x="319" y="102"/>
                    <a:pt x="320" y="105"/>
                    <a:pt x="318" y="103"/>
                  </a:cubicBezTo>
                  <a:cubicBezTo>
                    <a:pt x="317" y="103"/>
                    <a:pt x="317" y="101"/>
                    <a:pt x="318" y="101"/>
                  </a:cubicBezTo>
                  <a:cubicBezTo>
                    <a:pt x="316" y="100"/>
                    <a:pt x="316" y="101"/>
                    <a:pt x="315" y="103"/>
                  </a:cubicBezTo>
                  <a:cubicBezTo>
                    <a:pt x="314" y="106"/>
                    <a:pt x="314" y="104"/>
                    <a:pt x="312" y="105"/>
                  </a:cubicBezTo>
                  <a:cubicBezTo>
                    <a:pt x="310" y="107"/>
                    <a:pt x="310" y="111"/>
                    <a:pt x="313" y="113"/>
                  </a:cubicBezTo>
                  <a:cubicBezTo>
                    <a:pt x="309" y="114"/>
                    <a:pt x="310" y="118"/>
                    <a:pt x="310" y="121"/>
                  </a:cubicBezTo>
                  <a:cubicBezTo>
                    <a:pt x="311" y="125"/>
                    <a:pt x="313" y="126"/>
                    <a:pt x="316" y="128"/>
                  </a:cubicBezTo>
                  <a:cubicBezTo>
                    <a:pt x="320" y="130"/>
                    <a:pt x="313" y="131"/>
                    <a:pt x="313" y="132"/>
                  </a:cubicBezTo>
                  <a:cubicBezTo>
                    <a:pt x="315" y="135"/>
                    <a:pt x="320" y="135"/>
                    <a:pt x="319" y="139"/>
                  </a:cubicBezTo>
                  <a:cubicBezTo>
                    <a:pt x="319" y="141"/>
                    <a:pt x="317" y="143"/>
                    <a:pt x="317" y="145"/>
                  </a:cubicBezTo>
                  <a:cubicBezTo>
                    <a:pt x="317" y="146"/>
                    <a:pt x="318" y="147"/>
                    <a:pt x="317" y="149"/>
                  </a:cubicBezTo>
                  <a:cubicBezTo>
                    <a:pt x="317" y="150"/>
                    <a:pt x="314" y="154"/>
                    <a:pt x="314" y="150"/>
                  </a:cubicBezTo>
                  <a:cubicBezTo>
                    <a:pt x="315" y="146"/>
                    <a:pt x="319" y="136"/>
                    <a:pt x="311" y="137"/>
                  </a:cubicBezTo>
                  <a:cubicBezTo>
                    <a:pt x="312" y="141"/>
                    <a:pt x="315" y="145"/>
                    <a:pt x="311" y="147"/>
                  </a:cubicBezTo>
                  <a:cubicBezTo>
                    <a:pt x="307" y="149"/>
                    <a:pt x="303" y="142"/>
                    <a:pt x="302" y="149"/>
                  </a:cubicBezTo>
                  <a:cubicBezTo>
                    <a:pt x="302" y="152"/>
                    <a:pt x="298" y="154"/>
                    <a:pt x="298" y="157"/>
                  </a:cubicBezTo>
                  <a:cubicBezTo>
                    <a:pt x="297" y="160"/>
                    <a:pt x="299" y="162"/>
                    <a:pt x="299" y="165"/>
                  </a:cubicBezTo>
                  <a:cubicBezTo>
                    <a:pt x="299" y="166"/>
                    <a:pt x="298" y="168"/>
                    <a:pt x="299" y="169"/>
                  </a:cubicBezTo>
                  <a:cubicBezTo>
                    <a:pt x="301" y="171"/>
                    <a:pt x="301" y="168"/>
                    <a:pt x="302" y="167"/>
                  </a:cubicBezTo>
                  <a:cubicBezTo>
                    <a:pt x="305" y="167"/>
                    <a:pt x="303" y="168"/>
                    <a:pt x="305" y="169"/>
                  </a:cubicBezTo>
                  <a:cubicBezTo>
                    <a:pt x="307" y="171"/>
                    <a:pt x="308" y="168"/>
                    <a:pt x="310" y="168"/>
                  </a:cubicBezTo>
                  <a:cubicBezTo>
                    <a:pt x="311" y="168"/>
                    <a:pt x="315" y="171"/>
                    <a:pt x="316" y="173"/>
                  </a:cubicBezTo>
                  <a:cubicBezTo>
                    <a:pt x="316" y="174"/>
                    <a:pt x="315" y="182"/>
                    <a:pt x="314" y="180"/>
                  </a:cubicBezTo>
                  <a:cubicBezTo>
                    <a:pt x="313" y="178"/>
                    <a:pt x="316" y="173"/>
                    <a:pt x="313" y="172"/>
                  </a:cubicBezTo>
                  <a:cubicBezTo>
                    <a:pt x="309" y="170"/>
                    <a:pt x="311" y="175"/>
                    <a:pt x="310" y="177"/>
                  </a:cubicBezTo>
                  <a:cubicBezTo>
                    <a:pt x="310" y="174"/>
                    <a:pt x="304" y="170"/>
                    <a:pt x="303" y="168"/>
                  </a:cubicBezTo>
                  <a:cubicBezTo>
                    <a:pt x="299" y="174"/>
                    <a:pt x="295" y="179"/>
                    <a:pt x="291" y="185"/>
                  </a:cubicBezTo>
                  <a:cubicBezTo>
                    <a:pt x="290" y="187"/>
                    <a:pt x="289" y="190"/>
                    <a:pt x="288" y="192"/>
                  </a:cubicBezTo>
                  <a:cubicBezTo>
                    <a:pt x="287" y="194"/>
                    <a:pt x="286" y="194"/>
                    <a:pt x="285" y="195"/>
                  </a:cubicBezTo>
                  <a:cubicBezTo>
                    <a:pt x="284" y="197"/>
                    <a:pt x="284" y="199"/>
                    <a:pt x="282" y="200"/>
                  </a:cubicBezTo>
                  <a:cubicBezTo>
                    <a:pt x="276" y="207"/>
                    <a:pt x="278" y="194"/>
                    <a:pt x="280" y="191"/>
                  </a:cubicBezTo>
                  <a:cubicBezTo>
                    <a:pt x="282" y="187"/>
                    <a:pt x="285" y="186"/>
                    <a:pt x="284" y="182"/>
                  </a:cubicBezTo>
                  <a:cubicBezTo>
                    <a:pt x="283" y="180"/>
                    <a:pt x="285" y="176"/>
                    <a:pt x="283" y="175"/>
                  </a:cubicBezTo>
                  <a:cubicBezTo>
                    <a:pt x="281" y="174"/>
                    <a:pt x="277" y="179"/>
                    <a:pt x="275" y="181"/>
                  </a:cubicBezTo>
                  <a:cubicBezTo>
                    <a:pt x="275" y="182"/>
                    <a:pt x="270" y="186"/>
                    <a:pt x="272" y="187"/>
                  </a:cubicBezTo>
                  <a:cubicBezTo>
                    <a:pt x="274" y="189"/>
                    <a:pt x="275" y="185"/>
                    <a:pt x="276" y="186"/>
                  </a:cubicBezTo>
                  <a:cubicBezTo>
                    <a:pt x="278" y="189"/>
                    <a:pt x="272" y="191"/>
                    <a:pt x="270" y="192"/>
                  </a:cubicBezTo>
                  <a:cubicBezTo>
                    <a:pt x="267" y="194"/>
                    <a:pt x="267" y="197"/>
                    <a:pt x="264" y="200"/>
                  </a:cubicBezTo>
                  <a:cubicBezTo>
                    <a:pt x="262" y="203"/>
                    <a:pt x="259" y="203"/>
                    <a:pt x="257" y="207"/>
                  </a:cubicBezTo>
                  <a:cubicBezTo>
                    <a:pt x="256" y="209"/>
                    <a:pt x="257" y="210"/>
                    <a:pt x="258" y="211"/>
                  </a:cubicBezTo>
                  <a:cubicBezTo>
                    <a:pt x="257" y="211"/>
                    <a:pt x="260" y="215"/>
                    <a:pt x="259" y="215"/>
                  </a:cubicBezTo>
                  <a:cubicBezTo>
                    <a:pt x="261" y="216"/>
                    <a:pt x="261" y="214"/>
                    <a:pt x="263" y="216"/>
                  </a:cubicBezTo>
                  <a:cubicBezTo>
                    <a:pt x="263" y="216"/>
                    <a:pt x="263" y="219"/>
                    <a:pt x="263" y="220"/>
                  </a:cubicBezTo>
                  <a:cubicBezTo>
                    <a:pt x="265" y="222"/>
                    <a:pt x="268" y="224"/>
                    <a:pt x="263" y="225"/>
                  </a:cubicBezTo>
                  <a:cubicBezTo>
                    <a:pt x="261" y="225"/>
                    <a:pt x="261" y="223"/>
                    <a:pt x="258" y="225"/>
                  </a:cubicBezTo>
                  <a:cubicBezTo>
                    <a:pt x="257" y="226"/>
                    <a:pt x="256" y="227"/>
                    <a:pt x="255" y="227"/>
                  </a:cubicBezTo>
                  <a:cubicBezTo>
                    <a:pt x="254" y="227"/>
                    <a:pt x="252" y="227"/>
                    <a:pt x="251" y="228"/>
                  </a:cubicBezTo>
                  <a:cubicBezTo>
                    <a:pt x="250" y="229"/>
                    <a:pt x="250" y="230"/>
                    <a:pt x="249" y="231"/>
                  </a:cubicBezTo>
                  <a:cubicBezTo>
                    <a:pt x="248" y="226"/>
                    <a:pt x="253" y="223"/>
                    <a:pt x="255" y="219"/>
                  </a:cubicBezTo>
                  <a:cubicBezTo>
                    <a:pt x="258" y="215"/>
                    <a:pt x="254" y="216"/>
                    <a:pt x="252" y="214"/>
                  </a:cubicBezTo>
                  <a:cubicBezTo>
                    <a:pt x="251" y="213"/>
                    <a:pt x="251" y="208"/>
                    <a:pt x="250" y="208"/>
                  </a:cubicBezTo>
                  <a:cubicBezTo>
                    <a:pt x="246" y="209"/>
                    <a:pt x="242" y="213"/>
                    <a:pt x="239" y="215"/>
                  </a:cubicBezTo>
                  <a:cubicBezTo>
                    <a:pt x="237" y="217"/>
                    <a:pt x="235" y="219"/>
                    <a:pt x="233" y="219"/>
                  </a:cubicBezTo>
                  <a:cubicBezTo>
                    <a:pt x="231" y="220"/>
                    <a:pt x="229" y="221"/>
                    <a:pt x="232" y="222"/>
                  </a:cubicBezTo>
                  <a:cubicBezTo>
                    <a:pt x="231" y="223"/>
                    <a:pt x="228" y="223"/>
                    <a:pt x="227" y="224"/>
                  </a:cubicBezTo>
                  <a:cubicBezTo>
                    <a:pt x="226" y="225"/>
                    <a:pt x="225" y="226"/>
                    <a:pt x="224" y="226"/>
                  </a:cubicBezTo>
                  <a:cubicBezTo>
                    <a:pt x="223" y="227"/>
                    <a:pt x="221" y="228"/>
                    <a:pt x="221" y="228"/>
                  </a:cubicBezTo>
                  <a:cubicBezTo>
                    <a:pt x="216" y="230"/>
                    <a:pt x="211" y="236"/>
                    <a:pt x="210" y="240"/>
                  </a:cubicBezTo>
                  <a:cubicBezTo>
                    <a:pt x="209" y="243"/>
                    <a:pt x="213" y="241"/>
                    <a:pt x="211" y="245"/>
                  </a:cubicBezTo>
                  <a:cubicBezTo>
                    <a:pt x="210" y="248"/>
                    <a:pt x="208" y="249"/>
                    <a:pt x="212" y="249"/>
                  </a:cubicBezTo>
                  <a:cubicBezTo>
                    <a:pt x="216" y="249"/>
                    <a:pt x="218" y="254"/>
                    <a:pt x="219" y="257"/>
                  </a:cubicBezTo>
                  <a:cubicBezTo>
                    <a:pt x="217" y="256"/>
                    <a:pt x="216" y="253"/>
                    <a:pt x="214" y="254"/>
                  </a:cubicBezTo>
                  <a:cubicBezTo>
                    <a:pt x="214" y="254"/>
                    <a:pt x="214" y="256"/>
                    <a:pt x="213" y="257"/>
                  </a:cubicBezTo>
                  <a:cubicBezTo>
                    <a:pt x="212" y="258"/>
                    <a:pt x="212" y="256"/>
                    <a:pt x="211" y="256"/>
                  </a:cubicBezTo>
                  <a:cubicBezTo>
                    <a:pt x="210" y="256"/>
                    <a:pt x="211" y="259"/>
                    <a:pt x="209" y="257"/>
                  </a:cubicBezTo>
                  <a:cubicBezTo>
                    <a:pt x="208" y="257"/>
                    <a:pt x="207" y="256"/>
                    <a:pt x="207" y="255"/>
                  </a:cubicBezTo>
                  <a:cubicBezTo>
                    <a:pt x="206" y="254"/>
                    <a:pt x="204" y="250"/>
                    <a:pt x="204" y="249"/>
                  </a:cubicBezTo>
                  <a:cubicBezTo>
                    <a:pt x="204" y="247"/>
                    <a:pt x="208" y="241"/>
                    <a:pt x="202" y="241"/>
                  </a:cubicBezTo>
                  <a:cubicBezTo>
                    <a:pt x="198" y="241"/>
                    <a:pt x="192" y="244"/>
                    <a:pt x="192" y="248"/>
                  </a:cubicBezTo>
                  <a:cubicBezTo>
                    <a:pt x="194" y="246"/>
                    <a:pt x="194" y="246"/>
                    <a:pt x="194" y="248"/>
                  </a:cubicBezTo>
                  <a:cubicBezTo>
                    <a:pt x="195" y="251"/>
                    <a:pt x="194" y="250"/>
                    <a:pt x="193" y="250"/>
                  </a:cubicBezTo>
                  <a:cubicBezTo>
                    <a:pt x="187" y="252"/>
                    <a:pt x="190" y="247"/>
                    <a:pt x="187" y="246"/>
                  </a:cubicBezTo>
                  <a:cubicBezTo>
                    <a:pt x="185" y="244"/>
                    <a:pt x="181" y="248"/>
                    <a:pt x="178" y="248"/>
                  </a:cubicBezTo>
                  <a:cubicBezTo>
                    <a:pt x="175" y="247"/>
                    <a:pt x="171" y="244"/>
                    <a:pt x="169" y="249"/>
                  </a:cubicBezTo>
                  <a:cubicBezTo>
                    <a:pt x="168" y="251"/>
                    <a:pt x="169" y="252"/>
                    <a:pt x="169" y="254"/>
                  </a:cubicBezTo>
                  <a:cubicBezTo>
                    <a:pt x="169" y="256"/>
                    <a:pt x="168" y="257"/>
                    <a:pt x="167" y="259"/>
                  </a:cubicBezTo>
                  <a:cubicBezTo>
                    <a:pt x="167" y="260"/>
                    <a:pt x="168" y="262"/>
                    <a:pt x="167" y="262"/>
                  </a:cubicBezTo>
                  <a:cubicBezTo>
                    <a:pt x="165" y="265"/>
                    <a:pt x="166" y="261"/>
                    <a:pt x="165" y="260"/>
                  </a:cubicBezTo>
                  <a:cubicBezTo>
                    <a:pt x="164" y="256"/>
                    <a:pt x="164" y="257"/>
                    <a:pt x="159" y="258"/>
                  </a:cubicBezTo>
                  <a:cubicBezTo>
                    <a:pt x="157" y="258"/>
                    <a:pt x="153" y="257"/>
                    <a:pt x="152" y="260"/>
                  </a:cubicBezTo>
                  <a:cubicBezTo>
                    <a:pt x="152" y="261"/>
                    <a:pt x="155" y="262"/>
                    <a:pt x="154" y="263"/>
                  </a:cubicBezTo>
                  <a:cubicBezTo>
                    <a:pt x="154" y="264"/>
                    <a:pt x="152" y="264"/>
                    <a:pt x="151" y="265"/>
                  </a:cubicBezTo>
                  <a:cubicBezTo>
                    <a:pt x="149" y="267"/>
                    <a:pt x="146" y="268"/>
                    <a:pt x="148" y="264"/>
                  </a:cubicBezTo>
                  <a:cubicBezTo>
                    <a:pt x="148" y="263"/>
                    <a:pt x="147" y="256"/>
                    <a:pt x="147" y="256"/>
                  </a:cubicBezTo>
                  <a:cubicBezTo>
                    <a:pt x="145" y="255"/>
                    <a:pt x="142" y="258"/>
                    <a:pt x="140" y="259"/>
                  </a:cubicBezTo>
                  <a:cubicBezTo>
                    <a:pt x="135" y="262"/>
                    <a:pt x="133" y="267"/>
                    <a:pt x="128" y="270"/>
                  </a:cubicBezTo>
                  <a:cubicBezTo>
                    <a:pt x="126" y="271"/>
                    <a:pt x="122" y="274"/>
                    <a:pt x="120" y="274"/>
                  </a:cubicBezTo>
                  <a:cubicBezTo>
                    <a:pt x="119" y="274"/>
                    <a:pt x="118" y="273"/>
                    <a:pt x="117" y="272"/>
                  </a:cubicBezTo>
                  <a:cubicBezTo>
                    <a:pt x="115" y="272"/>
                    <a:pt x="114" y="273"/>
                    <a:pt x="113" y="272"/>
                  </a:cubicBezTo>
                  <a:cubicBezTo>
                    <a:pt x="109" y="272"/>
                    <a:pt x="98" y="269"/>
                    <a:pt x="96" y="273"/>
                  </a:cubicBezTo>
                  <a:cubicBezTo>
                    <a:pt x="94" y="278"/>
                    <a:pt x="92" y="282"/>
                    <a:pt x="94" y="286"/>
                  </a:cubicBezTo>
                  <a:cubicBezTo>
                    <a:pt x="96" y="290"/>
                    <a:pt x="98" y="292"/>
                    <a:pt x="95" y="296"/>
                  </a:cubicBezTo>
                  <a:cubicBezTo>
                    <a:pt x="93" y="292"/>
                    <a:pt x="94" y="302"/>
                    <a:pt x="94" y="304"/>
                  </a:cubicBezTo>
                  <a:cubicBezTo>
                    <a:pt x="93" y="307"/>
                    <a:pt x="89" y="311"/>
                    <a:pt x="87" y="314"/>
                  </a:cubicBezTo>
                  <a:cubicBezTo>
                    <a:pt x="85" y="317"/>
                    <a:pt x="83" y="320"/>
                    <a:pt x="81" y="323"/>
                  </a:cubicBezTo>
                  <a:cubicBezTo>
                    <a:pt x="80" y="324"/>
                    <a:pt x="80" y="326"/>
                    <a:pt x="79" y="327"/>
                  </a:cubicBezTo>
                  <a:cubicBezTo>
                    <a:pt x="78" y="329"/>
                    <a:pt x="76" y="330"/>
                    <a:pt x="76" y="331"/>
                  </a:cubicBezTo>
                  <a:cubicBezTo>
                    <a:pt x="74" y="333"/>
                    <a:pt x="74" y="336"/>
                    <a:pt x="72" y="339"/>
                  </a:cubicBezTo>
                  <a:cubicBezTo>
                    <a:pt x="71" y="341"/>
                    <a:pt x="69" y="343"/>
                    <a:pt x="67" y="346"/>
                  </a:cubicBezTo>
                  <a:cubicBezTo>
                    <a:pt x="64" y="351"/>
                    <a:pt x="58" y="357"/>
                    <a:pt x="62" y="364"/>
                  </a:cubicBezTo>
                  <a:cubicBezTo>
                    <a:pt x="63" y="368"/>
                    <a:pt x="66" y="371"/>
                    <a:pt x="66" y="375"/>
                  </a:cubicBezTo>
                  <a:cubicBezTo>
                    <a:pt x="66" y="378"/>
                    <a:pt x="65" y="380"/>
                    <a:pt x="64" y="383"/>
                  </a:cubicBezTo>
                  <a:cubicBezTo>
                    <a:pt x="63" y="391"/>
                    <a:pt x="66" y="399"/>
                    <a:pt x="65" y="407"/>
                  </a:cubicBezTo>
                  <a:cubicBezTo>
                    <a:pt x="65" y="411"/>
                    <a:pt x="64" y="414"/>
                    <a:pt x="66" y="417"/>
                  </a:cubicBezTo>
                  <a:cubicBezTo>
                    <a:pt x="67" y="420"/>
                    <a:pt x="69" y="422"/>
                    <a:pt x="71" y="425"/>
                  </a:cubicBezTo>
                  <a:cubicBezTo>
                    <a:pt x="74" y="430"/>
                    <a:pt x="78" y="439"/>
                    <a:pt x="76" y="444"/>
                  </a:cubicBezTo>
                  <a:cubicBezTo>
                    <a:pt x="74" y="448"/>
                    <a:pt x="73" y="454"/>
                    <a:pt x="74" y="458"/>
                  </a:cubicBezTo>
                  <a:cubicBezTo>
                    <a:pt x="76" y="462"/>
                    <a:pt x="79" y="465"/>
                    <a:pt x="80" y="469"/>
                  </a:cubicBezTo>
                  <a:cubicBezTo>
                    <a:pt x="83" y="473"/>
                    <a:pt x="88" y="479"/>
                    <a:pt x="87" y="484"/>
                  </a:cubicBezTo>
                  <a:cubicBezTo>
                    <a:pt x="87" y="487"/>
                    <a:pt x="83" y="489"/>
                    <a:pt x="83" y="493"/>
                  </a:cubicBezTo>
                  <a:cubicBezTo>
                    <a:pt x="82" y="495"/>
                    <a:pt x="82" y="497"/>
                    <a:pt x="81" y="499"/>
                  </a:cubicBezTo>
                  <a:cubicBezTo>
                    <a:pt x="81" y="501"/>
                    <a:pt x="79" y="502"/>
                    <a:pt x="80" y="504"/>
                  </a:cubicBezTo>
                  <a:cubicBezTo>
                    <a:pt x="82" y="507"/>
                    <a:pt x="85" y="507"/>
                    <a:pt x="86" y="511"/>
                  </a:cubicBezTo>
                  <a:cubicBezTo>
                    <a:pt x="86" y="514"/>
                    <a:pt x="85" y="518"/>
                    <a:pt x="83" y="520"/>
                  </a:cubicBezTo>
                  <a:cubicBezTo>
                    <a:pt x="81" y="523"/>
                    <a:pt x="78" y="524"/>
                    <a:pt x="76" y="527"/>
                  </a:cubicBezTo>
                  <a:cubicBezTo>
                    <a:pt x="75" y="529"/>
                    <a:pt x="74" y="532"/>
                    <a:pt x="72" y="534"/>
                  </a:cubicBezTo>
                  <a:cubicBezTo>
                    <a:pt x="71" y="537"/>
                    <a:pt x="71" y="540"/>
                    <a:pt x="70" y="542"/>
                  </a:cubicBezTo>
                  <a:cubicBezTo>
                    <a:pt x="68" y="544"/>
                    <a:pt x="66" y="545"/>
                    <a:pt x="65" y="548"/>
                  </a:cubicBezTo>
                  <a:cubicBezTo>
                    <a:pt x="64" y="548"/>
                    <a:pt x="64" y="547"/>
                    <a:pt x="64" y="547"/>
                  </a:cubicBezTo>
                  <a:cubicBezTo>
                    <a:pt x="62" y="548"/>
                    <a:pt x="62" y="553"/>
                    <a:pt x="61" y="555"/>
                  </a:cubicBezTo>
                  <a:cubicBezTo>
                    <a:pt x="60" y="558"/>
                    <a:pt x="58" y="560"/>
                    <a:pt x="57" y="563"/>
                  </a:cubicBezTo>
                  <a:cubicBezTo>
                    <a:pt x="55" y="565"/>
                    <a:pt x="53" y="565"/>
                    <a:pt x="51" y="568"/>
                  </a:cubicBezTo>
                  <a:cubicBezTo>
                    <a:pt x="47" y="572"/>
                    <a:pt x="46" y="578"/>
                    <a:pt x="45" y="583"/>
                  </a:cubicBezTo>
                  <a:cubicBezTo>
                    <a:pt x="44" y="587"/>
                    <a:pt x="43" y="596"/>
                    <a:pt x="39" y="598"/>
                  </a:cubicBezTo>
                  <a:cubicBezTo>
                    <a:pt x="36" y="599"/>
                    <a:pt x="33" y="598"/>
                    <a:pt x="30" y="598"/>
                  </a:cubicBezTo>
                  <a:cubicBezTo>
                    <a:pt x="28" y="599"/>
                    <a:pt x="24" y="602"/>
                    <a:pt x="23" y="601"/>
                  </a:cubicBezTo>
                  <a:cubicBezTo>
                    <a:pt x="21" y="605"/>
                    <a:pt x="20" y="609"/>
                    <a:pt x="20" y="613"/>
                  </a:cubicBezTo>
                  <a:cubicBezTo>
                    <a:pt x="20" y="616"/>
                    <a:pt x="20" y="621"/>
                    <a:pt x="18" y="623"/>
                  </a:cubicBezTo>
                  <a:cubicBezTo>
                    <a:pt x="17" y="625"/>
                    <a:pt x="12" y="627"/>
                    <a:pt x="11" y="630"/>
                  </a:cubicBezTo>
                  <a:cubicBezTo>
                    <a:pt x="10" y="633"/>
                    <a:pt x="11" y="638"/>
                    <a:pt x="9" y="640"/>
                  </a:cubicBezTo>
                  <a:cubicBezTo>
                    <a:pt x="9" y="639"/>
                    <a:pt x="9" y="636"/>
                    <a:pt x="8" y="637"/>
                  </a:cubicBezTo>
                  <a:cubicBezTo>
                    <a:pt x="7" y="638"/>
                    <a:pt x="8" y="639"/>
                    <a:pt x="7" y="641"/>
                  </a:cubicBezTo>
                  <a:cubicBezTo>
                    <a:pt x="7" y="643"/>
                    <a:pt x="6" y="645"/>
                    <a:pt x="5" y="646"/>
                  </a:cubicBezTo>
                  <a:cubicBezTo>
                    <a:pt x="4" y="649"/>
                    <a:pt x="4" y="653"/>
                    <a:pt x="6" y="655"/>
                  </a:cubicBezTo>
                  <a:cubicBezTo>
                    <a:pt x="6" y="656"/>
                    <a:pt x="7" y="656"/>
                    <a:pt x="7" y="658"/>
                  </a:cubicBezTo>
                  <a:cubicBezTo>
                    <a:pt x="8" y="661"/>
                    <a:pt x="6" y="658"/>
                    <a:pt x="5" y="659"/>
                  </a:cubicBezTo>
                  <a:cubicBezTo>
                    <a:pt x="0" y="662"/>
                    <a:pt x="5" y="672"/>
                    <a:pt x="5" y="677"/>
                  </a:cubicBezTo>
                  <a:cubicBezTo>
                    <a:pt x="5" y="683"/>
                    <a:pt x="7" y="689"/>
                    <a:pt x="8" y="695"/>
                  </a:cubicBezTo>
                  <a:cubicBezTo>
                    <a:pt x="9" y="699"/>
                    <a:pt x="10" y="702"/>
                    <a:pt x="13" y="705"/>
                  </a:cubicBezTo>
                  <a:cubicBezTo>
                    <a:pt x="15" y="708"/>
                    <a:pt x="21" y="712"/>
                    <a:pt x="21" y="715"/>
                  </a:cubicBezTo>
                  <a:cubicBezTo>
                    <a:pt x="23" y="721"/>
                    <a:pt x="19" y="728"/>
                    <a:pt x="25" y="733"/>
                  </a:cubicBezTo>
                  <a:cubicBezTo>
                    <a:pt x="26" y="734"/>
                    <a:pt x="28" y="736"/>
                    <a:pt x="29" y="738"/>
                  </a:cubicBezTo>
                  <a:cubicBezTo>
                    <a:pt x="30" y="740"/>
                    <a:pt x="29" y="740"/>
                    <a:pt x="28" y="742"/>
                  </a:cubicBezTo>
                  <a:cubicBezTo>
                    <a:pt x="27" y="746"/>
                    <a:pt x="28" y="747"/>
                    <a:pt x="24" y="748"/>
                  </a:cubicBezTo>
                  <a:cubicBezTo>
                    <a:pt x="19" y="750"/>
                    <a:pt x="22" y="760"/>
                    <a:pt x="22" y="763"/>
                  </a:cubicBezTo>
                  <a:cubicBezTo>
                    <a:pt x="23" y="766"/>
                    <a:pt x="22" y="769"/>
                    <a:pt x="22" y="772"/>
                  </a:cubicBezTo>
                  <a:cubicBezTo>
                    <a:pt x="22" y="774"/>
                    <a:pt x="22" y="776"/>
                    <a:pt x="22" y="779"/>
                  </a:cubicBezTo>
                  <a:cubicBezTo>
                    <a:pt x="21" y="784"/>
                    <a:pt x="20" y="790"/>
                    <a:pt x="22" y="795"/>
                  </a:cubicBezTo>
                  <a:cubicBezTo>
                    <a:pt x="23" y="803"/>
                    <a:pt x="33" y="806"/>
                    <a:pt x="35" y="814"/>
                  </a:cubicBezTo>
                  <a:cubicBezTo>
                    <a:pt x="35" y="817"/>
                    <a:pt x="34" y="819"/>
                    <a:pt x="35" y="823"/>
                  </a:cubicBezTo>
                  <a:cubicBezTo>
                    <a:pt x="36" y="825"/>
                    <a:pt x="38" y="827"/>
                    <a:pt x="39" y="830"/>
                  </a:cubicBezTo>
                  <a:cubicBezTo>
                    <a:pt x="40" y="834"/>
                    <a:pt x="38" y="836"/>
                    <a:pt x="41" y="839"/>
                  </a:cubicBezTo>
                  <a:cubicBezTo>
                    <a:pt x="43" y="840"/>
                    <a:pt x="44" y="840"/>
                    <a:pt x="47" y="841"/>
                  </a:cubicBezTo>
                  <a:cubicBezTo>
                    <a:pt x="49" y="842"/>
                    <a:pt x="49" y="843"/>
                    <a:pt x="51" y="845"/>
                  </a:cubicBezTo>
                  <a:cubicBezTo>
                    <a:pt x="53" y="846"/>
                    <a:pt x="54" y="846"/>
                    <a:pt x="55" y="847"/>
                  </a:cubicBezTo>
                  <a:cubicBezTo>
                    <a:pt x="57" y="847"/>
                    <a:pt x="58" y="849"/>
                    <a:pt x="60" y="850"/>
                  </a:cubicBezTo>
                  <a:cubicBezTo>
                    <a:pt x="62" y="851"/>
                    <a:pt x="61" y="852"/>
                    <a:pt x="59" y="851"/>
                  </a:cubicBezTo>
                  <a:cubicBezTo>
                    <a:pt x="57" y="851"/>
                    <a:pt x="57" y="848"/>
                    <a:pt x="55" y="848"/>
                  </a:cubicBezTo>
                  <a:cubicBezTo>
                    <a:pt x="56" y="854"/>
                    <a:pt x="62" y="855"/>
                    <a:pt x="68" y="856"/>
                  </a:cubicBezTo>
                  <a:cubicBezTo>
                    <a:pt x="75" y="857"/>
                    <a:pt x="81" y="856"/>
                    <a:pt x="87" y="861"/>
                  </a:cubicBezTo>
                  <a:cubicBezTo>
                    <a:pt x="90" y="864"/>
                    <a:pt x="92" y="867"/>
                    <a:pt x="96" y="869"/>
                  </a:cubicBezTo>
                  <a:cubicBezTo>
                    <a:pt x="98" y="869"/>
                    <a:pt x="100" y="870"/>
                    <a:pt x="101" y="871"/>
                  </a:cubicBezTo>
                  <a:cubicBezTo>
                    <a:pt x="102" y="873"/>
                    <a:pt x="101" y="875"/>
                    <a:pt x="104" y="876"/>
                  </a:cubicBezTo>
                  <a:cubicBezTo>
                    <a:pt x="106" y="876"/>
                    <a:pt x="111" y="875"/>
                    <a:pt x="112" y="875"/>
                  </a:cubicBezTo>
                  <a:cubicBezTo>
                    <a:pt x="115" y="874"/>
                    <a:pt x="118" y="874"/>
                    <a:pt x="120" y="874"/>
                  </a:cubicBezTo>
                  <a:cubicBezTo>
                    <a:pt x="130" y="874"/>
                    <a:pt x="135" y="867"/>
                    <a:pt x="143" y="863"/>
                  </a:cubicBezTo>
                  <a:cubicBezTo>
                    <a:pt x="148" y="860"/>
                    <a:pt x="153" y="857"/>
                    <a:pt x="158" y="855"/>
                  </a:cubicBezTo>
                  <a:cubicBezTo>
                    <a:pt x="168" y="851"/>
                    <a:pt x="180" y="845"/>
                    <a:pt x="192" y="849"/>
                  </a:cubicBezTo>
                  <a:cubicBezTo>
                    <a:pt x="196" y="850"/>
                    <a:pt x="208" y="844"/>
                    <a:pt x="210" y="841"/>
                  </a:cubicBezTo>
                  <a:cubicBezTo>
                    <a:pt x="211" y="839"/>
                    <a:pt x="212" y="843"/>
                    <a:pt x="213" y="841"/>
                  </a:cubicBezTo>
                  <a:cubicBezTo>
                    <a:pt x="214" y="840"/>
                    <a:pt x="215" y="838"/>
                    <a:pt x="217" y="837"/>
                  </a:cubicBezTo>
                  <a:cubicBezTo>
                    <a:pt x="220" y="835"/>
                    <a:pt x="221" y="835"/>
                    <a:pt x="221" y="831"/>
                  </a:cubicBezTo>
                  <a:cubicBezTo>
                    <a:pt x="222" y="831"/>
                    <a:pt x="223" y="832"/>
                    <a:pt x="223" y="833"/>
                  </a:cubicBezTo>
                  <a:cubicBezTo>
                    <a:pt x="224" y="830"/>
                    <a:pt x="223" y="827"/>
                    <a:pt x="226" y="824"/>
                  </a:cubicBezTo>
                  <a:cubicBezTo>
                    <a:pt x="228" y="822"/>
                    <a:pt x="229" y="819"/>
                    <a:pt x="231" y="815"/>
                  </a:cubicBezTo>
                  <a:cubicBezTo>
                    <a:pt x="234" y="809"/>
                    <a:pt x="236" y="803"/>
                    <a:pt x="238" y="796"/>
                  </a:cubicBezTo>
                  <a:cubicBezTo>
                    <a:pt x="238" y="795"/>
                    <a:pt x="238" y="793"/>
                    <a:pt x="238" y="792"/>
                  </a:cubicBezTo>
                  <a:cubicBezTo>
                    <a:pt x="239" y="791"/>
                    <a:pt x="239" y="791"/>
                    <a:pt x="241" y="790"/>
                  </a:cubicBezTo>
                  <a:cubicBezTo>
                    <a:pt x="242" y="788"/>
                    <a:pt x="247" y="780"/>
                    <a:pt x="246" y="777"/>
                  </a:cubicBezTo>
                  <a:cubicBezTo>
                    <a:pt x="246" y="776"/>
                    <a:pt x="249" y="774"/>
                    <a:pt x="250" y="772"/>
                  </a:cubicBezTo>
                  <a:cubicBezTo>
                    <a:pt x="251" y="770"/>
                    <a:pt x="252" y="768"/>
                    <a:pt x="253" y="766"/>
                  </a:cubicBezTo>
                  <a:cubicBezTo>
                    <a:pt x="255" y="762"/>
                    <a:pt x="256" y="758"/>
                    <a:pt x="257" y="753"/>
                  </a:cubicBezTo>
                  <a:cubicBezTo>
                    <a:pt x="258" y="752"/>
                    <a:pt x="258" y="750"/>
                    <a:pt x="258" y="748"/>
                  </a:cubicBezTo>
                  <a:cubicBezTo>
                    <a:pt x="257" y="747"/>
                    <a:pt x="256" y="749"/>
                    <a:pt x="257" y="746"/>
                  </a:cubicBezTo>
                  <a:cubicBezTo>
                    <a:pt x="257" y="746"/>
                    <a:pt x="258" y="747"/>
                    <a:pt x="259" y="745"/>
                  </a:cubicBezTo>
                  <a:cubicBezTo>
                    <a:pt x="259" y="744"/>
                    <a:pt x="260" y="743"/>
                    <a:pt x="261" y="741"/>
                  </a:cubicBezTo>
                  <a:cubicBezTo>
                    <a:pt x="261" y="739"/>
                    <a:pt x="262" y="737"/>
                    <a:pt x="263" y="736"/>
                  </a:cubicBezTo>
                  <a:cubicBezTo>
                    <a:pt x="264" y="732"/>
                    <a:pt x="266" y="728"/>
                    <a:pt x="267" y="724"/>
                  </a:cubicBezTo>
                  <a:cubicBezTo>
                    <a:pt x="271" y="710"/>
                    <a:pt x="275" y="695"/>
                    <a:pt x="279" y="681"/>
                  </a:cubicBezTo>
                  <a:cubicBezTo>
                    <a:pt x="282" y="665"/>
                    <a:pt x="291" y="651"/>
                    <a:pt x="298" y="637"/>
                  </a:cubicBezTo>
                  <a:cubicBezTo>
                    <a:pt x="303" y="628"/>
                    <a:pt x="305" y="618"/>
                    <a:pt x="309" y="608"/>
                  </a:cubicBezTo>
                  <a:cubicBezTo>
                    <a:pt x="311" y="604"/>
                    <a:pt x="312" y="599"/>
                    <a:pt x="314" y="594"/>
                  </a:cubicBezTo>
                  <a:cubicBezTo>
                    <a:pt x="314" y="592"/>
                    <a:pt x="321" y="580"/>
                    <a:pt x="317" y="580"/>
                  </a:cubicBezTo>
                  <a:cubicBezTo>
                    <a:pt x="322" y="570"/>
                    <a:pt x="325" y="559"/>
                    <a:pt x="328" y="549"/>
                  </a:cubicBezTo>
                  <a:cubicBezTo>
                    <a:pt x="331" y="541"/>
                    <a:pt x="335" y="533"/>
                    <a:pt x="339" y="525"/>
                  </a:cubicBezTo>
                  <a:cubicBezTo>
                    <a:pt x="340" y="523"/>
                    <a:pt x="341" y="521"/>
                    <a:pt x="341" y="519"/>
                  </a:cubicBezTo>
                  <a:cubicBezTo>
                    <a:pt x="341" y="519"/>
                    <a:pt x="341" y="516"/>
                    <a:pt x="341" y="516"/>
                  </a:cubicBezTo>
                  <a:cubicBezTo>
                    <a:pt x="342" y="513"/>
                    <a:pt x="342" y="516"/>
                    <a:pt x="343" y="514"/>
                  </a:cubicBezTo>
                  <a:cubicBezTo>
                    <a:pt x="345" y="513"/>
                    <a:pt x="345" y="510"/>
                    <a:pt x="345" y="509"/>
                  </a:cubicBezTo>
                  <a:cubicBezTo>
                    <a:pt x="345" y="494"/>
                    <a:pt x="356" y="481"/>
                    <a:pt x="360" y="467"/>
                  </a:cubicBezTo>
                  <a:cubicBezTo>
                    <a:pt x="361" y="460"/>
                    <a:pt x="366" y="453"/>
                    <a:pt x="369" y="445"/>
                  </a:cubicBezTo>
                  <a:cubicBezTo>
                    <a:pt x="372" y="438"/>
                    <a:pt x="376" y="430"/>
                    <a:pt x="379" y="423"/>
                  </a:cubicBezTo>
                  <a:cubicBezTo>
                    <a:pt x="381" y="419"/>
                    <a:pt x="383" y="416"/>
                    <a:pt x="384" y="412"/>
                  </a:cubicBezTo>
                  <a:cubicBezTo>
                    <a:pt x="384" y="409"/>
                    <a:pt x="384" y="406"/>
                    <a:pt x="385" y="403"/>
                  </a:cubicBezTo>
                  <a:cubicBezTo>
                    <a:pt x="386" y="401"/>
                    <a:pt x="388" y="400"/>
                    <a:pt x="388" y="398"/>
                  </a:cubicBezTo>
                  <a:cubicBezTo>
                    <a:pt x="389" y="397"/>
                    <a:pt x="387" y="395"/>
                    <a:pt x="387" y="394"/>
                  </a:cubicBezTo>
                  <a:cubicBezTo>
                    <a:pt x="387" y="391"/>
                    <a:pt x="389" y="388"/>
                    <a:pt x="390" y="386"/>
                  </a:cubicBezTo>
                  <a:cubicBezTo>
                    <a:pt x="391" y="380"/>
                    <a:pt x="394" y="375"/>
                    <a:pt x="395" y="369"/>
                  </a:cubicBezTo>
                  <a:cubicBezTo>
                    <a:pt x="395" y="367"/>
                    <a:pt x="394" y="364"/>
                    <a:pt x="394" y="361"/>
                  </a:cubicBezTo>
                  <a:cubicBezTo>
                    <a:pt x="394" y="358"/>
                    <a:pt x="393" y="356"/>
                    <a:pt x="393" y="353"/>
                  </a:cubicBezTo>
                  <a:cubicBezTo>
                    <a:pt x="392" y="351"/>
                    <a:pt x="391" y="348"/>
                    <a:pt x="391" y="345"/>
                  </a:cubicBezTo>
                  <a:cubicBezTo>
                    <a:pt x="391" y="337"/>
                    <a:pt x="399" y="328"/>
                    <a:pt x="402" y="321"/>
                  </a:cubicBezTo>
                  <a:cubicBezTo>
                    <a:pt x="404" y="314"/>
                    <a:pt x="413" y="317"/>
                    <a:pt x="417" y="313"/>
                  </a:cubicBezTo>
                  <a:cubicBezTo>
                    <a:pt x="414" y="314"/>
                    <a:pt x="412" y="312"/>
                    <a:pt x="411" y="309"/>
                  </a:cubicBezTo>
                  <a:cubicBezTo>
                    <a:pt x="410" y="305"/>
                    <a:pt x="413" y="304"/>
                    <a:pt x="416" y="301"/>
                  </a:cubicBezTo>
                  <a:cubicBezTo>
                    <a:pt x="418" y="298"/>
                    <a:pt x="419" y="294"/>
                    <a:pt x="420" y="290"/>
                  </a:cubicBezTo>
                  <a:cubicBezTo>
                    <a:pt x="421" y="288"/>
                    <a:pt x="419" y="286"/>
                    <a:pt x="419" y="284"/>
                  </a:cubicBezTo>
                  <a:cubicBezTo>
                    <a:pt x="418" y="279"/>
                    <a:pt x="424" y="271"/>
                    <a:pt x="416" y="270"/>
                  </a:cubicBezTo>
                  <a:cubicBezTo>
                    <a:pt x="409" y="269"/>
                    <a:pt x="412" y="260"/>
                    <a:pt x="413" y="257"/>
                  </a:cubicBezTo>
                  <a:cubicBezTo>
                    <a:pt x="416" y="252"/>
                    <a:pt x="412" y="246"/>
                    <a:pt x="411" y="241"/>
                  </a:cubicBezTo>
                  <a:cubicBezTo>
                    <a:pt x="410" y="236"/>
                    <a:pt x="409" y="231"/>
                    <a:pt x="413" y="226"/>
                  </a:cubicBezTo>
                  <a:cubicBezTo>
                    <a:pt x="416" y="224"/>
                    <a:pt x="417" y="224"/>
                    <a:pt x="421" y="224"/>
                  </a:cubicBezTo>
                  <a:cubicBezTo>
                    <a:pt x="425" y="223"/>
                    <a:pt x="426" y="222"/>
                    <a:pt x="427" y="226"/>
                  </a:cubicBezTo>
                  <a:cubicBezTo>
                    <a:pt x="427" y="230"/>
                    <a:pt x="426" y="232"/>
                    <a:pt x="429" y="235"/>
                  </a:cubicBezTo>
                  <a:cubicBezTo>
                    <a:pt x="431" y="236"/>
                    <a:pt x="429" y="238"/>
                    <a:pt x="429" y="239"/>
                  </a:cubicBezTo>
                  <a:cubicBezTo>
                    <a:pt x="430" y="242"/>
                    <a:pt x="431" y="243"/>
                    <a:pt x="432" y="245"/>
                  </a:cubicBezTo>
                  <a:cubicBezTo>
                    <a:pt x="434" y="249"/>
                    <a:pt x="432" y="251"/>
                    <a:pt x="436" y="254"/>
                  </a:cubicBezTo>
                  <a:cubicBezTo>
                    <a:pt x="437" y="254"/>
                    <a:pt x="439" y="255"/>
                    <a:pt x="439" y="255"/>
                  </a:cubicBezTo>
                  <a:cubicBezTo>
                    <a:pt x="439" y="256"/>
                    <a:pt x="440" y="257"/>
                    <a:pt x="440" y="257"/>
                  </a:cubicBezTo>
                  <a:cubicBezTo>
                    <a:pt x="441" y="258"/>
                    <a:pt x="442" y="259"/>
                    <a:pt x="444" y="258"/>
                  </a:cubicBezTo>
                  <a:cubicBezTo>
                    <a:pt x="446" y="257"/>
                    <a:pt x="445" y="256"/>
                    <a:pt x="446" y="254"/>
                  </a:cubicBezTo>
                  <a:cubicBezTo>
                    <a:pt x="447" y="253"/>
                    <a:pt x="448" y="252"/>
                    <a:pt x="449" y="252"/>
                  </a:cubicBezTo>
                  <a:cubicBezTo>
                    <a:pt x="451" y="249"/>
                    <a:pt x="451" y="247"/>
                    <a:pt x="452" y="244"/>
                  </a:cubicBezTo>
                  <a:cubicBezTo>
                    <a:pt x="455" y="239"/>
                    <a:pt x="458" y="234"/>
                    <a:pt x="459" y="228"/>
                  </a:cubicBezTo>
                  <a:cubicBezTo>
                    <a:pt x="461" y="223"/>
                    <a:pt x="465" y="216"/>
                    <a:pt x="462" y="21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BFA1941A-1FEF-4DCA-8F65-A0447D03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7838" y="4565650"/>
              <a:ext cx="15875" cy="26988"/>
            </a:xfrm>
            <a:custGeom>
              <a:avLst/>
              <a:gdLst>
                <a:gd name="T0" fmla="*/ 6 w 14"/>
                <a:gd name="T1" fmla="*/ 10 h 25"/>
                <a:gd name="T2" fmla="*/ 1 w 14"/>
                <a:gd name="T3" fmla="*/ 25 h 25"/>
                <a:gd name="T4" fmla="*/ 14 w 14"/>
                <a:gd name="T5" fmla="*/ 0 h 25"/>
                <a:gd name="T6" fmla="*/ 6 w 14"/>
                <a:gd name="T7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10"/>
                  </a:moveTo>
                  <a:cubicBezTo>
                    <a:pt x="4" y="13"/>
                    <a:pt x="0" y="21"/>
                    <a:pt x="1" y="25"/>
                  </a:cubicBezTo>
                  <a:cubicBezTo>
                    <a:pt x="6" y="17"/>
                    <a:pt x="12" y="9"/>
                    <a:pt x="14" y="0"/>
                  </a:cubicBezTo>
                  <a:cubicBezTo>
                    <a:pt x="10" y="0"/>
                    <a:pt x="8" y="7"/>
                    <a:pt x="6" y="1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3F54BCA-B325-46B3-B85D-FCC13AF18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1000" y="4308475"/>
              <a:ext cx="14288" cy="17463"/>
            </a:xfrm>
            <a:custGeom>
              <a:avLst/>
              <a:gdLst>
                <a:gd name="T0" fmla="*/ 1 w 12"/>
                <a:gd name="T1" fmla="*/ 15 h 16"/>
                <a:gd name="T2" fmla="*/ 8 w 12"/>
                <a:gd name="T3" fmla="*/ 16 h 16"/>
                <a:gd name="T4" fmla="*/ 8 w 12"/>
                <a:gd name="T5" fmla="*/ 12 h 16"/>
                <a:gd name="T6" fmla="*/ 10 w 12"/>
                <a:gd name="T7" fmla="*/ 10 h 16"/>
                <a:gd name="T8" fmla="*/ 9 w 12"/>
                <a:gd name="T9" fmla="*/ 7 h 16"/>
                <a:gd name="T10" fmla="*/ 8 w 12"/>
                <a:gd name="T11" fmla="*/ 6 h 16"/>
                <a:gd name="T12" fmla="*/ 8 w 12"/>
                <a:gd name="T13" fmla="*/ 3 h 16"/>
                <a:gd name="T14" fmla="*/ 4 w 12"/>
                <a:gd name="T15" fmla="*/ 3 h 16"/>
                <a:gd name="T16" fmla="*/ 2 w 12"/>
                <a:gd name="T17" fmla="*/ 6 h 16"/>
                <a:gd name="T18" fmla="*/ 0 w 12"/>
                <a:gd name="T19" fmla="*/ 6 h 16"/>
                <a:gd name="T20" fmla="*/ 0 w 12"/>
                <a:gd name="T21" fmla="*/ 9 h 16"/>
                <a:gd name="T22" fmla="*/ 1 w 12"/>
                <a:gd name="T23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6">
                  <a:moveTo>
                    <a:pt x="1" y="15"/>
                  </a:moveTo>
                  <a:cubicBezTo>
                    <a:pt x="2" y="16"/>
                    <a:pt x="6" y="15"/>
                    <a:pt x="8" y="16"/>
                  </a:cubicBezTo>
                  <a:cubicBezTo>
                    <a:pt x="12" y="15"/>
                    <a:pt x="8" y="14"/>
                    <a:pt x="8" y="12"/>
                  </a:cubicBezTo>
                  <a:cubicBezTo>
                    <a:pt x="8" y="11"/>
                    <a:pt x="10" y="11"/>
                    <a:pt x="10" y="10"/>
                  </a:cubicBezTo>
                  <a:cubicBezTo>
                    <a:pt x="10" y="9"/>
                    <a:pt x="9" y="8"/>
                    <a:pt x="9" y="7"/>
                  </a:cubicBezTo>
                  <a:cubicBezTo>
                    <a:pt x="9" y="7"/>
                    <a:pt x="8" y="6"/>
                    <a:pt x="8" y="6"/>
                  </a:cubicBezTo>
                  <a:cubicBezTo>
                    <a:pt x="7" y="5"/>
                    <a:pt x="9" y="4"/>
                    <a:pt x="8" y="3"/>
                  </a:cubicBezTo>
                  <a:cubicBezTo>
                    <a:pt x="8" y="2"/>
                    <a:pt x="5" y="0"/>
                    <a:pt x="4" y="3"/>
                  </a:cubicBezTo>
                  <a:cubicBezTo>
                    <a:pt x="4" y="7"/>
                    <a:pt x="5" y="5"/>
                    <a:pt x="2" y="6"/>
                  </a:cubicBezTo>
                  <a:cubicBezTo>
                    <a:pt x="1" y="7"/>
                    <a:pt x="1" y="5"/>
                    <a:pt x="0" y="6"/>
                  </a:cubicBezTo>
                  <a:cubicBezTo>
                    <a:pt x="1" y="5"/>
                    <a:pt x="0" y="9"/>
                    <a:pt x="0" y="9"/>
                  </a:cubicBezTo>
                  <a:cubicBezTo>
                    <a:pt x="0" y="10"/>
                    <a:pt x="0" y="13"/>
                    <a:pt x="1" y="1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F6CCBF67-4945-45C8-A632-83B0BFF1A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5100" y="5419725"/>
              <a:ext cx="174625" cy="161925"/>
            </a:xfrm>
            <a:custGeom>
              <a:avLst/>
              <a:gdLst>
                <a:gd name="T0" fmla="*/ 39 w 154"/>
                <a:gd name="T1" fmla="*/ 135 h 143"/>
                <a:gd name="T2" fmla="*/ 27 w 154"/>
                <a:gd name="T3" fmla="*/ 121 h 143"/>
                <a:gd name="T4" fmla="*/ 21 w 154"/>
                <a:gd name="T5" fmla="*/ 114 h 143"/>
                <a:gd name="T6" fmla="*/ 16 w 154"/>
                <a:gd name="T7" fmla="*/ 102 h 143"/>
                <a:gd name="T8" fmla="*/ 6 w 154"/>
                <a:gd name="T9" fmla="*/ 82 h 143"/>
                <a:gd name="T10" fmla="*/ 8 w 154"/>
                <a:gd name="T11" fmla="*/ 67 h 143"/>
                <a:gd name="T12" fmla="*/ 20 w 154"/>
                <a:gd name="T13" fmla="*/ 61 h 143"/>
                <a:gd name="T14" fmla="*/ 32 w 154"/>
                <a:gd name="T15" fmla="*/ 46 h 143"/>
                <a:gd name="T16" fmla="*/ 40 w 154"/>
                <a:gd name="T17" fmla="*/ 31 h 143"/>
                <a:gd name="T18" fmla="*/ 51 w 154"/>
                <a:gd name="T19" fmla="*/ 22 h 143"/>
                <a:gd name="T20" fmla="*/ 64 w 154"/>
                <a:gd name="T21" fmla="*/ 19 h 143"/>
                <a:gd name="T22" fmla="*/ 79 w 154"/>
                <a:gd name="T23" fmla="*/ 8 h 143"/>
                <a:gd name="T24" fmla="*/ 96 w 154"/>
                <a:gd name="T25" fmla="*/ 2 h 143"/>
                <a:gd name="T26" fmla="*/ 112 w 154"/>
                <a:gd name="T27" fmla="*/ 8 h 143"/>
                <a:gd name="T28" fmla="*/ 124 w 154"/>
                <a:gd name="T29" fmla="*/ 21 h 143"/>
                <a:gd name="T30" fmla="*/ 133 w 154"/>
                <a:gd name="T31" fmla="*/ 27 h 143"/>
                <a:gd name="T32" fmla="*/ 139 w 154"/>
                <a:gd name="T33" fmla="*/ 32 h 143"/>
                <a:gd name="T34" fmla="*/ 152 w 154"/>
                <a:gd name="T35" fmla="*/ 48 h 143"/>
                <a:gd name="T36" fmla="*/ 133 w 154"/>
                <a:gd name="T37" fmla="*/ 83 h 143"/>
                <a:gd name="T38" fmla="*/ 129 w 154"/>
                <a:gd name="T39" fmla="*/ 97 h 143"/>
                <a:gd name="T40" fmla="*/ 112 w 154"/>
                <a:gd name="T41" fmla="*/ 106 h 143"/>
                <a:gd name="T42" fmla="*/ 94 w 154"/>
                <a:gd name="T43" fmla="*/ 109 h 143"/>
                <a:gd name="T44" fmla="*/ 86 w 154"/>
                <a:gd name="T45" fmla="*/ 111 h 143"/>
                <a:gd name="T46" fmla="*/ 76 w 154"/>
                <a:gd name="T47" fmla="*/ 125 h 143"/>
                <a:gd name="T48" fmla="*/ 66 w 154"/>
                <a:gd name="T49" fmla="*/ 142 h 143"/>
                <a:gd name="T50" fmla="*/ 32 w 154"/>
                <a:gd name="T51" fmla="*/ 113 h 143"/>
                <a:gd name="T52" fmla="*/ 46 w 154"/>
                <a:gd name="T53" fmla="*/ 129 h 143"/>
                <a:gd name="T54" fmla="*/ 61 w 154"/>
                <a:gd name="T55" fmla="*/ 132 h 143"/>
                <a:gd name="T56" fmla="*/ 70 w 154"/>
                <a:gd name="T57" fmla="*/ 118 h 143"/>
                <a:gd name="T58" fmla="*/ 78 w 154"/>
                <a:gd name="T59" fmla="*/ 106 h 143"/>
                <a:gd name="T60" fmla="*/ 89 w 154"/>
                <a:gd name="T61" fmla="*/ 105 h 143"/>
                <a:gd name="T62" fmla="*/ 95 w 154"/>
                <a:gd name="T63" fmla="*/ 99 h 143"/>
                <a:gd name="T64" fmla="*/ 113 w 154"/>
                <a:gd name="T65" fmla="*/ 95 h 143"/>
                <a:gd name="T66" fmla="*/ 125 w 154"/>
                <a:gd name="T67" fmla="*/ 88 h 143"/>
                <a:gd name="T68" fmla="*/ 134 w 154"/>
                <a:gd name="T69" fmla="*/ 68 h 143"/>
                <a:gd name="T70" fmla="*/ 141 w 154"/>
                <a:gd name="T71" fmla="*/ 46 h 143"/>
                <a:gd name="T72" fmla="*/ 131 w 154"/>
                <a:gd name="T73" fmla="*/ 37 h 143"/>
                <a:gd name="T74" fmla="*/ 123 w 154"/>
                <a:gd name="T75" fmla="*/ 30 h 143"/>
                <a:gd name="T76" fmla="*/ 114 w 154"/>
                <a:gd name="T77" fmla="*/ 21 h 143"/>
                <a:gd name="T78" fmla="*/ 103 w 154"/>
                <a:gd name="T79" fmla="*/ 10 h 143"/>
                <a:gd name="T80" fmla="*/ 81 w 154"/>
                <a:gd name="T81" fmla="*/ 18 h 143"/>
                <a:gd name="T82" fmla="*/ 68 w 154"/>
                <a:gd name="T83" fmla="*/ 28 h 143"/>
                <a:gd name="T84" fmla="*/ 56 w 154"/>
                <a:gd name="T85" fmla="*/ 31 h 143"/>
                <a:gd name="T86" fmla="*/ 49 w 154"/>
                <a:gd name="T87" fmla="*/ 36 h 143"/>
                <a:gd name="T88" fmla="*/ 41 w 154"/>
                <a:gd name="T89" fmla="*/ 48 h 143"/>
                <a:gd name="T90" fmla="*/ 32 w 154"/>
                <a:gd name="T91" fmla="*/ 62 h 143"/>
                <a:gd name="T92" fmla="*/ 14 w 154"/>
                <a:gd name="T93" fmla="*/ 74 h 143"/>
                <a:gd name="T94" fmla="*/ 19 w 154"/>
                <a:gd name="T95" fmla="*/ 89 h 143"/>
                <a:gd name="T96" fmla="*/ 31 w 154"/>
                <a:gd name="T97" fmla="*/ 10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4" h="143">
                  <a:moveTo>
                    <a:pt x="62" y="143"/>
                  </a:moveTo>
                  <a:cubicBezTo>
                    <a:pt x="59" y="143"/>
                    <a:pt x="56" y="142"/>
                    <a:pt x="53" y="141"/>
                  </a:cubicBezTo>
                  <a:cubicBezTo>
                    <a:pt x="52" y="140"/>
                    <a:pt x="50" y="140"/>
                    <a:pt x="49" y="140"/>
                  </a:cubicBezTo>
                  <a:cubicBezTo>
                    <a:pt x="44" y="139"/>
                    <a:pt x="42" y="137"/>
                    <a:pt x="39" y="135"/>
                  </a:cubicBezTo>
                  <a:cubicBezTo>
                    <a:pt x="39" y="134"/>
                    <a:pt x="38" y="134"/>
                    <a:pt x="37" y="133"/>
                  </a:cubicBezTo>
                  <a:cubicBezTo>
                    <a:pt x="35" y="131"/>
                    <a:pt x="34" y="129"/>
                    <a:pt x="33" y="127"/>
                  </a:cubicBezTo>
                  <a:cubicBezTo>
                    <a:pt x="32" y="126"/>
                    <a:pt x="32" y="126"/>
                    <a:pt x="32" y="125"/>
                  </a:cubicBezTo>
                  <a:cubicBezTo>
                    <a:pt x="31" y="124"/>
                    <a:pt x="28" y="122"/>
                    <a:pt x="27" y="121"/>
                  </a:cubicBezTo>
                  <a:cubicBezTo>
                    <a:pt x="27" y="121"/>
                    <a:pt x="27" y="121"/>
                    <a:pt x="26" y="121"/>
                  </a:cubicBezTo>
                  <a:cubicBezTo>
                    <a:pt x="25" y="121"/>
                    <a:pt x="24" y="121"/>
                    <a:pt x="23" y="121"/>
                  </a:cubicBezTo>
                  <a:cubicBezTo>
                    <a:pt x="22" y="120"/>
                    <a:pt x="21" y="119"/>
                    <a:pt x="20" y="118"/>
                  </a:cubicBezTo>
                  <a:cubicBezTo>
                    <a:pt x="20" y="117"/>
                    <a:pt x="20" y="115"/>
                    <a:pt x="21" y="114"/>
                  </a:cubicBezTo>
                  <a:cubicBezTo>
                    <a:pt x="20" y="114"/>
                    <a:pt x="20" y="114"/>
                    <a:pt x="20" y="113"/>
                  </a:cubicBezTo>
                  <a:cubicBezTo>
                    <a:pt x="20" y="112"/>
                    <a:pt x="19" y="110"/>
                    <a:pt x="20" y="108"/>
                  </a:cubicBezTo>
                  <a:cubicBezTo>
                    <a:pt x="19" y="108"/>
                    <a:pt x="19" y="107"/>
                    <a:pt x="18" y="107"/>
                  </a:cubicBezTo>
                  <a:cubicBezTo>
                    <a:pt x="17" y="105"/>
                    <a:pt x="16" y="104"/>
                    <a:pt x="16" y="102"/>
                  </a:cubicBezTo>
                  <a:cubicBezTo>
                    <a:pt x="16" y="102"/>
                    <a:pt x="16" y="101"/>
                    <a:pt x="15" y="101"/>
                  </a:cubicBezTo>
                  <a:cubicBezTo>
                    <a:pt x="12" y="98"/>
                    <a:pt x="12" y="96"/>
                    <a:pt x="10" y="93"/>
                  </a:cubicBezTo>
                  <a:cubicBezTo>
                    <a:pt x="10" y="90"/>
                    <a:pt x="10" y="90"/>
                    <a:pt x="10" y="90"/>
                  </a:cubicBezTo>
                  <a:cubicBezTo>
                    <a:pt x="9" y="88"/>
                    <a:pt x="8" y="85"/>
                    <a:pt x="6" y="82"/>
                  </a:cubicBezTo>
                  <a:cubicBezTo>
                    <a:pt x="6" y="82"/>
                    <a:pt x="5" y="81"/>
                    <a:pt x="5" y="80"/>
                  </a:cubicBezTo>
                  <a:cubicBezTo>
                    <a:pt x="4" y="79"/>
                    <a:pt x="2" y="78"/>
                    <a:pt x="1" y="76"/>
                  </a:cubicBezTo>
                  <a:cubicBezTo>
                    <a:pt x="0" y="73"/>
                    <a:pt x="1" y="71"/>
                    <a:pt x="2" y="70"/>
                  </a:cubicBezTo>
                  <a:cubicBezTo>
                    <a:pt x="3" y="67"/>
                    <a:pt x="6" y="67"/>
                    <a:pt x="8" y="67"/>
                  </a:cubicBezTo>
                  <a:cubicBezTo>
                    <a:pt x="8" y="67"/>
                    <a:pt x="8" y="67"/>
                    <a:pt x="9" y="66"/>
                  </a:cubicBezTo>
                  <a:cubicBezTo>
                    <a:pt x="10" y="65"/>
                    <a:pt x="11" y="65"/>
                    <a:pt x="14" y="64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8" y="62"/>
                    <a:pt x="19" y="62"/>
                    <a:pt x="20" y="61"/>
                  </a:cubicBezTo>
                  <a:cubicBezTo>
                    <a:pt x="22" y="59"/>
                    <a:pt x="23" y="57"/>
                    <a:pt x="25" y="55"/>
                  </a:cubicBezTo>
                  <a:cubicBezTo>
                    <a:pt x="25" y="55"/>
                    <a:pt x="26" y="55"/>
                    <a:pt x="26" y="54"/>
                  </a:cubicBezTo>
                  <a:cubicBezTo>
                    <a:pt x="26" y="52"/>
                    <a:pt x="27" y="50"/>
                    <a:pt x="29" y="48"/>
                  </a:cubicBezTo>
                  <a:cubicBezTo>
                    <a:pt x="30" y="47"/>
                    <a:pt x="31" y="46"/>
                    <a:pt x="32" y="46"/>
                  </a:cubicBezTo>
                  <a:cubicBezTo>
                    <a:pt x="32" y="44"/>
                    <a:pt x="34" y="42"/>
                    <a:pt x="34" y="42"/>
                  </a:cubicBezTo>
                  <a:cubicBezTo>
                    <a:pt x="37" y="40"/>
                    <a:pt x="38" y="38"/>
                    <a:pt x="39" y="36"/>
                  </a:cubicBezTo>
                  <a:cubicBezTo>
                    <a:pt x="39" y="36"/>
                    <a:pt x="39" y="36"/>
                    <a:pt x="39" y="35"/>
                  </a:cubicBezTo>
                  <a:cubicBezTo>
                    <a:pt x="39" y="34"/>
                    <a:pt x="39" y="32"/>
                    <a:pt x="40" y="31"/>
                  </a:cubicBezTo>
                  <a:cubicBezTo>
                    <a:pt x="41" y="30"/>
                    <a:pt x="42" y="30"/>
                    <a:pt x="43" y="29"/>
                  </a:cubicBezTo>
                  <a:cubicBezTo>
                    <a:pt x="44" y="29"/>
                    <a:pt x="44" y="28"/>
                    <a:pt x="44" y="28"/>
                  </a:cubicBezTo>
                  <a:cubicBezTo>
                    <a:pt x="45" y="28"/>
                    <a:pt x="45" y="27"/>
                    <a:pt x="45" y="27"/>
                  </a:cubicBezTo>
                  <a:cubicBezTo>
                    <a:pt x="46" y="26"/>
                    <a:pt x="47" y="23"/>
                    <a:pt x="51" y="22"/>
                  </a:cubicBezTo>
                  <a:cubicBezTo>
                    <a:pt x="52" y="21"/>
                    <a:pt x="53" y="22"/>
                    <a:pt x="55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1"/>
                    <a:pt x="56" y="20"/>
                    <a:pt x="58" y="20"/>
                  </a:cubicBezTo>
                  <a:cubicBezTo>
                    <a:pt x="60" y="18"/>
                    <a:pt x="63" y="19"/>
                    <a:pt x="64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19"/>
                    <a:pt x="66" y="17"/>
                    <a:pt x="66" y="16"/>
                  </a:cubicBezTo>
                  <a:cubicBezTo>
                    <a:pt x="67" y="15"/>
                    <a:pt x="68" y="14"/>
                    <a:pt x="68" y="14"/>
                  </a:cubicBezTo>
                  <a:cubicBezTo>
                    <a:pt x="71" y="10"/>
                    <a:pt x="74" y="8"/>
                    <a:pt x="79" y="8"/>
                  </a:cubicBezTo>
                  <a:cubicBezTo>
                    <a:pt x="80" y="8"/>
                    <a:pt x="81" y="8"/>
                    <a:pt x="81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4" y="8"/>
                    <a:pt x="84" y="7"/>
                    <a:pt x="85" y="6"/>
                  </a:cubicBezTo>
                  <a:cubicBezTo>
                    <a:pt x="89" y="3"/>
                    <a:pt x="93" y="3"/>
                    <a:pt x="96" y="2"/>
                  </a:cubicBezTo>
                  <a:cubicBezTo>
                    <a:pt x="98" y="2"/>
                    <a:pt x="99" y="2"/>
                    <a:pt x="101" y="1"/>
                  </a:cubicBezTo>
                  <a:cubicBezTo>
                    <a:pt x="102" y="0"/>
                    <a:pt x="103" y="0"/>
                    <a:pt x="105" y="0"/>
                  </a:cubicBezTo>
                  <a:cubicBezTo>
                    <a:pt x="110" y="0"/>
                    <a:pt x="111" y="5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3" y="8"/>
                    <a:pt x="114" y="9"/>
                    <a:pt x="115" y="10"/>
                  </a:cubicBezTo>
                  <a:cubicBezTo>
                    <a:pt x="116" y="11"/>
                    <a:pt x="116" y="12"/>
                    <a:pt x="116" y="12"/>
                  </a:cubicBezTo>
                  <a:cubicBezTo>
                    <a:pt x="121" y="13"/>
                    <a:pt x="123" y="17"/>
                    <a:pt x="124" y="19"/>
                  </a:cubicBezTo>
                  <a:cubicBezTo>
                    <a:pt x="124" y="20"/>
                    <a:pt x="124" y="20"/>
                    <a:pt x="124" y="21"/>
                  </a:cubicBezTo>
                  <a:cubicBezTo>
                    <a:pt x="124" y="21"/>
                    <a:pt x="125" y="21"/>
                    <a:pt x="125" y="21"/>
                  </a:cubicBezTo>
                  <a:cubicBezTo>
                    <a:pt x="127" y="21"/>
                    <a:pt x="128" y="22"/>
                    <a:pt x="130" y="23"/>
                  </a:cubicBezTo>
                  <a:cubicBezTo>
                    <a:pt x="131" y="25"/>
                    <a:pt x="132" y="26"/>
                    <a:pt x="132" y="27"/>
                  </a:cubicBezTo>
                  <a:cubicBezTo>
                    <a:pt x="132" y="27"/>
                    <a:pt x="132" y="27"/>
                    <a:pt x="133" y="27"/>
                  </a:cubicBezTo>
                  <a:cubicBezTo>
                    <a:pt x="134" y="28"/>
                    <a:pt x="135" y="28"/>
                    <a:pt x="135" y="29"/>
                  </a:cubicBezTo>
                  <a:cubicBezTo>
                    <a:pt x="136" y="29"/>
                    <a:pt x="137" y="30"/>
                    <a:pt x="138" y="31"/>
                  </a:cubicBezTo>
                  <a:cubicBezTo>
                    <a:pt x="137" y="36"/>
                    <a:pt x="137" y="36"/>
                    <a:pt x="137" y="36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9" y="32"/>
                    <a:pt x="140" y="32"/>
                    <a:pt x="141" y="32"/>
                  </a:cubicBezTo>
                  <a:cubicBezTo>
                    <a:pt x="144" y="33"/>
                    <a:pt x="147" y="35"/>
                    <a:pt x="147" y="39"/>
                  </a:cubicBezTo>
                  <a:cubicBezTo>
                    <a:pt x="147" y="40"/>
                    <a:pt x="148" y="41"/>
                    <a:pt x="149" y="42"/>
                  </a:cubicBezTo>
                  <a:cubicBezTo>
                    <a:pt x="150" y="44"/>
                    <a:pt x="151" y="46"/>
                    <a:pt x="152" y="48"/>
                  </a:cubicBezTo>
                  <a:cubicBezTo>
                    <a:pt x="154" y="52"/>
                    <a:pt x="154" y="61"/>
                    <a:pt x="148" y="64"/>
                  </a:cubicBezTo>
                  <a:cubicBezTo>
                    <a:pt x="144" y="66"/>
                    <a:pt x="144" y="66"/>
                    <a:pt x="144" y="68"/>
                  </a:cubicBezTo>
                  <a:cubicBezTo>
                    <a:pt x="143" y="73"/>
                    <a:pt x="141" y="75"/>
                    <a:pt x="137" y="77"/>
                  </a:cubicBezTo>
                  <a:cubicBezTo>
                    <a:pt x="134" y="78"/>
                    <a:pt x="133" y="82"/>
                    <a:pt x="133" y="83"/>
                  </a:cubicBezTo>
                  <a:cubicBezTo>
                    <a:pt x="133" y="84"/>
                    <a:pt x="133" y="84"/>
                    <a:pt x="133" y="85"/>
                  </a:cubicBezTo>
                  <a:cubicBezTo>
                    <a:pt x="134" y="87"/>
                    <a:pt x="136" y="90"/>
                    <a:pt x="134" y="93"/>
                  </a:cubicBezTo>
                  <a:cubicBezTo>
                    <a:pt x="133" y="94"/>
                    <a:pt x="132" y="95"/>
                    <a:pt x="130" y="96"/>
                  </a:cubicBezTo>
                  <a:cubicBezTo>
                    <a:pt x="129" y="96"/>
                    <a:pt x="129" y="96"/>
                    <a:pt x="129" y="97"/>
                  </a:cubicBezTo>
                  <a:cubicBezTo>
                    <a:pt x="127" y="98"/>
                    <a:pt x="125" y="99"/>
                    <a:pt x="123" y="100"/>
                  </a:cubicBezTo>
                  <a:cubicBezTo>
                    <a:pt x="122" y="100"/>
                    <a:pt x="121" y="101"/>
                    <a:pt x="120" y="101"/>
                  </a:cubicBezTo>
                  <a:cubicBezTo>
                    <a:pt x="120" y="102"/>
                    <a:pt x="119" y="102"/>
                    <a:pt x="118" y="103"/>
                  </a:cubicBezTo>
                  <a:cubicBezTo>
                    <a:pt x="116" y="104"/>
                    <a:pt x="115" y="105"/>
                    <a:pt x="112" y="106"/>
                  </a:cubicBezTo>
                  <a:cubicBezTo>
                    <a:pt x="110" y="107"/>
                    <a:pt x="104" y="109"/>
                    <a:pt x="99" y="109"/>
                  </a:cubicBezTo>
                  <a:cubicBezTo>
                    <a:pt x="99" y="109"/>
                    <a:pt x="99" y="109"/>
                    <a:pt x="99" y="109"/>
                  </a:cubicBezTo>
                  <a:cubicBezTo>
                    <a:pt x="98" y="109"/>
                    <a:pt x="96" y="109"/>
                    <a:pt x="95" y="108"/>
                  </a:cubicBezTo>
                  <a:cubicBezTo>
                    <a:pt x="95" y="108"/>
                    <a:pt x="95" y="108"/>
                    <a:pt x="94" y="109"/>
                  </a:cubicBezTo>
                  <a:cubicBezTo>
                    <a:pt x="93" y="109"/>
                    <a:pt x="93" y="109"/>
                    <a:pt x="92" y="110"/>
                  </a:cubicBezTo>
                  <a:cubicBezTo>
                    <a:pt x="91" y="110"/>
                    <a:pt x="90" y="110"/>
                    <a:pt x="89" y="110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87" y="110"/>
                    <a:pt x="86" y="110"/>
                    <a:pt x="86" y="111"/>
                  </a:cubicBezTo>
                  <a:cubicBezTo>
                    <a:pt x="85" y="112"/>
                    <a:pt x="84" y="113"/>
                    <a:pt x="83" y="114"/>
                  </a:cubicBezTo>
                  <a:cubicBezTo>
                    <a:pt x="82" y="115"/>
                    <a:pt x="81" y="115"/>
                    <a:pt x="80" y="116"/>
                  </a:cubicBezTo>
                  <a:cubicBezTo>
                    <a:pt x="80" y="117"/>
                    <a:pt x="80" y="118"/>
                    <a:pt x="80" y="119"/>
                  </a:cubicBezTo>
                  <a:cubicBezTo>
                    <a:pt x="80" y="123"/>
                    <a:pt x="77" y="125"/>
                    <a:pt x="76" y="125"/>
                  </a:cubicBezTo>
                  <a:cubicBezTo>
                    <a:pt x="74" y="127"/>
                    <a:pt x="74" y="127"/>
                    <a:pt x="74" y="128"/>
                  </a:cubicBezTo>
                  <a:cubicBezTo>
                    <a:pt x="74" y="129"/>
                    <a:pt x="74" y="131"/>
                    <a:pt x="73" y="133"/>
                  </a:cubicBezTo>
                  <a:cubicBezTo>
                    <a:pt x="72" y="135"/>
                    <a:pt x="70" y="136"/>
                    <a:pt x="70" y="136"/>
                  </a:cubicBezTo>
                  <a:cubicBezTo>
                    <a:pt x="70" y="140"/>
                    <a:pt x="67" y="141"/>
                    <a:pt x="66" y="142"/>
                  </a:cubicBezTo>
                  <a:cubicBezTo>
                    <a:pt x="65" y="143"/>
                    <a:pt x="63" y="143"/>
                    <a:pt x="62" y="143"/>
                  </a:cubicBezTo>
                  <a:close/>
                  <a:moveTo>
                    <a:pt x="29" y="112"/>
                  </a:moveTo>
                  <a:cubicBezTo>
                    <a:pt x="29" y="112"/>
                    <a:pt x="29" y="112"/>
                    <a:pt x="30" y="112"/>
                  </a:cubicBezTo>
                  <a:cubicBezTo>
                    <a:pt x="31" y="113"/>
                    <a:pt x="31" y="113"/>
                    <a:pt x="32" y="113"/>
                  </a:cubicBezTo>
                  <a:cubicBezTo>
                    <a:pt x="34" y="115"/>
                    <a:pt x="37" y="117"/>
                    <a:pt x="38" y="119"/>
                  </a:cubicBezTo>
                  <a:cubicBezTo>
                    <a:pt x="40" y="120"/>
                    <a:pt x="41" y="122"/>
                    <a:pt x="41" y="123"/>
                  </a:cubicBezTo>
                  <a:cubicBezTo>
                    <a:pt x="42" y="125"/>
                    <a:pt x="42" y="125"/>
                    <a:pt x="43" y="125"/>
                  </a:cubicBezTo>
                  <a:cubicBezTo>
                    <a:pt x="44" y="127"/>
                    <a:pt x="45" y="128"/>
                    <a:pt x="46" y="129"/>
                  </a:cubicBezTo>
                  <a:cubicBezTo>
                    <a:pt x="47" y="130"/>
                    <a:pt x="48" y="130"/>
                    <a:pt x="50" y="131"/>
                  </a:cubicBezTo>
                  <a:cubicBezTo>
                    <a:pt x="52" y="131"/>
                    <a:pt x="54" y="131"/>
                    <a:pt x="56" y="132"/>
                  </a:cubicBezTo>
                  <a:cubicBezTo>
                    <a:pt x="58" y="133"/>
                    <a:pt x="59" y="133"/>
                    <a:pt x="61" y="133"/>
                  </a:cubicBezTo>
                  <a:cubicBezTo>
                    <a:pt x="61" y="133"/>
                    <a:pt x="61" y="133"/>
                    <a:pt x="61" y="132"/>
                  </a:cubicBezTo>
                  <a:cubicBezTo>
                    <a:pt x="62" y="130"/>
                    <a:pt x="64" y="129"/>
                    <a:pt x="64" y="129"/>
                  </a:cubicBezTo>
                  <a:cubicBezTo>
                    <a:pt x="65" y="128"/>
                    <a:pt x="65" y="127"/>
                    <a:pt x="65" y="127"/>
                  </a:cubicBezTo>
                  <a:cubicBezTo>
                    <a:pt x="65" y="124"/>
                    <a:pt x="66" y="122"/>
                    <a:pt x="69" y="119"/>
                  </a:cubicBezTo>
                  <a:cubicBezTo>
                    <a:pt x="69" y="119"/>
                    <a:pt x="70" y="118"/>
                    <a:pt x="70" y="118"/>
                  </a:cubicBezTo>
                  <a:cubicBezTo>
                    <a:pt x="69" y="118"/>
                    <a:pt x="69" y="117"/>
                    <a:pt x="69" y="116"/>
                  </a:cubicBezTo>
                  <a:cubicBezTo>
                    <a:pt x="69" y="111"/>
                    <a:pt x="74" y="108"/>
                    <a:pt x="76" y="108"/>
                  </a:cubicBezTo>
                  <a:cubicBezTo>
                    <a:pt x="76" y="107"/>
                    <a:pt x="77" y="107"/>
                    <a:pt x="77" y="107"/>
                  </a:cubicBezTo>
                  <a:cubicBezTo>
                    <a:pt x="77" y="107"/>
                    <a:pt x="78" y="106"/>
                    <a:pt x="78" y="106"/>
                  </a:cubicBezTo>
                  <a:cubicBezTo>
                    <a:pt x="79" y="104"/>
                    <a:pt x="81" y="102"/>
                    <a:pt x="84" y="101"/>
                  </a:cubicBezTo>
                  <a:cubicBezTo>
                    <a:pt x="85" y="101"/>
                    <a:pt x="86" y="101"/>
                    <a:pt x="87" y="101"/>
                  </a:cubicBezTo>
                  <a:cubicBezTo>
                    <a:pt x="88" y="101"/>
                    <a:pt x="88" y="101"/>
                    <a:pt x="88" y="101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9" y="101"/>
                    <a:pt x="90" y="100"/>
                    <a:pt x="90" y="100"/>
                  </a:cubicBezTo>
                  <a:cubicBezTo>
                    <a:pt x="91" y="100"/>
                    <a:pt x="92" y="99"/>
                    <a:pt x="94" y="99"/>
                  </a:cubicBezTo>
                  <a:cubicBezTo>
                    <a:pt x="94" y="99"/>
                    <a:pt x="95" y="99"/>
                    <a:pt x="95" y="99"/>
                  </a:cubicBezTo>
                  <a:cubicBezTo>
                    <a:pt x="96" y="99"/>
                    <a:pt x="97" y="99"/>
                    <a:pt x="98" y="100"/>
                  </a:cubicBezTo>
                  <a:cubicBezTo>
                    <a:pt x="99" y="100"/>
                    <a:pt x="99" y="100"/>
                    <a:pt x="99" y="100"/>
                  </a:cubicBezTo>
                  <a:cubicBezTo>
                    <a:pt x="101" y="100"/>
                    <a:pt x="105" y="99"/>
                    <a:pt x="109" y="97"/>
                  </a:cubicBezTo>
                  <a:cubicBezTo>
                    <a:pt x="110" y="97"/>
                    <a:pt x="112" y="96"/>
                    <a:pt x="113" y="95"/>
                  </a:cubicBezTo>
                  <a:cubicBezTo>
                    <a:pt x="114" y="94"/>
                    <a:pt x="115" y="94"/>
                    <a:pt x="116" y="93"/>
                  </a:cubicBezTo>
                  <a:cubicBezTo>
                    <a:pt x="117" y="93"/>
                    <a:pt x="118" y="92"/>
                    <a:pt x="119" y="91"/>
                  </a:cubicBezTo>
                  <a:cubicBezTo>
                    <a:pt x="121" y="91"/>
                    <a:pt x="122" y="90"/>
                    <a:pt x="123" y="89"/>
                  </a:cubicBezTo>
                  <a:cubicBezTo>
                    <a:pt x="123" y="89"/>
                    <a:pt x="124" y="89"/>
                    <a:pt x="125" y="88"/>
                  </a:cubicBezTo>
                  <a:cubicBezTo>
                    <a:pt x="124" y="88"/>
                    <a:pt x="124" y="87"/>
                    <a:pt x="124" y="87"/>
                  </a:cubicBezTo>
                  <a:cubicBezTo>
                    <a:pt x="124" y="84"/>
                    <a:pt x="124" y="84"/>
                    <a:pt x="124" y="82"/>
                  </a:cubicBezTo>
                  <a:cubicBezTo>
                    <a:pt x="125" y="75"/>
                    <a:pt x="128" y="71"/>
                    <a:pt x="133" y="69"/>
                  </a:cubicBezTo>
                  <a:cubicBezTo>
                    <a:pt x="134" y="68"/>
                    <a:pt x="134" y="68"/>
                    <a:pt x="134" y="68"/>
                  </a:cubicBezTo>
                  <a:cubicBezTo>
                    <a:pt x="134" y="68"/>
                    <a:pt x="134" y="67"/>
                    <a:pt x="134" y="67"/>
                  </a:cubicBezTo>
                  <a:cubicBezTo>
                    <a:pt x="135" y="60"/>
                    <a:pt x="138" y="58"/>
                    <a:pt x="144" y="55"/>
                  </a:cubicBezTo>
                  <a:cubicBezTo>
                    <a:pt x="144" y="55"/>
                    <a:pt x="144" y="53"/>
                    <a:pt x="143" y="52"/>
                  </a:cubicBezTo>
                  <a:cubicBezTo>
                    <a:pt x="143" y="50"/>
                    <a:pt x="142" y="48"/>
                    <a:pt x="141" y="46"/>
                  </a:cubicBezTo>
                  <a:cubicBezTo>
                    <a:pt x="140" y="45"/>
                    <a:pt x="139" y="44"/>
                    <a:pt x="138" y="42"/>
                  </a:cubicBezTo>
                  <a:cubicBezTo>
                    <a:pt x="138" y="42"/>
                    <a:pt x="138" y="41"/>
                    <a:pt x="138" y="41"/>
                  </a:cubicBezTo>
                  <a:cubicBezTo>
                    <a:pt x="137" y="41"/>
                    <a:pt x="135" y="41"/>
                    <a:pt x="133" y="39"/>
                  </a:cubicBezTo>
                  <a:cubicBezTo>
                    <a:pt x="132" y="39"/>
                    <a:pt x="131" y="38"/>
                    <a:pt x="131" y="37"/>
                  </a:cubicBezTo>
                  <a:cubicBezTo>
                    <a:pt x="130" y="37"/>
                    <a:pt x="130" y="36"/>
                    <a:pt x="130" y="36"/>
                  </a:cubicBezTo>
                  <a:cubicBezTo>
                    <a:pt x="129" y="36"/>
                    <a:pt x="129" y="36"/>
                    <a:pt x="129" y="35"/>
                  </a:cubicBezTo>
                  <a:cubicBezTo>
                    <a:pt x="128" y="35"/>
                    <a:pt x="126" y="34"/>
                    <a:pt x="125" y="33"/>
                  </a:cubicBezTo>
                  <a:cubicBezTo>
                    <a:pt x="124" y="32"/>
                    <a:pt x="123" y="31"/>
                    <a:pt x="123" y="30"/>
                  </a:cubicBezTo>
                  <a:cubicBezTo>
                    <a:pt x="123" y="30"/>
                    <a:pt x="123" y="30"/>
                    <a:pt x="122" y="30"/>
                  </a:cubicBezTo>
                  <a:cubicBezTo>
                    <a:pt x="121" y="29"/>
                    <a:pt x="119" y="28"/>
                    <a:pt x="117" y="27"/>
                  </a:cubicBezTo>
                  <a:cubicBezTo>
                    <a:pt x="116" y="25"/>
                    <a:pt x="115" y="24"/>
                    <a:pt x="115" y="23"/>
                  </a:cubicBezTo>
                  <a:cubicBezTo>
                    <a:pt x="115" y="22"/>
                    <a:pt x="114" y="21"/>
                    <a:pt x="114" y="21"/>
                  </a:cubicBezTo>
                  <a:cubicBezTo>
                    <a:pt x="114" y="21"/>
                    <a:pt x="111" y="21"/>
                    <a:pt x="110" y="20"/>
                  </a:cubicBezTo>
                  <a:cubicBezTo>
                    <a:pt x="109" y="19"/>
                    <a:pt x="109" y="18"/>
                    <a:pt x="108" y="17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4" y="15"/>
                    <a:pt x="103" y="13"/>
                    <a:pt x="103" y="10"/>
                  </a:cubicBezTo>
                  <a:cubicBezTo>
                    <a:pt x="100" y="11"/>
                    <a:pt x="99" y="11"/>
                    <a:pt x="97" y="11"/>
                  </a:cubicBezTo>
                  <a:cubicBezTo>
                    <a:pt x="94" y="12"/>
                    <a:pt x="93" y="12"/>
                    <a:pt x="91" y="13"/>
                  </a:cubicBezTo>
                  <a:cubicBezTo>
                    <a:pt x="90" y="15"/>
                    <a:pt x="89" y="16"/>
                    <a:pt x="87" y="17"/>
                  </a:cubicBezTo>
                  <a:cubicBezTo>
                    <a:pt x="85" y="18"/>
                    <a:pt x="83" y="18"/>
                    <a:pt x="81" y="18"/>
                  </a:cubicBezTo>
                  <a:cubicBezTo>
                    <a:pt x="80" y="18"/>
                    <a:pt x="80" y="18"/>
                    <a:pt x="79" y="18"/>
                  </a:cubicBezTo>
                  <a:cubicBezTo>
                    <a:pt x="77" y="18"/>
                    <a:pt x="77" y="18"/>
                    <a:pt x="75" y="20"/>
                  </a:cubicBezTo>
                  <a:cubicBezTo>
                    <a:pt x="75" y="20"/>
                    <a:pt x="75" y="21"/>
                    <a:pt x="74" y="21"/>
                  </a:cubicBezTo>
                  <a:cubicBezTo>
                    <a:pt x="73" y="24"/>
                    <a:pt x="71" y="26"/>
                    <a:pt x="68" y="28"/>
                  </a:cubicBezTo>
                  <a:cubicBezTo>
                    <a:pt x="67" y="28"/>
                    <a:pt x="66" y="29"/>
                    <a:pt x="64" y="29"/>
                  </a:cubicBezTo>
                  <a:cubicBezTo>
                    <a:pt x="63" y="29"/>
                    <a:pt x="62" y="29"/>
                    <a:pt x="62" y="28"/>
                  </a:cubicBezTo>
                  <a:cubicBezTo>
                    <a:pt x="61" y="29"/>
                    <a:pt x="60" y="30"/>
                    <a:pt x="58" y="31"/>
                  </a:cubicBezTo>
                  <a:cubicBezTo>
                    <a:pt x="58" y="31"/>
                    <a:pt x="56" y="31"/>
                    <a:pt x="56" y="31"/>
                  </a:cubicBezTo>
                  <a:cubicBezTo>
                    <a:pt x="55" y="31"/>
                    <a:pt x="54" y="31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2"/>
                    <a:pt x="52" y="33"/>
                    <a:pt x="52" y="34"/>
                  </a:cubicBezTo>
                  <a:cubicBezTo>
                    <a:pt x="51" y="35"/>
                    <a:pt x="50" y="35"/>
                    <a:pt x="49" y="36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8"/>
                    <a:pt x="49" y="38"/>
                    <a:pt x="48" y="38"/>
                  </a:cubicBezTo>
                  <a:cubicBezTo>
                    <a:pt x="48" y="39"/>
                    <a:pt x="48" y="39"/>
                    <a:pt x="47" y="40"/>
                  </a:cubicBezTo>
                  <a:cubicBezTo>
                    <a:pt x="46" y="43"/>
                    <a:pt x="44" y="46"/>
                    <a:pt x="41" y="48"/>
                  </a:cubicBezTo>
                  <a:cubicBezTo>
                    <a:pt x="41" y="49"/>
                    <a:pt x="41" y="51"/>
                    <a:pt x="40" y="52"/>
                  </a:cubicBezTo>
                  <a:cubicBezTo>
                    <a:pt x="39" y="53"/>
                    <a:pt x="37" y="54"/>
                    <a:pt x="36" y="54"/>
                  </a:cubicBezTo>
                  <a:cubicBezTo>
                    <a:pt x="35" y="55"/>
                    <a:pt x="35" y="56"/>
                    <a:pt x="35" y="56"/>
                  </a:cubicBezTo>
                  <a:cubicBezTo>
                    <a:pt x="34" y="58"/>
                    <a:pt x="34" y="60"/>
                    <a:pt x="32" y="62"/>
                  </a:cubicBezTo>
                  <a:cubicBezTo>
                    <a:pt x="30" y="64"/>
                    <a:pt x="28" y="66"/>
                    <a:pt x="26" y="67"/>
                  </a:cubicBezTo>
                  <a:cubicBezTo>
                    <a:pt x="24" y="70"/>
                    <a:pt x="22" y="71"/>
                    <a:pt x="20" y="72"/>
                  </a:cubicBezTo>
                  <a:cubicBezTo>
                    <a:pt x="18" y="72"/>
                    <a:pt x="17" y="73"/>
                    <a:pt x="16" y="73"/>
                  </a:cubicBezTo>
                  <a:cubicBezTo>
                    <a:pt x="15" y="73"/>
                    <a:pt x="15" y="73"/>
                    <a:pt x="14" y="74"/>
                  </a:cubicBezTo>
                  <a:cubicBezTo>
                    <a:pt x="14" y="74"/>
                    <a:pt x="13" y="75"/>
                    <a:pt x="12" y="75"/>
                  </a:cubicBezTo>
                  <a:cubicBezTo>
                    <a:pt x="13" y="76"/>
                    <a:pt x="14" y="77"/>
                    <a:pt x="15" y="78"/>
                  </a:cubicBezTo>
                  <a:cubicBezTo>
                    <a:pt x="16" y="81"/>
                    <a:pt x="17" y="84"/>
                    <a:pt x="18" y="87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20" y="92"/>
                    <a:pt x="20" y="93"/>
                    <a:pt x="22" y="94"/>
                  </a:cubicBezTo>
                  <a:cubicBezTo>
                    <a:pt x="24" y="96"/>
                    <a:pt x="24" y="98"/>
                    <a:pt x="25" y="99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27" y="100"/>
                    <a:pt x="30" y="101"/>
                    <a:pt x="31" y="104"/>
                  </a:cubicBezTo>
                  <a:cubicBezTo>
                    <a:pt x="32" y="106"/>
                    <a:pt x="30" y="108"/>
                    <a:pt x="29" y="110"/>
                  </a:cubicBezTo>
                  <a:cubicBezTo>
                    <a:pt x="29" y="110"/>
                    <a:pt x="29" y="111"/>
                    <a:pt x="29" y="112"/>
                  </a:cubicBezTo>
                  <a:cubicBezTo>
                    <a:pt x="29" y="112"/>
                    <a:pt x="29" y="112"/>
                    <a:pt x="29" y="11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A14DD5C-2995-48CE-B42E-F2F55F84B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9863" y="5422900"/>
              <a:ext cx="163513" cy="155575"/>
            </a:xfrm>
            <a:custGeom>
              <a:avLst/>
              <a:gdLst>
                <a:gd name="T0" fmla="*/ 104 w 145"/>
                <a:gd name="T1" fmla="*/ 10 h 138"/>
                <a:gd name="T2" fmla="*/ 111 w 145"/>
                <a:gd name="T3" fmla="*/ 15 h 138"/>
                <a:gd name="T4" fmla="*/ 122 w 145"/>
                <a:gd name="T5" fmla="*/ 25 h 138"/>
                <a:gd name="T6" fmla="*/ 129 w 145"/>
                <a:gd name="T7" fmla="*/ 30 h 138"/>
                <a:gd name="T8" fmla="*/ 136 w 145"/>
                <a:gd name="T9" fmla="*/ 35 h 138"/>
                <a:gd name="T10" fmla="*/ 144 w 145"/>
                <a:gd name="T11" fmla="*/ 48 h 138"/>
                <a:gd name="T12" fmla="*/ 135 w 145"/>
                <a:gd name="T13" fmla="*/ 66 h 138"/>
                <a:gd name="T14" fmla="*/ 125 w 145"/>
                <a:gd name="T15" fmla="*/ 80 h 138"/>
                <a:gd name="T16" fmla="*/ 126 w 145"/>
                <a:gd name="T17" fmla="*/ 89 h 138"/>
                <a:gd name="T18" fmla="*/ 114 w 145"/>
                <a:gd name="T19" fmla="*/ 95 h 138"/>
                <a:gd name="T20" fmla="*/ 95 w 145"/>
                <a:gd name="T21" fmla="*/ 102 h 138"/>
                <a:gd name="T22" fmla="*/ 86 w 145"/>
                <a:gd name="T23" fmla="*/ 103 h 138"/>
                <a:gd name="T24" fmla="*/ 76 w 145"/>
                <a:gd name="T25" fmla="*/ 109 h 138"/>
                <a:gd name="T26" fmla="*/ 72 w 145"/>
                <a:gd name="T27" fmla="*/ 117 h 138"/>
                <a:gd name="T28" fmla="*/ 64 w 145"/>
                <a:gd name="T29" fmla="*/ 129 h 138"/>
                <a:gd name="T30" fmla="*/ 60 w 145"/>
                <a:gd name="T31" fmla="*/ 136 h 138"/>
                <a:gd name="T32" fmla="*/ 36 w 145"/>
                <a:gd name="T33" fmla="*/ 127 h 138"/>
                <a:gd name="T34" fmla="*/ 25 w 145"/>
                <a:gd name="T35" fmla="*/ 115 h 138"/>
                <a:gd name="T36" fmla="*/ 21 w 145"/>
                <a:gd name="T37" fmla="*/ 114 h 138"/>
                <a:gd name="T38" fmla="*/ 22 w 145"/>
                <a:gd name="T39" fmla="*/ 104 h 138"/>
                <a:gd name="T40" fmla="*/ 15 w 145"/>
                <a:gd name="T41" fmla="*/ 96 h 138"/>
                <a:gd name="T42" fmla="*/ 6 w 145"/>
                <a:gd name="T43" fmla="*/ 78 h 138"/>
                <a:gd name="T44" fmla="*/ 6 w 145"/>
                <a:gd name="T45" fmla="*/ 69 h 138"/>
                <a:gd name="T46" fmla="*/ 13 w 145"/>
                <a:gd name="T47" fmla="*/ 66 h 138"/>
                <a:gd name="T48" fmla="*/ 25 w 145"/>
                <a:gd name="T49" fmla="*/ 57 h 138"/>
                <a:gd name="T50" fmla="*/ 32 w 145"/>
                <a:gd name="T51" fmla="*/ 47 h 138"/>
                <a:gd name="T52" fmla="*/ 39 w 145"/>
                <a:gd name="T53" fmla="*/ 35 h 138"/>
                <a:gd name="T54" fmla="*/ 40 w 145"/>
                <a:gd name="T55" fmla="*/ 32 h 138"/>
                <a:gd name="T56" fmla="*/ 48 w 145"/>
                <a:gd name="T57" fmla="*/ 24 h 138"/>
                <a:gd name="T58" fmla="*/ 56 w 145"/>
                <a:gd name="T59" fmla="*/ 22 h 138"/>
                <a:gd name="T60" fmla="*/ 62 w 145"/>
                <a:gd name="T61" fmla="*/ 22 h 138"/>
                <a:gd name="T62" fmla="*/ 75 w 145"/>
                <a:gd name="T63" fmla="*/ 11 h 138"/>
                <a:gd name="T64" fmla="*/ 84 w 145"/>
                <a:gd name="T65" fmla="*/ 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5" h="138">
                  <a:moveTo>
                    <a:pt x="99" y="3"/>
                  </a:moveTo>
                  <a:cubicBezTo>
                    <a:pt x="103" y="0"/>
                    <a:pt x="103" y="9"/>
                    <a:pt x="104" y="10"/>
                  </a:cubicBezTo>
                  <a:cubicBezTo>
                    <a:pt x="107" y="10"/>
                    <a:pt x="107" y="11"/>
                    <a:pt x="108" y="12"/>
                  </a:cubicBezTo>
                  <a:cubicBezTo>
                    <a:pt x="109" y="13"/>
                    <a:pt x="107" y="15"/>
                    <a:pt x="111" y="15"/>
                  </a:cubicBezTo>
                  <a:cubicBezTo>
                    <a:pt x="115" y="15"/>
                    <a:pt x="115" y="19"/>
                    <a:pt x="117" y="22"/>
                  </a:cubicBezTo>
                  <a:cubicBezTo>
                    <a:pt x="118" y="23"/>
                    <a:pt x="121" y="23"/>
                    <a:pt x="122" y="25"/>
                  </a:cubicBezTo>
                  <a:cubicBezTo>
                    <a:pt x="124" y="26"/>
                    <a:pt x="123" y="27"/>
                    <a:pt x="124" y="28"/>
                  </a:cubicBezTo>
                  <a:cubicBezTo>
                    <a:pt x="125" y="29"/>
                    <a:pt x="127" y="30"/>
                    <a:pt x="129" y="30"/>
                  </a:cubicBezTo>
                  <a:cubicBezTo>
                    <a:pt x="130" y="31"/>
                    <a:pt x="131" y="33"/>
                    <a:pt x="132" y="34"/>
                  </a:cubicBezTo>
                  <a:cubicBezTo>
                    <a:pt x="133" y="35"/>
                    <a:pt x="134" y="34"/>
                    <a:pt x="136" y="35"/>
                  </a:cubicBezTo>
                  <a:cubicBezTo>
                    <a:pt x="140" y="36"/>
                    <a:pt x="137" y="36"/>
                    <a:pt x="139" y="38"/>
                  </a:cubicBezTo>
                  <a:cubicBezTo>
                    <a:pt x="140" y="41"/>
                    <a:pt x="142" y="45"/>
                    <a:pt x="144" y="48"/>
                  </a:cubicBezTo>
                  <a:cubicBezTo>
                    <a:pt x="145" y="50"/>
                    <a:pt x="145" y="56"/>
                    <a:pt x="142" y="58"/>
                  </a:cubicBezTo>
                  <a:cubicBezTo>
                    <a:pt x="137" y="60"/>
                    <a:pt x="136" y="61"/>
                    <a:pt x="135" y="66"/>
                  </a:cubicBezTo>
                  <a:cubicBezTo>
                    <a:pt x="135" y="69"/>
                    <a:pt x="134" y="69"/>
                    <a:pt x="131" y="71"/>
                  </a:cubicBezTo>
                  <a:cubicBezTo>
                    <a:pt x="127" y="72"/>
                    <a:pt x="125" y="76"/>
                    <a:pt x="125" y="80"/>
                  </a:cubicBezTo>
                  <a:cubicBezTo>
                    <a:pt x="124" y="82"/>
                    <a:pt x="124" y="82"/>
                    <a:pt x="125" y="84"/>
                  </a:cubicBezTo>
                  <a:cubicBezTo>
                    <a:pt x="125" y="85"/>
                    <a:pt x="127" y="87"/>
                    <a:pt x="126" y="89"/>
                  </a:cubicBezTo>
                  <a:cubicBezTo>
                    <a:pt x="125" y="89"/>
                    <a:pt x="123" y="90"/>
                    <a:pt x="122" y="91"/>
                  </a:cubicBezTo>
                  <a:cubicBezTo>
                    <a:pt x="120" y="93"/>
                    <a:pt x="116" y="94"/>
                    <a:pt x="114" y="95"/>
                  </a:cubicBezTo>
                  <a:cubicBezTo>
                    <a:pt x="111" y="97"/>
                    <a:pt x="109" y="98"/>
                    <a:pt x="107" y="100"/>
                  </a:cubicBezTo>
                  <a:cubicBezTo>
                    <a:pt x="103" y="101"/>
                    <a:pt x="98" y="102"/>
                    <a:pt x="95" y="102"/>
                  </a:cubicBezTo>
                  <a:cubicBezTo>
                    <a:pt x="94" y="102"/>
                    <a:pt x="92" y="101"/>
                    <a:pt x="91" y="101"/>
                  </a:cubicBezTo>
                  <a:cubicBezTo>
                    <a:pt x="89" y="102"/>
                    <a:pt x="88" y="103"/>
                    <a:pt x="86" y="103"/>
                  </a:cubicBezTo>
                  <a:cubicBezTo>
                    <a:pt x="85" y="104"/>
                    <a:pt x="83" y="103"/>
                    <a:pt x="82" y="103"/>
                  </a:cubicBezTo>
                  <a:cubicBezTo>
                    <a:pt x="79" y="104"/>
                    <a:pt x="78" y="107"/>
                    <a:pt x="76" y="109"/>
                  </a:cubicBezTo>
                  <a:cubicBezTo>
                    <a:pt x="74" y="110"/>
                    <a:pt x="69" y="111"/>
                    <a:pt x="70" y="114"/>
                  </a:cubicBezTo>
                  <a:cubicBezTo>
                    <a:pt x="70" y="115"/>
                    <a:pt x="72" y="115"/>
                    <a:pt x="72" y="117"/>
                  </a:cubicBezTo>
                  <a:cubicBezTo>
                    <a:pt x="71" y="119"/>
                    <a:pt x="69" y="119"/>
                    <a:pt x="68" y="120"/>
                  </a:cubicBezTo>
                  <a:cubicBezTo>
                    <a:pt x="64" y="124"/>
                    <a:pt x="66" y="125"/>
                    <a:pt x="64" y="129"/>
                  </a:cubicBezTo>
                  <a:cubicBezTo>
                    <a:pt x="64" y="130"/>
                    <a:pt x="62" y="131"/>
                    <a:pt x="61" y="132"/>
                  </a:cubicBezTo>
                  <a:cubicBezTo>
                    <a:pt x="60" y="134"/>
                    <a:pt x="62" y="135"/>
                    <a:pt x="60" y="136"/>
                  </a:cubicBezTo>
                  <a:cubicBezTo>
                    <a:pt x="56" y="138"/>
                    <a:pt x="49" y="134"/>
                    <a:pt x="45" y="133"/>
                  </a:cubicBezTo>
                  <a:cubicBezTo>
                    <a:pt x="40" y="133"/>
                    <a:pt x="40" y="130"/>
                    <a:pt x="36" y="127"/>
                  </a:cubicBezTo>
                  <a:cubicBezTo>
                    <a:pt x="33" y="125"/>
                    <a:pt x="33" y="122"/>
                    <a:pt x="31" y="120"/>
                  </a:cubicBezTo>
                  <a:cubicBezTo>
                    <a:pt x="30" y="119"/>
                    <a:pt x="27" y="116"/>
                    <a:pt x="25" y="115"/>
                  </a:cubicBezTo>
                  <a:cubicBezTo>
                    <a:pt x="25" y="115"/>
                    <a:pt x="24" y="115"/>
                    <a:pt x="24" y="114"/>
                  </a:cubicBezTo>
                  <a:cubicBezTo>
                    <a:pt x="23" y="114"/>
                    <a:pt x="21" y="115"/>
                    <a:pt x="21" y="114"/>
                  </a:cubicBezTo>
                  <a:cubicBezTo>
                    <a:pt x="22" y="112"/>
                    <a:pt x="20" y="109"/>
                    <a:pt x="21" y="107"/>
                  </a:cubicBezTo>
                  <a:cubicBezTo>
                    <a:pt x="21" y="106"/>
                    <a:pt x="22" y="104"/>
                    <a:pt x="22" y="104"/>
                  </a:cubicBezTo>
                  <a:cubicBezTo>
                    <a:pt x="22" y="102"/>
                    <a:pt x="19" y="103"/>
                    <a:pt x="18" y="102"/>
                  </a:cubicBezTo>
                  <a:cubicBezTo>
                    <a:pt x="16" y="100"/>
                    <a:pt x="16" y="97"/>
                    <a:pt x="15" y="96"/>
                  </a:cubicBezTo>
                  <a:cubicBezTo>
                    <a:pt x="12" y="93"/>
                    <a:pt x="12" y="92"/>
                    <a:pt x="11" y="89"/>
                  </a:cubicBezTo>
                  <a:cubicBezTo>
                    <a:pt x="9" y="85"/>
                    <a:pt x="8" y="81"/>
                    <a:pt x="6" y="78"/>
                  </a:cubicBezTo>
                  <a:cubicBezTo>
                    <a:pt x="5" y="76"/>
                    <a:pt x="3" y="74"/>
                    <a:pt x="2" y="72"/>
                  </a:cubicBezTo>
                  <a:cubicBezTo>
                    <a:pt x="0" y="69"/>
                    <a:pt x="4" y="70"/>
                    <a:pt x="6" y="69"/>
                  </a:cubicBezTo>
                  <a:cubicBezTo>
                    <a:pt x="8" y="68"/>
                    <a:pt x="8" y="67"/>
                    <a:pt x="11" y="67"/>
                  </a:cubicBezTo>
                  <a:cubicBezTo>
                    <a:pt x="11" y="66"/>
                    <a:pt x="12" y="66"/>
                    <a:pt x="13" y="66"/>
                  </a:cubicBezTo>
                  <a:cubicBezTo>
                    <a:pt x="16" y="64"/>
                    <a:pt x="17" y="64"/>
                    <a:pt x="19" y="62"/>
                  </a:cubicBezTo>
                  <a:cubicBezTo>
                    <a:pt x="21" y="60"/>
                    <a:pt x="23" y="59"/>
                    <a:pt x="25" y="57"/>
                  </a:cubicBezTo>
                  <a:cubicBezTo>
                    <a:pt x="26" y="55"/>
                    <a:pt x="26" y="51"/>
                    <a:pt x="28" y="49"/>
                  </a:cubicBezTo>
                  <a:cubicBezTo>
                    <a:pt x="29" y="48"/>
                    <a:pt x="31" y="48"/>
                    <a:pt x="32" y="47"/>
                  </a:cubicBezTo>
                  <a:cubicBezTo>
                    <a:pt x="33" y="46"/>
                    <a:pt x="31" y="44"/>
                    <a:pt x="33" y="43"/>
                  </a:cubicBezTo>
                  <a:cubicBezTo>
                    <a:pt x="36" y="41"/>
                    <a:pt x="39" y="38"/>
                    <a:pt x="39" y="35"/>
                  </a:cubicBezTo>
                  <a:cubicBezTo>
                    <a:pt x="39" y="35"/>
                    <a:pt x="40" y="34"/>
                    <a:pt x="41" y="34"/>
                  </a:cubicBezTo>
                  <a:cubicBezTo>
                    <a:pt x="41" y="33"/>
                    <a:pt x="39" y="33"/>
                    <a:pt x="40" y="32"/>
                  </a:cubicBezTo>
                  <a:cubicBezTo>
                    <a:pt x="41" y="31"/>
                    <a:pt x="43" y="30"/>
                    <a:pt x="44" y="29"/>
                  </a:cubicBezTo>
                  <a:cubicBezTo>
                    <a:pt x="45" y="27"/>
                    <a:pt x="45" y="25"/>
                    <a:pt x="48" y="24"/>
                  </a:cubicBezTo>
                  <a:cubicBezTo>
                    <a:pt x="49" y="24"/>
                    <a:pt x="51" y="25"/>
                    <a:pt x="53" y="24"/>
                  </a:cubicBezTo>
                  <a:cubicBezTo>
                    <a:pt x="54" y="24"/>
                    <a:pt x="54" y="22"/>
                    <a:pt x="56" y="22"/>
                  </a:cubicBezTo>
                  <a:cubicBezTo>
                    <a:pt x="58" y="21"/>
                    <a:pt x="58" y="22"/>
                    <a:pt x="59" y="22"/>
                  </a:cubicBezTo>
                  <a:cubicBezTo>
                    <a:pt x="61" y="22"/>
                    <a:pt x="61" y="22"/>
                    <a:pt x="62" y="22"/>
                  </a:cubicBezTo>
                  <a:cubicBezTo>
                    <a:pt x="64" y="21"/>
                    <a:pt x="66" y="17"/>
                    <a:pt x="68" y="15"/>
                  </a:cubicBezTo>
                  <a:cubicBezTo>
                    <a:pt x="70" y="12"/>
                    <a:pt x="71" y="11"/>
                    <a:pt x="75" y="11"/>
                  </a:cubicBezTo>
                  <a:cubicBezTo>
                    <a:pt x="77" y="11"/>
                    <a:pt x="79" y="12"/>
                    <a:pt x="81" y="11"/>
                  </a:cubicBezTo>
                  <a:cubicBezTo>
                    <a:pt x="83" y="10"/>
                    <a:pt x="83" y="9"/>
                    <a:pt x="84" y="7"/>
                  </a:cubicBezTo>
                  <a:cubicBezTo>
                    <a:pt x="89" y="4"/>
                    <a:pt x="94" y="6"/>
                    <a:pt x="99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B29ABFF1-AF5B-460A-94B5-230BF760A8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47038" y="5213350"/>
              <a:ext cx="100013" cy="127000"/>
            </a:xfrm>
            <a:custGeom>
              <a:avLst/>
              <a:gdLst>
                <a:gd name="T0" fmla="*/ 68 w 89"/>
                <a:gd name="T1" fmla="*/ 112 h 112"/>
                <a:gd name="T2" fmla="*/ 50 w 89"/>
                <a:gd name="T3" fmla="*/ 111 h 112"/>
                <a:gd name="T4" fmla="*/ 31 w 89"/>
                <a:gd name="T5" fmla="*/ 107 h 112"/>
                <a:gd name="T6" fmla="*/ 16 w 89"/>
                <a:gd name="T7" fmla="*/ 95 h 112"/>
                <a:gd name="T8" fmla="*/ 10 w 89"/>
                <a:gd name="T9" fmla="*/ 82 h 112"/>
                <a:gd name="T10" fmla="*/ 9 w 89"/>
                <a:gd name="T11" fmla="*/ 79 h 112"/>
                <a:gd name="T12" fmla="*/ 4 w 89"/>
                <a:gd name="T13" fmla="*/ 78 h 112"/>
                <a:gd name="T14" fmla="*/ 1 w 89"/>
                <a:gd name="T15" fmla="*/ 60 h 112"/>
                <a:gd name="T16" fmla="*/ 13 w 89"/>
                <a:gd name="T17" fmla="*/ 35 h 112"/>
                <a:gd name="T18" fmla="*/ 44 w 89"/>
                <a:gd name="T19" fmla="*/ 1 h 112"/>
                <a:gd name="T20" fmla="*/ 65 w 89"/>
                <a:gd name="T21" fmla="*/ 12 h 112"/>
                <a:gd name="T22" fmla="*/ 71 w 89"/>
                <a:gd name="T23" fmla="*/ 17 h 112"/>
                <a:gd name="T24" fmla="*/ 79 w 89"/>
                <a:gd name="T25" fmla="*/ 17 h 112"/>
                <a:gd name="T26" fmla="*/ 88 w 89"/>
                <a:gd name="T27" fmla="*/ 26 h 112"/>
                <a:gd name="T28" fmla="*/ 87 w 89"/>
                <a:gd name="T29" fmla="*/ 39 h 112"/>
                <a:gd name="T30" fmla="*/ 87 w 89"/>
                <a:gd name="T31" fmla="*/ 51 h 112"/>
                <a:gd name="T32" fmla="*/ 88 w 89"/>
                <a:gd name="T33" fmla="*/ 72 h 112"/>
                <a:gd name="T34" fmla="*/ 86 w 89"/>
                <a:gd name="T35" fmla="*/ 80 h 112"/>
                <a:gd name="T36" fmla="*/ 80 w 89"/>
                <a:gd name="T37" fmla="*/ 80 h 112"/>
                <a:gd name="T38" fmla="*/ 78 w 89"/>
                <a:gd name="T39" fmla="*/ 90 h 112"/>
                <a:gd name="T40" fmla="*/ 76 w 89"/>
                <a:gd name="T41" fmla="*/ 110 h 112"/>
                <a:gd name="T42" fmla="*/ 71 w 89"/>
                <a:gd name="T43" fmla="*/ 102 h 112"/>
                <a:gd name="T44" fmla="*/ 71 w 89"/>
                <a:gd name="T45" fmla="*/ 102 h 112"/>
                <a:gd name="T46" fmla="*/ 11 w 89"/>
                <a:gd name="T47" fmla="*/ 67 h 112"/>
                <a:gd name="T48" fmla="*/ 16 w 89"/>
                <a:gd name="T49" fmla="*/ 71 h 112"/>
                <a:gd name="T50" fmla="*/ 18 w 89"/>
                <a:gd name="T51" fmla="*/ 76 h 112"/>
                <a:gd name="T52" fmla="*/ 20 w 89"/>
                <a:gd name="T53" fmla="*/ 83 h 112"/>
                <a:gd name="T54" fmla="*/ 26 w 89"/>
                <a:gd name="T55" fmla="*/ 93 h 112"/>
                <a:gd name="T56" fmla="*/ 38 w 89"/>
                <a:gd name="T57" fmla="*/ 99 h 112"/>
                <a:gd name="T58" fmla="*/ 60 w 89"/>
                <a:gd name="T59" fmla="*/ 102 h 112"/>
                <a:gd name="T60" fmla="*/ 69 w 89"/>
                <a:gd name="T61" fmla="*/ 88 h 112"/>
                <a:gd name="T62" fmla="*/ 72 w 89"/>
                <a:gd name="T63" fmla="*/ 75 h 112"/>
                <a:gd name="T64" fmla="*/ 80 w 89"/>
                <a:gd name="T65" fmla="*/ 58 h 112"/>
                <a:gd name="T66" fmla="*/ 78 w 89"/>
                <a:gd name="T67" fmla="*/ 50 h 112"/>
                <a:gd name="T68" fmla="*/ 79 w 89"/>
                <a:gd name="T69" fmla="*/ 30 h 112"/>
                <a:gd name="T70" fmla="*/ 79 w 89"/>
                <a:gd name="T71" fmla="*/ 26 h 112"/>
                <a:gd name="T72" fmla="*/ 75 w 89"/>
                <a:gd name="T73" fmla="*/ 25 h 112"/>
                <a:gd name="T74" fmla="*/ 70 w 89"/>
                <a:gd name="T75" fmla="*/ 26 h 112"/>
                <a:gd name="T76" fmla="*/ 60 w 89"/>
                <a:gd name="T77" fmla="*/ 20 h 112"/>
                <a:gd name="T78" fmla="*/ 31 w 89"/>
                <a:gd name="T79" fmla="*/ 21 h 112"/>
                <a:gd name="T80" fmla="*/ 19 w 89"/>
                <a:gd name="T81" fmla="*/ 43 h 112"/>
                <a:gd name="T82" fmla="*/ 10 w 89"/>
                <a:gd name="T83" fmla="*/ 62 h 112"/>
                <a:gd name="T84" fmla="*/ 11 w 89"/>
                <a:gd name="T85" fmla="*/ 6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9" h="112">
                  <a:moveTo>
                    <a:pt x="71" y="112"/>
                  </a:moveTo>
                  <a:cubicBezTo>
                    <a:pt x="68" y="112"/>
                    <a:pt x="68" y="112"/>
                    <a:pt x="68" y="112"/>
                  </a:cubicBezTo>
                  <a:cubicBezTo>
                    <a:pt x="60" y="112"/>
                    <a:pt x="60" y="112"/>
                    <a:pt x="60" y="112"/>
                  </a:cubicBezTo>
                  <a:cubicBezTo>
                    <a:pt x="57" y="112"/>
                    <a:pt x="54" y="112"/>
                    <a:pt x="50" y="111"/>
                  </a:cubicBezTo>
                  <a:cubicBezTo>
                    <a:pt x="45" y="111"/>
                    <a:pt x="39" y="109"/>
                    <a:pt x="35" y="108"/>
                  </a:cubicBezTo>
                  <a:cubicBezTo>
                    <a:pt x="31" y="107"/>
                    <a:pt x="31" y="107"/>
                    <a:pt x="31" y="107"/>
                  </a:cubicBezTo>
                  <a:cubicBezTo>
                    <a:pt x="26" y="105"/>
                    <a:pt x="22" y="104"/>
                    <a:pt x="18" y="98"/>
                  </a:cubicBezTo>
                  <a:cubicBezTo>
                    <a:pt x="18" y="97"/>
                    <a:pt x="17" y="96"/>
                    <a:pt x="16" y="95"/>
                  </a:cubicBezTo>
                  <a:cubicBezTo>
                    <a:pt x="13" y="92"/>
                    <a:pt x="10" y="89"/>
                    <a:pt x="10" y="84"/>
                  </a:cubicBezTo>
                  <a:cubicBezTo>
                    <a:pt x="10" y="83"/>
                    <a:pt x="10" y="82"/>
                    <a:pt x="10" y="82"/>
                  </a:cubicBezTo>
                  <a:cubicBezTo>
                    <a:pt x="10" y="82"/>
                    <a:pt x="10" y="81"/>
                    <a:pt x="10" y="81"/>
                  </a:cubicBezTo>
                  <a:cubicBezTo>
                    <a:pt x="10" y="80"/>
                    <a:pt x="9" y="80"/>
                    <a:pt x="9" y="79"/>
                  </a:cubicBezTo>
                  <a:cubicBezTo>
                    <a:pt x="9" y="79"/>
                    <a:pt x="9" y="79"/>
                    <a:pt x="9" y="79"/>
                  </a:cubicBezTo>
                  <a:cubicBezTo>
                    <a:pt x="7" y="79"/>
                    <a:pt x="5" y="79"/>
                    <a:pt x="4" y="78"/>
                  </a:cubicBezTo>
                  <a:cubicBezTo>
                    <a:pt x="0" y="76"/>
                    <a:pt x="0" y="70"/>
                    <a:pt x="1" y="62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2" y="49"/>
                    <a:pt x="6" y="44"/>
                    <a:pt x="12" y="37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7" y="30"/>
                    <a:pt x="20" y="24"/>
                    <a:pt x="22" y="18"/>
                  </a:cubicBezTo>
                  <a:cubicBezTo>
                    <a:pt x="25" y="9"/>
                    <a:pt x="38" y="3"/>
                    <a:pt x="44" y="1"/>
                  </a:cubicBezTo>
                  <a:cubicBezTo>
                    <a:pt x="45" y="0"/>
                    <a:pt x="46" y="0"/>
                    <a:pt x="48" y="1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6" y="13"/>
                    <a:pt x="66" y="14"/>
                    <a:pt x="67" y="14"/>
                  </a:cubicBezTo>
                  <a:cubicBezTo>
                    <a:pt x="68" y="15"/>
                    <a:pt x="70" y="17"/>
                    <a:pt x="71" y="17"/>
                  </a:cubicBezTo>
                  <a:cubicBezTo>
                    <a:pt x="73" y="16"/>
                    <a:pt x="75" y="16"/>
                    <a:pt x="76" y="16"/>
                  </a:cubicBezTo>
                  <a:cubicBezTo>
                    <a:pt x="77" y="16"/>
                    <a:pt x="78" y="16"/>
                    <a:pt x="79" y="17"/>
                  </a:cubicBezTo>
                  <a:cubicBezTo>
                    <a:pt x="80" y="17"/>
                    <a:pt x="81" y="17"/>
                    <a:pt x="81" y="18"/>
                  </a:cubicBezTo>
                  <a:cubicBezTo>
                    <a:pt x="88" y="19"/>
                    <a:pt x="88" y="24"/>
                    <a:pt x="88" y="26"/>
                  </a:cubicBezTo>
                  <a:cubicBezTo>
                    <a:pt x="88" y="27"/>
                    <a:pt x="88" y="28"/>
                    <a:pt x="88" y="28"/>
                  </a:cubicBezTo>
                  <a:cubicBezTo>
                    <a:pt x="89" y="32"/>
                    <a:pt x="88" y="36"/>
                    <a:pt x="87" y="39"/>
                  </a:cubicBezTo>
                  <a:cubicBezTo>
                    <a:pt x="86" y="42"/>
                    <a:pt x="86" y="45"/>
                    <a:pt x="87" y="48"/>
                  </a:cubicBezTo>
                  <a:cubicBezTo>
                    <a:pt x="87" y="49"/>
                    <a:pt x="87" y="50"/>
                    <a:pt x="87" y="51"/>
                  </a:cubicBezTo>
                  <a:cubicBezTo>
                    <a:pt x="88" y="53"/>
                    <a:pt x="89" y="55"/>
                    <a:pt x="89" y="59"/>
                  </a:cubicBezTo>
                  <a:cubicBezTo>
                    <a:pt x="89" y="63"/>
                    <a:pt x="89" y="67"/>
                    <a:pt x="88" y="72"/>
                  </a:cubicBezTo>
                  <a:cubicBezTo>
                    <a:pt x="88" y="77"/>
                    <a:pt x="88" y="77"/>
                    <a:pt x="88" y="77"/>
                  </a:cubicBezTo>
                  <a:cubicBezTo>
                    <a:pt x="88" y="78"/>
                    <a:pt x="87" y="80"/>
                    <a:pt x="86" y="80"/>
                  </a:cubicBezTo>
                  <a:cubicBezTo>
                    <a:pt x="84" y="81"/>
                    <a:pt x="83" y="81"/>
                    <a:pt x="81" y="80"/>
                  </a:cubicBezTo>
                  <a:cubicBezTo>
                    <a:pt x="81" y="80"/>
                    <a:pt x="81" y="80"/>
                    <a:pt x="80" y="80"/>
                  </a:cubicBezTo>
                  <a:cubicBezTo>
                    <a:pt x="80" y="81"/>
                    <a:pt x="79" y="83"/>
                    <a:pt x="79" y="85"/>
                  </a:cubicBezTo>
                  <a:cubicBezTo>
                    <a:pt x="79" y="86"/>
                    <a:pt x="78" y="88"/>
                    <a:pt x="78" y="90"/>
                  </a:cubicBezTo>
                  <a:cubicBezTo>
                    <a:pt x="77" y="94"/>
                    <a:pt x="77" y="99"/>
                    <a:pt x="77" y="103"/>
                  </a:cubicBezTo>
                  <a:cubicBezTo>
                    <a:pt x="77" y="105"/>
                    <a:pt x="78" y="108"/>
                    <a:pt x="76" y="110"/>
                  </a:cubicBezTo>
                  <a:cubicBezTo>
                    <a:pt x="74" y="112"/>
                    <a:pt x="72" y="112"/>
                    <a:pt x="71" y="112"/>
                  </a:cubicBezTo>
                  <a:close/>
                  <a:moveTo>
                    <a:pt x="71" y="102"/>
                  </a:moveTo>
                  <a:cubicBezTo>
                    <a:pt x="71" y="107"/>
                    <a:pt x="71" y="107"/>
                    <a:pt x="71" y="107"/>
                  </a:cubicBezTo>
                  <a:cubicBezTo>
                    <a:pt x="71" y="102"/>
                    <a:pt x="71" y="102"/>
                    <a:pt x="71" y="102"/>
                  </a:cubicBezTo>
                  <a:cubicBezTo>
                    <a:pt x="71" y="102"/>
                    <a:pt x="71" y="102"/>
                    <a:pt x="71" y="102"/>
                  </a:cubicBezTo>
                  <a:close/>
                  <a:moveTo>
                    <a:pt x="11" y="67"/>
                  </a:moveTo>
                  <a:cubicBezTo>
                    <a:pt x="11" y="67"/>
                    <a:pt x="12" y="67"/>
                    <a:pt x="12" y="67"/>
                  </a:cubicBezTo>
                  <a:cubicBezTo>
                    <a:pt x="14" y="68"/>
                    <a:pt x="15" y="69"/>
                    <a:pt x="16" y="71"/>
                  </a:cubicBezTo>
                  <a:cubicBezTo>
                    <a:pt x="16" y="73"/>
                    <a:pt x="16" y="73"/>
                    <a:pt x="17" y="74"/>
                  </a:cubicBezTo>
                  <a:cubicBezTo>
                    <a:pt x="17" y="75"/>
                    <a:pt x="18" y="75"/>
                    <a:pt x="18" y="76"/>
                  </a:cubicBezTo>
                  <a:cubicBezTo>
                    <a:pt x="20" y="79"/>
                    <a:pt x="20" y="80"/>
                    <a:pt x="20" y="82"/>
                  </a:cubicBezTo>
                  <a:cubicBezTo>
                    <a:pt x="20" y="82"/>
                    <a:pt x="20" y="83"/>
                    <a:pt x="20" y="83"/>
                  </a:cubicBezTo>
                  <a:cubicBezTo>
                    <a:pt x="20" y="85"/>
                    <a:pt x="20" y="86"/>
                    <a:pt x="22" y="88"/>
                  </a:cubicBezTo>
                  <a:cubicBezTo>
                    <a:pt x="23" y="89"/>
                    <a:pt x="25" y="91"/>
                    <a:pt x="26" y="93"/>
                  </a:cubicBezTo>
                  <a:cubicBezTo>
                    <a:pt x="28" y="96"/>
                    <a:pt x="29" y="96"/>
                    <a:pt x="33" y="98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42" y="101"/>
                    <a:pt x="46" y="102"/>
                    <a:pt x="51" y="102"/>
                  </a:cubicBezTo>
                  <a:cubicBezTo>
                    <a:pt x="54" y="102"/>
                    <a:pt x="57" y="102"/>
                    <a:pt x="60" y="102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8" y="98"/>
                    <a:pt x="68" y="93"/>
                    <a:pt x="69" y="88"/>
                  </a:cubicBezTo>
                  <a:cubicBezTo>
                    <a:pt x="69" y="86"/>
                    <a:pt x="70" y="84"/>
                    <a:pt x="70" y="82"/>
                  </a:cubicBezTo>
                  <a:cubicBezTo>
                    <a:pt x="71" y="80"/>
                    <a:pt x="71" y="77"/>
                    <a:pt x="72" y="75"/>
                  </a:cubicBezTo>
                  <a:cubicBezTo>
                    <a:pt x="72" y="71"/>
                    <a:pt x="75" y="69"/>
                    <a:pt x="79" y="70"/>
                  </a:cubicBezTo>
                  <a:cubicBezTo>
                    <a:pt x="79" y="66"/>
                    <a:pt x="80" y="62"/>
                    <a:pt x="80" y="58"/>
                  </a:cubicBezTo>
                  <a:cubicBezTo>
                    <a:pt x="80" y="57"/>
                    <a:pt x="79" y="55"/>
                    <a:pt x="79" y="54"/>
                  </a:cubicBezTo>
                  <a:cubicBezTo>
                    <a:pt x="78" y="52"/>
                    <a:pt x="78" y="51"/>
                    <a:pt x="78" y="50"/>
                  </a:cubicBezTo>
                  <a:cubicBezTo>
                    <a:pt x="76" y="45"/>
                    <a:pt x="77" y="41"/>
                    <a:pt x="78" y="37"/>
                  </a:cubicBezTo>
                  <a:cubicBezTo>
                    <a:pt x="79" y="34"/>
                    <a:pt x="79" y="32"/>
                    <a:pt x="79" y="30"/>
                  </a:cubicBezTo>
                  <a:cubicBezTo>
                    <a:pt x="79" y="29"/>
                    <a:pt x="79" y="28"/>
                    <a:pt x="79" y="27"/>
                  </a:cubicBezTo>
                  <a:cubicBezTo>
                    <a:pt x="79" y="27"/>
                    <a:pt x="79" y="27"/>
                    <a:pt x="79" y="26"/>
                  </a:cubicBezTo>
                  <a:cubicBezTo>
                    <a:pt x="78" y="26"/>
                    <a:pt x="77" y="26"/>
                    <a:pt x="77" y="26"/>
                  </a:cubicBezTo>
                  <a:cubicBezTo>
                    <a:pt x="76" y="26"/>
                    <a:pt x="76" y="25"/>
                    <a:pt x="75" y="25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3" y="26"/>
                    <a:pt x="73" y="26"/>
                    <a:pt x="70" y="26"/>
                  </a:cubicBezTo>
                  <a:cubicBezTo>
                    <a:pt x="67" y="25"/>
                    <a:pt x="64" y="23"/>
                    <a:pt x="62" y="21"/>
                  </a:cubicBezTo>
                  <a:cubicBezTo>
                    <a:pt x="61" y="21"/>
                    <a:pt x="60" y="21"/>
                    <a:pt x="60" y="2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39" y="13"/>
                    <a:pt x="32" y="17"/>
                    <a:pt x="31" y="21"/>
                  </a:cubicBezTo>
                  <a:cubicBezTo>
                    <a:pt x="29" y="28"/>
                    <a:pt x="25" y="35"/>
                    <a:pt x="20" y="41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3" y="49"/>
                    <a:pt x="11" y="52"/>
                    <a:pt x="11" y="60"/>
                  </a:cubicBezTo>
                  <a:cubicBezTo>
                    <a:pt x="11" y="61"/>
                    <a:pt x="10" y="62"/>
                    <a:pt x="10" y="62"/>
                  </a:cubicBezTo>
                  <a:cubicBezTo>
                    <a:pt x="10" y="64"/>
                    <a:pt x="10" y="66"/>
                    <a:pt x="10" y="67"/>
                  </a:cubicBezTo>
                  <a:cubicBezTo>
                    <a:pt x="10" y="67"/>
                    <a:pt x="11" y="67"/>
                    <a:pt x="11" y="6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17589B46-6EAD-4C6C-AA04-B00706BC0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1800" y="5219700"/>
              <a:ext cx="90488" cy="115888"/>
            </a:xfrm>
            <a:custGeom>
              <a:avLst/>
              <a:gdLst>
                <a:gd name="T0" fmla="*/ 41 w 80"/>
                <a:gd name="T1" fmla="*/ 0 h 103"/>
                <a:gd name="T2" fmla="*/ 58 w 80"/>
                <a:gd name="T3" fmla="*/ 11 h 103"/>
                <a:gd name="T4" fmla="*/ 67 w 80"/>
                <a:gd name="T5" fmla="*/ 16 h 103"/>
                <a:gd name="T6" fmla="*/ 70 w 80"/>
                <a:gd name="T7" fmla="*/ 16 h 103"/>
                <a:gd name="T8" fmla="*/ 74 w 80"/>
                <a:gd name="T9" fmla="*/ 16 h 103"/>
                <a:gd name="T10" fmla="*/ 76 w 80"/>
                <a:gd name="T11" fmla="*/ 17 h 103"/>
                <a:gd name="T12" fmla="*/ 79 w 80"/>
                <a:gd name="T13" fmla="*/ 24 h 103"/>
                <a:gd name="T14" fmla="*/ 78 w 80"/>
                <a:gd name="T15" fmla="*/ 44 h 103"/>
                <a:gd name="T16" fmla="*/ 80 w 80"/>
                <a:gd name="T17" fmla="*/ 53 h 103"/>
                <a:gd name="T18" fmla="*/ 80 w 80"/>
                <a:gd name="T19" fmla="*/ 71 h 103"/>
                <a:gd name="T20" fmla="*/ 72 w 80"/>
                <a:gd name="T21" fmla="*/ 71 h 103"/>
                <a:gd name="T22" fmla="*/ 69 w 80"/>
                <a:gd name="T23" fmla="*/ 84 h 103"/>
                <a:gd name="T24" fmla="*/ 69 w 80"/>
                <a:gd name="T25" fmla="*/ 98 h 103"/>
                <a:gd name="T26" fmla="*/ 64 w 80"/>
                <a:gd name="T27" fmla="*/ 102 h 103"/>
                <a:gd name="T28" fmla="*/ 47 w 80"/>
                <a:gd name="T29" fmla="*/ 102 h 103"/>
                <a:gd name="T30" fmla="*/ 29 w 80"/>
                <a:gd name="T31" fmla="*/ 97 h 103"/>
                <a:gd name="T32" fmla="*/ 18 w 80"/>
                <a:gd name="T33" fmla="*/ 90 h 103"/>
                <a:gd name="T34" fmla="*/ 11 w 80"/>
                <a:gd name="T35" fmla="*/ 79 h 103"/>
                <a:gd name="T36" fmla="*/ 10 w 80"/>
                <a:gd name="T37" fmla="*/ 73 h 103"/>
                <a:gd name="T38" fmla="*/ 7 w 80"/>
                <a:gd name="T39" fmla="*/ 67 h 103"/>
                <a:gd name="T40" fmla="*/ 3 w 80"/>
                <a:gd name="T41" fmla="*/ 69 h 103"/>
                <a:gd name="T42" fmla="*/ 2 w 80"/>
                <a:gd name="T43" fmla="*/ 55 h 103"/>
                <a:gd name="T44" fmla="*/ 13 w 80"/>
                <a:gd name="T45" fmla="*/ 33 h 103"/>
                <a:gd name="T46" fmla="*/ 23 w 80"/>
                <a:gd name="T47" fmla="*/ 14 h 103"/>
                <a:gd name="T48" fmla="*/ 41 w 80"/>
                <a:gd name="T4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0" h="103">
                  <a:moveTo>
                    <a:pt x="41" y="0"/>
                  </a:moveTo>
                  <a:cubicBezTo>
                    <a:pt x="47" y="4"/>
                    <a:pt x="53" y="8"/>
                    <a:pt x="58" y="11"/>
                  </a:cubicBezTo>
                  <a:cubicBezTo>
                    <a:pt x="61" y="13"/>
                    <a:pt x="64" y="16"/>
                    <a:pt x="67" y="16"/>
                  </a:cubicBezTo>
                  <a:cubicBezTo>
                    <a:pt x="68" y="16"/>
                    <a:pt x="68" y="16"/>
                    <a:pt x="70" y="16"/>
                  </a:cubicBezTo>
                  <a:cubicBezTo>
                    <a:pt x="73" y="15"/>
                    <a:pt x="71" y="15"/>
                    <a:pt x="74" y="16"/>
                  </a:cubicBezTo>
                  <a:cubicBezTo>
                    <a:pt x="74" y="16"/>
                    <a:pt x="75" y="17"/>
                    <a:pt x="76" y="17"/>
                  </a:cubicBezTo>
                  <a:cubicBezTo>
                    <a:pt x="80" y="18"/>
                    <a:pt x="79" y="21"/>
                    <a:pt x="79" y="24"/>
                  </a:cubicBezTo>
                  <a:cubicBezTo>
                    <a:pt x="80" y="31"/>
                    <a:pt x="76" y="37"/>
                    <a:pt x="78" y="44"/>
                  </a:cubicBezTo>
                  <a:cubicBezTo>
                    <a:pt x="79" y="47"/>
                    <a:pt x="80" y="50"/>
                    <a:pt x="80" y="53"/>
                  </a:cubicBezTo>
                  <a:cubicBezTo>
                    <a:pt x="80" y="59"/>
                    <a:pt x="80" y="65"/>
                    <a:pt x="80" y="71"/>
                  </a:cubicBezTo>
                  <a:cubicBezTo>
                    <a:pt x="78" y="70"/>
                    <a:pt x="73" y="67"/>
                    <a:pt x="72" y="71"/>
                  </a:cubicBezTo>
                  <a:cubicBezTo>
                    <a:pt x="71" y="75"/>
                    <a:pt x="70" y="79"/>
                    <a:pt x="69" y="84"/>
                  </a:cubicBezTo>
                  <a:cubicBezTo>
                    <a:pt x="68" y="88"/>
                    <a:pt x="68" y="93"/>
                    <a:pt x="69" y="98"/>
                  </a:cubicBezTo>
                  <a:cubicBezTo>
                    <a:pt x="69" y="103"/>
                    <a:pt x="68" y="102"/>
                    <a:pt x="64" y="102"/>
                  </a:cubicBezTo>
                  <a:cubicBezTo>
                    <a:pt x="58" y="102"/>
                    <a:pt x="52" y="102"/>
                    <a:pt x="47" y="102"/>
                  </a:cubicBezTo>
                  <a:cubicBezTo>
                    <a:pt x="40" y="102"/>
                    <a:pt x="35" y="99"/>
                    <a:pt x="29" y="97"/>
                  </a:cubicBezTo>
                  <a:cubicBezTo>
                    <a:pt x="24" y="95"/>
                    <a:pt x="21" y="95"/>
                    <a:pt x="18" y="90"/>
                  </a:cubicBezTo>
                  <a:cubicBezTo>
                    <a:pt x="15" y="86"/>
                    <a:pt x="11" y="84"/>
                    <a:pt x="11" y="79"/>
                  </a:cubicBezTo>
                  <a:cubicBezTo>
                    <a:pt x="11" y="76"/>
                    <a:pt x="12" y="76"/>
                    <a:pt x="10" y="73"/>
                  </a:cubicBezTo>
                  <a:cubicBezTo>
                    <a:pt x="9" y="71"/>
                    <a:pt x="8" y="70"/>
                    <a:pt x="7" y="67"/>
                  </a:cubicBezTo>
                  <a:cubicBezTo>
                    <a:pt x="6" y="68"/>
                    <a:pt x="4" y="70"/>
                    <a:pt x="3" y="69"/>
                  </a:cubicBezTo>
                  <a:cubicBezTo>
                    <a:pt x="0" y="68"/>
                    <a:pt x="2" y="58"/>
                    <a:pt x="2" y="55"/>
                  </a:cubicBezTo>
                  <a:cubicBezTo>
                    <a:pt x="2" y="45"/>
                    <a:pt x="6" y="41"/>
                    <a:pt x="13" y="33"/>
                  </a:cubicBezTo>
                  <a:cubicBezTo>
                    <a:pt x="17" y="27"/>
                    <a:pt x="21" y="21"/>
                    <a:pt x="23" y="14"/>
                  </a:cubicBezTo>
                  <a:cubicBezTo>
                    <a:pt x="24" y="8"/>
                    <a:pt x="35" y="2"/>
                    <a:pt x="41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6C87B327-5AA8-4B2D-9321-E58D84DFEE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0850" y="3665538"/>
              <a:ext cx="85725" cy="112713"/>
            </a:xfrm>
            <a:custGeom>
              <a:avLst/>
              <a:gdLst>
                <a:gd name="T0" fmla="*/ 17 w 76"/>
                <a:gd name="T1" fmla="*/ 99 h 99"/>
                <a:gd name="T2" fmla="*/ 17 w 76"/>
                <a:gd name="T3" fmla="*/ 94 h 99"/>
                <a:gd name="T4" fmla="*/ 10 w 76"/>
                <a:gd name="T5" fmla="*/ 80 h 99"/>
                <a:gd name="T6" fmla="*/ 13 w 76"/>
                <a:gd name="T7" fmla="*/ 76 h 99"/>
                <a:gd name="T8" fmla="*/ 11 w 76"/>
                <a:gd name="T9" fmla="*/ 67 h 99"/>
                <a:gd name="T10" fmla="*/ 3 w 76"/>
                <a:gd name="T11" fmla="*/ 54 h 99"/>
                <a:gd name="T12" fmla="*/ 3 w 76"/>
                <a:gd name="T13" fmla="*/ 43 h 99"/>
                <a:gd name="T14" fmla="*/ 13 w 76"/>
                <a:gd name="T15" fmla="*/ 28 h 99"/>
                <a:gd name="T16" fmla="*/ 21 w 76"/>
                <a:gd name="T17" fmla="*/ 27 h 99"/>
                <a:gd name="T18" fmla="*/ 23 w 76"/>
                <a:gd name="T19" fmla="*/ 24 h 99"/>
                <a:gd name="T20" fmla="*/ 28 w 76"/>
                <a:gd name="T21" fmla="*/ 15 h 99"/>
                <a:gd name="T22" fmla="*/ 41 w 76"/>
                <a:gd name="T23" fmla="*/ 12 h 99"/>
                <a:gd name="T24" fmla="*/ 43 w 76"/>
                <a:gd name="T25" fmla="*/ 9 h 99"/>
                <a:gd name="T26" fmla="*/ 45 w 76"/>
                <a:gd name="T27" fmla="*/ 6 h 99"/>
                <a:gd name="T28" fmla="*/ 54 w 76"/>
                <a:gd name="T29" fmla="*/ 0 h 99"/>
                <a:gd name="T30" fmla="*/ 65 w 76"/>
                <a:gd name="T31" fmla="*/ 9 h 99"/>
                <a:gd name="T32" fmla="*/ 71 w 76"/>
                <a:gd name="T33" fmla="*/ 16 h 99"/>
                <a:gd name="T34" fmla="*/ 70 w 76"/>
                <a:gd name="T35" fmla="*/ 28 h 99"/>
                <a:gd name="T36" fmla="*/ 57 w 76"/>
                <a:gd name="T37" fmla="*/ 32 h 99"/>
                <a:gd name="T38" fmla="*/ 53 w 76"/>
                <a:gd name="T39" fmla="*/ 38 h 99"/>
                <a:gd name="T40" fmla="*/ 46 w 76"/>
                <a:gd name="T41" fmla="*/ 45 h 99"/>
                <a:gd name="T42" fmla="*/ 40 w 76"/>
                <a:gd name="T43" fmla="*/ 50 h 99"/>
                <a:gd name="T44" fmla="*/ 41 w 76"/>
                <a:gd name="T45" fmla="*/ 82 h 99"/>
                <a:gd name="T46" fmla="*/ 40 w 76"/>
                <a:gd name="T47" fmla="*/ 91 h 99"/>
                <a:gd name="T48" fmla="*/ 30 w 76"/>
                <a:gd name="T49" fmla="*/ 96 h 99"/>
                <a:gd name="T50" fmla="*/ 27 w 76"/>
                <a:gd name="T51" fmla="*/ 96 h 99"/>
                <a:gd name="T52" fmla="*/ 17 w 76"/>
                <a:gd name="T53" fmla="*/ 99 h 99"/>
                <a:gd name="T54" fmla="*/ 12 w 76"/>
                <a:gd name="T55" fmla="*/ 50 h 99"/>
                <a:gd name="T56" fmla="*/ 19 w 76"/>
                <a:gd name="T57" fmla="*/ 65 h 99"/>
                <a:gd name="T58" fmla="*/ 22 w 76"/>
                <a:gd name="T59" fmla="*/ 73 h 99"/>
                <a:gd name="T60" fmla="*/ 18 w 76"/>
                <a:gd name="T61" fmla="*/ 84 h 99"/>
                <a:gd name="T62" fmla="*/ 27 w 76"/>
                <a:gd name="T63" fmla="*/ 87 h 99"/>
                <a:gd name="T64" fmla="*/ 30 w 76"/>
                <a:gd name="T65" fmla="*/ 87 h 99"/>
                <a:gd name="T66" fmla="*/ 32 w 76"/>
                <a:gd name="T67" fmla="*/ 87 h 99"/>
                <a:gd name="T68" fmla="*/ 32 w 76"/>
                <a:gd name="T69" fmla="*/ 81 h 99"/>
                <a:gd name="T70" fmla="*/ 32 w 76"/>
                <a:gd name="T71" fmla="*/ 56 h 99"/>
                <a:gd name="T72" fmla="*/ 32 w 76"/>
                <a:gd name="T73" fmla="*/ 44 h 99"/>
                <a:gd name="T74" fmla="*/ 35 w 76"/>
                <a:gd name="T75" fmla="*/ 43 h 99"/>
                <a:gd name="T76" fmla="*/ 41 w 76"/>
                <a:gd name="T77" fmla="*/ 37 h 99"/>
                <a:gd name="T78" fmla="*/ 46 w 76"/>
                <a:gd name="T79" fmla="*/ 33 h 99"/>
                <a:gd name="T80" fmla="*/ 52 w 76"/>
                <a:gd name="T81" fmla="*/ 24 h 99"/>
                <a:gd name="T82" fmla="*/ 62 w 76"/>
                <a:gd name="T83" fmla="*/ 20 h 99"/>
                <a:gd name="T84" fmla="*/ 57 w 76"/>
                <a:gd name="T85" fmla="*/ 14 h 99"/>
                <a:gd name="T86" fmla="*/ 55 w 76"/>
                <a:gd name="T87" fmla="*/ 10 h 99"/>
                <a:gd name="T88" fmla="*/ 52 w 76"/>
                <a:gd name="T89" fmla="*/ 12 h 99"/>
                <a:gd name="T90" fmla="*/ 49 w 76"/>
                <a:gd name="T91" fmla="*/ 15 h 99"/>
                <a:gd name="T92" fmla="*/ 33 w 76"/>
                <a:gd name="T93" fmla="*/ 24 h 99"/>
                <a:gd name="T94" fmla="*/ 32 w 76"/>
                <a:gd name="T95" fmla="*/ 26 h 99"/>
                <a:gd name="T96" fmla="*/ 27 w 76"/>
                <a:gd name="T97" fmla="*/ 35 h 99"/>
                <a:gd name="T98" fmla="*/ 19 w 76"/>
                <a:gd name="T99" fmla="*/ 37 h 99"/>
                <a:gd name="T100" fmla="*/ 12 w 76"/>
                <a:gd name="T101" fmla="*/ 4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6" h="99">
                  <a:moveTo>
                    <a:pt x="17" y="99"/>
                  </a:moveTo>
                  <a:cubicBezTo>
                    <a:pt x="17" y="99"/>
                    <a:pt x="17" y="99"/>
                    <a:pt x="17" y="99"/>
                  </a:cubicBezTo>
                  <a:cubicBezTo>
                    <a:pt x="15" y="99"/>
                    <a:pt x="14" y="98"/>
                    <a:pt x="13" y="97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0" y="92"/>
                    <a:pt x="7" y="87"/>
                    <a:pt x="10" y="80"/>
                  </a:cubicBezTo>
                  <a:cubicBezTo>
                    <a:pt x="11" y="78"/>
                    <a:pt x="12" y="77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2"/>
                    <a:pt x="11" y="70"/>
                    <a:pt x="11" y="67"/>
                  </a:cubicBezTo>
                  <a:cubicBezTo>
                    <a:pt x="10" y="65"/>
                    <a:pt x="8" y="63"/>
                    <a:pt x="7" y="60"/>
                  </a:cubicBezTo>
                  <a:cubicBezTo>
                    <a:pt x="6" y="58"/>
                    <a:pt x="4" y="56"/>
                    <a:pt x="3" y="54"/>
                  </a:cubicBezTo>
                  <a:cubicBezTo>
                    <a:pt x="1" y="51"/>
                    <a:pt x="0" y="48"/>
                    <a:pt x="2" y="45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4" y="39"/>
                    <a:pt x="8" y="35"/>
                    <a:pt x="11" y="33"/>
                  </a:cubicBezTo>
                  <a:cubicBezTo>
                    <a:pt x="11" y="31"/>
                    <a:pt x="12" y="29"/>
                    <a:pt x="13" y="28"/>
                  </a:cubicBezTo>
                  <a:cubicBezTo>
                    <a:pt x="14" y="27"/>
                    <a:pt x="17" y="25"/>
                    <a:pt x="20" y="27"/>
                  </a:cubicBezTo>
                  <a:cubicBezTo>
                    <a:pt x="20" y="27"/>
                    <a:pt x="21" y="27"/>
                    <a:pt x="21" y="27"/>
                  </a:cubicBezTo>
                  <a:cubicBezTo>
                    <a:pt x="21" y="27"/>
                    <a:pt x="21" y="27"/>
                    <a:pt x="22" y="27"/>
                  </a:cubicBezTo>
                  <a:cubicBezTo>
                    <a:pt x="22" y="26"/>
                    <a:pt x="23" y="25"/>
                    <a:pt x="23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1"/>
                    <a:pt x="23" y="16"/>
                    <a:pt x="28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4" y="14"/>
                    <a:pt x="37" y="13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2" y="10"/>
                    <a:pt x="42" y="9"/>
                    <a:pt x="43" y="9"/>
                  </a:cubicBezTo>
                  <a:cubicBezTo>
                    <a:pt x="43" y="8"/>
                    <a:pt x="44" y="7"/>
                    <a:pt x="45" y="7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5"/>
                    <a:pt x="47" y="3"/>
                    <a:pt x="49" y="2"/>
                  </a:cubicBezTo>
                  <a:cubicBezTo>
                    <a:pt x="51" y="1"/>
                    <a:pt x="52" y="0"/>
                    <a:pt x="54" y="0"/>
                  </a:cubicBezTo>
                  <a:cubicBezTo>
                    <a:pt x="58" y="0"/>
                    <a:pt x="61" y="3"/>
                    <a:pt x="63" y="6"/>
                  </a:cubicBezTo>
                  <a:cubicBezTo>
                    <a:pt x="63" y="7"/>
                    <a:pt x="64" y="8"/>
                    <a:pt x="65" y="9"/>
                  </a:cubicBezTo>
                  <a:cubicBezTo>
                    <a:pt x="66" y="11"/>
                    <a:pt x="67" y="13"/>
                    <a:pt x="69" y="14"/>
                  </a:cubicBezTo>
                  <a:cubicBezTo>
                    <a:pt x="70" y="15"/>
                    <a:pt x="70" y="16"/>
                    <a:pt x="71" y="16"/>
                  </a:cubicBezTo>
                  <a:cubicBezTo>
                    <a:pt x="74" y="18"/>
                    <a:pt x="76" y="20"/>
                    <a:pt x="75" y="23"/>
                  </a:cubicBezTo>
                  <a:cubicBezTo>
                    <a:pt x="75" y="27"/>
                    <a:pt x="71" y="27"/>
                    <a:pt x="70" y="28"/>
                  </a:cubicBezTo>
                  <a:cubicBezTo>
                    <a:pt x="67" y="29"/>
                    <a:pt x="65" y="29"/>
                    <a:pt x="63" y="30"/>
                  </a:cubicBezTo>
                  <a:cubicBezTo>
                    <a:pt x="61" y="30"/>
                    <a:pt x="58" y="31"/>
                    <a:pt x="57" y="32"/>
                  </a:cubicBezTo>
                  <a:cubicBezTo>
                    <a:pt x="57" y="32"/>
                    <a:pt x="56" y="33"/>
                    <a:pt x="56" y="34"/>
                  </a:cubicBezTo>
                  <a:cubicBezTo>
                    <a:pt x="55" y="36"/>
                    <a:pt x="54" y="37"/>
                    <a:pt x="53" y="38"/>
                  </a:cubicBezTo>
                  <a:cubicBezTo>
                    <a:pt x="53" y="39"/>
                    <a:pt x="52" y="40"/>
                    <a:pt x="51" y="40"/>
                  </a:cubicBezTo>
                  <a:cubicBezTo>
                    <a:pt x="51" y="42"/>
                    <a:pt x="49" y="44"/>
                    <a:pt x="46" y="45"/>
                  </a:cubicBezTo>
                  <a:cubicBezTo>
                    <a:pt x="46" y="45"/>
                    <a:pt x="45" y="45"/>
                    <a:pt x="45" y="46"/>
                  </a:cubicBezTo>
                  <a:cubicBezTo>
                    <a:pt x="44" y="47"/>
                    <a:pt x="43" y="49"/>
                    <a:pt x="40" y="50"/>
                  </a:cubicBezTo>
                  <a:cubicBezTo>
                    <a:pt x="42" y="53"/>
                    <a:pt x="42" y="61"/>
                    <a:pt x="41" y="78"/>
                  </a:cubicBezTo>
                  <a:cubicBezTo>
                    <a:pt x="41" y="80"/>
                    <a:pt x="41" y="81"/>
                    <a:pt x="41" y="82"/>
                  </a:cubicBezTo>
                  <a:cubicBezTo>
                    <a:pt x="41" y="82"/>
                    <a:pt x="41" y="83"/>
                    <a:pt x="41" y="83"/>
                  </a:cubicBezTo>
                  <a:cubicBezTo>
                    <a:pt x="41" y="86"/>
                    <a:pt x="41" y="88"/>
                    <a:pt x="40" y="91"/>
                  </a:cubicBezTo>
                  <a:cubicBezTo>
                    <a:pt x="38" y="96"/>
                    <a:pt x="34" y="96"/>
                    <a:pt x="32" y="96"/>
                  </a:cubicBezTo>
                  <a:cubicBezTo>
                    <a:pt x="30" y="96"/>
                    <a:pt x="30" y="96"/>
                    <a:pt x="30" y="96"/>
                  </a:cubicBezTo>
                  <a:cubicBezTo>
                    <a:pt x="30" y="96"/>
                    <a:pt x="29" y="96"/>
                    <a:pt x="28" y="96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5" y="96"/>
                    <a:pt x="21" y="96"/>
                    <a:pt x="21" y="97"/>
                  </a:cubicBezTo>
                  <a:cubicBezTo>
                    <a:pt x="20" y="98"/>
                    <a:pt x="18" y="99"/>
                    <a:pt x="17" y="99"/>
                  </a:cubicBezTo>
                  <a:close/>
                  <a:moveTo>
                    <a:pt x="11" y="48"/>
                  </a:moveTo>
                  <a:cubicBezTo>
                    <a:pt x="11" y="49"/>
                    <a:pt x="11" y="49"/>
                    <a:pt x="12" y="50"/>
                  </a:cubicBezTo>
                  <a:cubicBezTo>
                    <a:pt x="12" y="52"/>
                    <a:pt x="14" y="54"/>
                    <a:pt x="15" y="56"/>
                  </a:cubicBezTo>
                  <a:cubicBezTo>
                    <a:pt x="17" y="59"/>
                    <a:pt x="18" y="62"/>
                    <a:pt x="19" y="65"/>
                  </a:cubicBezTo>
                  <a:cubicBezTo>
                    <a:pt x="20" y="67"/>
                    <a:pt x="21" y="69"/>
                    <a:pt x="22" y="72"/>
                  </a:cubicBezTo>
                  <a:cubicBezTo>
                    <a:pt x="22" y="73"/>
                    <a:pt x="22" y="73"/>
                    <a:pt x="22" y="73"/>
                  </a:cubicBezTo>
                  <a:cubicBezTo>
                    <a:pt x="24" y="79"/>
                    <a:pt x="21" y="82"/>
                    <a:pt x="19" y="83"/>
                  </a:cubicBezTo>
                  <a:cubicBezTo>
                    <a:pt x="19" y="83"/>
                    <a:pt x="18" y="84"/>
                    <a:pt x="18" y="84"/>
                  </a:cubicBezTo>
                  <a:cubicBezTo>
                    <a:pt x="18" y="85"/>
                    <a:pt x="18" y="86"/>
                    <a:pt x="19" y="88"/>
                  </a:cubicBezTo>
                  <a:cubicBezTo>
                    <a:pt x="22" y="87"/>
                    <a:pt x="24" y="87"/>
                    <a:pt x="27" y="87"/>
                  </a:cubicBezTo>
                  <a:cubicBezTo>
                    <a:pt x="28" y="87"/>
                    <a:pt x="28" y="87"/>
                    <a:pt x="28" y="87"/>
                  </a:cubicBezTo>
                  <a:cubicBezTo>
                    <a:pt x="29" y="87"/>
                    <a:pt x="29" y="87"/>
                    <a:pt x="30" y="87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2" y="86"/>
                    <a:pt x="32" y="85"/>
                    <a:pt x="32" y="84"/>
                  </a:cubicBezTo>
                  <a:cubicBezTo>
                    <a:pt x="32" y="83"/>
                    <a:pt x="32" y="82"/>
                    <a:pt x="32" y="81"/>
                  </a:cubicBezTo>
                  <a:cubicBezTo>
                    <a:pt x="32" y="81"/>
                    <a:pt x="32" y="79"/>
                    <a:pt x="32" y="78"/>
                  </a:cubicBezTo>
                  <a:cubicBezTo>
                    <a:pt x="32" y="66"/>
                    <a:pt x="33" y="59"/>
                    <a:pt x="32" y="56"/>
                  </a:cubicBezTo>
                  <a:cubicBezTo>
                    <a:pt x="30" y="55"/>
                    <a:pt x="27" y="52"/>
                    <a:pt x="27" y="49"/>
                  </a:cubicBezTo>
                  <a:cubicBezTo>
                    <a:pt x="27" y="47"/>
                    <a:pt x="28" y="44"/>
                    <a:pt x="32" y="44"/>
                  </a:cubicBezTo>
                  <a:cubicBezTo>
                    <a:pt x="33" y="44"/>
                    <a:pt x="33" y="43"/>
                    <a:pt x="34" y="43"/>
                  </a:cubicBezTo>
                  <a:cubicBezTo>
                    <a:pt x="34" y="43"/>
                    <a:pt x="35" y="43"/>
                    <a:pt x="35" y="43"/>
                  </a:cubicBezTo>
                  <a:cubicBezTo>
                    <a:pt x="36" y="42"/>
                    <a:pt x="37" y="41"/>
                    <a:pt x="38" y="40"/>
                  </a:cubicBezTo>
                  <a:cubicBezTo>
                    <a:pt x="38" y="39"/>
                    <a:pt x="39" y="38"/>
                    <a:pt x="41" y="37"/>
                  </a:cubicBezTo>
                  <a:cubicBezTo>
                    <a:pt x="41" y="36"/>
                    <a:pt x="42" y="36"/>
                    <a:pt x="43" y="36"/>
                  </a:cubicBezTo>
                  <a:cubicBezTo>
                    <a:pt x="44" y="34"/>
                    <a:pt x="45" y="33"/>
                    <a:pt x="46" y="33"/>
                  </a:cubicBezTo>
                  <a:cubicBezTo>
                    <a:pt x="46" y="32"/>
                    <a:pt x="47" y="31"/>
                    <a:pt x="47" y="30"/>
                  </a:cubicBezTo>
                  <a:cubicBezTo>
                    <a:pt x="48" y="28"/>
                    <a:pt x="49" y="26"/>
                    <a:pt x="52" y="24"/>
                  </a:cubicBezTo>
                  <a:cubicBezTo>
                    <a:pt x="54" y="22"/>
                    <a:pt x="58" y="21"/>
                    <a:pt x="61" y="21"/>
                  </a:cubicBezTo>
                  <a:cubicBezTo>
                    <a:pt x="61" y="21"/>
                    <a:pt x="62" y="21"/>
                    <a:pt x="62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0" y="18"/>
                    <a:pt x="59" y="16"/>
                    <a:pt x="57" y="14"/>
                  </a:cubicBezTo>
                  <a:cubicBezTo>
                    <a:pt x="56" y="13"/>
                    <a:pt x="56" y="12"/>
                    <a:pt x="55" y="11"/>
                  </a:cubicBezTo>
                  <a:cubicBezTo>
                    <a:pt x="55" y="11"/>
                    <a:pt x="55" y="11"/>
                    <a:pt x="55" y="10"/>
                  </a:cubicBezTo>
                  <a:cubicBezTo>
                    <a:pt x="54" y="10"/>
                    <a:pt x="54" y="10"/>
                    <a:pt x="54" y="9"/>
                  </a:cubicBezTo>
                  <a:cubicBezTo>
                    <a:pt x="53" y="11"/>
                    <a:pt x="53" y="12"/>
                    <a:pt x="52" y="12"/>
                  </a:cubicBezTo>
                  <a:cubicBezTo>
                    <a:pt x="52" y="13"/>
                    <a:pt x="51" y="14"/>
                    <a:pt x="50" y="14"/>
                  </a:cubicBezTo>
                  <a:cubicBezTo>
                    <a:pt x="50" y="15"/>
                    <a:pt x="50" y="15"/>
                    <a:pt x="49" y="15"/>
                  </a:cubicBezTo>
                  <a:cubicBezTo>
                    <a:pt x="48" y="17"/>
                    <a:pt x="47" y="21"/>
                    <a:pt x="43" y="21"/>
                  </a:cubicBezTo>
                  <a:cubicBezTo>
                    <a:pt x="40" y="22"/>
                    <a:pt x="37" y="23"/>
                    <a:pt x="3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1" y="32"/>
                    <a:pt x="27" y="35"/>
                  </a:cubicBezTo>
                  <a:cubicBezTo>
                    <a:pt x="25" y="36"/>
                    <a:pt x="22" y="36"/>
                    <a:pt x="20" y="36"/>
                  </a:cubicBezTo>
                  <a:cubicBezTo>
                    <a:pt x="20" y="36"/>
                    <a:pt x="20" y="37"/>
                    <a:pt x="19" y="37"/>
                  </a:cubicBezTo>
                  <a:cubicBezTo>
                    <a:pt x="19" y="38"/>
                    <a:pt x="19" y="38"/>
                    <a:pt x="18" y="39"/>
                  </a:cubicBezTo>
                  <a:cubicBezTo>
                    <a:pt x="15" y="41"/>
                    <a:pt x="12" y="44"/>
                    <a:pt x="12" y="45"/>
                  </a:cubicBezTo>
                  <a:lnTo>
                    <a:pt x="11" y="48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1817FAD2-BF21-4985-B36A-2F76D531C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613" y="3668713"/>
              <a:ext cx="77788" cy="103188"/>
            </a:xfrm>
            <a:custGeom>
              <a:avLst/>
              <a:gdLst>
                <a:gd name="T0" fmla="*/ 47 w 68"/>
                <a:gd name="T1" fmla="*/ 3 h 91"/>
                <a:gd name="T2" fmla="*/ 44 w 68"/>
                <a:gd name="T3" fmla="*/ 6 h 91"/>
                <a:gd name="T4" fmla="*/ 41 w 68"/>
                <a:gd name="T5" fmla="*/ 9 h 91"/>
                <a:gd name="T6" fmla="*/ 38 w 68"/>
                <a:gd name="T7" fmla="*/ 14 h 91"/>
                <a:gd name="T8" fmla="*/ 24 w 68"/>
                <a:gd name="T9" fmla="*/ 17 h 91"/>
                <a:gd name="T10" fmla="*/ 22 w 68"/>
                <a:gd name="T11" fmla="*/ 22 h 91"/>
                <a:gd name="T12" fmla="*/ 20 w 68"/>
                <a:gd name="T13" fmla="*/ 28 h 91"/>
                <a:gd name="T14" fmla="*/ 14 w 68"/>
                <a:gd name="T15" fmla="*/ 28 h 91"/>
                <a:gd name="T16" fmla="*/ 11 w 68"/>
                <a:gd name="T17" fmla="*/ 28 h 91"/>
                <a:gd name="T18" fmla="*/ 10 w 68"/>
                <a:gd name="T19" fmla="*/ 32 h 91"/>
                <a:gd name="T20" fmla="*/ 2 w 68"/>
                <a:gd name="T21" fmla="*/ 41 h 91"/>
                <a:gd name="T22" fmla="*/ 1 w 68"/>
                <a:gd name="T23" fmla="*/ 44 h 91"/>
                <a:gd name="T24" fmla="*/ 2 w 68"/>
                <a:gd name="T25" fmla="*/ 48 h 91"/>
                <a:gd name="T26" fmla="*/ 10 w 68"/>
                <a:gd name="T27" fmla="*/ 63 h 91"/>
                <a:gd name="T28" fmla="*/ 13 w 68"/>
                <a:gd name="T29" fmla="*/ 72 h 91"/>
                <a:gd name="T30" fmla="*/ 9 w 68"/>
                <a:gd name="T31" fmla="*/ 79 h 91"/>
                <a:gd name="T32" fmla="*/ 12 w 68"/>
                <a:gd name="T33" fmla="*/ 91 h 91"/>
                <a:gd name="T34" fmla="*/ 25 w 68"/>
                <a:gd name="T35" fmla="*/ 89 h 91"/>
                <a:gd name="T36" fmla="*/ 31 w 68"/>
                <a:gd name="T37" fmla="*/ 86 h 91"/>
                <a:gd name="T38" fmla="*/ 31 w 68"/>
                <a:gd name="T39" fmla="*/ 78 h 91"/>
                <a:gd name="T40" fmla="*/ 31 w 68"/>
                <a:gd name="T41" fmla="*/ 49 h 91"/>
                <a:gd name="T42" fmla="*/ 28 w 68"/>
                <a:gd name="T43" fmla="*/ 45 h 91"/>
                <a:gd name="T44" fmla="*/ 31 w 68"/>
                <a:gd name="T45" fmla="*/ 44 h 91"/>
                <a:gd name="T46" fmla="*/ 38 w 68"/>
                <a:gd name="T47" fmla="*/ 38 h 91"/>
                <a:gd name="T48" fmla="*/ 42 w 68"/>
                <a:gd name="T49" fmla="*/ 35 h 91"/>
                <a:gd name="T50" fmla="*/ 45 w 68"/>
                <a:gd name="T51" fmla="*/ 32 h 91"/>
                <a:gd name="T52" fmla="*/ 49 w 68"/>
                <a:gd name="T53" fmla="*/ 25 h 91"/>
                <a:gd name="T54" fmla="*/ 62 w 68"/>
                <a:gd name="T55" fmla="*/ 21 h 91"/>
                <a:gd name="T56" fmla="*/ 64 w 68"/>
                <a:gd name="T57" fmla="*/ 17 h 91"/>
                <a:gd name="T58" fmla="*/ 60 w 68"/>
                <a:gd name="T59" fmla="*/ 14 h 91"/>
                <a:gd name="T60" fmla="*/ 54 w 68"/>
                <a:gd name="T61" fmla="*/ 6 h 91"/>
                <a:gd name="T62" fmla="*/ 47 w 68"/>
                <a:gd name="T63" fmla="*/ 3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8" h="91">
                  <a:moveTo>
                    <a:pt x="47" y="3"/>
                  </a:moveTo>
                  <a:cubicBezTo>
                    <a:pt x="45" y="4"/>
                    <a:pt x="45" y="5"/>
                    <a:pt x="44" y="6"/>
                  </a:cubicBezTo>
                  <a:cubicBezTo>
                    <a:pt x="43" y="7"/>
                    <a:pt x="42" y="8"/>
                    <a:pt x="41" y="9"/>
                  </a:cubicBezTo>
                  <a:cubicBezTo>
                    <a:pt x="40" y="10"/>
                    <a:pt x="39" y="14"/>
                    <a:pt x="38" y="14"/>
                  </a:cubicBezTo>
                  <a:cubicBezTo>
                    <a:pt x="33" y="15"/>
                    <a:pt x="28" y="16"/>
                    <a:pt x="24" y="17"/>
                  </a:cubicBezTo>
                  <a:cubicBezTo>
                    <a:pt x="22" y="17"/>
                    <a:pt x="23" y="21"/>
                    <a:pt x="22" y="22"/>
                  </a:cubicBezTo>
                  <a:cubicBezTo>
                    <a:pt x="22" y="23"/>
                    <a:pt x="21" y="27"/>
                    <a:pt x="20" y="28"/>
                  </a:cubicBezTo>
                  <a:cubicBezTo>
                    <a:pt x="18" y="29"/>
                    <a:pt x="15" y="28"/>
                    <a:pt x="14" y="28"/>
                  </a:cubicBezTo>
                  <a:cubicBezTo>
                    <a:pt x="12" y="28"/>
                    <a:pt x="13" y="26"/>
                    <a:pt x="11" y="28"/>
                  </a:cubicBezTo>
                  <a:cubicBezTo>
                    <a:pt x="10" y="29"/>
                    <a:pt x="11" y="31"/>
                    <a:pt x="10" y="32"/>
                  </a:cubicBezTo>
                  <a:cubicBezTo>
                    <a:pt x="10" y="32"/>
                    <a:pt x="3" y="37"/>
                    <a:pt x="2" y="41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0" y="46"/>
                    <a:pt x="2" y="48"/>
                    <a:pt x="2" y="48"/>
                  </a:cubicBezTo>
                  <a:cubicBezTo>
                    <a:pt x="4" y="53"/>
                    <a:pt x="9" y="58"/>
                    <a:pt x="10" y="63"/>
                  </a:cubicBezTo>
                  <a:cubicBezTo>
                    <a:pt x="11" y="66"/>
                    <a:pt x="12" y="69"/>
                    <a:pt x="13" y="72"/>
                  </a:cubicBezTo>
                  <a:cubicBezTo>
                    <a:pt x="14" y="76"/>
                    <a:pt x="11" y="76"/>
                    <a:pt x="9" y="79"/>
                  </a:cubicBezTo>
                  <a:cubicBezTo>
                    <a:pt x="7" y="84"/>
                    <a:pt x="10" y="87"/>
                    <a:pt x="12" y="91"/>
                  </a:cubicBezTo>
                  <a:cubicBezTo>
                    <a:pt x="15" y="88"/>
                    <a:pt x="21" y="89"/>
                    <a:pt x="25" y="89"/>
                  </a:cubicBezTo>
                  <a:cubicBezTo>
                    <a:pt x="28" y="88"/>
                    <a:pt x="30" y="89"/>
                    <a:pt x="31" y="86"/>
                  </a:cubicBezTo>
                  <a:cubicBezTo>
                    <a:pt x="32" y="84"/>
                    <a:pt x="31" y="81"/>
                    <a:pt x="31" y="78"/>
                  </a:cubicBezTo>
                  <a:cubicBezTo>
                    <a:pt x="31" y="75"/>
                    <a:pt x="33" y="50"/>
                    <a:pt x="31" y="49"/>
                  </a:cubicBezTo>
                  <a:cubicBezTo>
                    <a:pt x="29" y="49"/>
                    <a:pt x="25" y="46"/>
                    <a:pt x="28" y="45"/>
                  </a:cubicBezTo>
                  <a:cubicBezTo>
                    <a:pt x="29" y="45"/>
                    <a:pt x="30" y="45"/>
                    <a:pt x="31" y="44"/>
                  </a:cubicBezTo>
                  <a:cubicBezTo>
                    <a:pt x="35" y="42"/>
                    <a:pt x="36" y="39"/>
                    <a:pt x="38" y="38"/>
                  </a:cubicBezTo>
                  <a:cubicBezTo>
                    <a:pt x="40" y="36"/>
                    <a:pt x="41" y="38"/>
                    <a:pt x="42" y="35"/>
                  </a:cubicBezTo>
                  <a:cubicBezTo>
                    <a:pt x="42" y="34"/>
                    <a:pt x="44" y="34"/>
                    <a:pt x="45" y="32"/>
                  </a:cubicBezTo>
                  <a:cubicBezTo>
                    <a:pt x="46" y="30"/>
                    <a:pt x="47" y="27"/>
                    <a:pt x="49" y="25"/>
                  </a:cubicBezTo>
                  <a:cubicBezTo>
                    <a:pt x="53" y="23"/>
                    <a:pt x="59" y="22"/>
                    <a:pt x="62" y="21"/>
                  </a:cubicBezTo>
                  <a:cubicBezTo>
                    <a:pt x="64" y="20"/>
                    <a:pt x="68" y="20"/>
                    <a:pt x="64" y="17"/>
                  </a:cubicBezTo>
                  <a:cubicBezTo>
                    <a:pt x="62" y="17"/>
                    <a:pt x="61" y="16"/>
                    <a:pt x="60" y="14"/>
                  </a:cubicBezTo>
                  <a:cubicBezTo>
                    <a:pt x="58" y="12"/>
                    <a:pt x="56" y="8"/>
                    <a:pt x="54" y="6"/>
                  </a:cubicBezTo>
                  <a:cubicBezTo>
                    <a:pt x="54" y="6"/>
                    <a:pt x="51" y="0"/>
                    <a:pt x="47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6E9334E9-C877-4658-91BF-A0147072CA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0213" y="3771900"/>
              <a:ext cx="855663" cy="895350"/>
            </a:xfrm>
            <a:custGeom>
              <a:avLst/>
              <a:gdLst>
                <a:gd name="T0" fmla="*/ 490 w 756"/>
                <a:gd name="T1" fmla="*/ 781 h 792"/>
                <a:gd name="T2" fmla="*/ 405 w 756"/>
                <a:gd name="T3" fmla="*/ 751 h 792"/>
                <a:gd name="T4" fmla="*/ 139 w 756"/>
                <a:gd name="T5" fmla="*/ 753 h 792"/>
                <a:gd name="T6" fmla="*/ 68 w 756"/>
                <a:gd name="T7" fmla="*/ 733 h 792"/>
                <a:gd name="T8" fmla="*/ 8 w 756"/>
                <a:gd name="T9" fmla="*/ 743 h 792"/>
                <a:gd name="T10" fmla="*/ 1 w 756"/>
                <a:gd name="T11" fmla="*/ 651 h 792"/>
                <a:gd name="T12" fmla="*/ 31 w 756"/>
                <a:gd name="T13" fmla="*/ 579 h 792"/>
                <a:gd name="T14" fmla="*/ 53 w 756"/>
                <a:gd name="T15" fmla="*/ 485 h 792"/>
                <a:gd name="T16" fmla="*/ 102 w 756"/>
                <a:gd name="T17" fmla="*/ 434 h 792"/>
                <a:gd name="T18" fmla="*/ 129 w 756"/>
                <a:gd name="T19" fmla="*/ 341 h 792"/>
                <a:gd name="T20" fmla="*/ 100 w 756"/>
                <a:gd name="T21" fmla="*/ 276 h 792"/>
                <a:gd name="T22" fmla="*/ 89 w 756"/>
                <a:gd name="T23" fmla="*/ 195 h 792"/>
                <a:gd name="T24" fmla="*/ 68 w 756"/>
                <a:gd name="T25" fmla="*/ 81 h 792"/>
                <a:gd name="T26" fmla="*/ 38 w 756"/>
                <a:gd name="T27" fmla="*/ 18 h 792"/>
                <a:gd name="T28" fmla="*/ 103 w 756"/>
                <a:gd name="T29" fmla="*/ 3 h 792"/>
                <a:gd name="T30" fmla="*/ 178 w 756"/>
                <a:gd name="T31" fmla="*/ 4 h 792"/>
                <a:gd name="T32" fmla="*/ 308 w 756"/>
                <a:gd name="T33" fmla="*/ 20 h 792"/>
                <a:gd name="T34" fmla="*/ 326 w 756"/>
                <a:gd name="T35" fmla="*/ 75 h 792"/>
                <a:gd name="T36" fmla="*/ 358 w 756"/>
                <a:gd name="T37" fmla="*/ 138 h 792"/>
                <a:gd name="T38" fmla="*/ 411 w 756"/>
                <a:gd name="T39" fmla="*/ 139 h 792"/>
                <a:gd name="T40" fmla="*/ 472 w 756"/>
                <a:gd name="T41" fmla="*/ 111 h 792"/>
                <a:gd name="T42" fmla="*/ 539 w 756"/>
                <a:gd name="T43" fmla="*/ 69 h 792"/>
                <a:gd name="T44" fmla="*/ 619 w 756"/>
                <a:gd name="T45" fmla="*/ 130 h 792"/>
                <a:gd name="T46" fmla="*/ 621 w 756"/>
                <a:gd name="T47" fmla="*/ 229 h 792"/>
                <a:gd name="T48" fmla="*/ 648 w 756"/>
                <a:gd name="T49" fmla="*/ 303 h 792"/>
                <a:gd name="T50" fmla="*/ 667 w 756"/>
                <a:gd name="T51" fmla="*/ 337 h 792"/>
                <a:gd name="T52" fmla="*/ 744 w 756"/>
                <a:gd name="T53" fmla="*/ 324 h 792"/>
                <a:gd name="T54" fmla="*/ 751 w 756"/>
                <a:gd name="T55" fmla="*/ 374 h 792"/>
                <a:gd name="T56" fmla="*/ 745 w 756"/>
                <a:gd name="T57" fmla="*/ 453 h 792"/>
                <a:gd name="T58" fmla="*/ 628 w 756"/>
                <a:gd name="T59" fmla="*/ 670 h 792"/>
                <a:gd name="T60" fmla="*/ 594 w 756"/>
                <a:gd name="T61" fmla="*/ 788 h 792"/>
                <a:gd name="T62" fmla="*/ 582 w 756"/>
                <a:gd name="T63" fmla="*/ 780 h 792"/>
                <a:gd name="T64" fmla="*/ 621 w 756"/>
                <a:gd name="T65" fmla="*/ 675 h 792"/>
                <a:gd name="T66" fmla="*/ 735 w 756"/>
                <a:gd name="T67" fmla="*/ 447 h 792"/>
                <a:gd name="T68" fmla="*/ 746 w 756"/>
                <a:gd name="T69" fmla="*/ 362 h 792"/>
                <a:gd name="T70" fmla="*/ 713 w 756"/>
                <a:gd name="T71" fmla="*/ 338 h 792"/>
                <a:gd name="T72" fmla="*/ 639 w 756"/>
                <a:gd name="T73" fmla="*/ 356 h 792"/>
                <a:gd name="T74" fmla="*/ 632 w 756"/>
                <a:gd name="T75" fmla="*/ 269 h 792"/>
                <a:gd name="T76" fmla="*/ 617 w 756"/>
                <a:gd name="T77" fmla="*/ 165 h 792"/>
                <a:gd name="T78" fmla="*/ 548 w 756"/>
                <a:gd name="T79" fmla="*/ 102 h 792"/>
                <a:gd name="T80" fmla="*/ 481 w 756"/>
                <a:gd name="T81" fmla="*/ 92 h 792"/>
                <a:gd name="T82" fmla="*/ 443 w 756"/>
                <a:gd name="T83" fmla="*/ 148 h 792"/>
                <a:gd name="T84" fmla="*/ 382 w 756"/>
                <a:gd name="T85" fmla="*/ 153 h 792"/>
                <a:gd name="T86" fmla="*/ 344 w 756"/>
                <a:gd name="T87" fmla="*/ 134 h 792"/>
                <a:gd name="T88" fmla="*/ 316 w 756"/>
                <a:gd name="T89" fmla="*/ 74 h 792"/>
                <a:gd name="T90" fmla="*/ 302 w 756"/>
                <a:gd name="T91" fmla="*/ 27 h 792"/>
                <a:gd name="T92" fmla="*/ 185 w 756"/>
                <a:gd name="T93" fmla="*/ 13 h 792"/>
                <a:gd name="T94" fmla="*/ 109 w 756"/>
                <a:gd name="T95" fmla="*/ 10 h 792"/>
                <a:gd name="T96" fmla="*/ 46 w 756"/>
                <a:gd name="T97" fmla="*/ 26 h 792"/>
                <a:gd name="T98" fmla="*/ 97 w 756"/>
                <a:gd name="T99" fmla="*/ 138 h 792"/>
                <a:gd name="T100" fmla="*/ 89 w 756"/>
                <a:gd name="T101" fmla="*/ 212 h 792"/>
                <a:gd name="T102" fmla="*/ 115 w 756"/>
                <a:gd name="T103" fmla="*/ 284 h 792"/>
                <a:gd name="T104" fmla="*/ 136 w 756"/>
                <a:gd name="T105" fmla="*/ 352 h 792"/>
                <a:gd name="T106" fmla="*/ 94 w 756"/>
                <a:gd name="T107" fmla="*/ 444 h 792"/>
                <a:gd name="T108" fmla="*/ 57 w 756"/>
                <a:gd name="T109" fmla="*/ 511 h 792"/>
                <a:gd name="T110" fmla="*/ 36 w 756"/>
                <a:gd name="T111" fmla="*/ 589 h 792"/>
                <a:gd name="T112" fmla="*/ 10 w 756"/>
                <a:gd name="T113" fmla="*/ 647 h 792"/>
                <a:gd name="T114" fmla="*/ 14 w 756"/>
                <a:gd name="T115" fmla="*/ 729 h 792"/>
                <a:gd name="T116" fmla="*/ 67 w 756"/>
                <a:gd name="T117" fmla="*/ 723 h 792"/>
                <a:gd name="T118" fmla="*/ 145 w 756"/>
                <a:gd name="T119" fmla="*/ 744 h 792"/>
                <a:gd name="T120" fmla="*/ 416 w 756"/>
                <a:gd name="T121" fmla="*/ 751 h 792"/>
                <a:gd name="T122" fmla="*/ 515 w 756"/>
                <a:gd name="T123" fmla="*/ 772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56" h="792">
                  <a:moveTo>
                    <a:pt x="549" y="792"/>
                  </a:moveTo>
                  <a:cubicBezTo>
                    <a:pt x="547" y="792"/>
                    <a:pt x="545" y="791"/>
                    <a:pt x="544" y="790"/>
                  </a:cubicBezTo>
                  <a:cubicBezTo>
                    <a:pt x="544" y="790"/>
                    <a:pt x="544" y="790"/>
                    <a:pt x="544" y="790"/>
                  </a:cubicBezTo>
                  <a:cubicBezTo>
                    <a:pt x="544" y="790"/>
                    <a:pt x="543" y="790"/>
                    <a:pt x="542" y="790"/>
                  </a:cubicBezTo>
                  <a:cubicBezTo>
                    <a:pt x="542" y="790"/>
                    <a:pt x="540" y="790"/>
                    <a:pt x="540" y="790"/>
                  </a:cubicBezTo>
                  <a:cubicBezTo>
                    <a:pt x="539" y="789"/>
                    <a:pt x="538" y="789"/>
                    <a:pt x="538" y="789"/>
                  </a:cubicBezTo>
                  <a:cubicBezTo>
                    <a:pt x="537" y="788"/>
                    <a:pt x="536" y="788"/>
                    <a:pt x="535" y="788"/>
                  </a:cubicBezTo>
                  <a:cubicBezTo>
                    <a:pt x="533" y="788"/>
                    <a:pt x="530" y="788"/>
                    <a:pt x="527" y="785"/>
                  </a:cubicBezTo>
                  <a:cubicBezTo>
                    <a:pt x="527" y="785"/>
                    <a:pt x="526" y="785"/>
                    <a:pt x="526" y="784"/>
                  </a:cubicBezTo>
                  <a:cubicBezTo>
                    <a:pt x="525" y="784"/>
                    <a:pt x="524" y="783"/>
                    <a:pt x="524" y="783"/>
                  </a:cubicBezTo>
                  <a:cubicBezTo>
                    <a:pt x="523" y="782"/>
                    <a:pt x="522" y="782"/>
                    <a:pt x="522" y="782"/>
                  </a:cubicBezTo>
                  <a:cubicBezTo>
                    <a:pt x="521" y="782"/>
                    <a:pt x="520" y="781"/>
                    <a:pt x="520" y="781"/>
                  </a:cubicBezTo>
                  <a:cubicBezTo>
                    <a:pt x="519" y="781"/>
                    <a:pt x="518" y="781"/>
                    <a:pt x="518" y="781"/>
                  </a:cubicBezTo>
                  <a:cubicBezTo>
                    <a:pt x="517" y="782"/>
                    <a:pt x="516" y="782"/>
                    <a:pt x="515" y="782"/>
                  </a:cubicBezTo>
                  <a:cubicBezTo>
                    <a:pt x="506" y="783"/>
                    <a:pt x="498" y="782"/>
                    <a:pt x="490" y="781"/>
                  </a:cubicBezTo>
                  <a:cubicBezTo>
                    <a:pt x="490" y="781"/>
                    <a:pt x="490" y="781"/>
                    <a:pt x="490" y="781"/>
                  </a:cubicBezTo>
                  <a:cubicBezTo>
                    <a:pt x="489" y="781"/>
                    <a:pt x="488" y="782"/>
                    <a:pt x="487" y="782"/>
                  </a:cubicBezTo>
                  <a:cubicBezTo>
                    <a:pt x="484" y="783"/>
                    <a:pt x="482" y="782"/>
                    <a:pt x="480" y="781"/>
                  </a:cubicBezTo>
                  <a:cubicBezTo>
                    <a:pt x="479" y="781"/>
                    <a:pt x="479" y="780"/>
                    <a:pt x="478" y="780"/>
                  </a:cubicBezTo>
                  <a:cubicBezTo>
                    <a:pt x="478" y="780"/>
                    <a:pt x="478" y="780"/>
                    <a:pt x="478" y="780"/>
                  </a:cubicBezTo>
                  <a:cubicBezTo>
                    <a:pt x="477" y="781"/>
                    <a:pt x="476" y="781"/>
                    <a:pt x="475" y="781"/>
                  </a:cubicBezTo>
                  <a:cubicBezTo>
                    <a:pt x="468" y="782"/>
                    <a:pt x="463" y="780"/>
                    <a:pt x="458" y="779"/>
                  </a:cubicBezTo>
                  <a:cubicBezTo>
                    <a:pt x="455" y="778"/>
                    <a:pt x="452" y="777"/>
                    <a:pt x="449" y="777"/>
                  </a:cubicBezTo>
                  <a:cubicBezTo>
                    <a:pt x="449" y="777"/>
                    <a:pt x="448" y="777"/>
                    <a:pt x="447" y="778"/>
                  </a:cubicBezTo>
                  <a:cubicBezTo>
                    <a:pt x="446" y="778"/>
                    <a:pt x="444" y="779"/>
                    <a:pt x="441" y="779"/>
                  </a:cubicBezTo>
                  <a:cubicBezTo>
                    <a:pt x="437" y="779"/>
                    <a:pt x="433" y="777"/>
                    <a:pt x="430" y="776"/>
                  </a:cubicBezTo>
                  <a:cubicBezTo>
                    <a:pt x="423" y="773"/>
                    <a:pt x="419" y="768"/>
                    <a:pt x="414" y="764"/>
                  </a:cubicBezTo>
                  <a:cubicBezTo>
                    <a:pt x="412" y="761"/>
                    <a:pt x="411" y="759"/>
                    <a:pt x="409" y="757"/>
                  </a:cubicBezTo>
                  <a:cubicBezTo>
                    <a:pt x="408" y="755"/>
                    <a:pt x="408" y="755"/>
                    <a:pt x="408" y="755"/>
                  </a:cubicBezTo>
                  <a:cubicBezTo>
                    <a:pt x="407" y="754"/>
                    <a:pt x="406" y="752"/>
                    <a:pt x="405" y="751"/>
                  </a:cubicBezTo>
                  <a:cubicBezTo>
                    <a:pt x="405" y="751"/>
                    <a:pt x="404" y="750"/>
                    <a:pt x="397" y="750"/>
                  </a:cubicBezTo>
                  <a:cubicBezTo>
                    <a:pt x="395" y="750"/>
                    <a:pt x="392" y="750"/>
                    <a:pt x="390" y="750"/>
                  </a:cubicBezTo>
                  <a:cubicBezTo>
                    <a:pt x="388" y="750"/>
                    <a:pt x="386" y="750"/>
                    <a:pt x="385" y="750"/>
                  </a:cubicBezTo>
                  <a:cubicBezTo>
                    <a:pt x="380" y="750"/>
                    <a:pt x="380" y="750"/>
                    <a:pt x="380" y="750"/>
                  </a:cubicBezTo>
                  <a:cubicBezTo>
                    <a:pt x="376" y="750"/>
                    <a:pt x="371" y="750"/>
                    <a:pt x="367" y="750"/>
                  </a:cubicBezTo>
                  <a:cubicBezTo>
                    <a:pt x="361" y="751"/>
                    <a:pt x="361" y="751"/>
                    <a:pt x="361" y="751"/>
                  </a:cubicBezTo>
                  <a:cubicBezTo>
                    <a:pt x="331" y="751"/>
                    <a:pt x="301" y="751"/>
                    <a:pt x="270" y="751"/>
                  </a:cubicBezTo>
                  <a:cubicBezTo>
                    <a:pt x="175" y="751"/>
                    <a:pt x="175" y="751"/>
                    <a:pt x="175" y="751"/>
                  </a:cubicBezTo>
                  <a:cubicBezTo>
                    <a:pt x="173" y="750"/>
                    <a:pt x="170" y="750"/>
                    <a:pt x="168" y="750"/>
                  </a:cubicBezTo>
                  <a:cubicBezTo>
                    <a:pt x="163" y="750"/>
                    <a:pt x="157" y="750"/>
                    <a:pt x="154" y="750"/>
                  </a:cubicBezTo>
                  <a:cubicBezTo>
                    <a:pt x="153" y="751"/>
                    <a:pt x="152" y="752"/>
                    <a:pt x="151" y="752"/>
                  </a:cubicBezTo>
                  <a:cubicBezTo>
                    <a:pt x="150" y="753"/>
                    <a:pt x="147" y="753"/>
                    <a:pt x="146" y="753"/>
                  </a:cubicBezTo>
                  <a:cubicBezTo>
                    <a:pt x="144" y="753"/>
                    <a:pt x="143" y="753"/>
                    <a:pt x="142" y="752"/>
                  </a:cubicBezTo>
                  <a:cubicBezTo>
                    <a:pt x="142" y="752"/>
                    <a:pt x="142" y="752"/>
                    <a:pt x="142" y="752"/>
                  </a:cubicBezTo>
                  <a:cubicBezTo>
                    <a:pt x="142" y="752"/>
                    <a:pt x="141" y="753"/>
                    <a:pt x="139" y="753"/>
                  </a:cubicBezTo>
                  <a:cubicBezTo>
                    <a:pt x="139" y="753"/>
                    <a:pt x="137" y="753"/>
                    <a:pt x="137" y="752"/>
                  </a:cubicBezTo>
                  <a:cubicBezTo>
                    <a:pt x="134" y="751"/>
                    <a:pt x="132" y="749"/>
                    <a:pt x="131" y="748"/>
                  </a:cubicBezTo>
                  <a:cubicBezTo>
                    <a:pt x="131" y="747"/>
                    <a:pt x="131" y="746"/>
                    <a:pt x="130" y="746"/>
                  </a:cubicBezTo>
                  <a:cubicBezTo>
                    <a:pt x="127" y="745"/>
                    <a:pt x="124" y="743"/>
                    <a:pt x="122" y="741"/>
                  </a:cubicBezTo>
                  <a:cubicBezTo>
                    <a:pt x="119" y="740"/>
                    <a:pt x="119" y="740"/>
                    <a:pt x="119" y="740"/>
                  </a:cubicBezTo>
                  <a:cubicBezTo>
                    <a:pt x="115" y="737"/>
                    <a:pt x="112" y="735"/>
                    <a:pt x="110" y="733"/>
                  </a:cubicBezTo>
                  <a:cubicBezTo>
                    <a:pt x="108" y="731"/>
                    <a:pt x="108" y="729"/>
                    <a:pt x="108" y="728"/>
                  </a:cubicBezTo>
                  <a:cubicBezTo>
                    <a:pt x="108" y="727"/>
                    <a:pt x="107" y="726"/>
                    <a:pt x="107" y="726"/>
                  </a:cubicBezTo>
                  <a:cubicBezTo>
                    <a:pt x="106" y="725"/>
                    <a:pt x="103" y="724"/>
                    <a:pt x="102" y="724"/>
                  </a:cubicBezTo>
                  <a:cubicBezTo>
                    <a:pt x="102" y="724"/>
                    <a:pt x="101" y="724"/>
                    <a:pt x="100" y="724"/>
                  </a:cubicBezTo>
                  <a:cubicBezTo>
                    <a:pt x="97" y="725"/>
                    <a:pt x="94" y="725"/>
                    <a:pt x="91" y="723"/>
                  </a:cubicBezTo>
                  <a:cubicBezTo>
                    <a:pt x="90" y="723"/>
                    <a:pt x="88" y="723"/>
                    <a:pt x="85" y="724"/>
                  </a:cubicBezTo>
                  <a:cubicBezTo>
                    <a:pt x="84" y="724"/>
                    <a:pt x="84" y="724"/>
                    <a:pt x="84" y="724"/>
                  </a:cubicBezTo>
                  <a:cubicBezTo>
                    <a:pt x="80" y="725"/>
                    <a:pt x="76" y="727"/>
                    <a:pt x="73" y="730"/>
                  </a:cubicBezTo>
                  <a:cubicBezTo>
                    <a:pt x="71" y="731"/>
                    <a:pt x="70" y="732"/>
                    <a:pt x="68" y="733"/>
                  </a:cubicBezTo>
                  <a:cubicBezTo>
                    <a:pt x="67" y="735"/>
                    <a:pt x="65" y="736"/>
                    <a:pt x="63" y="736"/>
                  </a:cubicBezTo>
                  <a:cubicBezTo>
                    <a:pt x="62" y="737"/>
                    <a:pt x="61" y="738"/>
                    <a:pt x="60" y="738"/>
                  </a:cubicBezTo>
                  <a:cubicBezTo>
                    <a:pt x="58" y="740"/>
                    <a:pt x="56" y="740"/>
                    <a:pt x="54" y="740"/>
                  </a:cubicBezTo>
                  <a:cubicBezTo>
                    <a:pt x="53" y="740"/>
                    <a:pt x="52" y="741"/>
                    <a:pt x="51" y="741"/>
                  </a:cubicBezTo>
                  <a:cubicBezTo>
                    <a:pt x="50" y="742"/>
                    <a:pt x="49" y="742"/>
                    <a:pt x="48" y="742"/>
                  </a:cubicBezTo>
                  <a:cubicBezTo>
                    <a:pt x="47" y="742"/>
                    <a:pt x="45" y="742"/>
                    <a:pt x="44" y="740"/>
                  </a:cubicBezTo>
                  <a:cubicBezTo>
                    <a:pt x="44" y="740"/>
                    <a:pt x="43" y="740"/>
                    <a:pt x="43" y="740"/>
                  </a:cubicBezTo>
                  <a:cubicBezTo>
                    <a:pt x="41" y="740"/>
                    <a:pt x="40" y="740"/>
                    <a:pt x="39" y="740"/>
                  </a:cubicBezTo>
                  <a:cubicBezTo>
                    <a:pt x="37" y="740"/>
                    <a:pt x="33" y="740"/>
                    <a:pt x="30" y="736"/>
                  </a:cubicBezTo>
                  <a:cubicBezTo>
                    <a:pt x="29" y="736"/>
                    <a:pt x="28" y="735"/>
                    <a:pt x="28" y="735"/>
                  </a:cubicBezTo>
                  <a:cubicBezTo>
                    <a:pt x="27" y="735"/>
                    <a:pt x="26" y="735"/>
                    <a:pt x="25" y="735"/>
                  </a:cubicBezTo>
                  <a:cubicBezTo>
                    <a:pt x="23" y="735"/>
                    <a:pt x="20" y="736"/>
                    <a:pt x="19" y="737"/>
                  </a:cubicBezTo>
                  <a:cubicBezTo>
                    <a:pt x="18" y="737"/>
                    <a:pt x="17" y="738"/>
                    <a:pt x="17" y="739"/>
                  </a:cubicBezTo>
                  <a:cubicBezTo>
                    <a:pt x="15" y="740"/>
                    <a:pt x="13" y="742"/>
                    <a:pt x="10" y="743"/>
                  </a:cubicBezTo>
                  <a:cubicBezTo>
                    <a:pt x="10" y="743"/>
                    <a:pt x="9" y="743"/>
                    <a:pt x="8" y="743"/>
                  </a:cubicBezTo>
                  <a:cubicBezTo>
                    <a:pt x="6" y="743"/>
                    <a:pt x="5" y="742"/>
                    <a:pt x="3" y="741"/>
                  </a:cubicBezTo>
                  <a:cubicBezTo>
                    <a:pt x="1" y="738"/>
                    <a:pt x="1" y="733"/>
                    <a:pt x="1" y="730"/>
                  </a:cubicBezTo>
                  <a:cubicBezTo>
                    <a:pt x="2" y="730"/>
                    <a:pt x="2" y="729"/>
                    <a:pt x="2" y="729"/>
                  </a:cubicBezTo>
                  <a:cubicBezTo>
                    <a:pt x="2" y="726"/>
                    <a:pt x="2" y="724"/>
                    <a:pt x="2" y="722"/>
                  </a:cubicBezTo>
                  <a:cubicBezTo>
                    <a:pt x="3" y="720"/>
                    <a:pt x="3" y="717"/>
                    <a:pt x="3" y="715"/>
                  </a:cubicBezTo>
                  <a:cubicBezTo>
                    <a:pt x="3" y="715"/>
                    <a:pt x="3" y="715"/>
                    <a:pt x="3" y="714"/>
                  </a:cubicBezTo>
                  <a:cubicBezTo>
                    <a:pt x="2" y="713"/>
                    <a:pt x="2" y="711"/>
                    <a:pt x="3" y="709"/>
                  </a:cubicBezTo>
                  <a:cubicBezTo>
                    <a:pt x="3" y="708"/>
                    <a:pt x="4" y="707"/>
                    <a:pt x="5" y="706"/>
                  </a:cubicBezTo>
                  <a:cubicBezTo>
                    <a:pt x="5" y="705"/>
                    <a:pt x="5" y="705"/>
                    <a:pt x="5" y="705"/>
                  </a:cubicBezTo>
                  <a:cubicBezTo>
                    <a:pt x="6" y="695"/>
                    <a:pt x="5" y="685"/>
                    <a:pt x="4" y="675"/>
                  </a:cubicBezTo>
                  <a:cubicBezTo>
                    <a:pt x="3" y="668"/>
                    <a:pt x="3" y="668"/>
                    <a:pt x="3" y="668"/>
                  </a:cubicBezTo>
                  <a:cubicBezTo>
                    <a:pt x="3" y="666"/>
                    <a:pt x="4" y="663"/>
                    <a:pt x="4" y="661"/>
                  </a:cubicBezTo>
                  <a:cubicBezTo>
                    <a:pt x="5" y="660"/>
                    <a:pt x="5" y="658"/>
                    <a:pt x="5" y="657"/>
                  </a:cubicBezTo>
                  <a:cubicBezTo>
                    <a:pt x="5" y="657"/>
                    <a:pt x="4" y="656"/>
                    <a:pt x="4" y="655"/>
                  </a:cubicBezTo>
                  <a:cubicBezTo>
                    <a:pt x="3" y="654"/>
                    <a:pt x="2" y="653"/>
                    <a:pt x="1" y="651"/>
                  </a:cubicBezTo>
                  <a:cubicBezTo>
                    <a:pt x="0" y="647"/>
                    <a:pt x="1" y="644"/>
                    <a:pt x="2" y="643"/>
                  </a:cubicBezTo>
                  <a:cubicBezTo>
                    <a:pt x="3" y="641"/>
                    <a:pt x="5" y="639"/>
                    <a:pt x="9" y="638"/>
                  </a:cubicBezTo>
                  <a:cubicBezTo>
                    <a:pt x="9" y="638"/>
                    <a:pt x="10" y="638"/>
                    <a:pt x="10" y="638"/>
                  </a:cubicBezTo>
                  <a:cubicBezTo>
                    <a:pt x="11" y="638"/>
                    <a:pt x="11" y="637"/>
                    <a:pt x="11" y="636"/>
                  </a:cubicBezTo>
                  <a:cubicBezTo>
                    <a:pt x="12" y="635"/>
                    <a:pt x="12" y="633"/>
                    <a:pt x="14" y="631"/>
                  </a:cubicBezTo>
                  <a:cubicBezTo>
                    <a:pt x="15" y="630"/>
                    <a:pt x="16" y="630"/>
                    <a:pt x="17" y="629"/>
                  </a:cubicBezTo>
                  <a:cubicBezTo>
                    <a:pt x="18" y="627"/>
                    <a:pt x="18" y="624"/>
                    <a:pt x="18" y="622"/>
                  </a:cubicBezTo>
                  <a:cubicBezTo>
                    <a:pt x="18" y="619"/>
                    <a:pt x="18" y="619"/>
                    <a:pt x="18" y="619"/>
                  </a:cubicBezTo>
                  <a:cubicBezTo>
                    <a:pt x="19" y="615"/>
                    <a:pt x="19" y="611"/>
                    <a:pt x="20" y="607"/>
                  </a:cubicBezTo>
                  <a:cubicBezTo>
                    <a:pt x="21" y="604"/>
                    <a:pt x="23" y="603"/>
                    <a:pt x="24" y="602"/>
                  </a:cubicBezTo>
                  <a:cubicBezTo>
                    <a:pt x="23" y="600"/>
                    <a:pt x="23" y="599"/>
                    <a:pt x="24" y="597"/>
                  </a:cubicBezTo>
                  <a:cubicBezTo>
                    <a:pt x="24" y="596"/>
                    <a:pt x="24" y="596"/>
                    <a:pt x="24" y="596"/>
                  </a:cubicBezTo>
                  <a:cubicBezTo>
                    <a:pt x="25" y="594"/>
                    <a:pt x="26" y="591"/>
                    <a:pt x="26" y="590"/>
                  </a:cubicBezTo>
                  <a:cubicBezTo>
                    <a:pt x="27" y="589"/>
                    <a:pt x="27" y="588"/>
                    <a:pt x="27" y="587"/>
                  </a:cubicBezTo>
                  <a:cubicBezTo>
                    <a:pt x="28" y="583"/>
                    <a:pt x="29" y="580"/>
                    <a:pt x="31" y="579"/>
                  </a:cubicBezTo>
                  <a:cubicBezTo>
                    <a:pt x="32" y="577"/>
                    <a:pt x="32" y="577"/>
                    <a:pt x="33" y="574"/>
                  </a:cubicBezTo>
                  <a:cubicBezTo>
                    <a:pt x="33" y="572"/>
                    <a:pt x="33" y="572"/>
                    <a:pt x="33" y="572"/>
                  </a:cubicBezTo>
                  <a:cubicBezTo>
                    <a:pt x="33" y="568"/>
                    <a:pt x="34" y="564"/>
                    <a:pt x="35" y="560"/>
                  </a:cubicBezTo>
                  <a:cubicBezTo>
                    <a:pt x="36" y="555"/>
                    <a:pt x="37" y="551"/>
                    <a:pt x="37" y="546"/>
                  </a:cubicBezTo>
                  <a:cubicBezTo>
                    <a:pt x="37" y="545"/>
                    <a:pt x="36" y="545"/>
                    <a:pt x="36" y="544"/>
                  </a:cubicBezTo>
                  <a:cubicBezTo>
                    <a:pt x="36" y="541"/>
                    <a:pt x="36" y="539"/>
                    <a:pt x="37" y="538"/>
                  </a:cubicBezTo>
                  <a:cubicBezTo>
                    <a:pt x="37" y="536"/>
                    <a:pt x="37" y="535"/>
                    <a:pt x="37" y="534"/>
                  </a:cubicBezTo>
                  <a:cubicBezTo>
                    <a:pt x="37" y="531"/>
                    <a:pt x="38" y="529"/>
                    <a:pt x="39" y="528"/>
                  </a:cubicBezTo>
                  <a:cubicBezTo>
                    <a:pt x="39" y="528"/>
                    <a:pt x="39" y="528"/>
                    <a:pt x="40" y="527"/>
                  </a:cubicBezTo>
                  <a:cubicBezTo>
                    <a:pt x="41" y="525"/>
                    <a:pt x="41" y="524"/>
                    <a:pt x="41" y="522"/>
                  </a:cubicBezTo>
                  <a:cubicBezTo>
                    <a:pt x="41" y="521"/>
                    <a:pt x="42" y="517"/>
                    <a:pt x="47" y="516"/>
                  </a:cubicBezTo>
                  <a:cubicBezTo>
                    <a:pt x="47" y="514"/>
                    <a:pt x="47" y="512"/>
                    <a:pt x="47" y="511"/>
                  </a:cubicBezTo>
                  <a:cubicBezTo>
                    <a:pt x="48" y="509"/>
                    <a:pt x="48" y="506"/>
                    <a:pt x="48" y="504"/>
                  </a:cubicBezTo>
                  <a:cubicBezTo>
                    <a:pt x="48" y="501"/>
                    <a:pt x="48" y="499"/>
                    <a:pt x="48" y="495"/>
                  </a:cubicBezTo>
                  <a:cubicBezTo>
                    <a:pt x="48" y="490"/>
                    <a:pt x="50" y="488"/>
                    <a:pt x="53" y="485"/>
                  </a:cubicBezTo>
                  <a:cubicBezTo>
                    <a:pt x="54" y="485"/>
                    <a:pt x="54" y="485"/>
                    <a:pt x="55" y="484"/>
                  </a:cubicBezTo>
                  <a:cubicBezTo>
                    <a:pt x="55" y="484"/>
                    <a:pt x="56" y="483"/>
                    <a:pt x="56" y="482"/>
                  </a:cubicBezTo>
                  <a:cubicBezTo>
                    <a:pt x="57" y="480"/>
                    <a:pt x="57" y="478"/>
                    <a:pt x="60" y="475"/>
                  </a:cubicBezTo>
                  <a:cubicBezTo>
                    <a:pt x="61" y="474"/>
                    <a:pt x="62" y="474"/>
                    <a:pt x="63" y="474"/>
                  </a:cubicBezTo>
                  <a:cubicBezTo>
                    <a:pt x="64" y="474"/>
                    <a:pt x="64" y="473"/>
                    <a:pt x="64" y="473"/>
                  </a:cubicBezTo>
                  <a:cubicBezTo>
                    <a:pt x="64" y="473"/>
                    <a:pt x="65" y="472"/>
                    <a:pt x="65" y="472"/>
                  </a:cubicBezTo>
                  <a:cubicBezTo>
                    <a:pt x="66" y="471"/>
                    <a:pt x="67" y="470"/>
                    <a:pt x="68" y="469"/>
                  </a:cubicBezTo>
                  <a:cubicBezTo>
                    <a:pt x="70" y="467"/>
                    <a:pt x="72" y="464"/>
                    <a:pt x="74" y="462"/>
                  </a:cubicBezTo>
                  <a:cubicBezTo>
                    <a:pt x="74" y="460"/>
                    <a:pt x="74" y="460"/>
                    <a:pt x="74" y="460"/>
                  </a:cubicBezTo>
                  <a:cubicBezTo>
                    <a:pt x="73" y="459"/>
                    <a:pt x="73" y="457"/>
                    <a:pt x="73" y="455"/>
                  </a:cubicBezTo>
                  <a:cubicBezTo>
                    <a:pt x="73" y="451"/>
                    <a:pt x="77" y="446"/>
                    <a:pt x="87" y="437"/>
                  </a:cubicBezTo>
                  <a:cubicBezTo>
                    <a:pt x="89" y="435"/>
                    <a:pt x="92" y="435"/>
                    <a:pt x="94" y="435"/>
                  </a:cubicBezTo>
                  <a:cubicBezTo>
                    <a:pt x="94" y="435"/>
                    <a:pt x="94" y="435"/>
                    <a:pt x="94" y="435"/>
                  </a:cubicBezTo>
                  <a:cubicBezTo>
                    <a:pt x="95" y="433"/>
                    <a:pt x="97" y="433"/>
                    <a:pt x="98" y="433"/>
                  </a:cubicBezTo>
                  <a:cubicBezTo>
                    <a:pt x="100" y="433"/>
                    <a:pt x="101" y="433"/>
                    <a:pt x="102" y="434"/>
                  </a:cubicBezTo>
                  <a:cubicBezTo>
                    <a:pt x="102" y="434"/>
                    <a:pt x="102" y="433"/>
                    <a:pt x="102" y="433"/>
                  </a:cubicBezTo>
                  <a:cubicBezTo>
                    <a:pt x="103" y="432"/>
                    <a:pt x="103" y="432"/>
                    <a:pt x="103" y="432"/>
                  </a:cubicBezTo>
                  <a:cubicBezTo>
                    <a:pt x="105" y="430"/>
                    <a:pt x="105" y="430"/>
                    <a:pt x="106" y="428"/>
                  </a:cubicBezTo>
                  <a:cubicBezTo>
                    <a:pt x="106" y="427"/>
                    <a:pt x="106" y="427"/>
                    <a:pt x="106" y="427"/>
                  </a:cubicBezTo>
                  <a:cubicBezTo>
                    <a:pt x="107" y="426"/>
                    <a:pt x="107" y="424"/>
                    <a:pt x="108" y="423"/>
                  </a:cubicBezTo>
                  <a:cubicBezTo>
                    <a:pt x="110" y="420"/>
                    <a:pt x="112" y="418"/>
                    <a:pt x="114" y="416"/>
                  </a:cubicBezTo>
                  <a:cubicBezTo>
                    <a:pt x="114" y="416"/>
                    <a:pt x="115" y="416"/>
                    <a:pt x="115" y="416"/>
                  </a:cubicBezTo>
                  <a:cubicBezTo>
                    <a:pt x="115" y="416"/>
                    <a:pt x="115" y="415"/>
                    <a:pt x="115" y="415"/>
                  </a:cubicBezTo>
                  <a:cubicBezTo>
                    <a:pt x="116" y="414"/>
                    <a:pt x="117" y="412"/>
                    <a:pt x="118" y="410"/>
                  </a:cubicBezTo>
                  <a:cubicBezTo>
                    <a:pt x="118" y="408"/>
                    <a:pt x="119" y="407"/>
                    <a:pt x="119" y="406"/>
                  </a:cubicBezTo>
                  <a:cubicBezTo>
                    <a:pt x="122" y="398"/>
                    <a:pt x="125" y="390"/>
                    <a:pt x="125" y="382"/>
                  </a:cubicBezTo>
                  <a:cubicBezTo>
                    <a:pt x="125" y="378"/>
                    <a:pt x="125" y="373"/>
                    <a:pt x="125" y="369"/>
                  </a:cubicBezTo>
                  <a:cubicBezTo>
                    <a:pt x="125" y="366"/>
                    <a:pt x="125" y="364"/>
                    <a:pt x="125" y="361"/>
                  </a:cubicBezTo>
                  <a:cubicBezTo>
                    <a:pt x="125" y="357"/>
                    <a:pt x="126" y="353"/>
                    <a:pt x="127" y="350"/>
                  </a:cubicBezTo>
                  <a:cubicBezTo>
                    <a:pt x="128" y="347"/>
                    <a:pt x="129" y="344"/>
                    <a:pt x="129" y="341"/>
                  </a:cubicBezTo>
                  <a:cubicBezTo>
                    <a:pt x="129" y="341"/>
                    <a:pt x="129" y="340"/>
                    <a:pt x="129" y="339"/>
                  </a:cubicBezTo>
                  <a:cubicBezTo>
                    <a:pt x="129" y="337"/>
                    <a:pt x="129" y="335"/>
                    <a:pt x="129" y="334"/>
                  </a:cubicBezTo>
                  <a:cubicBezTo>
                    <a:pt x="129" y="333"/>
                    <a:pt x="127" y="332"/>
                    <a:pt x="126" y="330"/>
                  </a:cubicBezTo>
                  <a:cubicBezTo>
                    <a:pt x="125" y="328"/>
                    <a:pt x="123" y="326"/>
                    <a:pt x="122" y="323"/>
                  </a:cubicBezTo>
                  <a:cubicBezTo>
                    <a:pt x="121" y="320"/>
                    <a:pt x="123" y="317"/>
                    <a:pt x="124" y="316"/>
                  </a:cubicBezTo>
                  <a:cubicBezTo>
                    <a:pt x="123" y="315"/>
                    <a:pt x="122" y="314"/>
                    <a:pt x="121" y="313"/>
                  </a:cubicBezTo>
                  <a:cubicBezTo>
                    <a:pt x="120" y="312"/>
                    <a:pt x="119" y="311"/>
                    <a:pt x="118" y="310"/>
                  </a:cubicBezTo>
                  <a:cubicBezTo>
                    <a:pt x="118" y="309"/>
                    <a:pt x="117" y="308"/>
                    <a:pt x="116" y="306"/>
                  </a:cubicBezTo>
                  <a:cubicBezTo>
                    <a:pt x="115" y="306"/>
                    <a:pt x="114" y="305"/>
                    <a:pt x="113" y="304"/>
                  </a:cubicBezTo>
                  <a:cubicBezTo>
                    <a:pt x="110" y="300"/>
                    <a:pt x="110" y="298"/>
                    <a:pt x="110" y="296"/>
                  </a:cubicBezTo>
                  <a:cubicBezTo>
                    <a:pt x="110" y="295"/>
                    <a:pt x="110" y="294"/>
                    <a:pt x="109" y="294"/>
                  </a:cubicBezTo>
                  <a:cubicBezTo>
                    <a:pt x="109" y="292"/>
                    <a:pt x="108" y="291"/>
                    <a:pt x="107" y="289"/>
                  </a:cubicBezTo>
                  <a:cubicBezTo>
                    <a:pt x="106" y="287"/>
                    <a:pt x="105" y="285"/>
                    <a:pt x="104" y="283"/>
                  </a:cubicBezTo>
                  <a:cubicBezTo>
                    <a:pt x="104" y="282"/>
                    <a:pt x="103" y="281"/>
                    <a:pt x="102" y="279"/>
                  </a:cubicBezTo>
                  <a:cubicBezTo>
                    <a:pt x="101" y="278"/>
                    <a:pt x="100" y="277"/>
                    <a:pt x="100" y="276"/>
                  </a:cubicBezTo>
                  <a:cubicBezTo>
                    <a:pt x="98" y="275"/>
                    <a:pt x="97" y="273"/>
                    <a:pt x="97" y="272"/>
                  </a:cubicBezTo>
                  <a:cubicBezTo>
                    <a:pt x="97" y="269"/>
                    <a:pt x="97" y="268"/>
                    <a:pt x="98" y="267"/>
                  </a:cubicBezTo>
                  <a:cubicBezTo>
                    <a:pt x="98" y="266"/>
                    <a:pt x="96" y="264"/>
                    <a:pt x="95" y="262"/>
                  </a:cubicBezTo>
                  <a:cubicBezTo>
                    <a:pt x="95" y="262"/>
                    <a:pt x="95" y="262"/>
                    <a:pt x="95" y="262"/>
                  </a:cubicBezTo>
                  <a:cubicBezTo>
                    <a:pt x="94" y="261"/>
                    <a:pt x="94" y="260"/>
                    <a:pt x="93" y="260"/>
                  </a:cubicBezTo>
                  <a:cubicBezTo>
                    <a:pt x="92" y="258"/>
                    <a:pt x="90" y="256"/>
                    <a:pt x="90" y="254"/>
                  </a:cubicBezTo>
                  <a:cubicBezTo>
                    <a:pt x="89" y="251"/>
                    <a:pt x="90" y="249"/>
                    <a:pt x="91" y="248"/>
                  </a:cubicBezTo>
                  <a:cubicBezTo>
                    <a:pt x="91" y="248"/>
                    <a:pt x="91" y="248"/>
                    <a:pt x="91" y="247"/>
                  </a:cubicBezTo>
                  <a:cubicBezTo>
                    <a:pt x="91" y="247"/>
                    <a:pt x="90" y="246"/>
                    <a:pt x="90" y="246"/>
                  </a:cubicBezTo>
                  <a:cubicBezTo>
                    <a:pt x="89" y="244"/>
                    <a:pt x="89" y="241"/>
                    <a:pt x="88" y="239"/>
                  </a:cubicBezTo>
                  <a:cubicBezTo>
                    <a:pt x="88" y="235"/>
                    <a:pt x="87" y="231"/>
                    <a:pt x="85" y="228"/>
                  </a:cubicBezTo>
                  <a:cubicBezTo>
                    <a:pt x="84" y="226"/>
                    <a:pt x="84" y="226"/>
                    <a:pt x="84" y="226"/>
                  </a:cubicBezTo>
                  <a:cubicBezTo>
                    <a:pt x="80" y="222"/>
                    <a:pt x="77" y="216"/>
                    <a:pt x="77" y="211"/>
                  </a:cubicBezTo>
                  <a:cubicBezTo>
                    <a:pt x="78" y="205"/>
                    <a:pt x="83" y="198"/>
                    <a:pt x="88" y="196"/>
                  </a:cubicBezTo>
                  <a:cubicBezTo>
                    <a:pt x="88" y="195"/>
                    <a:pt x="89" y="195"/>
                    <a:pt x="89" y="195"/>
                  </a:cubicBezTo>
                  <a:cubicBezTo>
                    <a:pt x="91" y="193"/>
                    <a:pt x="92" y="190"/>
                    <a:pt x="95" y="188"/>
                  </a:cubicBezTo>
                  <a:cubicBezTo>
                    <a:pt x="96" y="188"/>
                    <a:pt x="97" y="188"/>
                    <a:pt x="99" y="188"/>
                  </a:cubicBezTo>
                  <a:cubicBezTo>
                    <a:pt x="100" y="188"/>
                    <a:pt x="101" y="188"/>
                    <a:pt x="103" y="188"/>
                  </a:cubicBezTo>
                  <a:cubicBezTo>
                    <a:pt x="102" y="188"/>
                    <a:pt x="102" y="186"/>
                    <a:pt x="101" y="184"/>
                  </a:cubicBezTo>
                  <a:cubicBezTo>
                    <a:pt x="100" y="181"/>
                    <a:pt x="99" y="178"/>
                    <a:pt x="99" y="175"/>
                  </a:cubicBezTo>
                  <a:cubicBezTo>
                    <a:pt x="99" y="173"/>
                    <a:pt x="100" y="172"/>
                    <a:pt x="101" y="171"/>
                  </a:cubicBezTo>
                  <a:cubicBezTo>
                    <a:pt x="101" y="168"/>
                    <a:pt x="100" y="167"/>
                    <a:pt x="99" y="163"/>
                  </a:cubicBezTo>
                  <a:cubicBezTo>
                    <a:pt x="97" y="161"/>
                    <a:pt x="97" y="161"/>
                    <a:pt x="97" y="161"/>
                  </a:cubicBezTo>
                  <a:cubicBezTo>
                    <a:pt x="94" y="155"/>
                    <a:pt x="91" y="148"/>
                    <a:pt x="88" y="141"/>
                  </a:cubicBezTo>
                  <a:cubicBezTo>
                    <a:pt x="87" y="139"/>
                    <a:pt x="86" y="137"/>
                    <a:pt x="85" y="134"/>
                  </a:cubicBezTo>
                  <a:cubicBezTo>
                    <a:pt x="84" y="130"/>
                    <a:pt x="82" y="125"/>
                    <a:pt x="80" y="121"/>
                  </a:cubicBezTo>
                  <a:cubicBezTo>
                    <a:pt x="78" y="114"/>
                    <a:pt x="75" y="107"/>
                    <a:pt x="72" y="101"/>
                  </a:cubicBezTo>
                  <a:cubicBezTo>
                    <a:pt x="69" y="95"/>
                    <a:pt x="69" y="91"/>
                    <a:pt x="68" y="86"/>
                  </a:cubicBezTo>
                  <a:cubicBezTo>
                    <a:pt x="68" y="83"/>
                    <a:pt x="68" y="83"/>
                    <a:pt x="68" y="83"/>
                  </a:cubicBezTo>
                  <a:cubicBezTo>
                    <a:pt x="68" y="82"/>
                    <a:pt x="68" y="82"/>
                    <a:pt x="68" y="81"/>
                  </a:cubicBezTo>
                  <a:cubicBezTo>
                    <a:pt x="68" y="80"/>
                    <a:pt x="67" y="79"/>
                    <a:pt x="67" y="77"/>
                  </a:cubicBezTo>
                  <a:cubicBezTo>
                    <a:pt x="64" y="75"/>
                    <a:pt x="61" y="71"/>
                    <a:pt x="56" y="65"/>
                  </a:cubicBezTo>
                  <a:cubicBezTo>
                    <a:pt x="55" y="63"/>
                    <a:pt x="53" y="62"/>
                    <a:pt x="52" y="61"/>
                  </a:cubicBezTo>
                  <a:cubicBezTo>
                    <a:pt x="50" y="58"/>
                    <a:pt x="48" y="54"/>
                    <a:pt x="47" y="51"/>
                  </a:cubicBezTo>
                  <a:cubicBezTo>
                    <a:pt x="46" y="49"/>
                    <a:pt x="46" y="47"/>
                    <a:pt x="45" y="46"/>
                  </a:cubicBezTo>
                  <a:cubicBezTo>
                    <a:pt x="44" y="44"/>
                    <a:pt x="43" y="42"/>
                    <a:pt x="42" y="39"/>
                  </a:cubicBezTo>
                  <a:cubicBezTo>
                    <a:pt x="42" y="37"/>
                    <a:pt x="41" y="34"/>
                    <a:pt x="40" y="33"/>
                  </a:cubicBezTo>
                  <a:cubicBezTo>
                    <a:pt x="38" y="31"/>
                    <a:pt x="38" y="30"/>
                    <a:pt x="37" y="28"/>
                  </a:cubicBezTo>
                  <a:cubicBezTo>
                    <a:pt x="37" y="28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6" y="27"/>
                    <a:pt x="36" y="26"/>
                    <a:pt x="36" y="26"/>
                  </a:cubicBezTo>
                  <a:cubicBezTo>
                    <a:pt x="35" y="25"/>
                    <a:pt x="34" y="23"/>
                    <a:pt x="34" y="22"/>
                  </a:cubicBezTo>
                  <a:cubicBezTo>
                    <a:pt x="35" y="20"/>
                    <a:pt x="36" y="18"/>
                    <a:pt x="38" y="18"/>
                  </a:cubicBezTo>
                  <a:cubicBezTo>
                    <a:pt x="43" y="15"/>
                    <a:pt x="49" y="14"/>
                    <a:pt x="55" y="14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60" y="12"/>
                    <a:pt x="62" y="11"/>
                    <a:pt x="65" y="11"/>
                  </a:cubicBezTo>
                  <a:cubicBezTo>
                    <a:pt x="66" y="11"/>
                    <a:pt x="67" y="12"/>
                    <a:pt x="68" y="12"/>
                  </a:cubicBezTo>
                  <a:cubicBezTo>
                    <a:pt x="68" y="12"/>
                    <a:pt x="69" y="12"/>
                    <a:pt x="69" y="11"/>
                  </a:cubicBezTo>
                  <a:cubicBezTo>
                    <a:pt x="71" y="11"/>
                    <a:pt x="73" y="10"/>
                    <a:pt x="75" y="9"/>
                  </a:cubicBezTo>
                  <a:cubicBezTo>
                    <a:pt x="75" y="8"/>
                    <a:pt x="76" y="6"/>
                    <a:pt x="77" y="5"/>
                  </a:cubicBezTo>
                  <a:cubicBezTo>
                    <a:pt x="80" y="3"/>
                    <a:pt x="82" y="3"/>
                    <a:pt x="85" y="3"/>
                  </a:cubicBezTo>
                  <a:cubicBezTo>
                    <a:pt x="87" y="3"/>
                    <a:pt x="87" y="3"/>
                    <a:pt x="87" y="3"/>
                  </a:cubicBezTo>
                  <a:cubicBezTo>
                    <a:pt x="88" y="3"/>
                    <a:pt x="89" y="3"/>
                    <a:pt x="89" y="3"/>
                  </a:cubicBezTo>
                  <a:cubicBezTo>
                    <a:pt x="89" y="3"/>
                    <a:pt x="89" y="3"/>
                    <a:pt x="89" y="3"/>
                  </a:cubicBezTo>
                  <a:cubicBezTo>
                    <a:pt x="90" y="2"/>
                    <a:pt x="92" y="1"/>
                    <a:pt x="95" y="1"/>
                  </a:cubicBezTo>
                  <a:cubicBezTo>
                    <a:pt x="95" y="1"/>
                    <a:pt x="96" y="1"/>
                    <a:pt x="96" y="2"/>
                  </a:cubicBezTo>
                  <a:cubicBezTo>
                    <a:pt x="97" y="2"/>
                    <a:pt x="98" y="2"/>
                    <a:pt x="100" y="2"/>
                  </a:cubicBezTo>
                  <a:cubicBezTo>
                    <a:pt x="101" y="2"/>
                    <a:pt x="102" y="3"/>
                    <a:pt x="103" y="3"/>
                  </a:cubicBezTo>
                  <a:cubicBezTo>
                    <a:pt x="103" y="3"/>
                    <a:pt x="103" y="3"/>
                    <a:pt x="104" y="3"/>
                  </a:cubicBezTo>
                  <a:cubicBezTo>
                    <a:pt x="105" y="2"/>
                    <a:pt x="106" y="1"/>
                    <a:pt x="108" y="1"/>
                  </a:cubicBezTo>
                  <a:cubicBezTo>
                    <a:pt x="109" y="1"/>
                    <a:pt x="111" y="1"/>
                    <a:pt x="113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9" y="2"/>
                    <a:pt x="121" y="2"/>
                    <a:pt x="123" y="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7" y="2"/>
                    <a:pt x="129" y="2"/>
                    <a:pt x="131" y="1"/>
                  </a:cubicBezTo>
                  <a:cubicBezTo>
                    <a:pt x="134" y="1"/>
                    <a:pt x="134" y="1"/>
                    <a:pt x="134" y="1"/>
                  </a:cubicBezTo>
                  <a:cubicBezTo>
                    <a:pt x="137" y="0"/>
                    <a:pt x="141" y="0"/>
                    <a:pt x="144" y="1"/>
                  </a:cubicBezTo>
                  <a:cubicBezTo>
                    <a:pt x="146" y="1"/>
                    <a:pt x="147" y="2"/>
                    <a:pt x="147" y="2"/>
                  </a:cubicBezTo>
                  <a:cubicBezTo>
                    <a:pt x="147" y="2"/>
                    <a:pt x="148" y="2"/>
                    <a:pt x="148" y="2"/>
                  </a:cubicBezTo>
                  <a:cubicBezTo>
                    <a:pt x="149" y="2"/>
                    <a:pt x="150" y="2"/>
                    <a:pt x="151" y="2"/>
                  </a:cubicBezTo>
                  <a:cubicBezTo>
                    <a:pt x="154" y="2"/>
                    <a:pt x="156" y="2"/>
                    <a:pt x="158" y="3"/>
                  </a:cubicBezTo>
                  <a:cubicBezTo>
                    <a:pt x="159" y="3"/>
                    <a:pt x="161" y="3"/>
                    <a:pt x="162" y="3"/>
                  </a:cubicBezTo>
                  <a:cubicBezTo>
                    <a:pt x="167" y="3"/>
                    <a:pt x="173" y="4"/>
                    <a:pt x="178" y="4"/>
                  </a:cubicBezTo>
                  <a:cubicBezTo>
                    <a:pt x="180" y="4"/>
                    <a:pt x="182" y="4"/>
                    <a:pt x="183" y="3"/>
                  </a:cubicBezTo>
                  <a:cubicBezTo>
                    <a:pt x="185" y="3"/>
                    <a:pt x="187" y="3"/>
                    <a:pt x="189" y="3"/>
                  </a:cubicBezTo>
                  <a:cubicBezTo>
                    <a:pt x="192" y="3"/>
                    <a:pt x="194" y="2"/>
                    <a:pt x="196" y="2"/>
                  </a:cubicBezTo>
                  <a:cubicBezTo>
                    <a:pt x="207" y="1"/>
                    <a:pt x="217" y="2"/>
                    <a:pt x="228" y="2"/>
                  </a:cubicBezTo>
                  <a:cubicBezTo>
                    <a:pt x="235" y="2"/>
                    <a:pt x="243" y="2"/>
                    <a:pt x="250" y="2"/>
                  </a:cubicBezTo>
                  <a:cubicBezTo>
                    <a:pt x="255" y="2"/>
                    <a:pt x="255" y="2"/>
                    <a:pt x="255" y="2"/>
                  </a:cubicBezTo>
                  <a:cubicBezTo>
                    <a:pt x="260" y="2"/>
                    <a:pt x="264" y="2"/>
                    <a:pt x="269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81" y="1"/>
                    <a:pt x="284" y="1"/>
                    <a:pt x="287" y="1"/>
                  </a:cubicBezTo>
                  <a:cubicBezTo>
                    <a:pt x="289" y="2"/>
                    <a:pt x="290" y="3"/>
                    <a:pt x="291" y="3"/>
                  </a:cubicBezTo>
                  <a:cubicBezTo>
                    <a:pt x="291" y="3"/>
                    <a:pt x="292" y="3"/>
                    <a:pt x="293" y="3"/>
                  </a:cubicBezTo>
                  <a:cubicBezTo>
                    <a:pt x="296" y="3"/>
                    <a:pt x="302" y="3"/>
                    <a:pt x="305" y="7"/>
                  </a:cubicBezTo>
                  <a:cubicBezTo>
                    <a:pt x="306" y="9"/>
                    <a:pt x="305" y="11"/>
                    <a:pt x="305" y="12"/>
                  </a:cubicBezTo>
                  <a:cubicBezTo>
                    <a:pt x="306" y="14"/>
                    <a:pt x="306" y="15"/>
                    <a:pt x="306" y="16"/>
                  </a:cubicBezTo>
                  <a:cubicBezTo>
                    <a:pt x="306" y="18"/>
                    <a:pt x="306" y="18"/>
                    <a:pt x="308" y="20"/>
                  </a:cubicBezTo>
                  <a:cubicBezTo>
                    <a:pt x="312" y="23"/>
                    <a:pt x="312" y="25"/>
                    <a:pt x="312" y="29"/>
                  </a:cubicBezTo>
                  <a:cubicBezTo>
                    <a:pt x="312" y="31"/>
                    <a:pt x="312" y="31"/>
                    <a:pt x="312" y="31"/>
                  </a:cubicBezTo>
                  <a:cubicBezTo>
                    <a:pt x="312" y="31"/>
                    <a:pt x="312" y="32"/>
                    <a:pt x="313" y="32"/>
                  </a:cubicBezTo>
                  <a:cubicBezTo>
                    <a:pt x="313" y="33"/>
                    <a:pt x="313" y="35"/>
                    <a:pt x="313" y="36"/>
                  </a:cubicBezTo>
                  <a:cubicBezTo>
                    <a:pt x="312" y="37"/>
                    <a:pt x="312" y="38"/>
                    <a:pt x="312" y="39"/>
                  </a:cubicBezTo>
                  <a:cubicBezTo>
                    <a:pt x="312" y="40"/>
                    <a:pt x="313" y="41"/>
                    <a:pt x="313" y="43"/>
                  </a:cubicBezTo>
                  <a:cubicBezTo>
                    <a:pt x="313" y="44"/>
                    <a:pt x="313" y="45"/>
                    <a:pt x="313" y="45"/>
                  </a:cubicBezTo>
                  <a:cubicBezTo>
                    <a:pt x="313" y="47"/>
                    <a:pt x="313" y="47"/>
                    <a:pt x="313" y="47"/>
                  </a:cubicBezTo>
                  <a:cubicBezTo>
                    <a:pt x="314" y="49"/>
                    <a:pt x="315" y="50"/>
                    <a:pt x="315" y="52"/>
                  </a:cubicBezTo>
                  <a:cubicBezTo>
                    <a:pt x="316" y="56"/>
                    <a:pt x="317" y="58"/>
                    <a:pt x="318" y="62"/>
                  </a:cubicBezTo>
                  <a:cubicBezTo>
                    <a:pt x="319" y="63"/>
                    <a:pt x="319" y="63"/>
                    <a:pt x="319" y="63"/>
                  </a:cubicBezTo>
                  <a:cubicBezTo>
                    <a:pt x="320" y="64"/>
                    <a:pt x="320" y="65"/>
                    <a:pt x="321" y="66"/>
                  </a:cubicBezTo>
                  <a:cubicBezTo>
                    <a:pt x="322" y="66"/>
                    <a:pt x="323" y="67"/>
                    <a:pt x="324" y="68"/>
                  </a:cubicBezTo>
                  <a:cubicBezTo>
                    <a:pt x="325" y="71"/>
                    <a:pt x="326" y="73"/>
                    <a:pt x="326" y="74"/>
                  </a:cubicBezTo>
                  <a:cubicBezTo>
                    <a:pt x="326" y="74"/>
                    <a:pt x="326" y="75"/>
                    <a:pt x="326" y="75"/>
                  </a:cubicBezTo>
                  <a:cubicBezTo>
                    <a:pt x="327" y="77"/>
                    <a:pt x="328" y="79"/>
                    <a:pt x="328" y="81"/>
                  </a:cubicBezTo>
                  <a:cubicBezTo>
                    <a:pt x="328" y="83"/>
                    <a:pt x="326" y="85"/>
                    <a:pt x="325" y="86"/>
                  </a:cubicBezTo>
                  <a:cubicBezTo>
                    <a:pt x="326" y="89"/>
                    <a:pt x="326" y="91"/>
                    <a:pt x="327" y="93"/>
                  </a:cubicBezTo>
                  <a:cubicBezTo>
                    <a:pt x="328" y="94"/>
                    <a:pt x="328" y="94"/>
                    <a:pt x="328" y="95"/>
                  </a:cubicBezTo>
                  <a:cubicBezTo>
                    <a:pt x="332" y="97"/>
                    <a:pt x="335" y="99"/>
                    <a:pt x="335" y="102"/>
                  </a:cubicBezTo>
                  <a:cubicBezTo>
                    <a:pt x="337" y="103"/>
                    <a:pt x="339" y="104"/>
                    <a:pt x="340" y="106"/>
                  </a:cubicBezTo>
                  <a:cubicBezTo>
                    <a:pt x="340" y="107"/>
                    <a:pt x="340" y="108"/>
                    <a:pt x="340" y="109"/>
                  </a:cubicBezTo>
                  <a:cubicBezTo>
                    <a:pt x="340" y="110"/>
                    <a:pt x="340" y="111"/>
                    <a:pt x="341" y="112"/>
                  </a:cubicBezTo>
                  <a:cubicBezTo>
                    <a:pt x="341" y="114"/>
                    <a:pt x="341" y="114"/>
                    <a:pt x="342" y="114"/>
                  </a:cubicBezTo>
                  <a:cubicBezTo>
                    <a:pt x="345" y="115"/>
                    <a:pt x="347" y="118"/>
                    <a:pt x="347" y="121"/>
                  </a:cubicBezTo>
                  <a:cubicBezTo>
                    <a:pt x="347" y="122"/>
                    <a:pt x="348" y="124"/>
                    <a:pt x="348" y="125"/>
                  </a:cubicBezTo>
                  <a:cubicBezTo>
                    <a:pt x="349" y="126"/>
                    <a:pt x="350" y="126"/>
                    <a:pt x="350" y="127"/>
                  </a:cubicBezTo>
                  <a:cubicBezTo>
                    <a:pt x="351" y="128"/>
                    <a:pt x="352" y="129"/>
                    <a:pt x="352" y="129"/>
                  </a:cubicBezTo>
                  <a:cubicBezTo>
                    <a:pt x="353" y="130"/>
                    <a:pt x="354" y="131"/>
                    <a:pt x="354" y="133"/>
                  </a:cubicBezTo>
                  <a:cubicBezTo>
                    <a:pt x="355" y="135"/>
                    <a:pt x="356" y="136"/>
                    <a:pt x="358" y="138"/>
                  </a:cubicBezTo>
                  <a:cubicBezTo>
                    <a:pt x="358" y="138"/>
                    <a:pt x="359" y="139"/>
                    <a:pt x="360" y="141"/>
                  </a:cubicBezTo>
                  <a:cubicBezTo>
                    <a:pt x="361" y="142"/>
                    <a:pt x="362" y="143"/>
                    <a:pt x="362" y="145"/>
                  </a:cubicBezTo>
                  <a:cubicBezTo>
                    <a:pt x="363" y="145"/>
                    <a:pt x="364" y="144"/>
                    <a:pt x="365" y="144"/>
                  </a:cubicBezTo>
                  <a:cubicBezTo>
                    <a:pt x="366" y="144"/>
                    <a:pt x="366" y="144"/>
                    <a:pt x="366" y="144"/>
                  </a:cubicBezTo>
                  <a:cubicBezTo>
                    <a:pt x="368" y="143"/>
                    <a:pt x="370" y="144"/>
                    <a:pt x="372" y="144"/>
                  </a:cubicBezTo>
                  <a:cubicBezTo>
                    <a:pt x="373" y="143"/>
                    <a:pt x="375" y="142"/>
                    <a:pt x="377" y="142"/>
                  </a:cubicBezTo>
                  <a:cubicBezTo>
                    <a:pt x="377" y="142"/>
                    <a:pt x="378" y="142"/>
                    <a:pt x="379" y="142"/>
                  </a:cubicBezTo>
                  <a:cubicBezTo>
                    <a:pt x="381" y="142"/>
                    <a:pt x="383" y="143"/>
                    <a:pt x="385" y="144"/>
                  </a:cubicBezTo>
                  <a:cubicBezTo>
                    <a:pt x="385" y="144"/>
                    <a:pt x="386" y="145"/>
                    <a:pt x="386" y="145"/>
                  </a:cubicBezTo>
                  <a:cubicBezTo>
                    <a:pt x="387" y="145"/>
                    <a:pt x="387" y="145"/>
                    <a:pt x="388" y="145"/>
                  </a:cubicBezTo>
                  <a:cubicBezTo>
                    <a:pt x="388" y="145"/>
                    <a:pt x="389" y="144"/>
                    <a:pt x="389" y="143"/>
                  </a:cubicBezTo>
                  <a:cubicBezTo>
                    <a:pt x="391" y="140"/>
                    <a:pt x="394" y="139"/>
                    <a:pt x="399" y="139"/>
                  </a:cubicBezTo>
                  <a:cubicBezTo>
                    <a:pt x="400" y="139"/>
                    <a:pt x="402" y="139"/>
                    <a:pt x="403" y="139"/>
                  </a:cubicBezTo>
                  <a:cubicBezTo>
                    <a:pt x="405" y="139"/>
                    <a:pt x="408" y="139"/>
                    <a:pt x="410" y="139"/>
                  </a:cubicBezTo>
                  <a:cubicBezTo>
                    <a:pt x="411" y="139"/>
                    <a:pt x="411" y="139"/>
                    <a:pt x="411" y="139"/>
                  </a:cubicBezTo>
                  <a:cubicBezTo>
                    <a:pt x="411" y="139"/>
                    <a:pt x="412" y="139"/>
                    <a:pt x="412" y="139"/>
                  </a:cubicBezTo>
                  <a:cubicBezTo>
                    <a:pt x="413" y="137"/>
                    <a:pt x="414" y="136"/>
                    <a:pt x="415" y="136"/>
                  </a:cubicBezTo>
                  <a:cubicBezTo>
                    <a:pt x="418" y="133"/>
                    <a:pt x="422" y="134"/>
                    <a:pt x="424" y="134"/>
                  </a:cubicBezTo>
                  <a:cubicBezTo>
                    <a:pt x="425" y="134"/>
                    <a:pt x="426" y="134"/>
                    <a:pt x="426" y="134"/>
                  </a:cubicBezTo>
                  <a:cubicBezTo>
                    <a:pt x="430" y="134"/>
                    <a:pt x="431" y="134"/>
                    <a:pt x="433" y="135"/>
                  </a:cubicBezTo>
                  <a:cubicBezTo>
                    <a:pt x="435" y="136"/>
                    <a:pt x="436" y="137"/>
                    <a:pt x="436" y="139"/>
                  </a:cubicBezTo>
                  <a:cubicBezTo>
                    <a:pt x="437" y="139"/>
                    <a:pt x="440" y="139"/>
                    <a:pt x="442" y="139"/>
                  </a:cubicBezTo>
                  <a:cubicBezTo>
                    <a:pt x="443" y="139"/>
                    <a:pt x="444" y="139"/>
                    <a:pt x="445" y="139"/>
                  </a:cubicBezTo>
                  <a:cubicBezTo>
                    <a:pt x="451" y="139"/>
                    <a:pt x="457" y="139"/>
                    <a:pt x="463" y="139"/>
                  </a:cubicBezTo>
                  <a:cubicBezTo>
                    <a:pt x="463" y="137"/>
                    <a:pt x="463" y="136"/>
                    <a:pt x="463" y="134"/>
                  </a:cubicBezTo>
                  <a:cubicBezTo>
                    <a:pt x="463" y="132"/>
                    <a:pt x="464" y="130"/>
                    <a:pt x="464" y="128"/>
                  </a:cubicBezTo>
                  <a:cubicBezTo>
                    <a:pt x="465" y="126"/>
                    <a:pt x="466" y="125"/>
                    <a:pt x="466" y="123"/>
                  </a:cubicBezTo>
                  <a:cubicBezTo>
                    <a:pt x="465" y="122"/>
                    <a:pt x="465" y="122"/>
                    <a:pt x="465" y="121"/>
                  </a:cubicBezTo>
                  <a:cubicBezTo>
                    <a:pt x="463" y="115"/>
                    <a:pt x="467" y="113"/>
                    <a:pt x="470" y="112"/>
                  </a:cubicBezTo>
                  <a:cubicBezTo>
                    <a:pt x="471" y="112"/>
                    <a:pt x="471" y="111"/>
                    <a:pt x="472" y="111"/>
                  </a:cubicBezTo>
                  <a:cubicBezTo>
                    <a:pt x="472" y="111"/>
                    <a:pt x="472" y="110"/>
                    <a:pt x="472" y="110"/>
                  </a:cubicBezTo>
                  <a:cubicBezTo>
                    <a:pt x="473" y="110"/>
                    <a:pt x="473" y="109"/>
                    <a:pt x="473" y="109"/>
                  </a:cubicBezTo>
                  <a:cubicBezTo>
                    <a:pt x="473" y="108"/>
                    <a:pt x="473" y="105"/>
                    <a:pt x="473" y="103"/>
                  </a:cubicBezTo>
                  <a:cubicBezTo>
                    <a:pt x="472" y="100"/>
                    <a:pt x="472" y="97"/>
                    <a:pt x="472" y="93"/>
                  </a:cubicBezTo>
                  <a:cubicBezTo>
                    <a:pt x="472" y="93"/>
                    <a:pt x="472" y="92"/>
                    <a:pt x="472" y="92"/>
                  </a:cubicBezTo>
                  <a:cubicBezTo>
                    <a:pt x="472" y="89"/>
                    <a:pt x="472" y="87"/>
                    <a:pt x="474" y="84"/>
                  </a:cubicBezTo>
                  <a:cubicBezTo>
                    <a:pt x="475" y="82"/>
                    <a:pt x="475" y="82"/>
                    <a:pt x="475" y="82"/>
                  </a:cubicBezTo>
                  <a:cubicBezTo>
                    <a:pt x="475" y="81"/>
                    <a:pt x="475" y="81"/>
                    <a:pt x="475" y="81"/>
                  </a:cubicBezTo>
                  <a:cubicBezTo>
                    <a:pt x="474" y="80"/>
                    <a:pt x="474" y="78"/>
                    <a:pt x="475" y="77"/>
                  </a:cubicBezTo>
                  <a:cubicBezTo>
                    <a:pt x="476" y="76"/>
                    <a:pt x="477" y="75"/>
                    <a:pt x="479" y="75"/>
                  </a:cubicBezTo>
                  <a:cubicBezTo>
                    <a:pt x="489" y="74"/>
                    <a:pt x="499" y="74"/>
                    <a:pt x="509" y="74"/>
                  </a:cubicBezTo>
                  <a:cubicBezTo>
                    <a:pt x="513" y="75"/>
                    <a:pt x="517" y="75"/>
                    <a:pt x="522" y="75"/>
                  </a:cubicBezTo>
                  <a:cubicBezTo>
                    <a:pt x="522" y="73"/>
                    <a:pt x="523" y="71"/>
                    <a:pt x="526" y="70"/>
                  </a:cubicBezTo>
                  <a:cubicBezTo>
                    <a:pt x="528" y="69"/>
                    <a:pt x="532" y="69"/>
                    <a:pt x="535" y="69"/>
                  </a:cubicBezTo>
                  <a:cubicBezTo>
                    <a:pt x="537" y="69"/>
                    <a:pt x="538" y="69"/>
                    <a:pt x="539" y="69"/>
                  </a:cubicBezTo>
                  <a:cubicBezTo>
                    <a:pt x="540" y="69"/>
                    <a:pt x="541" y="69"/>
                    <a:pt x="542" y="69"/>
                  </a:cubicBezTo>
                  <a:cubicBezTo>
                    <a:pt x="543" y="69"/>
                    <a:pt x="545" y="69"/>
                    <a:pt x="547" y="71"/>
                  </a:cubicBezTo>
                  <a:cubicBezTo>
                    <a:pt x="548" y="72"/>
                    <a:pt x="549" y="74"/>
                    <a:pt x="549" y="76"/>
                  </a:cubicBezTo>
                  <a:cubicBezTo>
                    <a:pt x="549" y="78"/>
                    <a:pt x="548" y="81"/>
                    <a:pt x="547" y="83"/>
                  </a:cubicBezTo>
                  <a:cubicBezTo>
                    <a:pt x="547" y="84"/>
                    <a:pt x="546" y="84"/>
                    <a:pt x="546" y="85"/>
                  </a:cubicBezTo>
                  <a:cubicBezTo>
                    <a:pt x="545" y="87"/>
                    <a:pt x="545" y="87"/>
                    <a:pt x="545" y="87"/>
                  </a:cubicBezTo>
                  <a:cubicBezTo>
                    <a:pt x="545" y="89"/>
                    <a:pt x="544" y="90"/>
                    <a:pt x="544" y="92"/>
                  </a:cubicBezTo>
                  <a:cubicBezTo>
                    <a:pt x="544" y="92"/>
                    <a:pt x="544" y="92"/>
                    <a:pt x="544" y="93"/>
                  </a:cubicBezTo>
                  <a:cubicBezTo>
                    <a:pt x="545" y="93"/>
                    <a:pt x="546" y="93"/>
                    <a:pt x="547" y="93"/>
                  </a:cubicBezTo>
                  <a:cubicBezTo>
                    <a:pt x="558" y="93"/>
                    <a:pt x="558" y="93"/>
                    <a:pt x="558" y="93"/>
                  </a:cubicBezTo>
                  <a:cubicBezTo>
                    <a:pt x="609" y="93"/>
                    <a:pt x="609" y="93"/>
                    <a:pt x="609" y="93"/>
                  </a:cubicBezTo>
                  <a:cubicBezTo>
                    <a:pt x="614" y="93"/>
                    <a:pt x="618" y="93"/>
                    <a:pt x="621" y="99"/>
                  </a:cubicBezTo>
                  <a:cubicBezTo>
                    <a:pt x="623" y="102"/>
                    <a:pt x="624" y="106"/>
                    <a:pt x="624" y="110"/>
                  </a:cubicBezTo>
                  <a:cubicBezTo>
                    <a:pt x="624" y="115"/>
                    <a:pt x="622" y="120"/>
                    <a:pt x="621" y="124"/>
                  </a:cubicBezTo>
                  <a:cubicBezTo>
                    <a:pt x="620" y="126"/>
                    <a:pt x="619" y="128"/>
                    <a:pt x="619" y="130"/>
                  </a:cubicBezTo>
                  <a:cubicBezTo>
                    <a:pt x="618" y="131"/>
                    <a:pt x="618" y="133"/>
                    <a:pt x="618" y="136"/>
                  </a:cubicBezTo>
                  <a:cubicBezTo>
                    <a:pt x="618" y="137"/>
                    <a:pt x="618" y="138"/>
                    <a:pt x="618" y="138"/>
                  </a:cubicBezTo>
                  <a:cubicBezTo>
                    <a:pt x="618" y="141"/>
                    <a:pt x="618" y="141"/>
                    <a:pt x="619" y="143"/>
                  </a:cubicBezTo>
                  <a:cubicBezTo>
                    <a:pt x="620" y="145"/>
                    <a:pt x="620" y="146"/>
                    <a:pt x="621" y="147"/>
                  </a:cubicBezTo>
                  <a:cubicBezTo>
                    <a:pt x="622" y="148"/>
                    <a:pt x="623" y="150"/>
                    <a:pt x="623" y="152"/>
                  </a:cubicBezTo>
                  <a:cubicBezTo>
                    <a:pt x="624" y="154"/>
                    <a:pt x="624" y="155"/>
                    <a:pt x="624" y="157"/>
                  </a:cubicBezTo>
                  <a:cubicBezTo>
                    <a:pt x="624" y="158"/>
                    <a:pt x="624" y="158"/>
                    <a:pt x="624" y="159"/>
                  </a:cubicBezTo>
                  <a:cubicBezTo>
                    <a:pt x="625" y="159"/>
                    <a:pt x="626" y="160"/>
                    <a:pt x="627" y="162"/>
                  </a:cubicBezTo>
                  <a:cubicBezTo>
                    <a:pt x="627" y="164"/>
                    <a:pt x="627" y="165"/>
                    <a:pt x="626" y="166"/>
                  </a:cubicBezTo>
                  <a:cubicBezTo>
                    <a:pt x="627" y="167"/>
                    <a:pt x="628" y="168"/>
                    <a:pt x="628" y="169"/>
                  </a:cubicBezTo>
                  <a:cubicBezTo>
                    <a:pt x="629" y="174"/>
                    <a:pt x="628" y="181"/>
                    <a:pt x="628" y="183"/>
                  </a:cubicBezTo>
                  <a:cubicBezTo>
                    <a:pt x="625" y="192"/>
                    <a:pt x="623" y="201"/>
                    <a:pt x="622" y="211"/>
                  </a:cubicBezTo>
                  <a:cubicBezTo>
                    <a:pt x="622" y="212"/>
                    <a:pt x="622" y="214"/>
                    <a:pt x="622" y="216"/>
                  </a:cubicBezTo>
                  <a:cubicBezTo>
                    <a:pt x="623" y="218"/>
                    <a:pt x="623" y="220"/>
                    <a:pt x="623" y="223"/>
                  </a:cubicBezTo>
                  <a:cubicBezTo>
                    <a:pt x="623" y="225"/>
                    <a:pt x="622" y="227"/>
                    <a:pt x="621" y="229"/>
                  </a:cubicBezTo>
                  <a:cubicBezTo>
                    <a:pt x="620" y="230"/>
                    <a:pt x="620" y="231"/>
                    <a:pt x="620" y="232"/>
                  </a:cubicBezTo>
                  <a:cubicBezTo>
                    <a:pt x="619" y="234"/>
                    <a:pt x="620" y="241"/>
                    <a:pt x="622" y="246"/>
                  </a:cubicBezTo>
                  <a:cubicBezTo>
                    <a:pt x="623" y="247"/>
                    <a:pt x="624" y="249"/>
                    <a:pt x="625" y="250"/>
                  </a:cubicBezTo>
                  <a:cubicBezTo>
                    <a:pt x="626" y="251"/>
                    <a:pt x="627" y="252"/>
                    <a:pt x="628" y="252"/>
                  </a:cubicBezTo>
                  <a:cubicBezTo>
                    <a:pt x="628" y="254"/>
                    <a:pt x="629" y="255"/>
                    <a:pt x="630" y="256"/>
                  </a:cubicBezTo>
                  <a:cubicBezTo>
                    <a:pt x="631" y="257"/>
                    <a:pt x="631" y="259"/>
                    <a:pt x="632" y="259"/>
                  </a:cubicBezTo>
                  <a:cubicBezTo>
                    <a:pt x="632" y="259"/>
                    <a:pt x="633" y="260"/>
                    <a:pt x="633" y="260"/>
                  </a:cubicBezTo>
                  <a:cubicBezTo>
                    <a:pt x="635" y="260"/>
                    <a:pt x="637" y="261"/>
                    <a:pt x="639" y="263"/>
                  </a:cubicBezTo>
                  <a:cubicBezTo>
                    <a:pt x="641" y="265"/>
                    <a:pt x="642" y="269"/>
                    <a:pt x="643" y="273"/>
                  </a:cubicBezTo>
                  <a:cubicBezTo>
                    <a:pt x="643" y="275"/>
                    <a:pt x="644" y="277"/>
                    <a:pt x="644" y="278"/>
                  </a:cubicBezTo>
                  <a:cubicBezTo>
                    <a:pt x="644" y="280"/>
                    <a:pt x="644" y="281"/>
                    <a:pt x="644" y="282"/>
                  </a:cubicBezTo>
                  <a:cubicBezTo>
                    <a:pt x="645" y="284"/>
                    <a:pt x="646" y="286"/>
                    <a:pt x="647" y="288"/>
                  </a:cubicBezTo>
                  <a:cubicBezTo>
                    <a:pt x="648" y="290"/>
                    <a:pt x="648" y="290"/>
                    <a:pt x="648" y="290"/>
                  </a:cubicBezTo>
                  <a:cubicBezTo>
                    <a:pt x="650" y="295"/>
                    <a:pt x="650" y="297"/>
                    <a:pt x="648" y="302"/>
                  </a:cubicBezTo>
                  <a:cubicBezTo>
                    <a:pt x="648" y="302"/>
                    <a:pt x="648" y="302"/>
                    <a:pt x="648" y="303"/>
                  </a:cubicBezTo>
                  <a:cubicBezTo>
                    <a:pt x="648" y="304"/>
                    <a:pt x="649" y="305"/>
                    <a:pt x="649" y="307"/>
                  </a:cubicBezTo>
                  <a:cubicBezTo>
                    <a:pt x="649" y="308"/>
                    <a:pt x="649" y="309"/>
                    <a:pt x="650" y="310"/>
                  </a:cubicBezTo>
                  <a:cubicBezTo>
                    <a:pt x="650" y="314"/>
                    <a:pt x="651" y="319"/>
                    <a:pt x="649" y="322"/>
                  </a:cubicBezTo>
                  <a:cubicBezTo>
                    <a:pt x="648" y="326"/>
                    <a:pt x="645" y="326"/>
                    <a:pt x="643" y="327"/>
                  </a:cubicBezTo>
                  <a:cubicBezTo>
                    <a:pt x="642" y="327"/>
                    <a:pt x="641" y="328"/>
                    <a:pt x="641" y="328"/>
                  </a:cubicBezTo>
                  <a:cubicBezTo>
                    <a:pt x="640" y="328"/>
                    <a:pt x="641" y="330"/>
                    <a:pt x="643" y="334"/>
                  </a:cubicBezTo>
                  <a:cubicBezTo>
                    <a:pt x="644" y="336"/>
                    <a:pt x="645" y="338"/>
                    <a:pt x="645" y="341"/>
                  </a:cubicBezTo>
                  <a:cubicBezTo>
                    <a:pt x="645" y="341"/>
                    <a:pt x="645" y="342"/>
                    <a:pt x="645" y="344"/>
                  </a:cubicBezTo>
                  <a:cubicBezTo>
                    <a:pt x="646" y="343"/>
                    <a:pt x="647" y="343"/>
                    <a:pt x="648" y="342"/>
                  </a:cubicBezTo>
                  <a:cubicBezTo>
                    <a:pt x="650" y="342"/>
                    <a:pt x="650" y="342"/>
                    <a:pt x="650" y="342"/>
                  </a:cubicBezTo>
                  <a:cubicBezTo>
                    <a:pt x="651" y="341"/>
                    <a:pt x="652" y="341"/>
                    <a:pt x="652" y="341"/>
                  </a:cubicBezTo>
                  <a:cubicBezTo>
                    <a:pt x="652" y="340"/>
                    <a:pt x="652" y="337"/>
                    <a:pt x="654" y="336"/>
                  </a:cubicBezTo>
                  <a:cubicBezTo>
                    <a:pt x="655" y="334"/>
                    <a:pt x="657" y="333"/>
                    <a:pt x="659" y="333"/>
                  </a:cubicBezTo>
                  <a:cubicBezTo>
                    <a:pt x="662" y="333"/>
                    <a:pt x="664" y="335"/>
                    <a:pt x="666" y="336"/>
                  </a:cubicBezTo>
                  <a:cubicBezTo>
                    <a:pt x="666" y="336"/>
                    <a:pt x="667" y="336"/>
                    <a:pt x="667" y="337"/>
                  </a:cubicBezTo>
                  <a:cubicBezTo>
                    <a:pt x="669" y="337"/>
                    <a:pt x="670" y="337"/>
                    <a:pt x="673" y="336"/>
                  </a:cubicBezTo>
                  <a:cubicBezTo>
                    <a:pt x="677" y="335"/>
                    <a:pt x="679" y="335"/>
                    <a:pt x="682" y="336"/>
                  </a:cubicBezTo>
                  <a:cubicBezTo>
                    <a:pt x="683" y="337"/>
                    <a:pt x="683" y="337"/>
                    <a:pt x="683" y="337"/>
                  </a:cubicBezTo>
                  <a:cubicBezTo>
                    <a:pt x="687" y="339"/>
                    <a:pt x="696" y="337"/>
                    <a:pt x="700" y="335"/>
                  </a:cubicBezTo>
                  <a:cubicBezTo>
                    <a:pt x="701" y="334"/>
                    <a:pt x="701" y="334"/>
                    <a:pt x="701" y="334"/>
                  </a:cubicBezTo>
                  <a:cubicBezTo>
                    <a:pt x="704" y="332"/>
                    <a:pt x="708" y="329"/>
                    <a:pt x="713" y="329"/>
                  </a:cubicBezTo>
                  <a:cubicBezTo>
                    <a:pt x="713" y="329"/>
                    <a:pt x="714" y="329"/>
                    <a:pt x="714" y="329"/>
                  </a:cubicBezTo>
                  <a:cubicBezTo>
                    <a:pt x="718" y="329"/>
                    <a:pt x="721" y="330"/>
                    <a:pt x="723" y="331"/>
                  </a:cubicBezTo>
                  <a:cubicBezTo>
                    <a:pt x="724" y="331"/>
                    <a:pt x="725" y="331"/>
                    <a:pt x="726" y="332"/>
                  </a:cubicBezTo>
                  <a:cubicBezTo>
                    <a:pt x="727" y="332"/>
                    <a:pt x="728" y="332"/>
                    <a:pt x="728" y="332"/>
                  </a:cubicBezTo>
                  <a:cubicBezTo>
                    <a:pt x="729" y="331"/>
                    <a:pt x="730" y="331"/>
                    <a:pt x="731" y="331"/>
                  </a:cubicBezTo>
                  <a:cubicBezTo>
                    <a:pt x="734" y="331"/>
                    <a:pt x="735" y="332"/>
                    <a:pt x="736" y="333"/>
                  </a:cubicBezTo>
                  <a:cubicBezTo>
                    <a:pt x="737" y="333"/>
                    <a:pt x="737" y="333"/>
                    <a:pt x="737" y="333"/>
                  </a:cubicBezTo>
                  <a:cubicBezTo>
                    <a:pt x="737" y="333"/>
                    <a:pt x="738" y="331"/>
                    <a:pt x="739" y="330"/>
                  </a:cubicBezTo>
                  <a:cubicBezTo>
                    <a:pt x="740" y="328"/>
                    <a:pt x="741" y="325"/>
                    <a:pt x="744" y="324"/>
                  </a:cubicBezTo>
                  <a:cubicBezTo>
                    <a:pt x="745" y="323"/>
                    <a:pt x="747" y="323"/>
                    <a:pt x="748" y="324"/>
                  </a:cubicBezTo>
                  <a:cubicBezTo>
                    <a:pt x="750" y="325"/>
                    <a:pt x="751" y="326"/>
                    <a:pt x="751" y="328"/>
                  </a:cubicBezTo>
                  <a:cubicBezTo>
                    <a:pt x="751" y="329"/>
                    <a:pt x="751" y="330"/>
                    <a:pt x="751" y="331"/>
                  </a:cubicBezTo>
                  <a:cubicBezTo>
                    <a:pt x="752" y="333"/>
                    <a:pt x="752" y="334"/>
                    <a:pt x="752" y="336"/>
                  </a:cubicBezTo>
                  <a:cubicBezTo>
                    <a:pt x="752" y="337"/>
                    <a:pt x="752" y="338"/>
                    <a:pt x="752" y="339"/>
                  </a:cubicBezTo>
                  <a:cubicBezTo>
                    <a:pt x="752" y="339"/>
                    <a:pt x="752" y="340"/>
                    <a:pt x="752" y="341"/>
                  </a:cubicBezTo>
                  <a:cubicBezTo>
                    <a:pt x="752" y="341"/>
                    <a:pt x="752" y="341"/>
                    <a:pt x="752" y="342"/>
                  </a:cubicBezTo>
                  <a:cubicBezTo>
                    <a:pt x="753" y="342"/>
                    <a:pt x="753" y="344"/>
                    <a:pt x="753" y="344"/>
                  </a:cubicBezTo>
                  <a:cubicBezTo>
                    <a:pt x="753" y="346"/>
                    <a:pt x="753" y="348"/>
                    <a:pt x="753" y="349"/>
                  </a:cubicBezTo>
                  <a:cubicBezTo>
                    <a:pt x="753" y="351"/>
                    <a:pt x="753" y="352"/>
                    <a:pt x="753" y="353"/>
                  </a:cubicBezTo>
                  <a:cubicBezTo>
                    <a:pt x="753" y="354"/>
                    <a:pt x="753" y="354"/>
                    <a:pt x="754" y="355"/>
                  </a:cubicBezTo>
                  <a:cubicBezTo>
                    <a:pt x="754" y="356"/>
                    <a:pt x="755" y="357"/>
                    <a:pt x="755" y="359"/>
                  </a:cubicBezTo>
                  <a:cubicBezTo>
                    <a:pt x="756" y="361"/>
                    <a:pt x="755" y="362"/>
                    <a:pt x="755" y="364"/>
                  </a:cubicBezTo>
                  <a:cubicBezTo>
                    <a:pt x="753" y="367"/>
                    <a:pt x="753" y="367"/>
                    <a:pt x="753" y="367"/>
                  </a:cubicBezTo>
                  <a:cubicBezTo>
                    <a:pt x="753" y="370"/>
                    <a:pt x="752" y="372"/>
                    <a:pt x="751" y="374"/>
                  </a:cubicBezTo>
                  <a:cubicBezTo>
                    <a:pt x="749" y="377"/>
                    <a:pt x="749" y="377"/>
                    <a:pt x="750" y="379"/>
                  </a:cubicBezTo>
                  <a:cubicBezTo>
                    <a:pt x="750" y="380"/>
                    <a:pt x="750" y="381"/>
                    <a:pt x="750" y="381"/>
                  </a:cubicBezTo>
                  <a:cubicBezTo>
                    <a:pt x="751" y="384"/>
                    <a:pt x="752" y="387"/>
                    <a:pt x="751" y="390"/>
                  </a:cubicBezTo>
                  <a:cubicBezTo>
                    <a:pt x="751" y="392"/>
                    <a:pt x="751" y="393"/>
                    <a:pt x="750" y="395"/>
                  </a:cubicBezTo>
                  <a:cubicBezTo>
                    <a:pt x="750" y="398"/>
                    <a:pt x="749" y="400"/>
                    <a:pt x="749" y="402"/>
                  </a:cubicBezTo>
                  <a:cubicBezTo>
                    <a:pt x="749" y="403"/>
                    <a:pt x="749" y="405"/>
                    <a:pt x="749" y="406"/>
                  </a:cubicBezTo>
                  <a:cubicBezTo>
                    <a:pt x="749" y="407"/>
                    <a:pt x="749" y="410"/>
                    <a:pt x="749" y="411"/>
                  </a:cubicBezTo>
                  <a:cubicBezTo>
                    <a:pt x="750" y="412"/>
                    <a:pt x="750" y="412"/>
                    <a:pt x="751" y="414"/>
                  </a:cubicBezTo>
                  <a:cubicBezTo>
                    <a:pt x="753" y="417"/>
                    <a:pt x="754" y="423"/>
                    <a:pt x="753" y="428"/>
                  </a:cubicBezTo>
                  <a:cubicBezTo>
                    <a:pt x="752" y="430"/>
                    <a:pt x="750" y="433"/>
                    <a:pt x="749" y="435"/>
                  </a:cubicBezTo>
                  <a:cubicBezTo>
                    <a:pt x="747" y="437"/>
                    <a:pt x="746" y="438"/>
                    <a:pt x="746" y="440"/>
                  </a:cubicBezTo>
                  <a:cubicBezTo>
                    <a:pt x="746" y="442"/>
                    <a:pt x="745" y="444"/>
                    <a:pt x="744" y="446"/>
                  </a:cubicBezTo>
                  <a:cubicBezTo>
                    <a:pt x="743" y="449"/>
                    <a:pt x="743" y="449"/>
                    <a:pt x="743" y="449"/>
                  </a:cubicBezTo>
                  <a:cubicBezTo>
                    <a:pt x="743" y="451"/>
                    <a:pt x="743" y="451"/>
                    <a:pt x="743" y="451"/>
                  </a:cubicBezTo>
                  <a:cubicBezTo>
                    <a:pt x="743" y="451"/>
                    <a:pt x="744" y="452"/>
                    <a:pt x="745" y="453"/>
                  </a:cubicBezTo>
                  <a:cubicBezTo>
                    <a:pt x="746" y="454"/>
                    <a:pt x="746" y="454"/>
                    <a:pt x="746" y="454"/>
                  </a:cubicBezTo>
                  <a:cubicBezTo>
                    <a:pt x="748" y="456"/>
                    <a:pt x="751" y="459"/>
                    <a:pt x="750" y="463"/>
                  </a:cubicBezTo>
                  <a:cubicBezTo>
                    <a:pt x="750" y="469"/>
                    <a:pt x="742" y="469"/>
                    <a:pt x="739" y="469"/>
                  </a:cubicBezTo>
                  <a:cubicBezTo>
                    <a:pt x="737" y="469"/>
                    <a:pt x="734" y="469"/>
                    <a:pt x="733" y="469"/>
                  </a:cubicBezTo>
                  <a:cubicBezTo>
                    <a:pt x="731" y="469"/>
                    <a:pt x="730" y="469"/>
                    <a:pt x="730" y="469"/>
                  </a:cubicBezTo>
                  <a:cubicBezTo>
                    <a:pt x="646" y="469"/>
                    <a:pt x="646" y="469"/>
                    <a:pt x="646" y="469"/>
                  </a:cubicBezTo>
                  <a:cubicBezTo>
                    <a:pt x="645" y="469"/>
                    <a:pt x="644" y="469"/>
                    <a:pt x="642" y="469"/>
                  </a:cubicBezTo>
                  <a:cubicBezTo>
                    <a:pt x="637" y="468"/>
                    <a:pt x="630" y="468"/>
                    <a:pt x="628" y="468"/>
                  </a:cubicBezTo>
                  <a:cubicBezTo>
                    <a:pt x="628" y="470"/>
                    <a:pt x="629" y="472"/>
                    <a:pt x="629" y="473"/>
                  </a:cubicBezTo>
                  <a:cubicBezTo>
                    <a:pt x="629" y="474"/>
                    <a:pt x="629" y="475"/>
                    <a:pt x="629" y="476"/>
                  </a:cubicBezTo>
                  <a:cubicBezTo>
                    <a:pt x="629" y="482"/>
                    <a:pt x="629" y="487"/>
                    <a:pt x="629" y="493"/>
                  </a:cubicBezTo>
                  <a:cubicBezTo>
                    <a:pt x="628" y="509"/>
                    <a:pt x="628" y="509"/>
                    <a:pt x="628" y="509"/>
                  </a:cubicBezTo>
                  <a:cubicBezTo>
                    <a:pt x="628" y="545"/>
                    <a:pt x="627" y="581"/>
                    <a:pt x="627" y="617"/>
                  </a:cubicBezTo>
                  <a:cubicBezTo>
                    <a:pt x="626" y="666"/>
                    <a:pt x="626" y="666"/>
                    <a:pt x="626" y="666"/>
                  </a:cubicBezTo>
                  <a:cubicBezTo>
                    <a:pt x="626" y="667"/>
                    <a:pt x="627" y="668"/>
                    <a:pt x="628" y="670"/>
                  </a:cubicBezTo>
                  <a:cubicBezTo>
                    <a:pt x="629" y="671"/>
                    <a:pt x="630" y="672"/>
                    <a:pt x="630" y="673"/>
                  </a:cubicBezTo>
                  <a:cubicBezTo>
                    <a:pt x="632" y="677"/>
                    <a:pt x="633" y="679"/>
                    <a:pt x="634" y="684"/>
                  </a:cubicBezTo>
                  <a:cubicBezTo>
                    <a:pt x="634" y="686"/>
                    <a:pt x="636" y="688"/>
                    <a:pt x="639" y="691"/>
                  </a:cubicBezTo>
                  <a:cubicBezTo>
                    <a:pt x="640" y="692"/>
                    <a:pt x="640" y="692"/>
                    <a:pt x="640" y="692"/>
                  </a:cubicBezTo>
                  <a:cubicBezTo>
                    <a:pt x="650" y="701"/>
                    <a:pt x="657" y="708"/>
                    <a:pt x="664" y="716"/>
                  </a:cubicBezTo>
                  <a:cubicBezTo>
                    <a:pt x="669" y="722"/>
                    <a:pt x="674" y="727"/>
                    <a:pt x="680" y="732"/>
                  </a:cubicBezTo>
                  <a:cubicBezTo>
                    <a:pt x="684" y="736"/>
                    <a:pt x="684" y="736"/>
                    <a:pt x="684" y="736"/>
                  </a:cubicBezTo>
                  <a:cubicBezTo>
                    <a:pt x="686" y="738"/>
                    <a:pt x="687" y="740"/>
                    <a:pt x="689" y="742"/>
                  </a:cubicBezTo>
                  <a:cubicBezTo>
                    <a:pt x="691" y="743"/>
                    <a:pt x="692" y="745"/>
                    <a:pt x="693" y="746"/>
                  </a:cubicBezTo>
                  <a:cubicBezTo>
                    <a:pt x="697" y="749"/>
                    <a:pt x="704" y="750"/>
                    <a:pt x="708" y="752"/>
                  </a:cubicBezTo>
                  <a:cubicBezTo>
                    <a:pt x="710" y="753"/>
                    <a:pt x="709" y="756"/>
                    <a:pt x="711" y="757"/>
                  </a:cubicBezTo>
                  <a:cubicBezTo>
                    <a:pt x="712" y="758"/>
                    <a:pt x="713" y="760"/>
                    <a:pt x="713" y="762"/>
                  </a:cubicBezTo>
                  <a:cubicBezTo>
                    <a:pt x="712" y="764"/>
                    <a:pt x="711" y="765"/>
                    <a:pt x="709" y="766"/>
                  </a:cubicBezTo>
                  <a:cubicBezTo>
                    <a:pt x="687" y="770"/>
                    <a:pt x="665" y="775"/>
                    <a:pt x="643" y="779"/>
                  </a:cubicBezTo>
                  <a:cubicBezTo>
                    <a:pt x="594" y="788"/>
                    <a:pt x="594" y="788"/>
                    <a:pt x="594" y="788"/>
                  </a:cubicBezTo>
                  <a:cubicBezTo>
                    <a:pt x="593" y="789"/>
                    <a:pt x="593" y="789"/>
                    <a:pt x="592" y="789"/>
                  </a:cubicBezTo>
                  <a:cubicBezTo>
                    <a:pt x="588" y="790"/>
                    <a:pt x="584" y="791"/>
                    <a:pt x="581" y="790"/>
                  </a:cubicBezTo>
                  <a:cubicBezTo>
                    <a:pt x="580" y="790"/>
                    <a:pt x="579" y="790"/>
                    <a:pt x="577" y="788"/>
                  </a:cubicBezTo>
                  <a:cubicBezTo>
                    <a:pt x="576" y="788"/>
                    <a:pt x="575" y="787"/>
                    <a:pt x="575" y="787"/>
                  </a:cubicBezTo>
                  <a:cubicBezTo>
                    <a:pt x="571" y="785"/>
                    <a:pt x="565" y="785"/>
                    <a:pt x="558" y="787"/>
                  </a:cubicBezTo>
                  <a:cubicBezTo>
                    <a:pt x="557" y="788"/>
                    <a:pt x="556" y="788"/>
                    <a:pt x="555" y="789"/>
                  </a:cubicBezTo>
                  <a:cubicBezTo>
                    <a:pt x="555" y="790"/>
                    <a:pt x="554" y="790"/>
                    <a:pt x="553" y="790"/>
                  </a:cubicBezTo>
                  <a:cubicBezTo>
                    <a:pt x="551" y="791"/>
                    <a:pt x="550" y="792"/>
                    <a:pt x="549" y="792"/>
                  </a:cubicBezTo>
                  <a:close/>
                  <a:moveTo>
                    <a:pt x="544" y="780"/>
                  </a:moveTo>
                  <a:cubicBezTo>
                    <a:pt x="545" y="780"/>
                    <a:pt x="546" y="781"/>
                    <a:pt x="546" y="781"/>
                  </a:cubicBezTo>
                  <a:cubicBezTo>
                    <a:pt x="548" y="781"/>
                    <a:pt x="548" y="782"/>
                    <a:pt x="549" y="782"/>
                  </a:cubicBezTo>
                  <a:cubicBezTo>
                    <a:pt x="550" y="782"/>
                    <a:pt x="550" y="781"/>
                    <a:pt x="550" y="781"/>
                  </a:cubicBezTo>
                  <a:cubicBezTo>
                    <a:pt x="552" y="780"/>
                    <a:pt x="553" y="779"/>
                    <a:pt x="556" y="779"/>
                  </a:cubicBezTo>
                  <a:cubicBezTo>
                    <a:pt x="564" y="776"/>
                    <a:pt x="572" y="776"/>
                    <a:pt x="579" y="779"/>
                  </a:cubicBezTo>
                  <a:cubicBezTo>
                    <a:pt x="579" y="779"/>
                    <a:pt x="580" y="780"/>
                    <a:pt x="582" y="780"/>
                  </a:cubicBezTo>
                  <a:cubicBezTo>
                    <a:pt x="582" y="781"/>
                    <a:pt x="583" y="781"/>
                    <a:pt x="584" y="782"/>
                  </a:cubicBezTo>
                  <a:cubicBezTo>
                    <a:pt x="585" y="781"/>
                    <a:pt x="587" y="781"/>
                    <a:pt x="589" y="780"/>
                  </a:cubicBezTo>
                  <a:cubicBezTo>
                    <a:pt x="590" y="780"/>
                    <a:pt x="592" y="780"/>
                    <a:pt x="592" y="779"/>
                  </a:cubicBezTo>
                  <a:cubicBezTo>
                    <a:pt x="641" y="770"/>
                    <a:pt x="641" y="770"/>
                    <a:pt x="641" y="770"/>
                  </a:cubicBezTo>
                  <a:cubicBezTo>
                    <a:pt x="659" y="766"/>
                    <a:pt x="677" y="763"/>
                    <a:pt x="695" y="759"/>
                  </a:cubicBezTo>
                  <a:cubicBezTo>
                    <a:pt x="692" y="757"/>
                    <a:pt x="689" y="755"/>
                    <a:pt x="687" y="753"/>
                  </a:cubicBezTo>
                  <a:cubicBezTo>
                    <a:pt x="685" y="751"/>
                    <a:pt x="684" y="750"/>
                    <a:pt x="682" y="748"/>
                  </a:cubicBezTo>
                  <a:cubicBezTo>
                    <a:pt x="681" y="746"/>
                    <a:pt x="679" y="744"/>
                    <a:pt x="677" y="742"/>
                  </a:cubicBezTo>
                  <a:cubicBezTo>
                    <a:pt x="673" y="739"/>
                    <a:pt x="673" y="739"/>
                    <a:pt x="673" y="739"/>
                  </a:cubicBezTo>
                  <a:cubicBezTo>
                    <a:pt x="668" y="733"/>
                    <a:pt x="662" y="728"/>
                    <a:pt x="657" y="722"/>
                  </a:cubicBezTo>
                  <a:cubicBezTo>
                    <a:pt x="651" y="714"/>
                    <a:pt x="644" y="708"/>
                    <a:pt x="634" y="699"/>
                  </a:cubicBezTo>
                  <a:cubicBezTo>
                    <a:pt x="633" y="698"/>
                    <a:pt x="633" y="698"/>
                    <a:pt x="633" y="698"/>
                  </a:cubicBezTo>
                  <a:cubicBezTo>
                    <a:pt x="629" y="695"/>
                    <a:pt x="625" y="691"/>
                    <a:pt x="624" y="684"/>
                  </a:cubicBezTo>
                  <a:cubicBezTo>
                    <a:pt x="624" y="681"/>
                    <a:pt x="624" y="681"/>
                    <a:pt x="622" y="678"/>
                  </a:cubicBezTo>
                  <a:cubicBezTo>
                    <a:pt x="622" y="677"/>
                    <a:pt x="621" y="676"/>
                    <a:pt x="621" y="675"/>
                  </a:cubicBezTo>
                  <a:cubicBezTo>
                    <a:pt x="619" y="673"/>
                    <a:pt x="617" y="670"/>
                    <a:pt x="617" y="66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581"/>
                    <a:pt x="619" y="545"/>
                    <a:pt x="619" y="509"/>
                  </a:cubicBezTo>
                  <a:cubicBezTo>
                    <a:pt x="619" y="493"/>
                    <a:pt x="619" y="493"/>
                    <a:pt x="619" y="493"/>
                  </a:cubicBezTo>
                  <a:cubicBezTo>
                    <a:pt x="619" y="487"/>
                    <a:pt x="620" y="482"/>
                    <a:pt x="620" y="476"/>
                  </a:cubicBezTo>
                  <a:cubicBezTo>
                    <a:pt x="620" y="476"/>
                    <a:pt x="619" y="475"/>
                    <a:pt x="619" y="474"/>
                  </a:cubicBezTo>
                  <a:cubicBezTo>
                    <a:pt x="619" y="468"/>
                    <a:pt x="619" y="464"/>
                    <a:pt x="621" y="462"/>
                  </a:cubicBezTo>
                  <a:cubicBezTo>
                    <a:pt x="623" y="460"/>
                    <a:pt x="626" y="459"/>
                    <a:pt x="632" y="459"/>
                  </a:cubicBezTo>
                  <a:cubicBezTo>
                    <a:pt x="635" y="459"/>
                    <a:pt x="639" y="459"/>
                    <a:pt x="642" y="459"/>
                  </a:cubicBezTo>
                  <a:cubicBezTo>
                    <a:pt x="644" y="459"/>
                    <a:pt x="646" y="460"/>
                    <a:pt x="646" y="460"/>
                  </a:cubicBezTo>
                  <a:cubicBezTo>
                    <a:pt x="730" y="460"/>
                    <a:pt x="730" y="460"/>
                    <a:pt x="730" y="460"/>
                  </a:cubicBezTo>
                  <a:cubicBezTo>
                    <a:pt x="731" y="460"/>
                    <a:pt x="732" y="460"/>
                    <a:pt x="733" y="460"/>
                  </a:cubicBezTo>
                  <a:cubicBezTo>
                    <a:pt x="735" y="460"/>
                    <a:pt x="737" y="460"/>
                    <a:pt x="739" y="460"/>
                  </a:cubicBezTo>
                  <a:cubicBezTo>
                    <a:pt x="738" y="459"/>
                    <a:pt x="738" y="459"/>
                    <a:pt x="738" y="459"/>
                  </a:cubicBezTo>
                  <a:cubicBezTo>
                    <a:pt x="735" y="456"/>
                    <a:pt x="733" y="453"/>
                    <a:pt x="735" y="447"/>
                  </a:cubicBezTo>
                  <a:cubicBezTo>
                    <a:pt x="735" y="444"/>
                    <a:pt x="735" y="444"/>
                    <a:pt x="735" y="444"/>
                  </a:cubicBezTo>
                  <a:cubicBezTo>
                    <a:pt x="736" y="442"/>
                    <a:pt x="737" y="440"/>
                    <a:pt x="737" y="438"/>
                  </a:cubicBezTo>
                  <a:cubicBezTo>
                    <a:pt x="738" y="434"/>
                    <a:pt x="740" y="432"/>
                    <a:pt x="741" y="430"/>
                  </a:cubicBezTo>
                  <a:cubicBezTo>
                    <a:pt x="742" y="428"/>
                    <a:pt x="743" y="426"/>
                    <a:pt x="744" y="425"/>
                  </a:cubicBezTo>
                  <a:cubicBezTo>
                    <a:pt x="744" y="424"/>
                    <a:pt x="744" y="420"/>
                    <a:pt x="743" y="418"/>
                  </a:cubicBezTo>
                  <a:cubicBezTo>
                    <a:pt x="742" y="418"/>
                    <a:pt x="741" y="417"/>
                    <a:pt x="740" y="416"/>
                  </a:cubicBezTo>
                  <a:cubicBezTo>
                    <a:pt x="739" y="412"/>
                    <a:pt x="739" y="408"/>
                    <a:pt x="740" y="405"/>
                  </a:cubicBezTo>
                  <a:cubicBezTo>
                    <a:pt x="740" y="404"/>
                    <a:pt x="740" y="403"/>
                    <a:pt x="740" y="402"/>
                  </a:cubicBezTo>
                  <a:cubicBezTo>
                    <a:pt x="740" y="399"/>
                    <a:pt x="741" y="396"/>
                    <a:pt x="741" y="393"/>
                  </a:cubicBezTo>
                  <a:cubicBezTo>
                    <a:pt x="742" y="392"/>
                    <a:pt x="742" y="390"/>
                    <a:pt x="742" y="389"/>
                  </a:cubicBezTo>
                  <a:cubicBezTo>
                    <a:pt x="742" y="388"/>
                    <a:pt x="742" y="385"/>
                    <a:pt x="741" y="384"/>
                  </a:cubicBezTo>
                  <a:cubicBezTo>
                    <a:pt x="741" y="383"/>
                    <a:pt x="741" y="382"/>
                    <a:pt x="741" y="381"/>
                  </a:cubicBezTo>
                  <a:cubicBezTo>
                    <a:pt x="740" y="377"/>
                    <a:pt x="741" y="374"/>
                    <a:pt x="742" y="370"/>
                  </a:cubicBezTo>
                  <a:cubicBezTo>
                    <a:pt x="743" y="368"/>
                    <a:pt x="744" y="366"/>
                    <a:pt x="745" y="364"/>
                  </a:cubicBezTo>
                  <a:cubicBezTo>
                    <a:pt x="746" y="362"/>
                    <a:pt x="746" y="362"/>
                    <a:pt x="746" y="362"/>
                  </a:cubicBezTo>
                  <a:cubicBezTo>
                    <a:pt x="746" y="361"/>
                    <a:pt x="746" y="361"/>
                    <a:pt x="746" y="361"/>
                  </a:cubicBezTo>
                  <a:cubicBezTo>
                    <a:pt x="746" y="360"/>
                    <a:pt x="746" y="360"/>
                    <a:pt x="745" y="359"/>
                  </a:cubicBezTo>
                  <a:cubicBezTo>
                    <a:pt x="745" y="358"/>
                    <a:pt x="744" y="357"/>
                    <a:pt x="744" y="355"/>
                  </a:cubicBezTo>
                  <a:cubicBezTo>
                    <a:pt x="743" y="353"/>
                    <a:pt x="743" y="351"/>
                    <a:pt x="744" y="348"/>
                  </a:cubicBezTo>
                  <a:cubicBezTo>
                    <a:pt x="744" y="347"/>
                    <a:pt x="744" y="346"/>
                    <a:pt x="744" y="345"/>
                  </a:cubicBezTo>
                  <a:cubicBezTo>
                    <a:pt x="744" y="344"/>
                    <a:pt x="743" y="343"/>
                    <a:pt x="743" y="342"/>
                  </a:cubicBezTo>
                  <a:cubicBezTo>
                    <a:pt x="743" y="341"/>
                    <a:pt x="743" y="341"/>
                    <a:pt x="743" y="340"/>
                  </a:cubicBezTo>
                  <a:cubicBezTo>
                    <a:pt x="741" y="341"/>
                    <a:pt x="739" y="342"/>
                    <a:pt x="737" y="342"/>
                  </a:cubicBezTo>
                  <a:cubicBezTo>
                    <a:pt x="735" y="342"/>
                    <a:pt x="733" y="341"/>
                    <a:pt x="732" y="341"/>
                  </a:cubicBezTo>
                  <a:cubicBezTo>
                    <a:pt x="732" y="341"/>
                    <a:pt x="731" y="340"/>
                    <a:pt x="731" y="340"/>
                  </a:cubicBezTo>
                  <a:cubicBezTo>
                    <a:pt x="731" y="340"/>
                    <a:pt x="730" y="341"/>
                    <a:pt x="730" y="341"/>
                  </a:cubicBezTo>
                  <a:cubicBezTo>
                    <a:pt x="728" y="341"/>
                    <a:pt x="726" y="341"/>
                    <a:pt x="724" y="341"/>
                  </a:cubicBezTo>
                  <a:cubicBezTo>
                    <a:pt x="723" y="340"/>
                    <a:pt x="721" y="340"/>
                    <a:pt x="720" y="339"/>
                  </a:cubicBezTo>
                  <a:cubicBezTo>
                    <a:pt x="718" y="339"/>
                    <a:pt x="716" y="338"/>
                    <a:pt x="714" y="338"/>
                  </a:cubicBezTo>
                  <a:cubicBezTo>
                    <a:pt x="713" y="338"/>
                    <a:pt x="713" y="338"/>
                    <a:pt x="713" y="338"/>
                  </a:cubicBezTo>
                  <a:cubicBezTo>
                    <a:pt x="711" y="338"/>
                    <a:pt x="709" y="340"/>
                    <a:pt x="706" y="342"/>
                  </a:cubicBezTo>
                  <a:cubicBezTo>
                    <a:pt x="704" y="343"/>
                    <a:pt x="704" y="343"/>
                    <a:pt x="704" y="343"/>
                  </a:cubicBezTo>
                  <a:cubicBezTo>
                    <a:pt x="698" y="347"/>
                    <a:pt x="687" y="348"/>
                    <a:pt x="680" y="346"/>
                  </a:cubicBezTo>
                  <a:cubicBezTo>
                    <a:pt x="678" y="345"/>
                    <a:pt x="678" y="345"/>
                    <a:pt x="678" y="345"/>
                  </a:cubicBezTo>
                  <a:cubicBezTo>
                    <a:pt x="678" y="345"/>
                    <a:pt x="678" y="345"/>
                    <a:pt x="677" y="345"/>
                  </a:cubicBezTo>
                  <a:cubicBezTo>
                    <a:pt x="677" y="345"/>
                    <a:pt x="677" y="345"/>
                    <a:pt x="676" y="345"/>
                  </a:cubicBezTo>
                  <a:cubicBezTo>
                    <a:pt x="671" y="347"/>
                    <a:pt x="667" y="347"/>
                    <a:pt x="664" y="345"/>
                  </a:cubicBezTo>
                  <a:cubicBezTo>
                    <a:pt x="663" y="345"/>
                    <a:pt x="662" y="344"/>
                    <a:pt x="661" y="344"/>
                  </a:cubicBezTo>
                  <a:cubicBezTo>
                    <a:pt x="661" y="344"/>
                    <a:pt x="661" y="344"/>
                    <a:pt x="661" y="343"/>
                  </a:cubicBezTo>
                  <a:cubicBezTo>
                    <a:pt x="660" y="344"/>
                    <a:pt x="660" y="345"/>
                    <a:pt x="660" y="345"/>
                  </a:cubicBezTo>
                  <a:cubicBezTo>
                    <a:pt x="658" y="348"/>
                    <a:pt x="655" y="350"/>
                    <a:pt x="653" y="350"/>
                  </a:cubicBezTo>
                  <a:cubicBezTo>
                    <a:pt x="652" y="351"/>
                    <a:pt x="652" y="351"/>
                    <a:pt x="652" y="351"/>
                  </a:cubicBezTo>
                  <a:cubicBezTo>
                    <a:pt x="650" y="352"/>
                    <a:pt x="650" y="352"/>
                    <a:pt x="648" y="353"/>
                  </a:cubicBezTo>
                  <a:cubicBezTo>
                    <a:pt x="646" y="355"/>
                    <a:pt x="644" y="357"/>
                    <a:pt x="641" y="357"/>
                  </a:cubicBezTo>
                  <a:cubicBezTo>
                    <a:pt x="641" y="357"/>
                    <a:pt x="640" y="357"/>
                    <a:pt x="639" y="356"/>
                  </a:cubicBezTo>
                  <a:cubicBezTo>
                    <a:pt x="636" y="355"/>
                    <a:pt x="636" y="353"/>
                    <a:pt x="636" y="346"/>
                  </a:cubicBezTo>
                  <a:cubicBezTo>
                    <a:pt x="636" y="345"/>
                    <a:pt x="636" y="343"/>
                    <a:pt x="636" y="342"/>
                  </a:cubicBezTo>
                  <a:cubicBezTo>
                    <a:pt x="636" y="341"/>
                    <a:pt x="635" y="339"/>
                    <a:pt x="634" y="338"/>
                  </a:cubicBezTo>
                  <a:cubicBezTo>
                    <a:pt x="632" y="334"/>
                    <a:pt x="629" y="327"/>
                    <a:pt x="635" y="321"/>
                  </a:cubicBezTo>
                  <a:cubicBezTo>
                    <a:pt x="636" y="319"/>
                    <a:pt x="638" y="319"/>
                    <a:pt x="640" y="318"/>
                  </a:cubicBezTo>
                  <a:cubicBezTo>
                    <a:pt x="640" y="318"/>
                    <a:pt x="641" y="318"/>
                    <a:pt x="641" y="318"/>
                  </a:cubicBezTo>
                  <a:cubicBezTo>
                    <a:pt x="641" y="316"/>
                    <a:pt x="641" y="313"/>
                    <a:pt x="640" y="312"/>
                  </a:cubicBezTo>
                  <a:cubicBezTo>
                    <a:pt x="640" y="310"/>
                    <a:pt x="640" y="309"/>
                    <a:pt x="640" y="308"/>
                  </a:cubicBezTo>
                  <a:cubicBezTo>
                    <a:pt x="638" y="305"/>
                    <a:pt x="638" y="303"/>
                    <a:pt x="639" y="299"/>
                  </a:cubicBezTo>
                  <a:cubicBezTo>
                    <a:pt x="640" y="296"/>
                    <a:pt x="640" y="296"/>
                    <a:pt x="639" y="294"/>
                  </a:cubicBezTo>
                  <a:cubicBezTo>
                    <a:pt x="638" y="292"/>
                    <a:pt x="638" y="292"/>
                    <a:pt x="638" y="292"/>
                  </a:cubicBezTo>
                  <a:cubicBezTo>
                    <a:pt x="637" y="290"/>
                    <a:pt x="636" y="287"/>
                    <a:pt x="636" y="285"/>
                  </a:cubicBezTo>
                  <a:cubicBezTo>
                    <a:pt x="635" y="283"/>
                    <a:pt x="635" y="281"/>
                    <a:pt x="635" y="279"/>
                  </a:cubicBezTo>
                  <a:cubicBezTo>
                    <a:pt x="634" y="278"/>
                    <a:pt x="634" y="277"/>
                    <a:pt x="634" y="276"/>
                  </a:cubicBezTo>
                  <a:cubicBezTo>
                    <a:pt x="634" y="274"/>
                    <a:pt x="633" y="270"/>
                    <a:pt x="632" y="269"/>
                  </a:cubicBezTo>
                  <a:cubicBezTo>
                    <a:pt x="632" y="269"/>
                    <a:pt x="631" y="269"/>
                    <a:pt x="631" y="269"/>
                  </a:cubicBezTo>
                  <a:cubicBezTo>
                    <a:pt x="629" y="268"/>
                    <a:pt x="628" y="268"/>
                    <a:pt x="627" y="267"/>
                  </a:cubicBezTo>
                  <a:cubicBezTo>
                    <a:pt x="624" y="265"/>
                    <a:pt x="623" y="263"/>
                    <a:pt x="622" y="261"/>
                  </a:cubicBezTo>
                  <a:cubicBezTo>
                    <a:pt x="621" y="260"/>
                    <a:pt x="621" y="259"/>
                    <a:pt x="620" y="258"/>
                  </a:cubicBezTo>
                  <a:cubicBezTo>
                    <a:pt x="620" y="258"/>
                    <a:pt x="619" y="257"/>
                    <a:pt x="619" y="256"/>
                  </a:cubicBezTo>
                  <a:cubicBezTo>
                    <a:pt x="617" y="255"/>
                    <a:pt x="615" y="253"/>
                    <a:pt x="614" y="250"/>
                  </a:cubicBezTo>
                  <a:cubicBezTo>
                    <a:pt x="614" y="250"/>
                    <a:pt x="608" y="236"/>
                    <a:pt x="611" y="229"/>
                  </a:cubicBezTo>
                  <a:cubicBezTo>
                    <a:pt x="611" y="228"/>
                    <a:pt x="612" y="226"/>
                    <a:pt x="612" y="225"/>
                  </a:cubicBezTo>
                  <a:cubicBezTo>
                    <a:pt x="613" y="224"/>
                    <a:pt x="613" y="223"/>
                    <a:pt x="614" y="222"/>
                  </a:cubicBezTo>
                  <a:cubicBezTo>
                    <a:pt x="614" y="220"/>
                    <a:pt x="614" y="219"/>
                    <a:pt x="613" y="217"/>
                  </a:cubicBezTo>
                  <a:cubicBezTo>
                    <a:pt x="613" y="215"/>
                    <a:pt x="613" y="212"/>
                    <a:pt x="613" y="210"/>
                  </a:cubicBezTo>
                  <a:cubicBezTo>
                    <a:pt x="614" y="200"/>
                    <a:pt x="616" y="190"/>
                    <a:pt x="619" y="180"/>
                  </a:cubicBezTo>
                  <a:cubicBezTo>
                    <a:pt x="619" y="178"/>
                    <a:pt x="620" y="173"/>
                    <a:pt x="619" y="172"/>
                  </a:cubicBezTo>
                  <a:cubicBezTo>
                    <a:pt x="618" y="170"/>
                    <a:pt x="617" y="169"/>
                    <a:pt x="617" y="167"/>
                  </a:cubicBezTo>
                  <a:cubicBezTo>
                    <a:pt x="617" y="166"/>
                    <a:pt x="617" y="166"/>
                    <a:pt x="617" y="165"/>
                  </a:cubicBezTo>
                  <a:cubicBezTo>
                    <a:pt x="617" y="165"/>
                    <a:pt x="616" y="164"/>
                    <a:pt x="616" y="163"/>
                  </a:cubicBezTo>
                  <a:cubicBezTo>
                    <a:pt x="615" y="161"/>
                    <a:pt x="615" y="159"/>
                    <a:pt x="615" y="158"/>
                  </a:cubicBezTo>
                  <a:cubicBezTo>
                    <a:pt x="615" y="157"/>
                    <a:pt x="615" y="156"/>
                    <a:pt x="614" y="155"/>
                  </a:cubicBezTo>
                  <a:cubicBezTo>
                    <a:pt x="614" y="154"/>
                    <a:pt x="613" y="152"/>
                    <a:pt x="612" y="151"/>
                  </a:cubicBezTo>
                  <a:cubicBezTo>
                    <a:pt x="612" y="150"/>
                    <a:pt x="611" y="149"/>
                    <a:pt x="611" y="148"/>
                  </a:cubicBezTo>
                  <a:cubicBezTo>
                    <a:pt x="609" y="144"/>
                    <a:pt x="608" y="143"/>
                    <a:pt x="609" y="138"/>
                  </a:cubicBezTo>
                  <a:cubicBezTo>
                    <a:pt x="609" y="137"/>
                    <a:pt x="609" y="136"/>
                    <a:pt x="609" y="135"/>
                  </a:cubicBezTo>
                  <a:cubicBezTo>
                    <a:pt x="609" y="133"/>
                    <a:pt x="609" y="130"/>
                    <a:pt x="610" y="127"/>
                  </a:cubicBezTo>
                  <a:cubicBezTo>
                    <a:pt x="610" y="125"/>
                    <a:pt x="611" y="123"/>
                    <a:pt x="612" y="120"/>
                  </a:cubicBezTo>
                  <a:cubicBezTo>
                    <a:pt x="613" y="117"/>
                    <a:pt x="614" y="114"/>
                    <a:pt x="615" y="110"/>
                  </a:cubicBezTo>
                  <a:cubicBezTo>
                    <a:pt x="615" y="108"/>
                    <a:pt x="614" y="105"/>
                    <a:pt x="613" y="103"/>
                  </a:cubicBezTo>
                  <a:cubicBezTo>
                    <a:pt x="613" y="102"/>
                    <a:pt x="612" y="102"/>
                    <a:pt x="612" y="102"/>
                  </a:cubicBezTo>
                  <a:cubicBezTo>
                    <a:pt x="612" y="102"/>
                    <a:pt x="611" y="102"/>
                    <a:pt x="609" y="102"/>
                  </a:cubicBezTo>
                  <a:cubicBezTo>
                    <a:pt x="558" y="102"/>
                    <a:pt x="558" y="102"/>
                    <a:pt x="558" y="102"/>
                  </a:cubicBezTo>
                  <a:cubicBezTo>
                    <a:pt x="548" y="102"/>
                    <a:pt x="548" y="102"/>
                    <a:pt x="548" y="102"/>
                  </a:cubicBezTo>
                  <a:cubicBezTo>
                    <a:pt x="543" y="102"/>
                    <a:pt x="539" y="102"/>
                    <a:pt x="537" y="99"/>
                  </a:cubicBezTo>
                  <a:cubicBezTo>
                    <a:pt x="534" y="97"/>
                    <a:pt x="534" y="93"/>
                    <a:pt x="535" y="91"/>
                  </a:cubicBezTo>
                  <a:cubicBezTo>
                    <a:pt x="535" y="88"/>
                    <a:pt x="536" y="85"/>
                    <a:pt x="537" y="83"/>
                  </a:cubicBezTo>
                  <a:cubicBezTo>
                    <a:pt x="538" y="81"/>
                    <a:pt x="538" y="81"/>
                    <a:pt x="538" y="81"/>
                  </a:cubicBezTo>
                  <a:cubicBezTo>
                    <a:pt x="538" y="81"/>
                    <a:pt x="538" y="80"/>
                    <a:pt x="539" y="79"/>
                  </a:cubicBezTo>
                  <a:cubicBezTo>
                    <a:pt x="539" y="79"/>
                    <a:pt x="539" y="79"/>
                    <a:pt x="539" y="78"/>
                  </a:cubicBezTo>
                  <a:cubicBezTo>
                    <a:pt x="539" y="78"/>
                    <a:pt x="538" y="78"/>
                    <a:pt x="538" y="78"/>
                  </a:cubicBezTo>
                  <a:cubicBezTo>
                    <a:pt x="537" y="78"/>
                    <a:pt x="536" y="78"/>
                    <a:pt x="535" y="78"/>
                  </a:cubicBezTo>
                  <a:cubicBezTo>
                    <a:pt x="533" y="78"/>
                    <a:pt x="531" y="78"/>
                    <a:pt x="530" y="78"/>
                  </a:cubicBezTo>
                  <a:cubicBezTo>
                    <a:pt x="529" y="82"/>
                    <a:pt x="527" y="84"/>
                    <a:pt x="522" y="84"/>
                  </a:cubicBezTo>
                  <a:cubicBezTo>
                    <a:pt x="517" y="84"/>
                    <a:pt x="513" y="84"/>
                    <a:pt x="508" y="84"/>
                  </a:cubicBezTo>
                  <a:cubicBezTo>
                    <a:pt x="500" y="84"/>
                    <a:pt x="492" y="83"/>
                    <a:pt x="484" y="84"/>
                  </a:cubicBezTo>
                  <a:cubicBezTo>
                    <a:pt x="484" y="85"/>
                    <a:pt x="484" y="85"/>
                    <a:pt x="483" y="86"/>
                  </a:cubicBezTo>
                  <a:cubicBezTo>
                    <a:pt x="482" y="88"/>
                    <a:pt x="482" y="88"/>
                    <a:pt x="482" y="88"/>
                  </a:cubicBezTo>
                  <a:cubicBezTo>
                    <a:pt x="481" y="89"/>
                    <a:pt x="481" y="90"/>
                    <a:pt x="481" y="92"/>
                  </a:cubicBezTo>
                  <a:cubicBezTo>
                    <a:pt x="481" y="93"/>
                    <a:pt x="481" y="94"/>
                    <a:pt x="481" y="95"/>
                  </a:cubicBezTo>
                  <a:cubicBezTo>
                    <a:pt x="481" y="96"/>
                    <a:pt x="481" y="99"/>
                    <a:pt x="482" y="101"/>
                  </a:cubicBezTo>
                  <a:cubicBezTo>
                    <a:pt x="482" y="105"/>
                    <a:pt x="483" y="109"/>
                    <a:pt x="481" y="113"/>
                  </a:cubicBezTo>
                  <a:cubicBezTo>
                    <a:pt x="481" y="114"/>
                    <a:pt x="481" y="114"/>
                    <a:pt x="480" y="115"/>
                  </a:cubicBezTo>
                  <a:cubicBezTo>
                    <a:pt x="480" y="115"/>
                    <a:pt x="480" y="116"/>
                    <a:pt x="479" y="116"/>
                  </a:cubicBezTo>
                  <a:cubicBezTo>
                    <a:pt x="478" y="119"/>
                    <a:pt x="476" y="120"/>
                    <a:pt x="475" y="120"/>
                  </a:cubicBezTo>
                  <a:cubicBezTo>
                    <a:pt x="475" y="121"/>
                    <a:pt x="475" y="121"/>
                    <a:pt x="475" y="122"/>
                  </a:cubicBezTo>
                  <a:cubicBezTo>
                    <a:pt x="475" y="126"/>
                    <a:pt x="474" y="129"/>
                    <a:pt x="473" y="131"/>
                  </a:cubicBezTo>
                  <a:cubicBezTo>
                    <a:pt x="473" y="133"/>
                    <a:pt x="472" y="134"/>
                    <a:pt x="472" y="135"/>
                  </a:cubicBezTo>
                  <a:cubicBezTo>
                    <a:pt x="472" y="137"/>
                    <a:pt x="472" y="138"/>
                    <a:pt x="473" y="140"/>
                  </a:cubicBezTo>
                  <a:cubicBezTo>
                    <a:pt x="473" y="143"/>
                    <a:pt x="473" y="143"/>
                    <a:pt x="473" y="143"/>
                  </a:cubicBezTo>
                  <a:cubicBezTo>
                    <a:pt x="473" y="144"/>
                    <a:pt x="473" y="145"/>
                    <a:pt x="472" y="146"/>
                  </a:cubicBezTo>
                  <a:cubicBezTo>
                    <a:pt x="471" y="147"/>
                    <a:pt x="470" y="148"/>
                    <a:pt x="469" y="148"/>
                  </a:cubicBezTo>
                  <a:cubicBezTo>
                    <a:pt x="461" y="148"/>
                    <a:pt x="453" y="148"/>
                    <a:pt x="445" y="148"/>
                  </a:cubicBezTo>
                  <a:cubicBezTo>
                    <a:pt x="444" y="148"/>
                    <a:pt x="444" y="148"/>
                    <a:pt x="443" y="148"/>
                  </a:cubicBezTo>
                  <a:cubicBezTo>
                    <a:pt x="439" y="148"/>
                    <a:pt x="433" y="149"/>
                    <a:pt x="429" y="145"/>
                  </a:cubicBezTo>
                  <a:cubicBezTo>
                    <a:pt x="429" y="145"/>
                    <a:pt x="428" y="144"/>
                    <a:pt x="428" y="143"/>
                  </a:cubicBezTo>
                  <a:cubicBezTo>
                    <a:pt x="426" y="144"/>
                    <a:pt x="425" y="144"/>
                    <a:pt x="424" y="143"/>
                  </a:cubicBezTo>
                  <a:cubicBezTo>
                    <a:pt x="423" y="143"/>
                    <a:pt x="422" y="143"/>
                    <a:pt x="421" y="143"/>
                  </a:cubicBezTo>
                  <a:cubicBezTo>
                    <a:pt x="421" y="145"/>
                    <a:pt x="419" y="146"/>
                    <a:pt x="417" y="147"/>
                  </a:cubicBezTo>
                  <a:cubicBezTo>
                    <a:pt x="416" y="147"/>
                    <a:pt x="414" y="148"/>
                    <a:pt x="412" y="148"/>
                  </a:cubicBezTo>
                  <a:cubicBezTo>
                    <a:pt x="411" y="148"/>
                    <a:pt x="411" y="148"/>
                    <a:pt x="411" y="148"/>
                  </a:cubicBezTo>
                  <a:cubicBezTo>
                    <a:pt x="408" y="148"/>
                    <a:pt x="405" y="148"/>
                    <a:pt x="402" y="148"/>
                  </a:cubicBezTo>
                  <a:cubicBezTo>
                    <a:pt x="401" y="148"/>
                    <a:pt x="400" y="148"/>
                    <a:pt x="399" y="148"/>
                  </a:cubicBezTo>
                  <a:cubicBezTo>
                    <a:pt x="399" y="148"/>
                    <a:pt x="399" y="148"/>
                    <a:pt x="399" y="148"/>
                  </a:cubicBezTo>
                  <a:cubicBezTo>
                    <a:pt x="397" y="148"/>
                    <a:pt x="397" y="148"/>
                    <a:pt x="397" y="148"/>
                  </a:cubicBezTo>
                  <a:cubicBezTo>
                    <a:pt x="397" y="150"/>
                    <a:pt x="397" y="152"/>
                    <a:pt x="396" y="153"/>
                  </a:cubicBezTo>
                  <a:cubicBezTo>
                    <a:pt x="395" y="154"/>
                    <a:pt x="394" y="155"/>
                    <a:pt x="392" y="155"/>
                  </a:cubicBezTo>
                  <a:cubicBezTo>
                    <a:pt x="391" y="155"/>
                    <a:pt x="391" y="155"/>
                    <a:pt x="391" y="155"/>
                  </a:cubicBezTo>
                  <a:cubicBezTo>
                    <a:pt x="388" y="155"/>
                    <a:pt x="386" y="155"/>
                    <a:pt x="382" y="153"/>
                  </a:cubicBezTo>
                  <a:cubicBezTo>
                    <a:pt x="381" y="153"/>
                    <a:pt x="381" y="152"/>
                    <a:pt x="380" y="152"/>
                  </a:cubicBezTo>
                  <a:cubicBezTo>
                    <a:pt x="379" y="151"/>
                    <a:pt x="379" y="151"/>
                    <a:pt x="378" y="151"/>
                  </a:cubicBezTo>
                  <a:cubicBezTo>
                    <a:pt x="377" y="152"/>
                    <a:pt x="375" y="153"/>
                    <a:pt x="373" y="153"/>
                  </a:cubicBezTo>
                  <a:cubicBezTo>
                    <a:pt x="371" y="153"/>
                    <a:pt x="370" y="153"/>
                    <a:pt x="369" y="153"/>
                  </a:cubicBezTo>
                  <a:cubicBezTo>
                    <a:pt x="367" y="148"/>
                    <a:pt x="367" y="148"/>
                    <a:pt x="367" y="148"/>
                  </a:cubicBezTo>
                  <a:cubicBezTo>
                    <a:pt x="368" y="153"/>
                    <a:pt x="368" y="153"/>
                    <a:pt x="368" y="153"/>
                  </a:cubicBezTo>
                  <a:cubicBezTo>
                    <a:pt x="366" y="154"/>
                    <a:pt x="363" y="154"/>
                    <a:pt x="360" y="154"/>
                  </a:cubicBezTo>
                  <a:cubicBezTo>
                    <a:pt x="355" y="154"/>
                    <a:pt x="353" y="151"/>
                    <a:pt x="353" y="150"/>
                  </a:cubicBezTo>
                  <a:cubicBezTo>
                    <a:pt x="352" y="148"/>
                    <a:pt x="352" y="147"/>
                    <a:pt x="352" y="146"/>
                  </a:cubicBezTo>
                  <a:cubicBezTo>
                    <a:pt x="352" y="146"/>
                    <a:pt x="352" y="146"/>
                    <a:pt x="352" y="146"/>
                  </a:cubicBezTo>
                  <a:cubicBezTo>
                    <a:pt x="352" y="145"/>
                    <a:pt x="351" y="144"/>
                    <a:pt x="351" y="144"/>
                  </a:cubicBezTo>
                  <a:cubicBezTo>
                    <a:pt x="349" y="142"/>
                    <a:pt x="347" y="140"/>
                    <a:pt x="346" y="137"/>
                  </a:cubicBezTo>
                  <a:cubicBezTo>
                    <a:pt x="346" y="136"/>
                    <a:pt x="346" y="136"/>
                    <a:pt x="345" y="136"/>
                  </a:cubicBezTo>
                  <a:cubicBezTo>
                    <a:pt x="345" y="136"/>
                    <a:pt x="345" y="135"/>
                    <a:pt x="344" y="135"/>
                  </a:cubicBezTo>
                  <a:cubicBezTo>
                    <a:pt x="344" y="134"/>
                    <a:pt x="344" y="134"/>
                    <a:pt x="344" y="134"/>
                  </a:cubicBezTo>
                  <a:cubicBezTo>
                    <a:pt x="342" y="133"/>
                    <a:pt x="342" y="132"/>
                    <a:pt x="341" y="131"/>
                  </a:cubicBezTo>
                  <a:cubicBezTo>
                    <a:pt x="340" y="129"/>
                    <a:pt x="339" y="126"/>
                    <a:pt x="338" y="124"/>
                  </a:cubicBezTo>
                  <a:cubicBezTo>
                    <a:pt x="338" y="123"/>
                    <a:pt x="338" y="123"/>
                    <a:pt x="337" y="122"/>
                  </a:cubicBezTo>
                  <a:cubicBezTo>
                    <a:pt x="335" y="121"/>
                    <a:pt x="334" y="119"/>
                    <a:pt x="333" y="118"/>
                  </a:cubicBezTo>
                  <a:cubicBezTo>
                    <a:pt x="332" y="116"/>
                    <a:pt x="332" y="115"/>
                    <a:pt x="332" y="114"/>
                  </a:cubicBezTo>
                  <a:cubicBezTo>
                    <a:pt x="331" y="113"/>
                    <a:pt x="330" y="111"/>
                    <a:pt x="330" y="110"/>
                  </a:cubicBezTo>
                  <a:cubicBezTo>
                    <a:pt x="327" y="109"/>
                    <a:pt x="326" y="106"/>
                    <a:pt x="326" y="104"/>
                  </a:cubicBezTo>
                  <a:cubicBezTo>
                    <a:pt x="326" y="104"/>
                    <a:pt x="325" y="104"/>
                    <a:pt x="324" y="103"/>
                  </a:cubicBezTo>
                  <a:cubicBezTo>
                    <a:pt x="321" y="102"/>
                    <a:pt x="320" y="100"/>
                    <a:pt x="320" y="98"/>
                  </a:cubicBezTo>
                  <a:cubicBezTo>
                    <a:pt x="320" y="98"/>
                    <a:pt x="320" y="98"/>
                    <a:pt x="319" y="98"/>
                  </a:cubicBezTo>
                  <a:cubicBezTo>
                    <a:pt x="317" y="94"/>
                    <a:pt x="317" y="91"/>
                    <a:pt x="316" y="87"/>
                  </a:cubicBezTo>
                  <a:cubicBezTo>
                    <a:pt x="316" y="86"/>
                    <a:pt x="316" y="86"/>
                    <a:pt x="316" y="86"/>
                  </a:cubicBezTo>
                  <a:cubicBezTo>
                    <a:pt x="315" y="83"/>
                    <a:pt x="317" y="81"/>
                    <a:pt x="318" y="80"/>
                  </a:cubicBezTo>
                  <a:cubicBezTo>
                    <a:pt x="317" y="78"/>
                    <a:pt x="317" y="76"/>
                    <a:pt x="316" y="75"/>
                  </a:cubicBezTo>
                  <a:cubicBezTo>
                    <a:pt x="316" y="75"/>
                    <a:pt x="316" y="75"/>
                    <a:pt x="316" y="74"/>
                  </a:cubicBezTo>
                  <a:cubicBezTo>
                    <a:pt x="313" y="73"/>
                    <a:pt x="312" y="70"/>
                    <a:pt x="312" y="69"/>
                  </a:cubicBezTo>
                  <a:cubicBezTo>
                    <a:pt x="311" y="68"/>
                    <a:pt x="311" y="67"/>
                    <a:pt x="310" y="66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308" y="62"/>
                    <a:pt x="307" y="58"/>
                    <a:pt x="306" y="55"/>
                  </a:cubicBezTo>
                  <a:cubicBezTo>
                    <a:pt x="306" y="53"/>
                    <a:pt x="305" y="52"/>
                    <a:pt x="305" y="50"/>
                  </a:cubicBezTo>
                  <a:cubicBezTo>
                    <a:pt x="304" y="48"/>
                    <a:pt x="304" y="48"/>
                    <a:pt x="304" y="48"/>
                  </a:cubicBezTo>
                  <a:cubicBezTo>
                    <a:pt x="303" y="46"/>
                    <a:pt x="303" y="45"/>
                    <a:pt x="303" y="44"/>
                  </a:cubicBezTo>
                  <a:cubicBezTo>
                    <a:pt x="303" y="43"/>
                    <a:pt x="302" y="41"/>
                    <a:pt x="302" y="40"/>
                  </a:cubicBezTo>
                  <a:cubicBezTo>
                    <a:pt x="302" y="37"/>
                    <a:pt x="303" y="36"/>
                    <a:pt x="303" y="35"/>
                  </a:cubicBezTo>
                  <a:cubicBezTo>
                    <a:pt x="304" y="34"/>
                    <a:pt x="303" y="34"/>
                    <a:pt x="303" y="33"/>
                  </a:cubicBezTo>
                  <a:cubicBezTo>
                    <a:pt x="303" y="32"/>
                    <a:pt x="303" y="31"/>
                    <a:pt x="303" y="31"/>
                  </a:cubicBezTo>
                  <a:cubicBezTo>
                    <a:pt x="303" y="29"/>
                    <a:pt x="303" y="29"/>
                    <a:pt x="303" y="29"/>
                  </a:cubicBezTo>
                  <a:cubicBezTo>
                    <a:pt x="303" y="29"/>
                    <a:pt x="303" y="28"/>
                    <a:pt x="303" y="28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3" y="28"/>
                    <a:pt x="303" y="27"/>
                    <a:pt x="302" y="27"/>
                  </a:cubicBezTo>
                  <a:cubicBezTo>
                    <a:pt x="299" y="24"/>
                    <a:pt x="297" y="22"/>
                    <a:pt x="297" y="18"/>
                  </a:cubicBezTo>
                  <a:cubicBezTo>
                    <a:pt x="296" y="18"/>
                    <a:pt x="296" y="17"/>
                    <a:pt x="297" y="16"/>
                  </a:cubicBezTo>
                  <a:cubicBezTo>
                    <a:pt x="296" y="15"/>
                    <a:pt x="295" y="14"/>
                    <a:pt x="295" y="12"/>
                  </a:cubicBezTo>
                  <a:cubicBezTo>
                    <a:pt x="295" y="12"/>
                    <a:pt x="295" y="12"/>
                    <a:pt x="294" y="12"/>
                  </a:cubicBezTo>
                  <a:cubicBezTo>
                    <a:pt x="292" y="13"/>
                    <a:pt x="291" y="13"/>
                    <a:pt x="289" y="13"/>
                  </a:cubicBezTo>
                  <a:cubicBezTo>
                    <a:pt x="287" y="12"/>
                    <a:pt x="286" y="11"/>
                    <a:pt x="285" y="10"/>
                  </a:cubicBezTo>
                  <a:cubicBezTo>
                    <a:pt x="284" y="10"/>
                    <a:pt x="281" y="10"/>
                    <a:pt x="278" y="10"/>
                  </a:cubicBezTo>
                  <a:cubicBezTo>
                    <a:pt x="277" y="10"/>
                    <a:pt x="276" y="10"/>
                    <a:pt x="276" y="10"/>
                  </a:cubicBezTo>
                  <a:cubicBezTo>
                    <a:pt x="270" y="11"/>
                    <a:pt x="270" y="11"/>
                    <a:pt x="270" y="11"/>
                  </a:cubicBezTo>
                  <a:cubicBezTo>
                    <a:pt x="265" y="11"/>
                    <a:pt x="260" y="11"/>
                    <a:pt x="255" y="11"/>
                  </a:cubicBezTo>
                  <a:cubicBezTo>
                    <a:pt x="250" y="11"/>
                    <a:pt x="250" y="11"/>
                    <a:pt x="250" y="11"/>
                  </a:cubicBezTo>
                  <a:cubicBezTo>
                    <a:pt x="243" y="11"/>
                    <a:pt x="235" y="11"/>
                    <a:pt x="228" y="11"/>
                  </a:cubicBezTo>
                  <a:cubicBezTo>
                    <a:pt x="218" y="11"/>
                    <a:pt x="207" y="11"/>
                    <a:pt x="197" y="11"/>
                  </a:cubicBezTo>
                  <a:cubicBezTo>
                    <a:pt x="194" y="12"/>
                    <a:pt x="192" y="12"/>
                    <a:pt x="190" y="12"/>
                  </a:cubicBezTo>
                  <a:cubicBezTo>
                    <a:pt x="188" y="12"/>
                    <a:pt x="187" y="12"/>
                    <a:pt x="185" y="13"/>
                  </a:cubicBezTo>
                  <a:cubicBezTo>
                    <a:pt x="183" y="13"/>
                    <a:pt x="181" y="13"/>
                    <a:pt x="179" y="13"/>
                  </a:cubicBezTo>
                  <a:cubicBezTo>
                    <a:pt x="179" y="13"/>
                    <a:pt x="178" y="13"/>
                    <a:pt x="178" y="13"/>
                  </a:cubicBezTo>
                  <a:cubicBezTo>
                    <a:pt x="172" y="13"/>
                    <a:pt x="167" y="13"/>
                    <a:pt x="161" y="12"/>
                  </a:cubicBezTo>
                  <a:cubicBezTo>
                    <a:pt x="160" y="12"/>
                    <a:pt x="158" y="12"/>
                    <a:pt x="157" y="12"/>
                  </a:cubicBezTo>
                  <a:cubicBezTo>
                    <a:pt x="155" y="11"/>
                    <a:pt x="153" y="11"/>
                    <a:pt x="152" y="11"/>
                  </a:cubicBezTo>
                  <a:cubicBezTo>
                    <a:pt x="151" y="11"/>
                    <a:pt x="150" y="11"/>
                    <a:pt x="150" y="11"/>
                  </a:cubicBezTo>
                  <a:cubicBezTo>
                    <a:pt x="148" y="12"/>
                    <a:pt x="146" y="12"/>
                    <a:pt x="145" y="12"/>
                  </a:cubicBezTo>
                  <a:cubicBezTo>
                    <a:pt x="143" y="11"/>
                    <a:pt x="142" y="10"/>
                    <a:pt x="141" y="10"/>
                  </a:cubicBezTo>
                  <a:cubicBezTo>
                    <a:pt x="139" y="9"/>
                    <a:pt x="137" y="10"/>
                    <a:pt x="135" y="10"/>
                  </a:cubicBezTo>
                  <a:cubicBezTo>
                    <a:pt x="134" y="10"/>
                    <a:pt x="133" y="10"/>
                    <a:pt x="132" y="10"/>
                  </a:cubicBezTo>
                  <a:cubicBezTo>
                    <a:pt x="130" y="11"/>
                    <a:pt x="128" y="11"/>
                    <a:pt x="125" y="11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1" y="11"/>
                    <a:pt x="119" y="11"/>
                    <a:pt x="117" y="11"/>
                  </a:cubicBezTo>
                  <a:cubicBezTo>
                    <a:pt x="112" y="10"/>
                    <a:pt x="112" y="10"/>
                    <a:pt x="112" y="10"/>
                  </a:cubicBezTo>
                  <a:cubicBezTo>
                    <a:pt x="111" y="10"/>
                    <a:pt x="110" y="10"/>
                    <a:pt x="109" y="10"/>
                  </a:cubicBezTo>
                  <a:cubicBezTo>
                    <a:pt x="108" y="11"/>
                    <a:pt x="107" y="12"/>
                    <a:pt x="106" y="12"/>
                  </a:cubicBezTo>
                  <a:cubicBezTo>
                    <a:pt x="104" y="12"/>
                    <a:pt x="101" y="12"/>
                    <a:pt x="98" y="11"/>
                  </a:cubicBezTo>
                  <a:cubicBezTo>
                    <a:pt x="97" y="11"/>
                    <a:pt x="96" y="11"/>
                    <a:pt x="95" y="11"/>
                  </a:cubicBezTo>
                  <a:cubicBezTo>
                    <a:pt x="94" y="11"/>
                    <a:pt x="92" y="12"/>
                    <a:pt x="91" y="13"/>
                  </a:cubicBezTo>
                  <a:cubicBezTo>
                    <a:pt x="91" y="13"/>
                    <a:pt x="89" y="13"/>
                    <a:pt x="89" y="13"/>
                  </a:cubicBezTo>
                  <a:cubicBezTo>
                    <a:pt x="88" y="13"/>
                    <a:pt x="87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4" y="12"/>
                    <a:pt x="83" y="12"/>
                    <a:pt x="83" y="13"/>
                  </a:cubicBezTo>
                  <a:cubicBezTo>
                    <a:pt x="83" y="13"/>
                    <a:pt x="82" y="15"/>
                    <a:pt x="80" y="16"/>
                  </a:cubicBezTo>
                  <a:cubicBezTo>
                    <a:pt x="77" y="18"/>
                    <a:pt x="74" y="20"/>
                    <a:pt x="70" y="21"/>
                  </a:cubicBezTo>
                  <a:cubicBezTo>
                    <a:pt x="69" y="21"/>
                    <a:pt x="66" y="21"/>
                    <a:pt x="64" y="20"/>
                  </a:cubicBezTo>
                  <a:cubicBezTo>
                    <a:pt x="63" y="21"/>
                    <a:pt x="62" y="22"/>
                    <a:pt x="60" y="22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3" y="23"/>
                    <a:pt x="49" y="24"/>
                    <a:pt x="46" y="25"/>
                  </a:cubicBezTo>
                  <a:cubicBezTo>
                    <a:pt x="46" y="25"/>
                    <a:pt x="46" y="25"/>
                    <a:pt x="46" y="26"/>
                  </a:cubicBezTo>
                  <a:cubicBezTo>
                    <a:pt x="49" y="29"/>
                    <a:pt x="50" y="33"/>
                    <a:pt x="51" y="36"/>
                  </a:cubicBezTo>
                  <a:cubicBezTo>
                    <a:pt x="52" y="38"/>
                    <a:pt x="52" y="40"/>
                    <a:pt x="53" y="42"/>
                  </a:cubicBezTo>
                  <a:cubicBezTo>
                    <a:pt x="54" y="43"/>
                    <a:pt x="55" y="45"/>
                    <a:pt x="56" y="48"/>
                  </a:cubicBezTo>
                  <a:cubicBezTo>
                    <a:pt x="57" y="50"/>
                    <a:pt x="58" y="53"/>
                    <a:pt x="59" y="54"/>
                  </a:cubicBezTo>
                  <a:cubicBezTo>
                    <a:pt x="60" y="55"/>
                    <a:pt x="62" y="57"/>
                    <a:pt x="63" y="59"/>
                  </a:cubicBezTo>
                  <a:cubicBezTo>
                    <a:pt x="66" y="62"/>
                    <a:pt x="70" y="68"/>
                    <a:pt x="73" y="69"/>
                  </a:cubicBezTo>
                  <a:cubicBezTo>
                    <a:pt x="74" y="70"/>
                    <a:pt x="75" y="70"/>
                    <a:pt x="76" y="71"/>
                  </a:cubicBezTo>
                  <a:cubicBezTo>
                    <a:pt x="77" y="72"/>
                    <a:pt x="77" y="74"/>
                    <a:pt x="77" y="76"/>
                  </a:cubicBezTo>
                  <a:cubicBezTo>
                    <a:pt x="76" y="76"/>
                    <a:pt x="77" y="78"/>
                    <a:pt x="77" y="79"/>
                  </a:cubicBezTo>
                  <a:cubicBezTo>
                    <a:pt x="77" y="80"/>
                    <a:pt x="77" y="81"/>
                    <a:pt x="77" y="82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89"/>
                    <a:pt x="78" y="93"/>
                    <a:pt x="80" y="97"/>
                  </a:cubicBezTo>
                  <a:cubicBezTo>
                    <a:pt x="84" y="103"/>
                    <a:pt x="86" y="111"/>
                    <a:pt x="89" y="118"/>
                  </a:cubicBezTo>
                  <a:cubicBezTo>
                    <a:pt x="91" y="122"/>
                    <a:pt x="92" y="127"/>
                    <a:pt x="94" y="131"/>
                  </a:cubicBezTo>
                  <a:cubicBezTo>
                    <a:pt x="95" y="133"/>
                    <a:pt x="96" y="135"/>
                    <a:pt x="97" y="138"/>
                  </a:cubicBezTo>
                  <a:cubicBezTo>
                    <a:pt x="99" y="144"/>
                    <a:pt x="102" y="151"/>
                    <a:pt x="105" y="157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9" y="162"/>
                    <a:pt x="111" y="167"/>
                    <a:pt x="110" y="173"/>
                  </a:cubicBezTo>
                  <a:cubicBezTo>
                    <a:pt x="110" y="175"/>
                    <a:pt x="109" y="176"/>
                    <a:pt x="108" y="177"/>
                  </a:cubicBezTo>
                  <a:cubicBezTo>
                    <a:pt x="108" y="177"/>
                    <a:pt x="109" y="178"/>
                    <a:pt x="110" y="180"/>
                  </a:cubicBezTo>
                  <a:cubicBezTo>
                    <a:pt x="111" y="183"/>
                    <a:pt x="112" y="188"/>
                    <a:pt x="111" y="192"/>
                  </a:cubicBezTo>
                  <a:cubicBezTo>
                    <a:pt x="110" y="194"/>
                    <a:pt x="108" y="196"/>
                    <a:pt x="106" y="197"/>
                  </a:cubicBezTo>
                  <a:cubicBezTo>
                    <a:pt x="104" y="198"/>
                    <a:pt x="103" y="198"/>
                    <a:pt x="101" y="197"/>
                  </a:cubicBezTo>
                  <a:cubicBezTo>
                    <a:pt x="101" y="197"/>
                    <a:pt x="101" y="197"/>
                    <a:pt x="101" y="197"/>
                  </a:cubicBezTo>
                  <a:cubicBezTo>
                    <a:pt x="100" y="198"/>
                    <a:pt x="99" y="199"/>
                    <a:pt x="97" y="200"/>
                  </a:cubicBezTo>
                  <a:cubicBezTo>
                    <a:pt x="97" y="201"/>
                    <a:pt x="96" y="202"/>
                    <a:pt x="96" y="203"/>
                  </a:cubicBezTo>
                  <a:cubicBezTo>
                    <a:pt x="96" y="204"/>
                    <a:pt x="95" y="205"/>
                    <a:pt x="95" y="205"/>
                  </a:cubicBezTo>
                  <a:cubicBezTo>
                    <a:pt x="94" y="207"/>
                    <a:pt x="93" y="208"/>
                    <a:pt x="92" y="209"/>
                  </a:cubicBezTo>
                  <a:cubicBezTo>
                    <a:pt x="91" y="210"/>
                    <a:pt x="91" y="210"/>
                    <a:pt x="90" y="210"/>
                  </a:cubicBezTo>
                  <a:cubicBezTo>
                    <a:pt x="90" y="211"/>
                    <a:pt x="90" y="211"/>
                    <a:pt x="89" y="212"/>
                  </a:cubicBezTo>
                  <a:cubicBezTo>
                    <a:pt x="89" y="213"/>
                    <a:pt x="88" y="214"/>
                    <a:pt x="87" y="215"/>
                  </a:cubicBezTo>
                  <a:cubicBezTo>
                    <a:pt x="89" y="217"/>
                    <a:pt x="90" y="219"/>
                    <a:pt x="91" y="221"/>
                  </a:cubicBezTo>
                  <a:cubicBezTo>
                    <a:pt x="93" y="223"/>
                    <a:pt x="93" y="223"/>
                    <a:pt x="93" y="223"/>
                  </a:cubicBezTo>
                  <a:cubicBezTo>
                    <a:pt x="96" y="227"/>
                    <a:pt x="97" y="232"/>
                    <a:pt x="98" y="237"/>
                  </a:cubicBezTo>
                  <a:cubicBezTo>
                    <a:pt x="98" y="239"/>
                    <a:pt x="98" y="241"/>
                    <a:pt x="99" y="243"/>
                  </a:cubicBezTo>
                  <a:cubicBezTo>
                    <a:pt x="100" y="245"/>
                    <a:pt x="101" y="247"/>
                    <a:pt x="100" y="250"/>
                  </a:cubicBezTo>
                  <a:cubicBezTo>
                    <a:pt x="100" y="251"/>
                    <a:pt x="100" y="252"/>
                    <a:pt x="99" y="253"/>
                  </a:cubicBezTo>
                  <a:cubicBezTo>
                    <a:pt x="100" y="253"/>
                    <a:pt x="100" y="254"/>
                    <a:pt x="101" y="254"/>
                  </a:cubicBezTo>
                  <a:cubicBezTo>
                    <a:pt x="101" y="255"/>
                    <a:pt x="102" y="256"/>
                    <a:pt x="103" y="257"/>
                  </a:cubicBezTo>
                  <a:cubicBezTo>
                    <a:pt x="105" y="260"/>
                    <a:pt x="107" y="263"/>
                    <a:pt x="107" y="267"/>
                  </a:cubicBezTo>
                  <a:cubicBezTo>
                    <a:pt x="107" y="268"/>
                    <a:pt x="107" y="269"/>
                    <a:pt x="106" y="270"/>
                  </a:cubicBezTo>
                  <a:cubicBezTo>
                    <a:pt x="107" y="271"/>
                    <a:pt x="107" y="271"/>
                    <a:pt x="107" y="271"/>
                  </a:cubicBezTo>
                  <a:cubicBezTo>
                    <a:pt x="108" y="272"/>
                    <a:pt x="108" y="273"/>
                    <a:pt x="109" y="274"/>
                  </a:cubicBezTo>
                  <a:cubicBezTo>
                    <a:pt x="111" y="276"/>
                    <a:pt x="112" y="278"/>
                    <a:pt x="113" y="280"/>
                  </a:cubicBezTo>
                  <a:cubicBezTo>
                    <a:pt x="113" y="282"/>
                    <a:pt x="114" y="283"/>
                    <a:pt x="115" y="284"/>
                  </a:cubicBezTo>
                  <a:cubicBezTo>
                    <a:pt x="116" y="286"/>
                    <a:pt x="118" y="289"/>
                    <a:pt x="119" y="292"/>
                  </a:cubicBezTo>
                  <a:cubicBezTo>
                    <a:pt x="119" y="293"/>
                    <a:pt x="119" y="294"/>
                    <a:pt x="119" y="295"/>
                  </a:cubicBezTo>
                  <a:cubicBezTo>
                    <a:pt x="119" y="296"/>
                    <a:pt x="119" y="297"/>
                    <a:pt x="120" y="297"/>
                  </a:cubicBezTo>
                  <a:cubicBezTo>
                    <a:pt x="121" y="298"/>
                    <a:pt x="121" y="299"/>
                    <a:pt x="122" y="300"/>
                  </a:cubicBezTo>
                  <a:cubicBezTo>
                    <a:pt x="123" y="301"/>
                    <a:pt x="125" y="303"/>
                    <a:pt x="126" y="304"/>
                  </a:cubicBezTo>
                  <a:cubicBezTo>
                    <a:pt x="126" y="305"/>
                    <a:pt x="127" y="306"/>
                    <a:pt x="128" y="307"/>
                  </a:cubicBezTo>
                  <a:cubicBezTo>
                    <a:pt x="130" y="309"/>
                    <a:pt x="131" y="310"/>
                    <a:pt x="132" y="312"/>
                  </a:cubicBezTo>
                  <a:cubicBezTo>
                    <a:pt x="135" y="316"/>
                    <a:pt x="132" y="319"/>
                    <a:pt x="131" y="321"/>
                  </a:cubicBezTo>
                  <a:cubicBezTo>
                    <a:pt x="131" y="321"/>
                    <a:pt x="131" y="322"/>
                    <a:pt x="131" y="322"/>
                  </a:cubicBezTo>
                  <a:cubicBezTo>
                    <a:pt x="131" y="322"/>
                    <a:pt x="131" y="322"/>
                    <a:pt x="131" y="322"/>
                  </a:cubicBezTo>
                  <a:cubicBezTo>
                    <a:pt x="131" y="322"/>
                    <a:pt x="132" y="323"/>
                    <a:pt x="133" y="324"/>
                  </a:cubicBezTo>
                  <a:cubicBezTo>
                    <a:pt x="135" y="326"/>
                    <a:pt x="137" y="329"/>
                    <a:pt x="138" y="331"/>
                  </a:cubicBezTo>
                  <a:cubicBezTo>
                    <a:pt x="139" y="334"/>
                    <a:pt x="138" y="337"/>
                    <a:pt x="138" y="340"/>
                  </a:cubicBezTo>
                  <a:cubicBezTo>
                    <a:pt x="138" y="342"/>
                    <a:pt x="138" y="342"/>
                    <a:pt x="138" y="342"/>
                  </a:cubicBezTo>
                  <a:cubicBezTo>
                    <a:pt x="138" y="346"/>
                    <a:pt x="137" y="349"/>
                    <a:pt x="136" y="352"/>
                  </a:cubicBezTo>
                  <a:cubicBezTo>
                    <a:pt x="135" y="355"/>
                    <a:pt x="135" y="358"/>
                    <a:pt x="135" y="361"/>
                  </a:cubicBezTo>
                  <a:cubicBezTo>
                    <a:pt x="135" y="364"/>
                    <a:pt x="134" y="367"/>
                    <a:pt x="134" y="369"/>
                  </a:cubicBezTo>
                  <a:cubicBezTo>
                    <a:pt x="134" y="373"/>
                    <a:pt x="134" y="378"/>
                    <a:pt x="134" y="382"/>
                  </a:cubicBezTo>
                  <a:cubicBezTo>
                    <a:pt x="134" y="392"/>
                    <a:pt x="131" y="401"/>
                    <a:pt x="128" y="409"/>
                  </a:cubicBezTo>
                  <a:cubicBezTo>
                    <a:pt x="127" y="411"/>
                    <a:pt x="127" y="412"/>
                    <a:pt x="127" y="413"/>
                  </a:cubicBezTo>
                  <a:cubicBezTo>
                    <a:pt x="126" y="415"/>
                    <a:pt x="125" y="418"/>
                    <a:pt x="124" y="420"/>
                  </a:cubicBezTo>
                  <a:cubicBezTo>
                    <a:pt x="123" y="420"/>
                    <a:pt x="120" y="425"/>
                    <a:pt x="117" y="426"/>
                  </a:cubicBezTo>
                  <a:cubicBezTo>
                    <a:pt x="116" y="427"/>
                    <a:pt x="116" y="427"/>
                    <a:pt x="116" y="427"/>
                  </a:cubicBezTo>
                  <a:cubicBezTo>
                    <a:pt x="116" y="428"/>
                    <a:pt x="115" y="428"/>
                    <a:pt x="115" y="429"/>
                  </a:cubicBezTo>
                  <a:cubicBezTo>
                    <a:pt x="115" y="431"/>
                    <a:pt x="115" y="431"/>
                    <a:pt x="115" y="431"/>
                  </a:cubicBezTo>
                  <a:cubicBezTo>
                    <a:pt x="114" y="435"/>
                    <a:pt x="112" y="436"/>
                    <a:pt x="110" y="438"/>
                  </a:cubicBezTo>
                  <a:cubicBezTo>
                    <a:pt x="109" y="439"/>
                    <a:pt x="109" y="439"/>
                    <a:pt x="109" y="439"/>
                  </a:cubicBezTo>
                  <a:cubicBezTo>
                    <a:pt x="106" y="442"/>
                    <a:pt x="105" y="443"/>
                    <a:pt x="102" y="443"/>
                  </a:cubicBezTo>
                  <a:cubicBezTo>
                    <a:pt x="100" y="443"/>
                    <a:pt x="99" y="443"/>
                    <a:pt x="99" y="443"/>
                  </a:cubicBezTo>
                  <a:cubicBezTo>
                    <a:pt x="97" y="444"/>
                    <a:pt x="95" y="444"/>
                    <a:pt x="94" y="444"/>
                  </a:cubicBezTo>
                  <a:cubicBezTo>
                    <a:pt x="94" y="444"/>
                    <a:pt x="93" y="444"/>
                    <a:pt x="93" y="444"/>
                  </a:cubicBezTo>
                  <a:cubicBezTo>
                    <a:pt x="83" y="452"/>
                    <a:pt x="82" y="455"/>
                    <a:pt x="82" y="456"/>
                  </a:cubicBezTo>
                  <a:cubicBezTo>
                    <a:pt x="82" y="456"/>
                    <a:pt x="82" y="456"/>
                    <a:pt x="82" y="457"/>
                  </a:cubicBezTo>
                  <a:cubicBezTo>
                    <a:pt x="83" y="459"/>
                    <a:pt x="84" y="462"/>
                    <a:pt x="82" y="466"/>
                  </a:cubicBezTo>
                  <a:cubicBezTo>
                    <a:pt x="80" y="470"/>
                    <a:pt x="77" y="473"/>
                    <a:pt x="74" y="475"/>
                  </a:cubicBezTo>
                  <a:cubicBezTo>
                    <a:pt x="74" y="476"/>
                    <a:pt x="73" y="476"/>
                    <a:pt x="73" y="477"/>
                  </a:cubicBezTo>
                  <a:cubicBezTo>
                    <a:pt x="72" y="478"/>
                    <a:pt x="71" y="479"/>
                    <a:pt x="70" y="480"/>
                  </a:cubicBezTo>
                  <a:cubicBezTo>
                    <a:pt x="69" y="482"/>
                    <a:pt x="67" y="482"/>
                    <a:pt x="66" y="482"/>
                  </a:cubicBezTo>
                  <a:cubicBezTo>
                    <a:pt x="65" y="483"/>
                    <a:pt x="65" y="484"/>
                    <a:pt x="65" y="485"/>
                  </a:cubicBezTo>
                  <a:cubicBezTo>
                    <a:pt x="64" y="487"/>
                    <a:pt x="63" y="489"/>
                    <a:pt x="60" y="492"/>
                  </a:cubicBezTo>
                  <a:cubicBezTo>
                    <a:pt x="60" y="492"/>
                    <a:pt x="59" y="493"/>
                    <a:pt x="58" y="493"/>
                  </a:cubicBezTo>
                  <a:cubicBezTo>
                    <a:pt x="58" y="493"/>
                    <a:pt x="57" y="494"/>
                    <a:pt x="57" y="494"/>
                  </a:cubicBezTo>
                  <a:cubicBezTo>
                    <a:pt x="57" y="494"/>
                    <a:pt x="57" y="494"/>
                    <a:pt x="57" y="495"/>
                  </a:cubicBezTo>
                  <a:cubicBezTo>
                    <a:pt x="58" y="498"/>
                    <a:pt x="58" y="502"/>
                    <a:pt x="57" y="506"/>
                  </a:cubicBezTo>
                  <a:cubicBezTo>
                    <a:pt x="57" y="507"/>
                    <a:pt x="57" y="509"/>
                    <a:pt x="57" y="511"/>
                  </a:cubicBezTo>
                  <a:cubicBezTo>
                    <a:pt x="57" y="513"/>
                    <a:pt x="57" y="515"/>
                    <a:pt x="56" y="517"/>
                  </a:cubicBezTo>
                  <a:cubicBezTo>
                    <a:pt x="56" y="519"/>
                    <a:pt x="56" y="522"/>
                    <a:pt x="53" y="524"/>
                  </a:cubicBezTo>
                  <a:cubicBezTo>
                    <a:pt x="53" y="525"/>
                    <a:pt x="51" y="525"/>
                    <a:pt x="50" y="525"/>
                  </a:cubicBezTo>
                  <a:cubicBezTo>
                    <a:pt x="50" y="525"/>
                    <a:pt x="50" y="525"/>
                    <a:pt x="50" y="525"/>
                  </a:cubicBezTo>
                  <a:cubicBezTo>
                    <a:pt x="50" y="527"/>
                    <a:pt x="49" y="529"/>
                    <a:pt x="48" y="530"/>
                  </a:cubicBezTo>
                  <a:cubicBezTo>
                    <a:pt x="48" y="532"/>
                    <a:pt x="47" y="533"/>
                    <a:pt x="46" y="534"/>
                  </a:cubicBezTo>
                  <a:cubicBezTo>
                    <a:pt x="46" y="534"/>
                    <a:pt x="46" y="534"/>
                    <a:pt x="46" y="534"/>
                  </a:cubicBezTo>
                  <a:cubicBezTo>
                    <a:pt x="47" y="536"/>
                    <a:pt x="47" y="537"/>
                    <a:pt x="47" y="539"/>
                  </a:cubicBezTo>
                  <a:cubicBezTo>
                    <a:pt x="47" y="541"/>
                    <a:pt x="46" y="542"/>
                    <a:pt x="46" y="542"/>
                  </a:cubicBezTo>
                  <a:cubicBezTo>
                    <a:pt x="46" y="544"/>
                    <a:pt x="47" y="545"/>
                    <a:pt x="47" y="546"/>
                  </a:cubicBezTo>
                  <a:cubicBezTo>
                    <a:pt x="47" y="552"/>
                    <a:pt x="45" y="557"/>
                    <a:pt x="44" y="562"/>
                  </a:cubicBezTo>
                  <a:cubicBezTo>
                    <a:pt x="43" y="566"/>
                    <a:pt x="42" y="570"/>
                    <a:pt x="42" y="573"/>
                  </a:cubicBezTo>
                  <a:cubicBezTo>
                    <a:pt x="42" y="574"/>
                    <a:pt x="42" y="574"/>
                    <a:pt x="42" y="574"/>
                  </a:cubicBezTo>
                  <a:cubicBezTo>
                    <a:pt x="42" y="578"/>
                    <a:pt x="41" y="581"/>
                    <a:pt x="37" y="585"/>
                  </a:cubicBezTo>
                  <a:cubicBezTo>
                    <a:pt x="37" y="586"/>
                    <a:pt x="36" y="588"/>
                    <a:pt x="36" y="589"/>
                  </a:cubicBezTo>
                  <a:cubicBezTo>
                    <a:pt x="36" y="591"/>
                    <a:pt x="35" y="592"/>
                    <a:pt x="35" y="593"/>
                  </a:cubicBezTo>
                  <a:cubicBezTo>
                    <a:pt x="34" y="595"/>
                    <a:pt x="34" y="597"/>
                    <a:pt x="33" y="598"/>
                  </a:cubicBezTo>
                  <a:cubicBezTo>
                    <a:pt x="33" y="599"/>
                    <a:pt x="33" y="599"/>
                    <a:pt x="33" y="599"/>
                  </a:cubicBezTo>
                  <a:cubicBezTo>
                    <a:pt x="35" y="601"/>
                    <a:pt x="35" y="603"/>
                    <a:pt x="34" y="605"/>
                  </a:cubicBezTo>
                  <a:cubicBezTo>
                    <a:pt x="33" y="607"/>
                    <a:pt x="31" y="608"/>
                    <a:pt x="30" y="609"/>
                  </a:cubicBezTo>
                  <a:cubicBezTo>
                    <a:pt x="30" y="609"/>
                    <a:pt x="29" y="610"/>
                    <a:pt x="29" y="610"/>
                  </a:cubicBezTo>
                  <a:cubicBezTo>
                    <a:pt x="28" y="612"/>
                    <a:pt x="28" y="616"/>
                    <a:pt x="28" y="620"/>
                  </a:cubicBezTo>
                  <a:cubicBezTo>
                    <a:pt x="28" y="622"/>
                    <a:pt x="28" y="622"/>
                    <a:pt x="28" y="622"/>
                  </a:cubicBezTo>
                  <a:cubicBezTo>
                    <a:pt x="27" y="626"/>
                    <a:pt x="27" y="630"/>
                    <a:pt x="25" y="634"/>
                  </a:cubicBezTo>
                  <a:cubicBezTo>
                    <a:pt x="24" y="635"/>
                    <a:pt x="23" y="636"/>
                    <a:pt x="22" y="637"/>
                  </a:cubicBezTo>
                  <a:cubicBezTo>
                    <a:pt x="22" y="637"/>
                    <a:pt x="21" y="637"/>
                    <a:pt x="21" y="637"/>
                  </a:cubicBezTo>
                  <a:cubicBezTo>
                    <a:pt x="21" y="638"/>
                    <a:pt x="20" y="639"/>
                    <a:pt x="20" y="640"/>
                  </a:cubicBezTo>
                  <a:cubicBezTo>
                    <a:pt x="19" y="641"/>
                    <a:pt x="19" y="643"/>
                    <a:pt x="17" y="645"/>
                  </a:cubicBezTo>
                  <a:cubicBezTo>
                    <a:pt x="16" y="646"/>
                    <a:pt x="14" y="648"/>
                    <a:pt x="12" y="648"/>
                  </a:cubicBezTo>
                  <a:cubicBezTo>
                    <a:pt x="11" y="648"/>
                    <a:pt x="11" y="648"/>
                    <a:pt x="10" y="647"/>
                  </a:cubicBezTo>
                  <a:cubicBezTo>
                    <a:pt x="10" y="648"/>
                    <a:pt x="10" y="648"/>
                    <a:pt x="9" y="648"/>
                  </a:cubicBezTo>
                  <a:cubicBezTo>
                    <a:pt x="10" y="648"/>
                    <a:pt x="11" y="649"/>
                    <a:pt x="11" y="649"/>
                  </a:cubicBezTo>
                  <a:cubicBezTo>
                    <a:pt x="12" y="651"/>
                    <a:pt x="13" y="653"/>
                    <a:pt x="14" y="655"/>
                  </a:cubicBezTo>
                  <a:cubicBezTo>
                    <a:pt x="15" y="658"/>
                    <a:pt x="14" y="661"/>
                    <a:pt x="13" y="663"/>
                  </a:cubicBezTo>
                  <a:cubicBezTo>
                    <a:pt x="13" y="665"/>
                    <a:pt x="13" y="666"/>
                    <a:pt x="13" y="667"/>
                  </a:cubicBezTo>
                  <a:cubicBezTo>
                    <a:pt x="13" y="674"/>
                    <a:pt x="13" y="674"/>
                    <a:pt x="13" y="674"/>
                  </a:cubicBezTo>
                  <a:cubicBezTo>
                    <a:pt x="14" y="684"/>
                    <a:pt x="15" y="694"/>
                    <a:pt x="14" y="705"/>
                  </a:cubicBezTo>
                  <a:cubicBezTo>
                    <a:pt x="14" y="707"/>
                    <a:pt x="14" y="709"/>
                    <a:pt x="13" y="711"/>
                  </a:cubicBezTo>
                  <a:cubicBezTo>
                    <a:pt x="13" y="712"/>
                    <a:pt x="13" y="712"/>
                    <a:pt x="12" y="713"/>
                  </a:cubicBezTo>
                  <a:cubicBezTo>
                    <a:pt x="12" y="714"/>
                    <a:pt x="12" y="715"/>
                    <a:pt x="12" y="716"/>
                  </a:cubicBezTo>
                  <a:cubicBezTo>
                    <a:pt x="12" y="718"/>
                    <a:pt x="12" y="721"/>
                    <a:pt x="11" y="723"/>
                  </a:cubicBezTo>
                  <a:cubicBezTo>
                    <a:pt x="11" y="725"/>
                    <a:pt x="11" y="727"/>
                    <a:pt x="11" y="729"/>
                  </a:cubicBezTo>
                  <a:cubicBezTo>
                    <a:pt x="11" y="730"/>
                    <a:pt x="11" y="731"/>
                    <a:pt x="11" y="731"/>
                  </a:cubicBezTo>
                  <a:cubicBezTo>
                    <a:pt x="11" y="731"/>
                    <a:pt x="11" y="731"/>
                    <a:pt x="11" y="731"/>
                  </a:cubicBezTo>
                  <a:cubicBezTo>
                    <a:pt x="12" y="731"/>
                    <a:pt x="13" y="730"/>
                    <a:pt x="14" y="729"/>
                  </a:cubicBezTo>
                  <a:cubicBezTo>
                    <a:pt x="16" y="728"/>
                    <a:pt x="21" y="725"/>
                    <a:pt x="25" y="725"/>
                  </a:cubicBezTo>
                  <a:cubicBezTo>
                    <a:pt x="25" y="725"/>
                    <a:pt x="26" y="725"/>
                    <a:pt x="27" y="725"/>
                  </a:cubicBezTo>
                  <a:cubicBezTo>
                    <a:pt x="27" y="725"/>
                    <a:pt x="31" y="726"/>
                    <a:pt x="31" y="726"/>
                  </a:cubicBezTo>
                  <a:cubicBezTo>
                    <a:pt x="31" y="726"/>
                    <a:pt x="32" y="726"/>
                    <a:pt x="32" y="726"/>
                  </a:cubicBezTo>
                  <a:cubicBezTo>
                    <a:pt x="34" y="727"/>
                    <a:pt x="35" y="728"/>
                    <a:pt x="35" y="729"/>
                  </a:cubicBezTo>
                  <a:cubicBezTo>
                    <a:pt x="37" y="731"/>
                    <a:pt x="37" y="731"/>
                    <a:pt x="39" y="731"/>
                  </a:cubicBezTo>
                  <a:cubicBezTo>
                    <a:pt x="40" y="731"/>
                    <a:pt x="42" y="731"/>
                    <a:pt x="43" y="731"/>
                  </a:cubicBezTo>
                  <a:cubicBezTo>
                    <a:pt x="43" y="730"/>
                    <a:pt x="44" y="730"/>
                    <a:pt x="46" y="730"/>
                  </a:cubicBezTo>
                  <a:cubicBezTo>
                    <a:pt x="46" y="730"/>
                    <a:pt x="48" y="730"/>
                    <a:pt x="48" y="730"/>
                  </a:cubicBezTo>
                  <a:cubicBezTo>
                    <a:pt x="49" y="731"/>
                    <a:pt x="50" y="731"/>
                    <a:pt x="50" y="732"/>
                  </a:cubicBezTo>
                  <a:cubicBezTo>
                    <a:pt x="51" y="731"/>
                    <a:pt x="52" y="731"/>
                    <a:pt x="52" y="731"/>
                  </a:cubicBezTo>
                  <a:cubicBezTo>
                    <a:pt x="54" y="731"/>
                    <a:pt x="55" y="731"/>
                    <a:pt x="55" y="730"/>
                  </a:cubicBezTo>
                  <a:cubicBezTo>
                    <a:pt x="56" y="730"/>
                    <a:pt x="58" y="729"/>
                    <a:pt x="59" y="728"/>
                  </a:cubicBezTo>
                  <a:cubicBezTo>
                    <a:pt x="60" y="728"/>
                    <a:pt x="62" y="727"/>
                    <a:pt x="63" y="726"/>
                  </a:cubicBezTo>
                  <a:cubicBezTo>
                    <a:pt x="64" y="725"/>
                    <a:pt x="66" y="724"/>
                    <a:pt x="67" y="723"/>
                  </a:cubicBezTo>
                  <a:cubicBezTo>
                    <a:pt x="71" y="720"/>
                    <a:pt x="76" y="716"/>
                    <a:pt x="82" y="715"/>
                  </a:cubicBezTo>
                  <a:cubicBezTo>
                    <a:pt x="83" y="715"/>
                    <a:pt x="83" y="715"/>
                    <a:pt x="83" y="715"/>
                  </a:cubicBezTo>
                  <a:cubicBezTo>
                    <a:pt x="87" y="714"/>
                    <a:pt x="92" y="713"/>
                    <a:pt x="96" y="715"/>
                  </a:cubicBezTo>
                  <a:cubicBezTo>
                    <a:pt x="97" y="715"/>
                    <a:pt x="97" y="715"/>
                    <a:pt x="98" y="715"/>
                  </a:cubicBezTo>
                  <a:cubicBezTo>
                    <a:pt x="100" y="715"/>
                    <a:pt x="102" y="714"/>
                    <a:pt x="104" y="715"/>
                  </a:cubicBezTo>
                  <a:cubicBezTo>
                    <a:pt x="107" y="715"/>
                    <a:pt x="111" y="717"/>
                    <a:pt x="113" y="719"/>
                  </a:cubicBezTo>
                  <a:cubicBezTo>
                    <a:pt x="115" y="721"/>
                    <a:pt x="116" y="724"/>
                    <a:pt x="117" y="726"/>
                  </a:cubicBezTo>
                  <a:cubicBezTo>
                    <a:pt x="117" y="726"/>
                    <a:pt x="117" y="727"/>
                    <a:pt x="117" y="727"/>
                  </a:cubicBezTo>
                  <a:cubicBezTo>
                    <a:pt x="118" y="728"/>
                    <a:pt x="122" y="731"/>
                    <a:pt x="124" y="732"/>
                  </a:cubicBezTo>
                  <a:cubicBezTo>
                    <a:pt x="126" y="733"/>
                    <a:pt x="126" y="733"/>
                    <a:pt x="126" y="733"/>
                  </a:cubicBezTo>
                  <a:cubicBezTo>
                    <a:pt x="129" y="735"/>
                    <a:pt x="132" y="737"/>
                    <a:pt x="134" y="738"/>
                  </a:cubicBezTo>
                  <a:cubicBezTo>
                    <a:pt x="137" y="739"/>
                    <a:pt x="138" y="741"/>
                    <a:pt x="139" y="743"/>
                  </a:cubicBezTo>
                  <a:cubicBezTo>
                    <a:pt x="139" y="743"/>
                    <a:pt x="139" y="743"/>
                    <a:pt x="139" y="743"/>
                  </a:cubicBezTo>
                  <a:cubicBezTo>
                    <a:pt x="140" y="743"/>
                    <a:pt x="141" y="743"/>
                    <a:pt x="141" y="743"/>
                  </a:cubicBezTo>
                  <a:cubicBezTo>
                    <a:pt x="143" y="743"/>
                    <a:pt x="144" y="743"/>
                    <a:pt x="145" y="744"/>
                  </a:cubicBezTo>
                  <a:cubicBezTo>
                    <a:pt x="145" y="744"/>
                    <a:pt x="146" y="744"/>
                    <a:pt x="146" y="744"/>
                  </a:cubicBezTo>
                  <a:cubicBezTo>
                    <a:pt x="146" y="744"/>
                    <a:pt x="148" y="744"/>
                    <a:pt x="149" y="743"/>
                  </a:cubicBezTo>
                  <a:cubicBezTo>
                    <a:pt x="150" y="743"/>
                    <a:pt x="150" y="742"/>
                    <a:pt x="151" y="742"/>
                  </a:cubicBezTo>
                  <a:cubicBezTo>
                    <a:pt x="155" y="740"/>
                    <a:pt x="162" y="740"/>
                    <a:pt x="169" y="741"/>
                  </a:cubicBezTo>
                  <a:cubicBezTo>
                    <a:pt x="171" y="741"/>
                    <a:pt x="173" y="741"/>
                    <a:pt x="175" y="741"/>
                  </a:cubicBezTo>
                  <a:cubicBezTo>
                    <a:pt x="270" y="741"/>
                    <a:pt x="270" y="741"/>
                    <a:pt x="270" y="741"/>
                  </a:cubicBezTo>
                  <a:cubicBezTo>
                    <a:pt x="301" y="741"/>
                    <a:pt x="331" y="742"/>
                    <a:pt x="361" y="741"/>
                  </a:cubicBezTo>
                  <a:cubicBezTo>
                    <a:pt x="366" y="741"/>
                    <a:pt x="366" y="741"/>
                    <a:pt x="366" y="741"/>
                  </a:cubicBezTo>
                  <a:cubicBezTo>
                    <a:pt x="371" y="741"/>
                    <a:pt x="376" y="741"/>
                    <a:pt x="380" y="741"/>
                  </a:cubicBezTo>
                  <a:cubicBezTo>
                    <a:pt x="384" y="741"/>
                    <a:pt x="384" y="741"/>
                    <a:pt x="384" y="741"/>
                  </a:cubicBezTo>
                  <a:cubicBezTo>
                    <a:pt x="386" y="741"/>
                    <a:pt x="388" y="741"/>
                    <a:pt x="389" y="741"/>
                  </a:cubicBezTo>
                  <a:cubicBezTo>
                    <a:pt x="392" y="741"/>
                    <a:pt x="395" y="741"/>
                    <a:pt x="397" y="741"/>
                  </a:cubicBezTo>
                  <a:cubicBezTo>
                    <a:pt x="404" y="741"/>
                    <a:pt x="408" y="742"/>
                    <a:pt x="411" y="744"/>
                  </a:cubicBezTo>
                  <a:cubicBezTo>
                    <a:pt x="413" y="745"/>
                    <a:pt x="414" y="748"/>
                    <a:pt x="416" y="750"/>
                  </a:cubicBezTo>
                  <a:cubicBezTo>
                    <a:pt x="416" y="751"/>
                    <a:pt x="416" y="751"/>
                    <a:pt x="416" y="751"/>
                  </a:cubicBezTo>
                  <a:cubicBezTo>
                    <a:pt x="418" y="754"/>
                    <a:pt x="419" y="756"/>
                    <a:pt x="421" y="757"/>
                  </a:cubicBezTo>
                  <a:cubicBezTo>
                    <a:pt x="425" y="762"/>
                    <a:pt x="428" y="765"/>
                    <a:pt x="434" y="768"/>
                  </a:cubicBezTo>
                  <a:cubicBezTo>
                    <a:pt x="436" y="768"/>
                    <a:pt x="439" y="769"/>
                    <a:pt x="441" y="770"/>
                  </a:cubicBezTo>
                  <a:cubicBezTo>
                    <a:pt x="442" y="770"/>
                    <a:pt x="443" y="769"/>
                    <a:pt x="444" y="769"/>
                  </a:cubicBezTo>
                  <a:cubicBezTo>
                    <a:pt x="446" y="768"/>
                    <a:pt x="448" y="768"/>
                    <a:pt x="449" y="768"/>
                  </a:cubicBezTo>
                  <a:cubicBezTo>
                    <a:pt x="454" y="768"/>
                    <a:pt x="457" y="769"/>
                    <a:pt x="461" y="770"/>
                  </a:cubicBezTo>
                  <a:cubicBezTo>
                    <a:pt x="465" y="771"/>
                    <a:pt x="469" y="772"/>
                    <a:pt x="473" y="772"/>
                  </a:cubicBezTo>
                  <a:cubicBezTo>
                    <a:pt x="474" y="772"/>
                    <a:pt x="474" y="772"/>
                    <a:pt x="474" y="771"/>
                  </a:cubicBezTo>
                  <a:cubicBezTo>
                    <a:pt x="476" y="771"/>
                    <a:pt x="478" y="770"/>
                    <a:pt x="480" y="771"/>
                  </a:cubicBezTo>
                  <a:cubicBezTo>
                    <a:pt x="481" y="771"/>
                    <a:pt x="483" y="771"/>
                    <a:pt x="484" y="772"/>
                  </a:cubicBezTo>
                  <a:cubicBezTo>
                    <a:pt x="484" y="773"/>
                    <a:pt x="485" y="773"/>
                    <a:pt x="485" y="773"/>
                  </a:cubicBezTo>
                  <a:cubicBezTo>
                    <a:pt x="486" y="772"/>
                    <a:pt x="487" y="772"/>
                    <a:pt x="489" y="772"/>
                  </a:cubicBezTo>
                  <a:cubicBezTo>
                    <a:pt x="490" y="772"/>
                    <a:pt x="490" y="772"/>
                    <a:pt x="491" y="772"/>
                  </a:cubicBezTo>
                  <a:cubicBezTo>
                    <a:pt x="500" y="773"/>
                    <a:pt x="506" y="774"/>
                    <a:pt x="514" y="773"/>
                  </a:cubicBezTo>
                  <a:cubicBezTo>
                    <a:pt x="514" y="773"/>
                    <a:pt x="515" y="772"/>
                    <a:pt x="515" y="772"/>
                  </a:cubicBezTo>
                  <a:cubicBezTo>
                    <a:pt x="517" y="772"/>
                    <a:pt x="519" y="772"/>
                    <a:pt x="522" y="772"/>
                  </a:cubicBezTo>
                  <a:cubicBezTo>
                    <a:pt x="523" y="772"/>
                    <a:pt x="524" y="773"/>
                    <a:pt x="525" y="773"/>
                  </a:cubicBezTo>
                  <a:cubicBezTo>
                    <a:pt x="526" y="774"/>
                    <a:pt x="526" y="774"/>
                    <a:pt x="527" y="774"/>
                  </a:cubicBezTo>
                  <a:cubicBezTo>
                    <a:pt x="529" y="774"/>
                    <a:pt x="530" y="776"/>
                    <a:pt x="532" y="777"/>
                  </a:cubicBezTo>
                  <a:cubicBezTo>
                    <a:pt x="533" y="778"/>
                    <a:pt x="533" y="778"/>
                    <a:pt x="533" y="778"/>
                  </a:cubicBezTo>
                  <a:cubicBezTo>
                    <a:pt x="534" y="779"/>
                    <a:pt x="534" y="779"/>
                    <a:pt x="536" y="779"/>
                  </a:cubicBezTo>
                  <a:cubicBezTo>
                    <a:pt x="537" y="779"/>
                    <a:pt x="537" y="779"/>
                    <a:pt x="539" y="779"/>
                  </a:cubicBezTo>
                  <a:cubicBezTo>
                    <a:pt x="540" y="779"/>
                    <a:pt x="542" y="780"/>
                    <a:pt x="543" y="781"/>
                  </a:cubicBezTo>
                  <a:cubicBezTo>
                    <a:pt x="543" y="780"/>
                    <a:pt x="544" y="780"/>
                    <a:pt x="544" y="78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6395FF90-9FCC-426A-8C01-A7B987C0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4975" y="3776663"/>
              <a:ext cx="836613" cy="885825"/>
            </a:xfrm>
            <a:custGeom>
              <a:avLst/>
              <a:gdLst>
                <a:gd name="T0" fmla="*/ 157 w 740"/>
                <a:gd name="T1" fmla="*/ 4 h 784"/>
                <a:gd name="T2" fmla="*/ 271 w 740"/>
                <a:gd name="T3" fmla="*/ 2 h 784"/>
                <a:gd name="T4" fmla="*/ 296 w 740"/>
                <a:gd name="T5" fmla="*/ 9 h 784"/>
                <a:gd name="T6" fmla="*/ 303 w 740"/>
                <a:gd name="T7" fmla="*/ 36 h 784"/>
                <a:gd name="T8" fmla="*/ 313 w 740"/>
                <a:gd name="T9" fmla="*/ 64 h 784"/>
                <a:gd name="T10" fmla="*/ 322 w 740"/>
                <a:gd name="T11" fmla="*/ 95 h 784"/>
                <a:gd name="T12" fmla="*/ 337 w 740"/>
                <a:gd name="T13" fmla="*/ 114 h 784"/>
                <a:gd name="T14" fmla="*/ 346 w 740"/>
                <a:gd name="T15" fmla="*/ 131 h 784"/>
                <a:gd name="T16" fmla="*/ 363 w 740"/>
                <a:gd name="T17" fmla="*/ 144 h 784"/>
                <a:gd name="T18" fmla="*/ 395 w 740"/>
                <a:gd name="T19" fmla="*/ 139 h 784"/>
                <a:gd name="T20" fmla="*/ 427 w 740"/>
                <a:gd name="T21" fmla="*/ 135 h 784"/>
                <a:gd name="T22" fmla="*/ 466 w 740"/>
                <a:gd name="T23" fmla="*/ 118 h 784"/>
                <a:gd name="T24" fmla="*/ 474 w 740"/>
                <a:gd name="T25" fmla="*/ 82 h 784"/>
                <a:gd name="T26" fmla="*/ 534 w 740"/>
                <a:gd name="T27" fmla="*/ 70 h 784"/>
                <a:gd name="T28" fmla="*/ 601 w 740"/>
                <a:gd name="T29" fmla="*/ 93 h 784"/>
                <a:gd name="T30" fmla="*/ 607 w 740"/>
                <a:gd name="T31" fmla="*/ 142 h 784"/>
                <a:gd name="T32" fmla="*/ 615 w 740"/>
                <a:gd name="T33" fmla="*/ 166 h 784"/>
                <a:gd name="T34" fmla="*/ 610 w 740"/>
                <a:gd name="T35" fmla="*/ 244 h 784"/>
                <a:gd name="T36" fmla="*/ 631 w 740"/>
                <a:gd name="T37" fmla="*/ 280 h 784"/>
                <a:gd name="T38" fmla="*/ 629 w 740"/>
                <a:gd name="T39" fmla="*/ 320 h 784"/>
                <a:gd name="T40" fmla="*/ 647 w 740"/>
                <a:gd name="T41" fmla="*/ 339 h 784"/>
                <a:gd name="T42" fmla="*/ 693 w 740"/>
                <a:gd name="T43" fmla="*/ 335 h 784"/>
                <a:gd name="T44" fmla="*/ 737 w 740"/>
                <a:gd name="T45" fmla="*/ 324 h 784"/>
                <a:gd name="T46" fmla="*/ 740 w 740"/>
                <a:gd name="T47" fmla="*/ 357 h 784"/>
                <a:gd name="T48" fmla="*/ 736 w 740"/>
                <a:gd name="T49" fmla="*/ 398 h 784"/>
                <a:gd name="T50" fmla="*/ 730 w 740"/>
                <a:gd name="T51" fmla="*/ 444 h 784"/>
                <a:gd name="T52" fmla="*/ 617 w 740"/>
                <a:gd name="T53" fmla="*/ 458 h 784"/>
                <a:gd name="T54" fmla="*/ 618 w 740"/>
                <a:gd name="T55" fmla="*/ 671 h 784"/>
                <a:gd name="T56" fmla="*/ 681 w 740"/>
                <a:gd name="T57" fmla="*/ 746 h 784"/>
                <a:gd name="T58" fmla="*/ 573 w 740"/>
                <a:gd name="T59" fmla="*/ 779 h 784"/>
                <a:gd name="T60" fmla="*/ 534 w 740"/>
                <a:gd name="T61" fmla="*/ 780 h 784"/>
                <a:gd name="T62" fmla="*/ 486 w 740"/>
                <a:gd name="T63" fmla="*/ 772 h 784"/>
                <a:gd name="T64" fmla="*/ 446 w 740"/>
                <a:gd name="T65" fmla="*/ 768 h 784"/>
                <a:gd name="T66" fmla="*/ 404 w 740"/>
                <a:gd name="T67" fmla="*/ 743 h 784"/>
                <a:gd name="T68" fmla="*/ 171 w 740"/>
                <a:gd name="T69" fmla="*/ 742 h 784"/>
                <a:gd name="T70" fmla="*/ 134 w 740"/>
                <a:gd name="T71" fmla="*/ 744 h 784"/>
                <a:gd name="T72" fmla="*/ 99 w 740"/>
                <a:gd name="T73" fmla="*/ 715 h 784"/>
                <a:gd name="T74" fmla="*/ 45 w 740"/>
                <a:gd name="T75" fmla="*/ 733 h 784"/>
                <a:gd name="T76" fmla="*/ 22 w 740"/>
                <a:gd name="T77" fmla="*/ 726 h 784"/>
                <a:gd name="T78" fmla="*/ 3 w 740"/>
                <a:gd name="T79" fmla="*/ 706 h 784"/>
                <a:gd name="T80" fmla="*/ 2 w 740"/>
                <a:gd name="T81" fmla="*/ 645 h 784"/>
                <a:gd name="T82" fmla="*/ 19 w 740"/>
                <a:gd name="T83" fmla="*/ 618 h 784"/>
                <a:gd name="T84" fmla="*/ 30 w 740"/>
                <a:gd name="T85" fmla="*/ 578 h 784"/>
                <a:gd name="T86" fmla="*/ 37 w 740"/>
                <a:gd name="T87" fmla="*/ 530 h 784"/>
                <a:gd name="T88" fmla="*/ 48 w 740"/>
                <a:gd name="T89" fmla="*/ 513 h 784"/>
                <a:gd name="T90" fmla="*/ 63 w 740"/>
                <a:gd name="T91" fmla="*/ 473 h 784"/>
                <a:gd name="T92" fmla="*/ 93 w 740"/>
                <a:gd name="T93" fmla="*/ 434 h 784"/>
                <a:gd name="T94" fmla="*/ 112 w 740"/>
                <a:gd name="T95" fmla="*/ 416 h 784"/>
                <a:gd name="T96" fmla="*/ 129 w 740"/>
                <a:gd name="T97" fmla="*/ 338 h 784"/>
                <a:gd name="T98" fmla="*/ 112 w 740"/>
                <a:gd name="T99" fmla="*/ 297 h 784"/>
                <a:gd name="T100" fmla="*/ 98 w 740"/>
                <a:gd name="T101" fmla="*/ 263 h 784"/>
                <a:gd name="T102" fmla="*/ 85 w 740"/>
                <a:gd name="T103" fmla="*/ 221 h 784"/>
                <a:gd name="T104" fmla="*/ 87 w 740"/>
                <a:gd name="T105" fmla="*/ 200 h 784"/>
                <a:gd name="T106" fmla="*/ 101 w 740"/>
                <a:gd name="T107" fmla="*/ 178 h 784"/>
                <a:gd name="T108" fmla="*/ 72 w 740"/>
                <a:gd name="T109" fmla="*/ 95 h 784"/>
                <a:gd name="T110" fmla="*/ 39 w 740"/>
                <a:gd name="T111" fmla="*/ 26 h 784"/>
                <a:gd name="T112" fmla="*/ 66 w 740"/>
                <a:gd name="T113" fmla="*/ 12 h 784"/>
                <a:gd name="T114" fmla="*/ 91 w 740"/>
                <a:gd name="T115" fmla="*/ 2 h 784"/>
                <a:gd name="T116" fmla="*/ 128 w 740"/>
                <a:gd name="T117" fmla="*/ 2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0" h="784">
                  <a:moveTo>
                    <a:pt x="128" y="2"/>
                  </a:moveTo>
                  <a:cubicBezTo>
                    <a:pt x="131" y="1"/>
                    <a:pt x="136" y="0"/>
                    <a:pt x="139" y="1"/>
                  </a:cubicBezTo>
                  <a:cubicBezTo>
                    <a:pt x="140" y="1"/>
                    <a:pt x="141" y="3"/>
                    <a:pt x="142" y="3"/>
                  </a:cubicBezTo>
                  <a:cubicBezTo>
                    <a:pt x="143" y="3"/>
                    <a:pt x="146" y="2"/>
                    <a:pt x="147" y="2"/>
                  </a:cubicBezTo>
                  <a:cubicBezTo>
                    <a:pt x="151" y="2"/>
                    <a:pt x="154" y="3"/>
                    <a:pt x="157" y="4"/>
                  </a:cubicBezTo>
                  <a:cubicBezTo>
                    <a:pt x="163" y="4"/>
                    <a:pt x="169" y="4"/>
                    <a:pt x="174" y="5"/>
                  </a:cubicBezTo>
                  <a:cubicBezTo>
                    <a:pt x="178" y="5"/>
                    <a:pt x="181" y="3"/>
                    <a:pt x="185" y="3"/>
                  </a:cubicBezTo>
                  <a:cubicBezTo>
                    <a:pt x="191" y="3"/>
                    <a:pt x="196" y="2"/>
                    <a:pt x="202" y="2"/>
                  </a:cubicBezTo>
                  <a:cubicBezTo>
                    <a:pt x="218" y="2"/>
                    <a:pt x="234" y="3"/>
                    <a:pt x="251" y="3"/>
                  </a:cubicBezTo>
                  <a:cubicBezTo>
                    <a:pt x="258" y="3"/>
                    <a:pt x="265" y="2"/>
                    <a:pt x="271" y="2"/>
                  </a:cubicBezTo>
                  <a:cubicBezTo>
                    <a:pt x="275" y="2"/>
                    <a:pt x="279" y="1"/>
                    <a:pt x="282" y="2"/>
                  </a:cubicBezTo>
                  <a:cubicBezTo>
                    <a:pt x="283" y="2"/>
                    <a:pt x="284" y="4"/>
                    <a:pt x="286" y="4"/>
                  </a:cubicBezTo>
                  <a:cubicBezTo>
                    <a:pt x="288" y="4"/>
                    <a:pt x="288" y="4"/>
                    <a:pt x="289" y="4"/>
                  </a:cubicBezTo>
                  <a:cubicBezTo>
                    <a:pt x="292" y="4"/>
                    <a:pt x="295" y="3"/>
                    <a:pt x="297" y="6"/>
                  </a:cubicBezTo>
                  <a:cubicBezTo>
                    <a:pt x="297" y="7"/>
                    <a:pt x="295" y="8"/>
                    <a:pt x="296" y="9"/>
                  </a:cubicBezTo>
                  <a:cubicBezTo>
                    <a:pt x="298" y="10"/>
                    <a:pt x="297" y="12"/>
                    <a:pt x="297" y="13"/>
                  </a:cubicBezTo>
                  <a:cubicBezTo>
                    <a:pt x="298" y="16"/>
                    <a:pt x="298" y="17"/>
                    <a:pt x="301" y="19"/>
                  </a:cubicBezTo>
                  <a:cubicBezTo>
                    <a:pt x="304" y="22"/>
                    <a:pt x="304" y="23"/>
                    <a:pt x="304" y="27"/>
                  </a:cubicBezTo>
                  <a:cubicBezTo>
                    <a:pt x="304" y="28"/>
                    <a:pt x="304" y="30"/>
                    <a:pt x="304" y="31"/>
                  </a:cubicBezTo>
                  <a:cubicBezTo>
                    <a:pt x="304" y="33"/>
                    <a:pt x="303" y="34"/>
                    <a:pt x="303" y="36"/>
                  </a:cubicBezTo>
                  <a:cubicBezTo>
                    <a:pt x="303" y="37"/>
                    <a:pt x="304" y="37"/>
                    <a:pt x="304" y="39"/>
                  </a:cubicBezTo>
                  <a:cubicBezTo>
                    <a:pt x="304" y="41"/>
                    <a:pt x="304" y="40"/>
                    <a:pt x="304" y="42"/>
                  </a:cubicBezTo>
                  <a:cubicBezTo>
                    <a:pt x="305" y="45"/>
                    <a:pt x="306" y="47"/>
                    <a:pt x="307" y="50"/>
                  </a:cubicBezTo>
                  <a:cubicBezTo>
                    <a:pt x="308" y="53"/>
                    <a:pt x="309" y="57"/>
                    <a:pt x="311" y="60"/>
                  </a:cubicBezTo>
                  <a:cubicBezTo>
                    <a:pt x="311" y="62"/>
                    <a:pt x="313" y="63"/>
                    <a:pt x="313" y="64"/>
                  </a:cubicBezTo>
                  <a:cubicBezTo>
                    <a:pt x="313" y="67"/>
                    <a:pt x="315" y="65"/>
                    <a:pt x="316" y="67"/>
                  </a:cubicBezTo>
                  <a:cubicBezTo>
                    <a:pt x="318" y="70"/>
                    <a:pt x="316" y="72"/>
                    <a:pt x="318" y="74"/>
                  </a:cubicBezTo>
                  <a:cubicBezTo>
                    <a:pt x="322" y="78"/>
                    <a:pt x="316" y="79"/>
                    <a:pt x="316" y="81"/>
                  </a:cubicBezTo>
                  <a:cubicBezTo>
                    <a:pt x="317" y="85"/>
                    <a:pt x="318" y="88"/>
                    <a:pt x="319" y="91"/>
                  </a:cubicBezTo>
                  <a:cubicBezTo>
                    <a:pt x="320" y="93"/>
                    <a:pt x="320" y="94"/>
                    <a:pt x="322" y="95"/>
                  </a:cubicBezTo>
                  <a:cubicBezTo>
                    <a:pt x="324" y="96"/>
                    <a:pt x="327" y="98"/>
                    <a:pt x="327" y="100"/>
                  </a:cubicBezTo>
                  <a:cubicBezTo>
                    <a:pt x="326" y="103"/>
                    <a:pt x="330" y="101"/>
                    <a:pt x="331" y="104"/>
                  </a:cubicBezTo>
                  <a:cubicBezTo>
                    <a:pt x="331" y="104"/>
                    <a:pt x="329" y="105"/>
                    <a:pt x="331" y="107"/>
                  </a:cubicBezTo>
                  <a:cubicBezTo>
                    <a:pt x="332" y="108"/>
                    <a:pt x="332" y="110"/>
                    <a:pt x="333" y="111"/>
                  </a:cubicBezTo>
                  <a:cubicBezTo>
                    <a:pt x="334" y="113"/>
                    <a:pt x="334" y="114"/>
                    <a:pt x="337" y="114"/>
                  </a:cubicBezTo>
                  <a:cubicBezTo>
                    <a:pt x="339" y="115"/>
                    <a:pt x="338" y="117"/>
                    <a:pt x="338" y="119"/>
                  </a:cubicBezTo>
                  <a:cubicBezTo>
                    <a:pt x="339" y="121"/>
                    <a:pt x="340" y="123"/>
                    <a:pt x="341" y="125"/>
                  </a:cubicBezTo>
                  <a:cubicBezTo>
                    <a:pt x="342" y="126"/>
                    <a:pt x="343" y="125"/>
                    <a:pt x="343" y="126"/>
                  </a:cubicBezTo>
                  <a:cubicBezTo>
                    <a:pt x="344" y="127"/>
                    <a:pt x="344" y="127"/>
                    <a:pt x="344" y="128"/>
                  </a:cubicBezTo>
                  <a:cubicBezTo>
                    <a:pt x="345" y="129"/>
                    <a:pt x="346" y="130"/>
                    <a:pt x="346" y="131"/>
                  </a:cubicBezTo>
                  <a:cubicBezTo>
                    <a:pt x="347" y="133"/>
                    <a:pt x="349" y="135"/>
                    <a:pt x="350" y="137"/>
                  </a:cubicBezTo>
                  <a:cubicBezTo>
                    <a:pt x="351" y="137"/>
                    <a:pt x="352" y="140"/>
                    <a:pt x="352" y="140"/>
                  </a:cubicBezTo>
                  <a:cubicBezTo>
                    <a:pt x="353" y="141"/>
                    <a:pt x="354" y="140"/>
                    <a:pt x="353" y="142"/>
                  </a:cubicBezTo>
                  <a:cubicBezTo>
                    <a:pt x="353" y="143"/>
                    <a:pt x="353" y="143"/>
                    <a:pt x="353" y="144"/>
                  </a:cubicBezTo>
                  <a:cubicBezTo>
                    <a:pt x="354" y="147"/>
                    <a:pt x="361" y="145"/>
                    <a:pt x="363" y="144"/>
                  </a:cubicBezTo>
                  <a:cubicBezTo>
                    <a:pt x="366" y="144"/>
                    <a:pt x="366" y="145"/>
                    <a:pt x="368" y="145"/>
                  </a:cubicBezTo>
                  <a:cubicBezTo>
                    <a:pt x="371" y="145"/>
                    <a:pt x="371" y="143"/>
                    <a:pt x="373" y="142"/>
                  </a:cubicBezTo>
                  <a:cubicBezTo>
                    <a:pt x="376" y="142"/>
                    <a:pt x="378" y="144"/>
                    <a:pt x="380" y="145"/>
                  </a:cubicBezTo>
                  <a:cubicBezTo>
                    <a:pt x="383" y="146"/>
                    <a:pt x="385" y="146"/>
                    <a:pt x="388" y="146"/>
                  </a:cubicBezTo>
                  <a:cubicBezTo>
                    <a:pt x="387" y="142"/>
                    <a:pt x="390" y="139"/>
                    <a:pt x="395" y="139"/>
                  </a:cubicBezTo>
                  <a:cubicBezTo>
                    <a:pt x="399" y="139"/>
                    <a:pt x="403" y="140"/>
                    <a:pt x="406" y="140"/>
                  </a:cubicBezTo>
                  <a:cubicBezTo>
                    <a:pt x="408" y="139"/>
                    <a:pt x="410" y="139"/>
                    <a:pt x="412" y="139"/>
                  </a:cubicBezTo>
                  <a:cubicBezTo>
                    <a:pt x="414" y="138"/>
                    <a:pt x="412" y="137"/>
                    <a:pt x="413" y="136"/>
                  </a:cubicBezTo>
                  <a:cubicBezTo>
                    <a:pt x="415" y="134"/>
                    <a:pt x="420" y="135"/>
                    <a:pt x="422" y="135"/>
                  </a:cubicBezTo>
                  <a:cubicBezTo>
                    <a:pt x="423" y="135"/>
                    <a:pt x="426" y="135"/>
                    <a:pt x="427" y="135"/>
                  </a:cubicBezTo>
                  <a:cubicBezTo>
                    <a:pt x="428" y="136"/>
                    <a:pt x="427" y="137"/>
                    <a:pt x="428" y="138"/>
                  </a:cubicBezTo>
                  <a:cubicBezTo>
                    <a:pt x="431" y="140"/>
                    <a:pt x="437" y="139"/>
                    <a:pt x="441" y="139"/>
                  </a:cubicBezTo>
                  <a:cubicBezTo>
                    <a:pt x="449" y="139"/>
                    <a:pt x="457" y="139"/>
                    <a:pt x="465" y="139"/>
                  </a:cubicBezTo>
                  <a:cubicBezTo>
                    <a:pt x="464" y="136"/>
                    <a:pt x="463" y="134"/>
                    <a:pt x="463" y="130"/>
                  </a:cubicBezTo>
                  <a:cubicBezTo>
                    <a:pt x="464" y="126"/>
                    <a:pt x="467" y="123"/>
                    <a:pt x="466" y="118"/>
                  </a:cubicBezTo>
                  <a:cubicBezTo>
                    <a:pt x="466" y="114"/>
                    <a:pt x="463" y="114"/>
                    <a:pt x="468" y="112"/>
                  </a:cubicBezTo>
                  <a:cubicBezTo>
                    <a:pt x="469" y="111"/>
                    <a:pt x="470" y="113"/>
                    <a:pt x="471" y="111"/>
                  </a:cubicBezTo>
                  <a:cubicBezTo>
                    <a:pt x="472" y="109"/>
                    <a:pt x="473" y="108"/>
                    <a:pt x="473" y="107"/>
                  </a:cubicBezTo>
                  <a:cubicBezTo>
                    <a:pt x="475" y="103"/>
                    <a:pt x="472" y="96"/>
                    <a:pt x="473" y="90"/>
                  </a:cubicBezTo>
                  <a:cubicBezTo>
                    <a:pt x="473" y="87"/>
                    <a:pt x="472" y="85"/>
                    <a:pt x="474" y="82"/>
                  </a:cubicBezTo>
                  <a:cubicBezTo>
                    <a:pt x="475" y="81"/>
                    <a:pt x="476" y="79"/>
                    <a:pt x="476" y="78"/>
                  </a:cubicBezTo>
                  <a:cubicBezTo>
                    <a:pt x="476" y="78"/>
                    <a:pt x="475" y="76"/>
                    <a:pt x="475" y="75"/>
                  </a:cubicBezTo>
                  <a:cubicBezTo>
                    <a:pt x="489" y="75"/>
                    <a:pt x="503" y="75"/>
                    <a:pt x="518" y="75"/>
                  </a:cubicBezTo>
                  <a:cubicBezTo>
                    <a:pt x="524" y="75"/>
                    <a:pt x="520" y="72"/>
                    <a:pt x="524" y="70"/>
                  </a:cubicBezTo>
                  <a:cubicBezTo>
                    <a:pt x="526" y="69"/>
                    <a:pt x="531" y="70"/>
                    <a:pt x="534" y="70"/>
                  </a:cubicBezTo>
                  <a:cubicBezTo>
                    <a:pt x="537" y="70"/>
                    <a:pt x="541" y="68"/>
                    <a:pt x="541" y="72"/>
                  </a:cubicBezTo>
                  <a:cubicBezTo>
                    <a:pt x="541" y="74"/>
                    <a:pt x="539" y="77"/>
                    <a:pt x="538" y="79"/>
                  </a:cubicBezTo>
                  <a:cubicBezTo>
                    <a:pt x="537" y="82"/>
                    <a:pt x="535" y="84"/>
                    <a:pt x="535" y="87"/>
                  </a:cubicBezTo>
                  <a:cubicBezTo>
                    <a:pt x="535" y="94"/>
                    <a:pt x="537" y="93"/>
                    <a:pt x="544" y="93"/>
                  </a:cubicBezTo>
                  <a:cubicBezTo>
                    <a:pt x="564" y="93"/>
                    <a:pt x="580" y="93"/>
                    <a:pt x="601" y="93"/>
                  </a:cubicBezTo>
                  <a:cubicBezTo>
                    <a:pt x="605" y="93"/>
                    <a:pt x="607" y="93"/>
                    <a:pt x="609" y="97"/>
                  </a:cubicBezTo>
                  <a:cubicBezTo>
                    <a:pt x="610" y="100"/>
                    <a:pt x="611" y="103"/>
                    <a:pt x="611" y="106"/>
                  </a:cubicBezTo>
                  <a:cubicBezTo>
                    <a:pt x="610" y="113"/>
                    <a:pt x="607" y="118"/>
                    <a:pt x="606" y="124"/>
                  </a:cubicBezTo>
                  <a:cubicBezTo>
                    <a:pt x="605" y="127"/>
                    <a:pt x="605" y="131"/>
                    <a:pt x="605" y="134"/>
                  </a:cubicBezTo>
                  <a:cubicBezTo>
                    <a:pt x="604" y="138"/>
                    <a:pt x="605" y="139"/>
                    <a:pt x="607" y="142"/>
                  </a:cubicBezTo>
                  <a:cubicBezTo>
                    <a:pt x="608" y="144"/>
                    <a:pt x="609" y="147"/>
                    <a:pt x="610" y="149"/>
                  </a:cubicBezTo>
                  <a:cubicBezTo>
                    <a:pt x="611" y="152"/>
                    <a:pt x="611" y="155"/>
                    <a:pt x="612" y="158"/>
                  </a:cubicBezTo>
                  <a:cubicBezTo>
                    <a:pt x="612" y="158"/>
                    <a:pt x="613" y="158"/>
                    <a:pt x="614" y="159"/>
                  </a:cubicBezTo>
                  <a:cubicBezTo>
                    <a:pt x="614" y="160"/>
                    <a:pt x="613" y="161"/>
                    <a:pt x="613" y="162"/>
                  </a:cubicBezTo>
                  <a:cubicBezTo>
                    <a:pt x="613" y="164"/>
                    <a:pt x="615" y="165"/>
                    <a:pt x="615" y="166"/>
                  </a:cubicBezTo>
                  <a:cubicBezTo>
                    <a:pt x="616" y="169"/>
                    <a:pt x="615" y="175"/>
                    <a:pt x="614" y="177"/>
                  </a:cubicBezTo>
                  <a:cubicBezTo>
                    <a:pt x="612" y="187"/>
                    <a:pt x="610" y="196"/>
                    <a:pt x="609" y="206"/>
                  </a:cubicBezTo>
                  <a:cubicBezTo>
                    <a:pt x="608" y="210"/>
                    <a:pt x="610" y="214"/>
                    <a:pt x="610" y="218"/>
                  </a:cubicBezTo>
                  <a:cubicBezTo>
                    <a:pt x="609" y="221"/>
                    <a:pt x="607" y="224"/>
                    <a:pt x="607" y="226"/>
                  </a:cubicBezTo>
                  <a:cubicBezTo>
                    <a:pt x="605" y="230"/>
                    <a:pt x="608" y="240"/>
                    <a:pt x="610" y="244"/>
                  </a:cubicBezTo>
                  <a:cubicBezTo>
                    <a:pt x="611" y="247"/>
                    <a:pt x="613" y="249"/>
                    <a:pt x="615" y="251"/>
                  </a:cubicBezTo>
                  <a:cubicBezTo>
                    <a:pt x="617" y="253"/>
                    <a:pt x="618" y="257"/>
                    <a:pt x="621" y="259"/>
                  </a:cubicBezTo>
                  <a:cubicBezTo>
                    <a:pt x="622" y="260"/>
                    <a:pt x="625" y="260"/>
                    <a:pt x="627" y="262"/>
                  </a:cubicBezTo>
                  <a:cubicBezTo>
                    <a:pt x="629" y="264"/>
                    <a:pt x="629" y="268"/>
                    <a:pt x="630" y="271"/>
                  </a:cubicBezTo>
                  <a:cubicBezTo>
                    <a:pt x="631" y="274"/>
                    <a:pt x="630" y="277"/>
                    <a:pt x="631" y="280"/>
                  </a:cubicBezTo>
                  <a:cubicBezTo>
                    <a:pt x="632" y="283"/>
                    <a:pt x="634" y="285"/>
                    <a:pt x="635" y="288"/>
                  </a:cubicBezTo>
                  <a:cubicBezTo>
                    <a:pt x="636" y="292"/>
                    <a:pt x="636" y="293"/>
                    <a:pt x="635" y="296"/>
                  </a:cubicBezTo>
                  <a:cubicBezTo>
                    <a:pt x="633" y="301"/>
                    <a:pt x="636" y="300"/>
                    <a:pt x="636" y="303"/>
                  </a:cubicBezTo>
                  <a:cubicBezTo>
                    <a:pt x="636" y="307"/>
                    <a:pt x="638" y="313"/>
                    <a:pt x="637" y="316"/>
                  </a:cubicBezTo>
                  <a:cubicBezTo>
                    <a:pt x="635" y="319"/>
                    <a:pt x="631" y="318"/>
                    <a:pt x="629" y="320"/>
                  </a:cubicBezTo>
                  <a:cubicBezTo>
                    <a:pt x="624" y="325"/>
                    <a:pt x="631" y="332"/>
                    <a:pt x="632" y="337"/>
                  </a:cubicBezTo>
                  <a:cubicBezTo>
                    <a:pt x="632" y="339"/>
                    <a:pt x="632" y="348"/>
                    <a:pt x="632" y="348"/>
                  </a:cubicBezTo>
                  <a:cubicBezTo>
                    <a:pt x="634" y="349"/>
                    <a:pt x="636" y="346"/>
                    <a:pt x="636" y="346"/>
                  </a:cubicBezTo>
                  <a:cubicBezTo>
                    <a:pt x="638" y="344"/>
                    <a:pt x="639" y="344"/>
                    <a:pt x="641" y="343"/>
                  </a:cubicBezTo>
                  <a:cubicBezTo>
                    <a:pt x="644" y="342"/>
                    <a:pt x="646" y="341"/>
                    <a:pt x="647" y="339"/>
                  </a:cubicBezTo>
                  <a:cubicBezTo>
                    <a:pt x="648" y="338"/>
                    <a:pt x="647" y="336"/>
                    <a:pt x="648" y="335"/>
                  </a:cubicBezTo>
                  <a:cubicBezTo>
                    <a:pt x="651" y="332"/>
                    <a:pt x="654" y="336"/>
                    <a:pt x="657" y="337"/>
                  </a:cubicBezTo>
                  <a:cubicBezTo>
                    <a:pt x="660" y="338"/>
                    <a:pt x="663" y="338"/>
                    <a:pt x="666" y="337"/>
                  </a:cubicBezTo>
                  <a:cubicBezTo>
                    <a:pt x="670" y="335"/>
                    <a:pt x="669" y="336"/>
                    <a:pt x="673" y="337"/>
                  </a:cubicBezTo>
                  <a:cubicBezTo>
                    <a:pt x="679" y="339"/>
                    <a:pt x="688" y="338"/>
                    <a:pt x="693" y="335"/>
                  </a:cubicBezTo>
                  <a:cubicBezTo>
                    <a:pt x="697" y="333"/>
                    <a:pt x="700" y="330"/>
                    <a:pt x="704" y="330"/>
                  </a:cubicBezTo>
                  <a:cubicBezTo>
                    <a:pt x="710" y="329"/>
                    <a:pt x="712" y="331"/>
                    <a:pt x="717" y="332"/>
                  </a:cubicBezTo>
                  <a:cubicBezTo>
                    <a:pt x="719" y="333"/>
                    <a:pt x="721" y="332"/>
                    <a:pt x="723" y="332"/>
                  </a:cubicBezTo>
                  <a:cubicBezTo>
                    <a:pt x="725" y="332"/>
                    <a:pt x="727" y="334"/>
                    <a:pt x="728" y="334"/>
                  </a:cubicBezTo>
                  <a:cubicBezTo>
                    <a:pt x="734" y="334"/>
                    <a:pt x="734" y="326"/>
                    <a:pt x="737" y="324"/>
                  </a:cubicBezTo>
                  <a:cubicBezTo>
                    <a:pt x="737" y="327"/>
                    <a:pt x="737" y="331"/>
                    <a:pt x="737" y="334"/>
                  </a:cubicBezTo>
                  <a:cubicBezTo>
                    <a:pt x="737" y="335"/>
                    <a:pt x="737" y="339"/>
                    <a:pt x="737" y="340"/>
                  </a:cubicBezTo>
                  <a:cubicBezTo>
                    <a:pt x="737" y="341"/>
                    <a:pt x="738" y="342"/>
                    <a:pt x="738" y="343"/>
                  </a:cubicBezTo>
                  <a:cubicBezTo>
                    <a:pt x="738" y="346"/>
                    <a:pt x="737" y="349"/>
                    <a:pt x="738" y="352"/>
                  </a:cubicBezTo>
                  <a:cubicBezTo>
                    <a:pt x="739" y="354"/>
                    <a:pt x="739" y="355"/>
                    <a:pt x="740" y="357"/>
                  </a:cubicBezTo>
                  <a:cubicBezTo>
                    <a:pt x="740" y="359"/>
                    <a:pt x="738" y="359"/>
                    <a:pt x="738" y="361"/>
                  </a:cubicBezTo>
                  <a:cubicBezTo>
                    <a:pt x="736" y="364"/>
                    <a:pt x="739" y="365"/>
                    <a:pt x="738" y="368"/>
                  </a:cubicBezTo>
                  <a:cubicBezTo>
                    <a:pt x="736" y="371"/>
                    <a:pt x="736" y="373"/>
                    <a:pt x="736" y="376"/>
                  </a:cubicBezTo>
                  <a:cubicBezTo>
                    <a:pt x="737" y="379"/>
                    <a:pt x="738" y="382"/>
                    <a:pt x="738" y="385"/>
                  </a:cubicBezTo>
                  <a:cubicBezTo>
                    <a:pt x="737" y="390"/>
                    <a:pt x="736" y="394"/>
                    <a:pt x="736" y="398"/>
                  </a:cubicBezTo>
                  <a:cubicBezTo>
                    <a:pt x="736" y="401"/>
                    <a:pt x="735" y="407"/>
                    <a:pt x="736" y="409"/>
                  </a:cubicBezTo>
                  <a:cubicBezTo>
                    <a:pt x="736" y="410"/>
                    <a:pt x="738" y="411"/>
                    <a:pt x="738" y="412"/>
                  </a:cubicBezTo>
                  <a:cubicBezTo>
                    <a:pt x="740" y="414"/>
                    <a:pt x="740" y="419"/>
                    <a:pt x="740" y="422"/>
                  </a:cubicBezTo>
                  <a:cubicBezTo>
                    <a:pt x="738" y="427"/>
                    <a:pt x="734" y="430"/>
                    <a:pt x="733" y="435"/>
                  </a:cubicBezTo>
                  <a:cubicBezTo>
                    <a:pt x="732" y="438"/>
                    <a:pt x="731" y="441"/>
                    <a:pt x="730" y="444"/>
                  </a:cubicBezTo>
                  <a:cubicBezTo>
                    <a:pt x="729" y="448"/>
                    <a:pt x="730" y="449"/>
                    <a:pt x="733" y="452"/>
                  </a:cubicBezTo>
                  <a:cubicBezTo>
                    <a:pt x="734" y="454"/>
                    <a:pt x="738" y="453"/>
                    <a:pt x="738" y="455"/>
                  </a:cubicBezTo>
                  <a:cubicBezTo>
                    <a:pt x="738" y="459"/>
                    <a:pt x="725" y="456"/>
                    <a:pt x="721" y="456"/>
                  </a:cubicBezTo>
                  <a:cubicBezTo>
                    <a:pt x="693" y="456"/>
                    <a:pt x="666" y="456"/>
                    <a:pt x="638" y="456"/>
                  </a:cubicBezTo>
                  <a:cubicBezTo>
                    <a:pt x="634" y="456"/>
                    <a:pt x="620" y="455"/>
                    <a:pt x="617" y="458"/>
                  </a:cubicBezTo>
                  <a:cubicBezTo>
                    <a:pt x="616" y="460"/>
                    <a:pt x="616" y="470"/>
                    <a:pt x="616" y="472"/>
                  </a:cubicBezTo>
                  <a:cubicBezTo>
                    <a:pt x="615" y="483"/>
                    <a:pt x="615" y="494"/>
                    <a:pt x="615" y="505"/>
                  </a:cubicBezTo>
                  <a:cubicBezTo>
                    <a:pt x="615" y="541"/>
                    <a:pt x="614" y="577"/>
                    <a:pt x="614" y="613"/>
                  </a:cubicBezTo>
                  <a:cubicBezTo>
                    <a:pt x="613" y="629"/>
                    <a:pt x="613" y="645"/>
                    <a:pt x="613" y="662"/>
                  </a:cubicBezTo>
                  <a:cubicBezTo>
                    <a:pt x="613" y="665"/>
                    <a:pt x="616" y="668"/>
                    <a:pt x="618" y="671"/>
                  </a:cubicBezTo>
                  <a:cubicBezTo>
                    <a:pt x="620" y="675"/>
                    <a:pt x="620" y="676"/>
                    <a:pt x="620" y="680"/>
                  </a:cubicBezTo>
                  <a:cubicBezTo>
                    <a:pt x="621" y="685"/>
                    <a:pt x="625" y="688"/>
                    <a:pt x="629" y="692"/>
                  </a:cubicBezTo>
                  <a:cubicBezTo>
                    <a:pt x="637" y="699"/>
                    <a:pt x="645" y="706"/>
                    <a:pt x="652" y="715"/>
                  </a:cubicBezTo>
                  <a:cubicBezTo>
                    <a:pt x="658" y="722"/>
                    <a:pt x="665" y="729"/>
                    <a:pt x="672" y="735"/>
                  </a:cubicBezTo>
                  <a:cubicBezTo>
                    <a:pt x="675" y="738"/>
                    <a:pt x="678" y="742"/>
                    <a:pt x="681" y="746"/>
                  </a:cubicBezTo>
                  <a:cubicBezTo>
                    <a:pt x="686" y="750"/>
                    <a:pt x="694" y="754"/>
                    <a:pt x="700" y="757"/>
                  </a:cubicBezTo>
                  <a:cubicBezTo>
                    <a:pt x="665" y="764"/>
                    <a:pt x="635" y="771"/>
                    <a:pt x="601" y="778"/>
                  </a:cubicBezTo>
                  <a:cubicBezTo>
                    <a:pt x="597" y="778"/>
                    <a:pt x="593" y="779"/>
                    <a:pt x="589" y="780"/>
                  </a:cubicBezTo>
                  <a:cubicBezTo>
                    <a:pt x="586" y="780"/>
                    <a:pt x="581" y="782"/>
                    <a:pt x="578" y="782"/>
                  </a:cubicBezTo>
                  <a:cubicBezTo>
                    <a:pt x="577" y="782"/>
                    <a:pt x="574" y="779"/>
                    <a:pt x="573" y="779"/>
                  </a:cubicBezTo>
                  <a:cubicBezTo>
                    <a:pt x="567" y="776"/>
                    <a:pt x="559" y="777"/>
                    <a:pt x="553" y="779"/>
                  </a:cubicBezTo>
                  <a:cubicBezTo>
                    <a:pt x="550" y="780"/>
                    <a:pt x="549" y="781"/>
                    <a:pt x="547" y="782"/>
                  </a:cubicBezTo>
                  <a:cubicBezTo>
                    <a:pt x="543" y="784"/>
                    <a:pt x="544" y="782"/>
                    <a:pt x="541" y="781"/>
                  </a:cubicBezTo>
                  <a:cubicBezTo>
                    <a:pt x="540" y="781"/>
                    <a:pt x="539" y="782"/>
                    <a:pt x="538" y="781"/>
                  </a:cubicBezTo>
                  <a:cubicBezTo>
                    <a:pt x="536" y="781"/>
                    <a:pt x="536" y="780"/>
                    <a:pt x="534" y="780"/>
                  </a:cubicBezTo>
                  <a:cubicBezTo>
                    <a:pt x="530" y="779"/>
                    <a:pt x="529" y="780"/>
                    <a:pt x="526" y="778"/>
                  </a:cubicBezTo>
                  <a:cubicBezTo>
                    <a:pt x="525" y="777"/>
                    <a:pt x="523" y="775"/>
                    <a:pt x="521" y="774"/>
                  </a:cubicBezTo>
                  <a:cubicBezTo>
                    <a:pt x="520" y="774"/>
                    <a:pt x="518" y="773"/>
                    <a:pt x="517" y="773"/>
                  </a:cubicBezTo>
                  <a:cubicBezTo>
                    <a:pt x="514" y="772"/>
                    <a:pt x="513" y="773"/>
                    <a:pt x="511" y="773"/>
                  </a:cubicBezTo>
                  <a:cubicBezTo>
                    <a:pt x="502" y="774"/>
                    <a:pt x="494" y="773"/>
                    <a:pt x="486" y="772"/>
                  </a:cubicBezTo>
                  <a:cubicBezTo>
                    <a:pt x="484" y="772"/>
                    <a:pt x="483" y="774"/>
                    <a:pt x="482" y="774"/>
                  </a:cubicBezTo>
                  <a:cubicBezTo>
                    <a:pt x="480" y="774"/>
                    <a:pt x="480" y="774"/>
                    <a:pt x="478" y="773"/>
                  </a:cubicBezTo>
                  <a:cubicBezTo>
                    <a:pt x="476" y="772"/>
                    <a:pt x="477" y="771"/>
                    <a:pt x="475" y="771"/>
                  </a:cubicBezTo>
                  <a:cubicBezTo>
                    <a:pt x="474" y="771"/>
                    <a:pt x="471" y="772"/>
                    <a:pt x="470" y="772"/>
                  </a:cubicBezTo>
                  <a:cubicBezTo>
                    <a:pt x="461" y="773"/>
                    <a:pt x="454" y="769"/>
                    <a:pt x="446" y="768"/>
                  </a:cubicBezTo>
                  <a:cubicBezTo>
                    <a:pt x="443" y="768"/>
                    <a:pt x="440" y="770"/>
                    <a:pt x="437" y="770"/>
                  </a:cubicBezTo>
                  <a:cubicBezTo>
                    <a:pt x="434" y="770"/>
                    <a:pt x="431" y="769"/>
                    <a:pt x="428" y="768"/>
                  </a:cubicBezTo>
                  <a:cubicBezTo>
                    <a:pt x="422" y="765"/>
                    <a:pt x="418" y="761"/>
                    <a:pt x="414" y="757"/>
                  </a:cubicBezTo>
                  <a:cubicBezTo>
                    <a:pt x="412" y="754"/>
                    <a:pt x="410" y="752"/>
                    <a:pt x="409" y="750"/>
                  </a:cubicBezTo>
                  <a:cubicBezTo>
                    <a:pt x="407" y="748"/>
                    <a:pt x="406" y="745"/>
                    <a:pt x="404" y="743"/>
                  </a:cubicBezTo>
                  <a:cubicBezTo>
                    <a:pt x="400" y="740"/>
                    <a:pt x="386" y="742"/>
                    <a:pt x="380" y="742"/>
                  </a:cubicBezTo>
                  <a:cubicBezTo>
                    <a:pt x="373" y="742"/>
                    <a:pt x="365" y="742"/>
                    <a:pt x="357" y="742"/>
                  </a:cubicBezTo>
                  <a:cubicBezTo>
                    <a:pt x="319" y="742"/>
                    <a:pt x="280" y="742"/>
                    <a:pt x="241" y="742"/>
                  </a:cubicBezTo>
                  <a:cubicBezTo>
                    <a:pt x="228" y="742"/>
                    <a:pt x="215" y="742"/>
                    <a:pt x="201" y="742"/>
                  </a:cubicBezTo>
                  <a:cubicBezTo>
                    <a:pt x="191" y="742"/>
                    <a:pt x="181" y="742"/>
                    <a:pt x="171" y="742"/>
                  </a:cubicBezTo>
                  <a:cubicBezTo>
                    <a:pt x="164" y="742"/>
                    <a:pt x="154" y="740"/>
                    <a:pt x="149" y="742"/>
                  </a:cubicBezTo>
                  <a:cubicBezTo>
                    <a:pt x="148" y="742"/>
                    <a:pt x="147" y="744"/>
                    <a:pt x="146" y="744"/>
                  </a:cubicBezTo>
                  <a:cubicBezTo>
                    <a:pt x="145" y="744"/>
                    <a:pt x="142" y="744"/>
                    <a:pt x="142" y="744"/>
                  </a:cubicBezTo>
                  <a:cubicBezTo>
                    <a:pt x="140" y="744"/>
                    <a:pt x="139" y="743"/>
                    <a:pt x="137" y="743"/>
                  </a:cubicBezTo>
                  <a:cubicBezTo>
                    <a:pt x="136" y="743"/>
                    <a:pt x="136" y="745"/>
                    <a:pt x="134" y="744"/>
                  </a:cubicBezTo>
                  <a:cubicBezTo>
                    <a:pt x="131" y="743"/>
                    <a:pt x="131" y="739"/>
                    <a:pt x="128" y="738"/>
                  </a:cubicBezTo>
                  <a:cubicBezTo>
                    <a:pt x="125" y="737"/>
                    <a:pt x="122" y="735"/>
                    <a:pt x="120" y="733"/>
                  </a:cubicBezTo>
                  <a:cubicBezTo>
                    <a:pt x="117" y="731"/>
                    <a:pt x="111" y="728"/>
                    <a:pt x="109" y="726"/>
                  </a:cubicBezTo>
                  <a:cubicBezTo>
                    <a:pt x="108" y="724"/>
                    <a:pt x="108" y="720"/>
                    <a:pt x="106" y="718"/>
                  </a:cubicBezTo>
                  <a:cubicBezTo>
                    <a:pt x="104" y="717"/>
                    <a:pt x="101" y="716"/>
                    <a:pt x="99" y="715"/>
                  </a:cubicBezTo>
                  <a:cubicBezTo>
                    <a:pt x="96" y="715"/>
                    <a:pt x="92" y="717"/>
                    <a:pt x="89" y="715"/>
                  </a:cubicBezTo>
                  <a:cubicBezTo>
                    <a:pt x="86" y="714"/>
                    <a:pt x="83" y="715"/>
                    <a:pt x="79" y="715"/>
                  </a:cubicBezTo>
                  <a:cubicBezTo>
                    <a:pt x="72" y="717"/>
                    <a:pt x="67" y="722"/>
                    <a:pt x="62" y="726"/>
                  </a:cubicBezTo>
                  <a:cubicBezTo>
                    <a:pt x="59" y="727"/>
                    <a:pt x="56" y="729"/>
                    <a:pt x="54" y="730"/>
                  </a:cubicBezTo>
                  <a:cubicBezTo>
                    <a:pt x="51" y="732"/>
                    <a:pt x="48" y="731"/>
                    <a:pt x="45" y="733"/>
                  </a:cubicBezTo>
                  <a:cubicBezTo>
                    <a:pt x="42" y="734"/>
                    <a:pt x="44" y="731"/>
                    <a:pt x="43" y="731"/>
                  </a:cubicBezTo>
                  <a:cubicBezTo>
                    <a:pt x="41" y="730"/>
                    <a:pt x="40" y="731"/>
                    <a:pt x="39" y="731"/>
                  </a:cubicBezTo>
                  <a:cubicBezTo>
                    <a:pt x="34" y="731"/>
                    <a:pt x="32" y="732"/>
                    <a:pt x="29" y="729"/>
                  </a:cubicBezTo>
                  <a:cubicBezTo>
                    <a:pt x="27" y="728"/>
                    <a:pt x="27" y="727"/>
                    <a:pt x="26" y="727"/>
                  </a:cubicBezTo>
                  <a:cubicBezTo>
                    <a:pt x="26" y="727"/>
                    <a:pt x="22" y="726"/>
                    <a:pt x="22" y="726"/>
                  </a:cubicBezTo>
                  <a:cubicBezTo>
                    <a:pt x="19" y="726"/>
                    <a:pt x="14" y="728"/>
                    <a:pt x="12" y="729"/>
                  </a:cubicBezTo>
                  <a:cubicBezTo>
                    <a:pt x="10" y="730"/>
                    <a:pt x="7" y="734"/>
                    <a:pt x="5" y="734"/>
                  </a:cubicBezTo>
                  <a:cubicBezTo>
                    <a:pt x="0" y="735"/>
                    <a:pt x="2" y="728"/>
                    <a:pt x="2" y="725"/>
                  </a:cubicBezTo>
                  <a:cubicBezTo>
                    <a:pt x="2" y="721"/>
                    <a:pt x="3" y="716"/>
                    <a:pt x="4" y="712"/>
                  </a:cubicBezTo>
                  <a:cubicBezTo>
                    <a:pt x="4" y="710"/>
                    <a:pt x="3" y="708"/>
                    <a:pt x="3" y="706"/>
                  </a:cubicBezTo>
                  <a:cubicBezTo>
                    <a:pt x="3" y="705"/>
                    <a:pt x="5" y="706"/>
                    <a:pt x="5" y="705"/>
                  </a:cubicBezTo>
                  <a:cubicBezTo>
                    <a:pt x="6" y="704"/>
                    <a:pt x="6" y="702"/>
                    <a:pt x="6" y="700"/>
                  </a:cubicBezTo>
                  <a:cubicBezTo>
                    <a:pt x="7" y="688"/>
                    <a:pt x="5" y="676"/>
                    <a:pt x="4" y="664"/>
                  </a:cubicBezTo>
                  <a:cubicBezTo>
                    <a:pt x="4" y="660"/>
                    <a:pt x="6" y="655"/>
                    <a:pt x="5" y="652"/>
                  </a:cubicBezTo>
                  <a:cubicBezTo>
                    <a:pt x="5" y="649"/>
                    <a:pt x="2" y="648"/>
                    <a:pt x="2" y="645"/>
                  </a:cubicBezTo>
                  <a:cubicBezTo>
                    <a:pt x="0" y="641"/>
                    <a:pt x="2" y="639"/>
                    <a:pt x="6" y="639"/>
                  </a:cubicBezTo>
                  <a:cubicBezTo>
                    <a:pt x="7" y="639"/>
                    <a:pt x="7" y="640"/>
                    <a:pt x="10" y="638"/>
                  </a:cubicBezTo>
                  <a:cubicBezTo>
                    <a:pt x="12" y="635"/>
                    <a:pt x="12" y="632"/>
                    <a:pt x="14" y="630"/>
                  </a:cubicBezTo>
                  <a:cubicBezTo>
                    <a:pt x="15" y="629"/>
                    <a:pt x="16" y="629"/>
                    <a:pt x="17" y="627"/>
                  </a:cubicBezTo>
                  <a:cubicBezTo>
                    <a:pt x="19" y="625"/>
                    <a:pt x="19" y="621"/>
                    <a:pt x="19" y="618"/>
                  </a:cubicBezTo>
                  <a:cubicBezTo>
                    <a:pt x="19" y="613"/>
                    <a:pt x="19" y="608"/>
                    <a:pt x="20" y="604"/>
                  </a:cubicBezTo>
                  <a:cubicBezTo>
                    <a:pt x="21" y="601"/>
                    <a:pt x="25" y="601"/>
                    <a:pt x="26" y="600"/>
                  </a:cubicBezTo>
                  <a:cubicBezTo>
                    <a:pt x="27" y="597"/>
                    <a:pt x="23" y="597"/>
                    <a:pt x="24" y="595"/>
                  </a:cubicBezTo>
                  <a:cubicBezTo>
                    <a:pt x="25" y="592"/>
                    <a:pt x="26" y="590"/>
                    <a:pt x="27" y="587"/>
                  </a:cubicBezTo>
                  <a:cubicBezTo>
                    <a:pt x="27" y="585"/>
                    <a:pt x="29" y="579"/>
                    <a:pt x="30" y="578"/>
                  </a:cubicBezTo>
                  <a:cubicBezTo>
                    <a:pt x="33" y="575"/>
                    <a:pt x="33" y="573"/>
                    <a:pt x="33" y="569"/>
                  </a:cubicBezTo>
                  <a:cubicBezTo>
                    <a:pt x="34" y="560"/>
                    <a:pt x="38" y="551"/>
                    <a:pt x="38" y="542"/>
                  </a:cubicBezTo>
                  <a:cubicBezTo>
                    <a:pt x="38" y="541"/>
                    <a:pt x="37" y="540"/>
                    <a:pt x="37" y="539"/>
                  </a:cubicBezTo>
                  <a:cubicBezTo>
                    <a:pt x="36" y="536"/>
                    <a:pt x="38" y="537"/>
                    <a:pt x="38" y="535"/>
                  </a:cubicBezTo>
                  <a:cubicBezTo>
                    <a:pt x="38" y="533"/>
                    <a:pt x="37" y="532"/>
                    <a:pt x="37" y="530"/>
                  </a:cubicBezTo>
                  <a:cubicBezTo>
                    <a:pt x="38" y="528"/>
                    <a:pt x="39" y="527"/>
                    <a:pt x="40" y="525"/>
                  </a:cubicBezTo>
                  <a:cubicBezTo>
                    <a:pt x="41" y="523"/>
                    <a:pt x="42" y="521"/>
                    <a:pt x="42" y="518"/>
                  </a:cubicBezTo>
                  <a:cubicBezTo>
                    <a:pt x="42" y="516"/>
                    <a:pt x="44" y="517"/>
                    <a:pt x="45" y="516"/>
                  </a:cubicBezTo>
                  <a:cubicBezTo>
                    <a:pt x="45" y="516"/>
                    <a:pt x="46" y="517"/>
                    <a:pt x="47" y="516"/>
                  </a:cubicBezTo>
                  <a:cubicBezTo>
                    <a:pt x="48" y="516"/>
                    <a:pt x="48" y="514"/>
                    <a:pt x="48" y="513"/>
                  </a:cubicBezTo>
                  <a:cubicBezTo>
                    <a:pt x="48" y="509"/>
                    <a:pt x="48" y="505"/>
                    <a:pt x="49" y="501"/>
                  </a:cubicBezTo>
                  <a:cubicBezTo>
                    <a:pt x="49" y="497"/>
                    <a:pt x="49" y="495"/>
                    <a:pt x="49" y="491"/>
                  </a:cubicBezTo>
                  <a:cubicBezTo>
                    <a:pt x="48" y="486"/>
                    <a:pt x="50" y="487"/>
                    <a:pt x="54" y="484"/>
                  </a:cubicBezTo>
                  <a:cubicBezTo>
                    <a:pt x="57" y="481"/>
                    <a:pt x="56" y="478"/>
                    <a:pt x="59" y="475"/>
                  </a:cubicBezTo>
                  <a:cubicBezTo>
                    <a:pt x="60" y="474"/>
                    <a:pt x="62" y="474"/>
                    <a:pt x="63" y="473"/>
                  </a:cubicBezTo>
                  <a:cubicBezTo>
                    <a:pt x="65" y="472"/>
                    <a:pt x="66" y="470"/>
                    <a:pt x="67" y="468"/>
                  </a:cubicBezTo>
                  <a:cubicBezTo>
                    <a:pt x="69" y="466"/>
                    <a:pt x="72" y="463"/>
                    <a:pt x="74" y="460"/>
                  </a:cubicBezTo>
                  <a:cubicBezTo>
                    <a:pt x="76" y="456"/>
                    <a:pt x="73" y="455"/>
                    <a:pt x="73" y="451"/>
                  </a:cubicBezTo>
                  <a:cubicBezTo>
                    <a:pt x="73" y="447"/>
                    <a:pt x="83" y="440"/>
                    <a:pt x="86" y="437"/>
                  </a:cubicBezTo>
                  <a:cubicBezTo>
                    <a:pt x="89" y="435"/>
                    <a:pt x="92" y="436"/>
                    <a:pt x="93" y="434"/>
                  </a:cubicBezTo>
                  <a:cubicBezTo>
                    <a:pt x="95" y="432"/>
                    <a:pt x="96" y="435"/>
                    <a:pt x="97" y="435"/>
                  </a:cubicBezTo>
                  <a:cubicBezTo>
                    <a:pt x="99" y="434"/>
                    <a:pt x="100" y="434"/>
                    <a:pt x="102" y="432"/>
                  </a:cubicBezTo>
                  <a:cubicBezTo>
                    <a:pt x="104" y="430"/>
                    <a:pt x="105" y="429"/>
                    <a:pt x="106" y="425"/>
                  </a:cubicBezTo>
                  <a:cubicBezTo>
                    <a:pt x="107" y="424"/>
                    <a:pt x="107" y="423"/>
                    <a:pt x="108" y="421"/>
                  </a:cubicBezTo>
                  <a:cubicBezTo>
                    <a:pt x="109" y="419"/>
                    <a:pt x="110" y="417"/>
                    <a:pt x="112" y="416"/>
                  </a:cubicBezTo>
                  <a:cubicBezTo>
                    <a:pt x="110" y="420"/>
                    <a:pt x="115" y="415"/>
                    <a:pt x="115" y="414"/>
                  </a:cubicBezTo>
                  <a:cubicBezTo>
                    <a:pt x="117" y="411"/>
                    <a:pt x="118" y="407"/>
                    <a:pt x="120" y="404"/>
                  </a:cubicBezTo>
                  <a:cubicBezTo>
                    <a:pt x="123" y="396"/>
                    <a:pt x="126" y="387"/>
                    <a:pt x="125" y="378"/>
                  </a:cubicBezTo>
                  <a:cubicBezTo>
                    <a:pt x="125" y="371"/>
                    <a:pt x="126" y="364"/>
                    <a:pt x="126" y="357"/>
                  </a:cubicBezTo>
                  <a:cubicBezTo>
                    <a:pt x="126" y="351"/>
                    <a:pt x="129" y="344"/>
                    <a:pt x="129" y="338"/>
                  </a:cubicBezTo>
                  <a:cubicBezTo>
                    <a:pt x="129" y="335"/>
                    <a:pt x="130" y="331"/>
                    <a:pt x="129" y="329"/>
                  </a:cubicBezTo>
                  <a:cubicBezTo>
                    <a:pt x="128" y="325"/>
                    <a:pt x="123" y="322"/>
                    <a:pt x="122" y="318"/>
                  </a:cubicBezTo>
                  <a:cubicBezTo>
                    <a:pt x="122" y="315"/>
                    <a:pt x="126" y="313"/>
                    <a:pt x="124" y="311"/>
                  </a:cubicBezTo>
                  <a:cubicBezTo>
                    <a:pt x="123" y="308"/>
                    <a:pt x="120" y="305"/>
                    <a:pt x="118" y="303"/>
                  </a:cubicBezTo>
                  <a:cubicBezTo>
                    <a:pt x="116" y="301"/>
                    <a:pt x="114" y="299"/>
                    <a:pt x="112" y="297"/>
                  </a:cubicBezTo>
                  <a:cubicBezTo>
                    <a:pt x="110" y="294"/>
                    <a:pt x="111" y="292"/>
                    <a:pt x="110" y="289"/>
                  </a:cubicBezTo>
                  <a:cubicBezTo>
                    <a:pt x="109" y="285"/>
                    <a:pt x="106" y="282"/>
                    <a:pt x="104" y="278"/>
                  </a:cubicBezTo>
                  <a:cubicBezTo>
                    <a:pt x="104" y="275"/>
                    <a:pt x="101" y="272"/>
                    <a:pt x="99" y="270"/>
                  </a:cubicBezTo>
                  <a:cubicBezTo>
                    <a:pt x="99" y="269"/>
                    <a:pt x="98" y="268"/>
                    <a:pt x="98" y="267"/>
                  </a:cubicBezTo>
                  <a:cubicBezTo>
                    <a:pt x="97" y="265"/>
                    <a:pt x="98" y="265"/>
                    <a:pt x="98" y="263"/>
                  </a:cubicBezTo>
                  <a:cubicBezTo>
                    <a:pt x="98" y="260"/>
                    <a:pt x="96" y="257"/>
                    <a:pt x="95" y="255"/>
                  </a:cubicBezTo>
                  <a:cubicBezTo>
                    <a:pt x="94" y="253"/>
                    <a:pt x="91" y="251"/>
                    <a:pt x="90" y="249"/>
                  </a:cubicBezTo>
                  <a:cubicBezTo>
                    <a:pt x="90" y="247"/>
                    <a:pt x="91" y="247"/>
                    <a:pt x="92" y="245"/>
                  </a:cubicBezTo>
                  <a:cubicBezTo>
                    <a:pt x="92" y="243"/>
                    <a:pt x="91" y="243"/>
                    <a:pt x="91" y="241"/>
                  </a:cubicBezTo>
                  <a:cubicBezTo>
                    <a:pt x="89" y="234"/>
                    <a:pt x="89" y="227"/>
                    <a:pt x="85" y="221"/>
                  </a:cubicBezTo>
                  <a:cubicBezTo>
                    <a:pt x="82" y="218"/>
                    <a:pt x="77" y="212"/>
                    <a:pt x="78" y="207"/>
                  </a:cubicBezTo>
                  <a:cubicBezTo>
                    <a:pt x="78" y="203"/>
                    <a:pt x="82" y="198"/>
                    <a:pt x="86" y="196"/>
                  </a:cubicBezTo>
                  <a:cubicBezTo>
                    <a:pt x="85" y="199"/>
                    <a:pt x="76" y="204"/>
                    <a:pt x="79" y="209"/>
                  </a:cubicBezTo>
                  <a:cubicBezTo>
                    <a:pt x="81" y="207"/>
                    <a:pt x="81" y="205"/>
                    <a:pt x="83" y="204"/>
                  </a:cubicBezTo>
                  <a:cubicBezTo>
                    <a:pt x="84" y="202"/>
                    <a:pt x="86" y="201"/>
                    <a:pt x="87" y="200"/>
                  </a:cubicBezTo>
                  <a:cubicBezTo>
                    <a:pt x="88" y="196"/>
                    <a:pt x="90" y="191"/>
                    <a:pt x="93" y="188"/>
                  </a:cubicBezTo>
                  <a:cubicBezTo>
                    <a:pt x="93" y="190"/>
                    <a:pt x="92" y="191"/>
                    <a:pt x="91" y="192"/>
                  </a:cubicBezTo>
                  <a:cubicBezTo>
                    <a:pt x="92" y="191"/>
                    <a:pt x="94" y="189"/>
                    <a:pt x="96" y="189"/>
                  </a:cubicBezTo>
                  <a:cubicBezTo>
                    <a:pt x="97" y="188"/>
                    <a:pt x="99" y="189"/>
                    <a:pt x="100" y="189"/>
                  </a:cubicBezTo>
                  <a:cubicBezTo>
                    <a:pt x="104" y="187"/>
                    <a:pt x="103" y="181"/>
                    <a:pt x="101" y="178"/>
                  </a:cubicBezTo>
                  <a:cubicBezTo>
                    <a:pt x="101" y="177"/>
                    <a:pt x="99" y="173"/>
                    <a:pt x="100" y="172"/>
                  </a:cubicBezTo>
                  <a:cubicBezTo>
                    <a:pt x="100" y="169"/>
                    <a:pt x="101" y="170"/>
                    <a:pt x="101" y="168"/>
                  </a:cubicBezTo>
                  <a:cubicBezTo>
                    <a:pt x="103" y="163"/>
                    <a:pt x="100" y="159"/>
                    <a:pt x="97" y="155"/>
                  </a:cubicBezTo>
                  <a:cubicBezTo>
                    <a:pt x="93" y="147"/>
                    <a:pt x="89" y="137"/>
                    <a:pt x="86" y="129"/>
                  </a:cubicBezTo>
                  <a:cubicBezTo>
                    <a:pt x="81" y="118"/>
                    <a:pt x="78" y="105"/>
                    <a:pt x="72" y="95"/>
                  </a:cubicBezTo>
                  <a:cubicBezTo>
                    <a:pt x="69" y="89"/>
                    <a:pt x="69" y="85"/>
                    <a:pt x="69" y="78"/>
                  </a:cubicBezTo>
                  <a:cubicBezTo>
                    <a:pt x="68" y="76"/>
                    <a:pt x="67" y="73"/>
                    <a:pt x="68" y="70"/>
                  </a:cubicBezTo>
                  <a:cubicBezTo>
                    <a:pt x="65" y="71"/>
                    <a:pt x="55" y="57"/>
                    <a:pt x="52" y="54"/>
                  </a:cubicBezTo>
                  <a:cubicBezTo>
                    <a:pt x="49" y="50"/>
                    <a:pt x="47" y="44"/>
                    <a:pt x="45" y="40"/>
                  </a:cubicBezTo>
                  <a:cubicBezTo>
                    <a:pt x="43" y="36"/>
                    <a:pt x="42" y="29"/>
                    <a:pt x="39" y="26"/>
                  </a:cubicBezTo>
                  <a:cubicBezTo>
                    <a:pt x="38" y="24"/>
                    <a:pt x="38" y="22"/>
                    <a:pt x="36" y="20"/>
                  </a:cubicBezTo>
                  <a:cubicBezTo>
                    <a:pt x="38" y="22"/>
                    <a:pt x="35" y="17"/>
                    <a:pt x="35" y="19"/>
                  </a:cubicBezTo>
                  <a:cubicBezTo>
                    <a:pt x="41" y="15"/>
                    <a:pt x="49" y="15"/>
                    <a:pt x="55" y="14"/>
                  </a:cubicBezTo>
                  <a:cubicBezTo>
                    <a:pt x="57" y="13"/>
                    <a:pt x="58" y="11"/>
                    <a:pt x="60" y="12"/>
                  </a:cubicBezTo>
                  <a:cubicBezTo>
                    <a:pt x="62" y="12"/>
                    <a:pt x="64" y="12"/>
                    <a:pt x="66" y="12"/>
                  </a:cubicBezTo>
                  <a:cubicBezTo>
                    <a:pt x="69" y="12"/>
                    <a:pt x="71" y="10"/>
                    <a:pt x="73" y="8"/>
                  </a:cubicBezTo>
                  <a:cubicBezTo>
                    <a:pt x="75" y="8"/>
                    <a:pt x="75" y="6"/>
                    <a:pt x="76" y="5"/>
                  </a:cubicBezTo>
                  <a:cubicBezTo>
                    <a:pt x="78" y="3"/>
                    <a:pt x="80" y="4"/>
                    <a:pt x="83" y="4"/>
                  </a:cubicBezTo>
                  <a:cubicBezTo>
                    <a:pt x="84" y="4"/>
                    <a:pt x="84" y="4"/>
                    <a:pt x="86" y="4"/>
                  </a:cubicBezTo>
                  <a:cubicBezTo>
                    <a:pt x="88" y="3"/>
                    <a:pt x="89" y="2"/>
                    <a:pt x="91" y="2"/>
                  </a:cubicBezTo>
                  <a:cubicBezTo>
                    <a:pt x="95" y="2"/>
                    <a:pt x="98" y="4"/>
                    <a:pt x="101" y="3"/>
                  </a:cubicBezTo>
                  <a:cubicBezTo>
                    <a:pt x="102" y="3"/>
                    <a:pt x="103" y="2"/>
                    <a:pt x="104" y="2"/>
                  </a:cubicBezTo>
                  <a:cubicBezTo>
                    <a:pt x="106" y="1"/>
                    <a:pt x="108" y="2"/>
                    <a:pt x="110" y="2"/>
                  </a:cubicBezTo>
                  <a:cubicBezTo>
                    <a:pt x="113" y="2"/>
                    <a:pt x="117" y="2"/>
                    <a:pt x="120" y="2"/>
                  </a:cubicBezTo>
                  <a:cubicBezTo>
                    <a:pt x="122" y="2"/>
                    <a:pt x="125" y="2"/>
                    <a:pt x="128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7699A38E-B1A1-481A-A61D-3D6A4092C4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9725" y="660400"/>
              <a:ext cx="1387475" cy="1322388"/>
            </a:xfrm>
            <a:custGeom>
              <a:avLst/>
              <a:gdLst>
                <a:gd name="T0" fmla="*/ 695 w 1227"/>
                <a:gd name="T1" fmla="*/ 1116 h 1170"/>
                <a:gd name="T2" fmla="*/ 620 w 1227"/>
                <a:gd name="T3" fmla="*/ 1090 h 1170"/>
                <a:gd name="T4" fmla="*/ 573 w 1227"/>
                <a:gd name="T5" fmla="*/ 1045 h 1170"/>
                <a:gd name="T6" fmla="*/ 4 w 1227"/>
                <a:gd name="T7" fmla="*/ 580 h 1170"/>
                <a:gd name="T8" fmla="*/ 80 w 1227"/>
                <a:gd name="T9" fmla="*/ 494 h 1170"/>
                <a:gd name="T10" fmla="*/ 145 w 1227"/>
                <a:gd name="T11" fmla="*/ 466 h 1170"/>
                <a:gd name="T12" fmla="*/ 223 w 1227"/>
                <a:gd name="T13" fmla="*/ 436 h 1170"/>
                <a:gd name="T14" fmla="*/ 306 w 1227"/>
                <a:gd name="T15" fmla="*/ 390 h 1170"/>
                <a:gd name="T16" fmla="*/ 327 w 1227"/>
                <a:gd name="T17" fmla="*/ 344 h 1170"/>
                <a:gd name="T18" fmla="*/ 448 w 1227"/>
                <a:gd name="T19" fmla="*/ 315 h 1170"/>
                <a:gd name="T20" fmla="*/ 437 w 1227"/>
                <a:gd name="T21" fmla="*/ 265 h 1170"/>
                <a:gd name="T22" fmla="*/ 424 w 1227"/>
                <a:gd name="T23" fmla="*/ 182 h 1170"/>
                <a:gd name="T24" fmla="*/ 408 w 1227"/>
                <a:gd name="T25" fmla="*/ 128 h 1170"/>
                <a:gd name="T26" fmla="*/ 488 w 1227"/>
                <a:gd name="T27" fmla="*/ 85 h 1170"/>
                <a:gd name="T28" fmla="*/ 530 w 1227"/>
                <a:gd name="T29" fmla="*/ 81 h 1170"/>
                <a:gd name="T30" fmla="*/ 603 w 1227"/>
                <a:gd name="T31" fmla="*/ 37 h 1170"/>
                <a:gd name="T32" fmla="*/ 717 w 1227"/>
                <a:gd name="T33" fmla="*/ 18 h 1170"/>
                <a:gd name="T34" fmla="*/ 807 w 1227"/>
                <a:gd name="T35" fmla="*/ 12 h 1170"/>
                <a:gd name="T36" fmla="*/ 889 w 1227"/>
                <a:gd name="T37" fmla="*/ 6 h 1170"/>
                <a:gd name="T38" fmla="*/ 945 w 1227"/>
                <a:gd name="T39" fmla="*/ 8 h 1170"/>
                <a:gd name="T40" fmla="*/ 1029 w 1227"/>
                <a:gd name="T41" fmla="*/ 10 h 1170"/>
                <a:gd name="T42" fmla="*/ 1012 w 1227"/>
                <a:gd name="T43" fmla="*/ 111 h 1170"/>
                <a:gd name="T44" fmla="*/ 992 w 1227"/>
                <a:gd name="T45" fmla="*/ 174 h 1170"/>
                <a:gd name="T46" fmla="*/ 980 w 1227"/>
                <a:gd name="T47" fmla="*/ 250 h 1170"/>
                <a:gd name="T48" fmla="*/ 1060 w 1227"/>
                <a:gd name="T49" fmla="*/ 350 h 1170"/>
                <a:gd name="T50" fmla="*/ 1098 w 1227"/>
                <a:gd name="T51" fmla="*/ 616 h 1170"/>
                <a:gd name="T52" fmla="*/ 1079 w 1227"/>
                <a:gd name="T53" fmla="*/ 714 h 1170"/>
                <a:gd name="T54" fmla="*/ 1137 w 1227"/>
                <a:gd name="T55" fmla="*/ 806 h 1170"/>
                <a:gd name="T56" fmla="*/ 1140 w 1227"/>
                <a:gd name="T57" fmla="*/ 931 h 1170"/>
                <a:gd name="T58" fmla="*/ 726 w 1227"/>
                <a:gd name="T59" fmla="*/ 1167 h 1170"/>
                <a:gd name="T60" fmla="*/ 845 w 1227"/>
                <a:gd name="T61" fmla="*/ 1133 h 1170"/>
                <a:gd name="T62" fmla="*/ 1214 w 1227"/>
                <a:gd name="T63" fmla="*/ 870 h 1170"/>
                <a:gd name="T64" fmla="*/ 1114 w 1227"/>
                <a:gd name="T65" fmla="*/ 805 h 1170"/>
                <a:gd name="T66" fmla="*/ 1087 w 1227"/>
                <a:gd name="T67" fmla="*/ 682 h 1170"/>
                <a:gd name="T68" fmla="*/ 1088 w 1227"/>
                <a:gd name="T69" fmla="*/ 564 h 1170"/>
                <a:gd name="T70" fmla="*/ 1024 w 1227"/>
                <a:gd name="T71" fmla="*/ 313 h 1170"/>
                <a:gd name="T72" fmla="*/ 968 w 1227"/>
                <a:gd name="T73" fmla="*/ 243 h 1170"/>
                <a:gd name="T74" fmla="*/ 997 w 1227"/>
                <a:gd name="T75" fmla="*/ 160 h 1170"/>
                <a:gd name="T76" fmla="*/ 1003 w 1227"/>
                <a:gd name="T77" fmla="*/ 65 h 1170"/>
                <a:gd name="T78" fmla="*/ 1000 w 1227"/>
                <a:gd name="T79" fmla="*/ 20 h 1170"/>
                <a:gd name="T80" fmla="*/ 920 w 1227"/>
                <a:gd name="T81" fmla="*/ 18 h 1170"/>
                <a:gd name="T82" fmla="*/ 820 w 1227"/>
                <a:gd name="T83" fmla="*/ 27 h 1170"/>
                <a:gd name="T84" fmla="*/ 749 w 1227"/>
                <a:gd name="T85" fmla="*/ 23 h 1170"/>
                <a:gd name="T86" fmla="*/ 662 w 1227"/>
                <a:gd name="T87" fmla="*/ 40 h 1170"/>
                <a:gd name="T88" fmla="*/ 556 w 1227"/>
                <a:gd name="T89" fmla="*/ 67 h 1170"/>
                <a:gd name="T90" fmla="*/ 491 w 1227"/>
                <a:gd name="T91" fmla="*/ 96 h 1170"/>
                <a:gd name="T92" fmla="*/ 417 w 1227"/>
                <a:gd name="T93" fmla="*/ 138 h 1170"/>
                <a:gd name="T94" fmla="*/ 433 w 1227"/>
                <a:gd name="T95" fmla="*/ 179 h 1170"/>
                <a:gd name="T96" fmla="*/ 441 w 1227"/>
                <a:gd name="T97" fmla="*/ 257 h 1170"/>
                <a:gd name="T98" fmla="*/ 461 w 1227"/>
                <a:gd name="T99" fmla="*/ 320 h 1170"/>
                <a:gd name="T100" fmla="*/ 330 w 1227"/>
                <a:gd name="T101" fmla="*/ 352 h 1170"/>
                <a:gd name="T102" fmla="*/ 313 w 1227"/>
                <a:gd name="T103" fmla="*/ 384 h 1170"/>
                <a:gd name="T104" fmla="*/ 231 w 1227"/>
                <a:gd name="T105" fmla="*/ 441 h 1170"/>
                <a:gd name="T106" fmla="*/ 147 w 1227"/>
                <a:gd name="T107" fmla="*/ 476 h 1170"/>
                <a:gd name="T108" fmla="*/ 76 w 1227"/>
                <a:gd name="T109" fmla="*/ 502 h 1170"/>
                <a:gd name="T110" fmla="*/ 12 w 1227"/>
                <a:gd name="T111" fmla="*/ 615 h 1170"/>
                <a:gd name="T112" fmla="*/ 582 w 1227"/>
                <a:gd name="T113" fmla="*/ 1049 h 1170"/>
                <a:gd name="T114" fmla="*/ 625 w 1227"/>
                <a:gd name="T115" fmla="*/ 1079 h 1170"/>
                <a:gd name="T116" fmla="*/ 698 w 1227"/>
                <a:gd name="T117" fmla="*/ 1107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27" h="1170">
                  <a:moveTo>
                    <a:pt x="706" y="1170"/>
                  </a:moveTo>
                  <a:cubicBezTo>
                    <a:pt x="703" y="1170"/>
                    <a:pt x="701" y="1169"/>
                    <a:pt x="700" y="1167"/>
                  </a:cubicBezTo>
                  <a:cubicBezTo>
                    <a:pt x="699" y="1166"/>
                    <a:pt x="699" y="1166"/>
                    <a:pt x="699" y="1166"/>
                  </a:cubicBezTo>
                  <a:cubicBezTo>
                    <a:pt x="698" y="1166"/>
                    <a:pt x="697" y="1165"/>
                    <a:pt x="696" y="1164"/>
                  </a:cubicBezTo>
                  <a:cubicBezTo>
                    <a:pt x="693" y="1162"/>
                    <a:pt x="689" y="1160"/>
                    <a:pt x="688" y="1156"/>
                  </a:cubicBezTo>
                  <a:cubicBezTo>
                    <a:pt x="688" y="1154"/>
                    <a:pt x="689" y="1151"/>
                    <a:pt x="691" y="1148"/>
                  </a:cubicBezTo>
                  <a:cubicBezTo>
                    <a:pt x="691" y="1148"/>
                    <a:pt x="692" y="1147"/>
                    <a:pt x="693" y="1146"/>
                  </a:cubicBezTo>
                  <a:cubicBezTo>
                    <a:pt x="693" y="1145"/>
                    <a:pt x="693" y="1143"/>
                    <a:pt x="694" y="1141"/>
                  </a:cubicBezTo>
                  <a:cubicBezTo>
                    <a:pt x="695" y="1140"/>
                    <a:pt x="697" y="1139"/>
                    <a:pt x="697" y="1138"/>
                  </a:cubicBezTo>
                  <a:cubicBezTo>
                    <a:pt x="697" y="1138"/>
                    <a:pt x="697" y="1138"/>
                    <a:pt x="697" y="1138"/>
                  </a:cubicBezTo>
                  <a:cubicBezTo>
                    <a:pt x="697" y="1137"/>
                    <a:pt x="696" y="1136"/>
                    <a:pt x="696" y="1135"/>
                  </a:cubicBezTo>
                  <a:cubicBezTo>
                    <a:pt x="695" y="1134"/>
                    <a:pt x="694" y="1133"/>
                    <a:pt x="694" y="1131"/>
                  </a:cubicBezTo>
                  <a:cubicBezTo>
                    <a:pt x="694" y="1129"/>
                    <a:pt x="694" y="1127"/>
                    <a:pt x="694" y="1125"/>
                  </a:cubicBezTo>
                  <a:cubicBezTo>
                    <a:pt x="695" y="1124"/>
                    <a:pt x="695" y="1123"/>
                    <a:pt x="695" y="1122"/>
                  </a:cubicBezTo>
                  <a:cubicBezTo>
                    <a:pt x="694" y="1120"/>
                    <a:pt x="695" y="1117"/>
                    <a:pt x="695" y="1116"/>
                  </a:cubicBezTo>
                  <a:cubicBezTo>
                    <a:pt x="695" y="1116"/>
                    <a:pt x="695" y="1116"/>
                    <a:pt x="695" y="1115"/>
                  </a:cubicBezTo>
                  <a:cubicBezTo>
                    <a:pt x="694" y="1115"/>
                    <a:pt x="694" y="1115"/>
                    <a:pt x="693" y="1115"/>
                  </a:cubicBezTo>
                  <a:cubicBezTo>
                    <a:pt x="692" y="1114"/>
                    <a:pt x="691" y="1113"/>
                    <a:pt x="690" y="1112"/>
                  </a:cubicBezTo>
                  <a:cubicBezTo>
                    <a:pt x="690" y="1112"/>
                    <a:pt x="689" y="1111"/>
                    <a:pt x="689" y="1111"/>
                  </a:cubicBezTo>
                  <a:cubicBezTo>
                    <a:pt x="686" y="1110"/>
                    <a:pt x="683" y="1109"/>
                    <a:pt x="679" y="1108"/>
                  </a:cubicBezTo>
                  <a:cubicBezTo>
                    <a:pt x="677" y="1108"/>
                    <a:pt x="676" y="1107"/>
                    <a:pt x="674" y="1107"/>
                  </a:cubicBezTo>
                  <a:cubicBezTo>
                    <a:pt x="670" y="1106"/>
                    <a:pt x="668" y="1106"/>
                    <a:pt x="664" y="1105"/>
                  </a:cubicBezTo>
                  <a:cubicBezTo>
                    <a:pt x="661" y="1105"/>
                    <a:pt x="659" y="1104"/>
                    <a:pt x="656" y="1103"/>
                  </a:cubicBezTo>
                  <a:cubicBezTo>
                    <a:pt x="655" y="1103"/>
                    <a:pt x="655" y="1103"/>
                    <a:pt x="654" y="1102"/>
                  </a:cubicBezTo>
                  <a:cubicBezTo>
                    <a:pt x="648" y="1101"/>
                    <a:pt x="647" y="1100"/>
                    <a:pt x="645" y="1095"/>
                  </a:cubicBezTo>
                  <a:cubicBezTo>
                    <a:pt x="643" y="1092"/>
                    <a:pt x="641" y="1089"/>
                    <a:pt x="639" y="1088"/>
                  </a:cubicBezTo>
                  <a:cubicBezTo>
                    <a:pt x="638" y="1089"/>
                    <a:pt x="637" y="1089"/>
                    <a:pt x="636" y="1090"/>
                  </a:cubicBezTo>
                  <a:cubicBezTo>
                    <a:pt x="632" y="1092"/>
                    <a:pt x="629" y="1090"/>
                    <a:pt x="627" y="1089"/>
                  </a:cubicBezTo>
                  <a:cubicBezTo>
                    <a:pt x="626" y="1089"/>
                    <a:pt x="626" y="1089"/>
                    <a:pt x="626" y="1089"/>
                  </a:cubicBezTo>
                  <a:cubicBezTo>
                    <a:pt x="625" y="1090"/>
                    <a:pt x="623" y="1091"/>
                    <a:pt x="620" y="1090"/>
                  </a:cubicBezTo>
                  <a:cubicBezTo>
                    <a:pt x="618" y="1090"/>
                    <a:pt x="617" y="1088"/>
                    <a:pt x="616" y="1086"/>
                  </a:cubicBezTo>
                  <a:cubicBezTo>
                    <a:pt x="616" y="1086"/>
                    <a:pt x="615" y="1086"/>
                    <a:pt x="614" y="1086"/>
                  </a:cubicBezTo>
                  <a:cubicBezTo>
                    <a:pt x="612" y="1085"/>
                    <a:pt x="610" y="1083"/>
                    <a:pt x="610" y="1082"/>
                  </a:cubicBezTo>
                  <a:cubicBezTo>
                    <a:pt x="609" y="1082"/>
                    <a:pt x="609" y="1082"/>
                    <a:pt x="609" y="1082"/>
                  </a:cubicBezTo>
                  <a:cubicBezTo>
                    <a:pt x="604" y="1078"/>
                    <a:pt x="603" y="1076"/>
                    <a:pt x="602" y="1071"/>
                  </a:cubicBezTo>
                  <a:cubicBezTo>
                    <a:pt x="602" y="1070"/>
                    <a:pt x="602" y="1070"/>
                    <a:pt x="602" y="1070"/>
                  </a:cubicBezTo>
                  <a:cubicBezTo>
                    <a:pt x="602" y="1068"/>
                    <a:pt x="602" y="1068"/>
                    <a:pt x="600" y="1067"/>
                  </a:cubicBezTo>
                  <a:cubicBezTo>
                    <a:pt x="598" y="1065"/>
                    <a:pt x="596" y="1064"/>
                    <a:pt x="593" y="1064"/>
                  </a:cubicBezTo>
                  <a:cubicBezTo>
                    <a:pt x="593" y="1064"/>
                    <a:pt x="592" y="1063"/>
                    <a:pt x="592" y="1063"/>
                  </a:cubicBezTo>
                  <a:cubicBezTo>
                    <a:pt x="590" y="1063"/>
                    <a:pt x="589" y="1063"/>
                    <a:pt x="588" y="1062"/>
                  </a:cubicBezTo>
                  <a:cubicBezTo>
                    <a:pt x="586" y="1061"/>
                    <a:pt x="585" y="1059"/>
                    <a:pt x="584" y="1058"/>
                  </a:cubicBezTo>
                  <a:cubicBezTo>
                    <a:pt x="582" y="1058"/>
                    <a:pt x="580" y="1058"/>
                    <a:pt x="578" y="1058"/>
                  </a:cubicBezTo>
                  <a:cubicBezTo>
                    <a:pt x="576" y="1057"/>
                    <a:pt x="574" y="1056"/>
                    <a:pt x="573" y="1054"/>
                  </a:cubicBezTo>
                  <a:cubicBezTo>
                    <a:pt x="572" y="1052"/>
                    <a:pt x="572" y="1048"/>
                    <a:pt x="573" y="1046"/>
                  </a:cubicBezTo>
                  <a:cubicBezTo>
                    <a:pt x="573" y="1045"/>
                    <a:pt x="573" y="1045"/>
                    <a:pt x="573" y="1045"/>
                  </a:cubicBezTo>
                  <a:cubicBezTo>
                    <a:pt x="574" y="1041"/>
                    <a:pt x="576" y="1035"/>
                    <a:pt x="574" y="1033"/>
                  </a:cubicBezTo>
                  <a:cubicBezTo>
                    <a:pt x="573" y="1032"/>
                    <a:pt x="570" y="1030"/>
                    <a:pt x="568" y="1029"/>
                  </a:cubicBezTo>
                  <a:cubicBezTo>
                    <a:pt x="567" y="1028"/>
                    <a:pt x="565" y="1027"/>
                    <a:pt x="564" y="1026"/>
                  </a:cubicBezTo>
                  <a:cubicBezTo>
                    <a:pt x="560" y="1024"/>
                    <a:pt x="560" y="1024"/>
                    <a:pt x="560" y="1024"/>
                  </a:cubicBezTo>
                  <a:cubicBezTo>
                    <a:pt x="557" y="1022"/>
                    <a:pt x="555" y="1020"/>
                    <a:pt x="552" y="1018"/>
                  </a:cubicBezTo>
                  <a:cubicBezTo>
                    <a:pt x="546" y="1014"/>
                    <a:pt x="539" y="1010"/>
                    <a:pt x="533" y="1005"/>
                  </a:cubicBezTo>
                  <a:cubicBezTo>
                    <a:pt x="523" y="999"/>
                    <a:pt x="513" y="993"/>
                    <a:pt x="504" y="986"/>
                  </a:cubicBezTo>
                  <a:cubicBezTo>
                    <a:pt x="487" y="973"/>
                    <a:pt x="471" y="960"/>
                    <a:pt x="454" y="948"/>
                  </a:cubicBezTo>
                  <a:cubicBezTo>
                    <a:pt x="408" y="914"/>
                    <a:pt x="370" y="886"/>
                    <a:pt x="334" y="860"/>
                  </a:cubicBezTo>
                  <a:cubicBezTo>
                    <a:pt x="276" y="818"/>
                    <a:pt x="224" y="782"/>
                    <a:pt x="175" y="749"/>
                  </a:cubicBezTo>
                  <a:cubicBezTo>
                    <a:pt x="132" y="720"/>
                    <a:pt x="84" y="689"/>
                    <a:pt x="26" y="651"/>
                  </a:cubicBezTo>
                  <a:cubicBezTo>
                    <a:pt x="5" y="638"/>
                    <a:pt x="5" y="638"/>
                    <a:pt x="5" y="638"/>
                  </a:cubicBezTo>
                  <a:cubicBezTo>
                    <a:pt x="0" y="634"/>
                    <a:pt x="1" y="625"/>
                    <a:pt x="2" y="618"/>
                  </a:cubicBezTo>
                  <a:cubicBezTo>
                    <a:pt x="2" y="617"/>
                    <a:pt x="3" y="615"/>
                    <a:pt x="3" y="614"/>
                  </a:cubicBezTo>
                  <a:cubicBezTo>
                    <a:pt x="3" y="603"/>
                    <a:pt x="4" y="592"/>
                    <a:pt x="4" y="580"/>
                  </a:cubicBezTo>
                  <a:cubicBezTo>
                    <a:pt x="5" y="563"/>
                    <a:pt x="5" y="563"/>
                    <a:pt x="5" y="563"/>
                  </a:cubicBezTo>
                  <a:cubicBezTo>
                    <a:pt x="5" y="556"/>
                    <a:pt x="6" y="549"/>
                    <a:pt x="6" y="542"/>
                  </a:cubicBezTo>
                  <a:cubicBezTo>
                    <a:pt x="6" y="539"/>
                    <a:pt x="7" y="539"/>
                    <a:pt x="12" y="535"/>
                  </a:cubicBezTo>
                  <a:cubicBezTo>
                    <a:pt x="15" y="534"/>
                    <a:pt x="19" y="531"/>
                    <a:pt x="20" y="531"/>
                  </a:cubicBezTo>
                  <a:cubicBezTo>
                    <a:pt x="23" y="529"/>
                    <a:pt x="25" y="527"/>
                    <a:pt x="27" y="525"/>
                  </a:cubicBezTo>
                  <a:cubicBezTo>
                    <a:pt x="30" y="523"/>
                    <a:pt x="33" y="520"/>
                    <a:pt x="36" y="518"/>
                  </a:cubicBezTo>
                  <a:cubicBezTo>
                    <a:pt x="38" y="517"/>
                    <a:pt x="40" y="516"/>
                    <a:pt x="42" y="515"/>
                  </a:cubicBezTo>
                  <a:cubicBezTo>
                    <a:pt x="44" y="514"/>
                    <a:pt x="46" y="513"/>
                    <a:pt x="48" y="512"/>
                  </a:cubicBezTo>
                  <a:cubicBezTo>
                    <a:pt x="49" y="512"/>
                    <a:pt x="50" y="511"/>
                    <a:pt x="51" y="510"/>
                  </a:cubicBezTo>
                  <a:cubicBezTo>
                    <a:pt x="52" y="508"/>
                    <a:pt x="54" y="507"/>
                    <a:pt x="56" y="506"/>
                  </a:cubicBezTo>
                  <a:cubicBezTo>
                    <a:pt x="56" y="505"/>
                    <a:pt x="57" y="505"/>
                    <a:pt x="58" y="504"/>
                  </a:cubicBezTo>
                  <a:cubicBezTo>
                    <a:pt x="60" y="502"/>
                    <a:pt x="63" y="500"/>
                    <a:pt x="66" y="499"/>
                  </a:cubicBezTo>
                  <a:cubicBezTo>
                    <a:pt x="66" y="499"/>
                    <a:pt x="66" y="499"/>
                    <a:pt x="67" y="498"/>
                  </a:cubicBezTo>
                  <a:cubicBezTo>
                    <a:pt x="68" y="496"/>
                    <a:pt x="70" y="494"/>
                    <a:pt x="74" y="494"/>
                  </a:cubicBezTo>
                  <a:cubicBezTo>
                    <a:pt x="76" y="493"/>
                    <a:pt x="78" y="493"/>
                    <a:pt x="80" y="494"/>
                  </a:cubicBezTo>
                  <a:cubicBezTo>
                    <a:pt x="80" y="494"/>
                    <a:pt x="81" y="494"/>
                    <a:pt x="82" y="494"/>
                  </a:cubicBezTo>
                  <a:cubicBezTo>
                    <a:pt x="83" y="493"/>
                    <a:pt x="85" y="492"/>
                    <a:pt x="87" y="489"/>
                  </a:cubicBezTo>
                  <a:cubicBezTo>
                    <a:pt x="89" y="487"/>
                    <a:pt x="96" y="479"/>
                    <a:pt x="103" y="478"/>
                  </a:cubicBezTo>
                  <a:cubicBezTo>
                    <a:pt x="106" y="477"/>
                    <a:pt x="109" y="478"/>
                    <a:pt x="111" y="479"/>
                  </a:cubicBezTo>
                  <a:cubicBezTo>
                    <a:pt x="112" y="479"/>
                    <a:pt x="113" y="479"/>
                    <a:pt x="114" y="479"/>
                  </a:cubicBezTo>
                  <a:cubicBezTo>
                    <a:pt x="114" y="480"/>
                    <a:pt x="115" y="480"/>
                    <a:pt x="115" y="480"/>
                  </a:cubicBezTo>
                  <a:cubicBezTo>
                    <a:pt x="120" y="479"/>
                    <a:pt x="120" y="479"/>
                    <a:pt x="120" y="479"/>
                  </a:cubicBezTo>
                  <a:cubicBezTo>
                    <a:pt x="121" y="479"/>
                    <a:pt x="123" y="479"/>
                    <a:pt x="125" y="480"/>
                  </a:cubicBezTo>
                  <a:cubicBezTo>
                    <a:pt x="126" y="480"/>
                    <a:pt x="127" y="480"/>
                    <a:pt x="128" y="481"/>
                  </a:cubicBezTo>
                  <a:cubicBezTo>
                    <a:pt x="130" y="481"/>
                    <a:pt x="132" y="482"/>
                    <a:pt x="133" y="482"/>
                  </a:cubicBezTo>
                  <a:cubicBezTo>
                    <a:pt x="134" y="482"/>
                    <a:pt x="135" y="482"/>
                    <a:pt x="136" y="480"/>
                  </a:cubicBezTo>
                  <a:cubicBezTo>
                    <a:pt x="136" y="479"/>
                    <a:pt x="136" y="478"/>
                    <a:pt x="136" y="476"/>
                  </a:cubicBezTo>
                  <a:cubicBezTo>
                    <a:pt x="136" y="475"/>
                    <a:pt x="137" y="473"/>
                    <a:pt x="137" y="472"/>
                  </a:cubicBezTo>
                  <a:cubicBezTo>
                    <a:pt x="137" y="470"/>
                    <a:pt x="138" y="466"/>
                    <a:pt x="143" y="466"/>
                  </a:cubicBezTo>
                  <a:cubicBezTo>
                    <a:pt x="144" y="466"/>
                    <a:pt x="144" y="466"/>
                    <a:pt x="145" y="466"/>
                  </a:cubicBezTo>
                  <a:cubicBezTo>
                    <a:pt x="146" y="466"/>
                    <a:pt x="146" y="467"/>
                    <a:pt x="147" y="467"/>
                  </a:cubicBezTo>
                  <a:cubicBezTo>
                    <a:pt x="147" y="467"/>
                    <a:pt x="148" y="467"/>
                    <a:pt x="148" y="467"/>
                  </a:cubicBezTo>
                  <a:cubicBezTo>
                    <a:pt x="150" y="466"/>
                    <a:pt x="152" y="466"/>
                    <a:pt x="153" y="466"/>
                  </a:cubicBezTo>
                  <a:cubicBezTo>
                    <a:pt x="154" y="467"/>
                    <a:pt x="154" y="467"/>
                    <a:pt x="155" y="467"/>
                  </a:cubicBezTo>
                  <a:cubicBezTo>
                    <a:pt x="155" y="467"/>
                    <a:pt x="155" y="467"/>
                    <a:pt x="156" y="467"/>
                  </a:cubicBezTo>
                  <a:cubicBezTo>
                    <a:pt x="156" y="466"/>
                    <a:pt x="157" y="466"/>
                    <a:pt x="159" y="465"/>
                  </a:cubicBezTo>
                  <a:cubicBezTo>
                    <a:pt x="161" y="464"/>
                    <a:pt x="165" y="464"/>
                    <a:pt x="168" y="465"/>
                  </a:cubicBezTo>
                  <a:cubicBezTo>
                    <a:pt x="169" y="465"/>
                    <a:pt x="170" y="465"/>
                    <a:pt x="171" y="465"/>
                  </a:cubicBezTo>
                  <a:cubicBezTo>
                    <a:pt x="174" y="465"/>
                    <a:pt x="176" y="464"/>
                    <a:pt x="179" y="463"/>
                  </a:cubicBezTo>
                  <a:cubicBezTo>
                    <a:pt x="181" y="463"/>
                    <a:pt x="184" y="462"/>
                    <a:pt x="188" y="462"/>
                  </a:cubicBezTo>
                  <a:cubicBezTo>
                    <a:pt x="189" y="461"/>
                    <a:pt x="189" y="461"/>
                    <a:pt x="189" y="461"/>
                  </a:cubicBezTo>
                  <a:cubicBezTo>
                    <a:pt x="193" y="461"/>
                    <a:pt x="195" y="461"/>
                    <a:pt x="198" y="459"/>
                  </a:cubicBezTo>
                  <a:cubicBezTo>
                    <a:pt x="199" y="458"/>
                    <a:pt x="201" y="458"/>
                    <a:pt x="202" y="457"/>
                  </a:cubicBezTo>
                  <a:cubicBezTo>
                    <a:pt x="205" y="456"/>
                    <a:pt x="208" y="454"/>
                    <a:pt x="210" y="452"/>
                  </a:cubicBezTo>
                  <a:cubicBezTo>
                    <a:pt x="214" y="448"/>
                    <a:pt x="220" y="442"/>
                    <a:pt x="223" y="436"/>
                  </a:cubicBezTo>
                  <a:cubicBezTo>
                    <a:pt x="223" y="436"/>
                    <a:pt x="224" y="435"/>
                    <a:pt x="224" y="433"/>
                  </a:cubicBezTo>
                  <a:cubicBezTo>
                    <a:pt x="226" y="430"/>
                    <a:pt x="228" y="426"/>
                    <a:pt x="232" y="423"/>
                  </a:cubicBezTo>
                  <a:cubicBezTo>
                    <a:pt x="234" y="422"/>
                    <a:pt x="236" y="421"/>
                    <a:pt x="238" y="420"/>
                  </a:cubicBezTo>
                  <a:cubicBezTo>
                    <a:pt x="239" y="420"/>
                    <a:pt x="240" y="420"/>
                    <a:pt x="241" y="419"/>
                  </a:cubicBezTo>
                  <a:cubicBezTo>
                    <a:pt x="247" y="417"/>
                    <a:pt x="253" y="415"/>
                    <a:pt x="261" y="414"/>
                  </a:cubicBezTo>
                  <a:cubicBezTo>
                    <a:pt x="263" y="414"/>
                    <a:pt x="264" y="413"/>
                    <a:pt x="266" y="411"/>
                  </a:cubicBezTo>
                  <a:cubicBezTo>
                    <a:pt x="267" y="411"/>
                    <a:pt x="268" y="410"/>
                    <a:pt x="270" y="409"/>
                  </a:cubicBezTo>
                  <a:cubicBezTo>
                    <a:pt x="271" y="409"/>
                    <a:pt x="272" y="408"/>
                    <a:pt x="273" y="408"/>
                  </a:cubicBezTo>
                  <a:cubicBezTo>
                    <a:pt x="275" y="407"/>
                    <a:pt x="276" y="406"/>
                    <a:pt x="278" y="405"/>
                  </a:cubicBezTo>
                  <a:cubicBezTo>
                    <a:pt x="278" y="404"/>
                    <a:pt x="279" y="403"/>
                    <a:pt x="280" y="403"/>
                  </a:cubicBezTo>
                  <a:cubicBezTo>
                    <a:pt x="283" y="399"/>
                    <a:pt x="287" y="396"/>
                    <a:pt x="294" y="395"/>
                  </a:cubicBezTo>
                  <a:cubicBezTo>
                    <a:pt x="295" y="395"/>
                    <a:pt x="297" y="394"/>
                    <a:pt x="299" y="394"/>
                  </a:cubicBezTo>
                  <a:cubicBezTo>
                    <a:pt x="302" y="394"/>
                    <a:pt x="308" y="394"/>
                    <a:pt x="309" y="392"/>
                  </a:cubicBezTo>
                  <a:cubicBezTo>
                    <a:pt x="309" y="392"/>
                    <a:pt x="309" y="392"/>
                    <a:pt x="309" y="392"/>
                  </a:cubicBezTo>
                  <a:cubicBezTo>
                    <a:pt x="308" y="391"/>
                    <a:pt x="307" y="391"/>
                    <a:pt x="306" y="390"/>
                  </a:cubicBezTo>
                  <a:cubicBezTo>
                    <a:pt x="306" y="390"/>
                    <a:pt x="306" y="389"/>
                    <a:pt x="305" y="389"/>
                  </a:cubicBezTo>
                  <a:cubicBezTo>
                    <a:pt x="305" y="389"/>
                    <a:pt x="305" y="389"/>
                    <a:pt x="305" y="389"/>
                  </a:cubicBezTo>
                  <a:cubicBezTo>
                    <a:pt x="303" y="389"/>
                    <a:pt x="302" y="389"/>
                    <a:pt x="302" y="389"/>
                  </a:cubicBezTo>
                  <a:cubicBezTo>
                    <a:pt x="300" y="389"/>
                    <a:pt x="298" y="388"/>
                    <a:pt x="297" y="387"/>
                  </a:cubicBezTo>
                  <a:cubicBezTo>
                    <a:pt x="296" y="384"/>
                    <a:pt x="297" y="382"/>
                    <a:pt x="297" y="381"/>
                  </a:cubicBezTo>
                  <a:cubicBezTo>
                    <a:pt x="297" y="381"/>
                    <a:pt x="298" y="380"/>
                    <a:pt x="298" y="379"/>
                  </a:cubicBezTo>
                  <a:cubicBezTo>
                    <a:pt x="298" y="379"/>
                    <a:pt x="298" y="378"/>
                    <a:pt x="298" y="377"/>
                  </a:cubicBezTo>
                  <a:cubicBezTo>
                    <a:pt x="298" y="376"/>
                    <a:pt x="298" y="373"/>
                    <a:pt x="299" y="370"/>
                  </a:cubicBezTo>
                  <a:cubicBezTo>
                    <a:pt x="295" y="367"/>
                    <a:pt x="296" y="363"/>
                    <a:pt x="296" y="361"/>
                  </a:cubicBezTo>
                  <a:cubicBezTo>
                    <a:pt x="296" y="354"/>
                    <a:pt x="297" y="344"/>
                    <a:pt x="308" y="344"/>
                  </a:cubicBezTo>
                  <a:cubicBezTo>
                    <a:pt x="309" y="344"/>
                    <a:pt x="310" y="344"/>
                    <a:pt x="312" y="344"/>
                  </a:cubicBezTo>
                  <a:cubicBezTo>
                    <a:pt x="314" y="345"/>
                    <a:pt x="315" y="345"/>
                    <a:pt x="316" y="346"/>
                  </a:cubicBezTo>
                  <a:cubicBezTo>
                    <a:pt x="318" y="346"/>
                    <a:pt x="319" y="347"/>
                    <a:pt x="320" y="347"/>
                  </a:cubicBezTo>
                  <a:cubicBezTo>
                    <a:pt x="321" y="347"/>
                    <a:pt x="322" y="346"/>
                    <a:pt x="323" y="346"/>
                  </a:cubicBezTo>
                  <a:cubicBezTo>
                    <a:pt x="324" y="345"/>
                    <a:pt x="325" y="344"/>
                    <a:pt x="327" y="344"/>
                  </a:cubicBezTo>
                  <a:cubicBezTo>
                    <a:pt x="329" y="343"/>
                    <a:pt x="332" y="342"/>
                    <a:pt x="335" y="342"/>
                  </a:cubicBezTo>
                  <a:cubicBezTo>
                    <a:pt x="340" y="341"/>
                    <a:pt x="346" y="340"/>
                    <a:pt x="349" y="337"/>
                  </a:cubicBezTo>
                  <a:cubicBezTo>
                    <a:pt x="349" y="336"/>
                    <a:pt x="349" y="335"/>
                    <a:pt x="349" y="333"/>
                  </a:cubicBezTo>
                  <a:cubicBezTo>
                    <a:pt x="350" y="329"/>
                    <a:pt x="350" y="323"/>
                    <a:pt x="359" y="321"/>
                  </a:cubicBezTo>
                  <a:cubicBezTo>
                    <a:pt x="362" y="320"/>
                    <a:pt x="366" y="320"/>
                    <a:pt x="369" y="320"/>
                  </a:cubicBezTo>
                  <a:cubicBezTo>
                    <a:pt x="370" y="319"/>
                    <a:pt x="372" y="319"/>
                    <a:pt x="373" y="319"/>
                  </a:cubicBezTo>
                  <a:cubicBezTo>
                    <a:pt x="375" y="318"/>
                    <a:pt x="377" y="318"/>
                    <a:pt x="378" y="317"/>
                  </a:cubicBezTo>
                  <a:cubicBezTo>
                    <a:pt x="387" y="316"/>
                    <a:pt x="398" y="316"/>
                    <a:pt x="408" y="317"/>
                  </a:cubicBezTo>
                  <a:cubicBezTo>
                    <a:pt x="411" y="318"/>
                    <a:pt x="415" y="318"/>
                    <a:pt x="419" y="318"/>
                  </a:cubicBezTo>
                  <a:cubicBezTo>
                    <a:pt x="424" y="319"/>
                    <a:pt x="430" y="319"/>
                    <a:pt x="435" y="319"/>
                  </a:cubicBezTo>
                  <a:cubicBezTo>
                    <a:pt x="440" y="319"/>
                    <a:pt x="440" y="319"/>
                    <a:pt x="440" y="319"/>
                  </a:cubicBezTo>
                  <a:cubicBezTo>
                    <a:pt x="440" y="319"/>
                    <a:pt x="442" y="319"/>
                    <a:pt x="443" y="319"/>
                  </a:cubicBezTo>
                  <a:cubicBezTo>
                    <a:pt x="444" y="319"/>
                    <a:pt x="445" y="320"/>
                    <a:pt x="446" y="320"/>
                  </a:cubicBezTo>
                  <a:cubicBezTo>
                    <a:pt x="446" y="320"/>
                    <a:pt x="446" y="320"/>
                    <a:pt x="446" y="320"/>
                  </a:cubicBezTo>
                  <a:cubicBezTo>
                    <a:pt x="446" y="318"/>
                    <a:pt x="446" y="317"/>
                    <a:pt x="448" y="315"/>
                  </a:cubicBezTo>
                  <a:cubicBezTo>
                    <a:pt x="448" y="314"/>
                    <a:pt x="448" y="314"/>
                    <a:pt x="448" y="314"/>
                  </a:cubicBezTo>
                  <a:cubicBezTo>
                    <a:pt x="448" y="314"/>
                    <a:pt x="448" y="314"/>
                    <a:pt x="448" y="313"/>
                  </a:cubicBezTo>
                  <a:cubicBezTo>
                    <a:pt x="448" y="312"/>
                    <a:pt x="448" y="310"/>
                    <a:pt x="449" y="308"/>
                  </a:cubicBezTo>
                  <a:cubicBezTo>
                    <a:pt x="450" y="303"/>
                    <a:pt x="454" y="301"/>
                    <a:pt x="457" y="300"/>
                  </a:cubicBezTo>
                  <a:cubicBezTo>
                    <a:pt x="458" y="300"/>
                    <a:pt x="458" y="300"/>
                    <a:pt x="458" y="300"/>
                  </a:cubicBezTo>
                  <a:cubicBezTo>
                    <a:pt x="459" y="300"/>
                    <a:pt x="460" y="299"/>
                    <a:pt x="460" y="299"/>
                  </a:cubicBezTo>
                  <a:cubicBezTo>
                    <a:pt x="460" y="299"/>
                    <a:pt x="460" y="299"/>
                    <a:pt x="460" y="299"/>
                  </a:cubicBezTo>
                  <a:cubicBezTo>
                    <a:pt x="458" y="297"/>
                    <a:pt x="456" y="296"/>
                    <a:pt x="455" y="295"/>
                  </a:cubicBezTo>
                  <a:cubicBezTo>
                    <a:pt x="453" y="293"/>
                    <a:pt x="451" y="292"/>
                    <a:pt x="449" y="290"/>
                  </a:cubicBezTo>
                  <a:cubicBezTo>
                    <a:pt x="448" y="290"/>
                    <a:pt x="447" y="289"/>
                    <a:pt x="446" y="289"/>
                  </a:cubicBezTo>
                  <a:cubicBezTo>
                    <a:pt x="444" y="288"/>
                    <a:pt x="442" y="286"/>
                    <a:pt x="439" y="282"/>
                  </a:cubicBezTo>
                  <a:cubicBezTo>
                    <a:pt x="438" y="280"/>
                    <a:pt x="437" y="278"/>
                    <a:pt x="436" y="276"/>
                  </a:cubicBezTo>
                  <a:cubicBezTo>
                    <a:pt x="434" y="273"/>
                    <a:pt x="433" y="270"/>
                    <a:pt x="435" y="268"/>
                  </a:cubicBezTo>
                  <a:cubicBezTo>
                    <a:pt x="435" y="268"/>
                    <a:pt x="436" y="267"/>
                    <a:pt x="436" y="267"/>
                  </a:cubicBezTo>
                  <a:cubicBezTo>
                    <a:pt x="436" y="266"/>
                    <a:pt x="437" y="265"/>
                    <a:pt x="437" y="265"/>
                  </a:cubicBezTo>
                  <a:cubicBezTo>
                    <a:pt x="436" y="264"/>
                    <a:pt x="435" y="264"/>
                    <a:pt x="434" y="263"/>
                  </a:cubicBezTo>
                  <a:cubicBezTo>
                    <a:pt x="433" y="262"/>
                    <a:pt x="432" y="260"/>
                    <a:pt x="432" y="259"/>
                  </a:cubicBezTo>
                  <a:cubicBezTo>
                    <a:pt x="432" y="259"/>
                    <a:pt x="432" y="258"/>
                    <a:pt x="431" y="258"/>
                  </a:cubicBezTo>
                  <a:cubicBezTo>
                    <a:pt x="431" y="257"/>
                    <a:pt x="430" y="256"/>
                    <a:pt x="430" y="256"/>
                  </a:cubicBezTo>
                  <a:cubicBezTo>
                    <a:pt x="429" y="254"/>
                    <a:pt x="427" y="252"/>
                    <a:pt x="427" y="248"/>
                  </a:cubicBezTo>
                  <a:cubicBezTo>
                    <a:pt x="426" y="243"/>
                    <a:pt x="428" y="240"/>
                    <a:pt x="429" y="237"/>
                  </a:cubicBezTo>
                  <a:cubicBezTo>
                    <a:pt x="430" y="235"/>
                    <a:pt x="431" y="233"/>
                    <a:pt x="431" y="231"/>
                  </a:cubicBezTo>
                  <a:cubicBezTo>
                    <a:pt x="431" y="230"/>
                    <a:pt x="430" y="228"/>
                    <a:pt x="429" y="227"/>
                  </a:cubicBezTo>
                  <a:cubicBezTo>
                    <a:pt x="424" y="226"/>
                    <a:pt x="424" y="222"/>
                    <a:pt x="424" y="219"/>
                  </a:cubicBezTo>
                  <a:cubicBezTo>
                    <a:pt x="425" y="217"/>
                    <a:pt x="426" y="216"/>
                    <a:pt x="426" y="215"/>
                  </a:cubicBezTo>
                  <a:cubicBezTo>
                    <a:pt x="427" y="214"/>
                    <a:pt x="426" y="213"/>
                    <a:pt x="426" y="212"/>
                  </a:cubicBezTo>
                  <a:cubicBezTo>
                    <a:pt x="426" y="210"/>
                    <a:pt x="426" y="207"/>
                    <a:pt x="427" y="204"/>
                  </a:cubicBezTo>
                  <a:cubicBezTo>
                    <a:pt x="428" y="199"/>
                    <a:pt x="429" y="196"/>
                    <a:pt x="428" y="193"/>
                  </a:cubicBezTo>
                  <a:cubicBezTo>
                    <a:pt x="427" y="191"/>
                    <a:pt x="427" y="189"/>
                    <a:pt x="426" y="188"/>
                  </a:cubicBezTo>
                  <a:cubicBezTo>
                    <a:pt x="425" y="186"/>
                    <a:pt x="425" y="184"/>
                    <a:pt x="424" y="182"/>
                  </a:cubicBezTo>
                  <a:cubicBezTo>
                    <a:pt x="423" y="177"/>
                    <a:pt x="424" y="175"/>
                    <a:pt x="426" y="172"/>
                  </a:cubicBezTo>
                  <a:cubicBezTo>
                    <a:pt x="426" y="172"/>
                    <a:pt x="426" y="172"/>
                    <a:pt x="426" y="172"/>
                  </a:cubicBezTo>
                  <a:cubicBezTo>
                    <a:pt x="419" y="166"/>
                    <a:pt x="419" y="163"/>
                    <a:pt x="419" y="162"/>
                  </a:cubicBezTo>
                  <a:cubicBezTo>
                    <a:pt x="420" y="159"/>
                    <a:pt x="421" y="158"/>
                    <a:pt x="423" y="156"/>
                  </a:cubicBezTo>
                  <a:cubicBezTo>
                    <a:pt x="423" y="156"/>
                    <a:pt x="423" y="156"/>
                    <a:pt x="423" y="156"/>
                  </a:cubicBezTo>
                  <a:cubicBezTo>
                    <a:pt x="423" y="155"/>
                    <a:pt x="422" y="155"/>
                    <a:pt x="422" y="155"/>
                  </a:cubicBezTo>
                  <a:cubicBezTo>
                    <a:pt x="420" y="154"/>
                    <a:pt x="420" y="154"/>
                    <a:pt x="420" y="154"/>
                  </a:cubicBezTo>
                  <a:cubicBezTo>
                    <a:pt x="418" y="152"/>
                    <a:pt x="416" y="151"/>
                    <a:pt x="414" y="148"/>
                  </a:cubicBezTo>
                  <a:cubicBezTo>
                    <a:pt x="413" y="148"/>
                    <a:pt x="413" y="147"/>
                    <a:pt x="413" y="146"/>
                  </a:cubicBezTo>
                  <a:cubicBezTo>
                    <a:pt x="413" y="146"/>
                    <a:pt x="413" y="146"/>
                    <a:pt x="413" y="146"/>
                  </a:cubicBezTo>
                  <a:cubicBezTo>
                    <a:pt x="412" y="146"/>
                    <a:pt x="410" y="146"/>
                    <a:pt x="409" y="145"/>
                  </a:cubicBezTo>
                  <a:cubicBezTo>
                    <a:pt x="408" y="144"/>
                    <a:pt x="408" y="144"/>
                    <a:pt x="408" y="144"/>
                  </a:cubicBezTo>
                  <a:cubicBezTo>
                    <a:pt x="405" y="142"/>
                    <a:pt x="403" y="141"/>
                    <a:pt x="402" y="140"/>
                  </a:cubicBezTo>
                  <a:cubicBezTo>
                    <a:pt x="399" y="136"/>
                    <a:pt x="400" y="133"/>
                    <a:pt x="400" y="132"/>
                  </a:cubicBezTo>
                  <a:cubicBezTo>
                    <a:pt x="401" y="130"/>
                    <a:pt x="403" y="128"/>
                    <a:pt x="408" y="128"/>
                  </a:cubicBezTo>
                  <a:cubicBezTo>
                    <a:pt x="409" y="128"/>
                    <a:pt x="410" y="128"/>
                    <a:pt x="411" y="128"/>
                  </a:cubicBezTo>
                  <a:cubicBezTo>
                    <a:pt x="415" y="129"/>
                    <a:pt x="417" y="129"/>
                    <a:pt x="419" y="129"/>
                  </a:cubicBezTo>
                  <a:cubicBezTo>
                    <a:pt x="425" y="128"/>
                    <a:pt x="431" y="125"/>
                    <a:pt x="436" y="120"/>
                  </a:cubicBezTo>
                  <a:cubicBezTo>
                    <a:pt x="439" y="118"/>
                    <a:pt x="442" y="116"/>
                    <a:pt x="446" y="114"/>
                  </a:cubicBezTo>
                  <a:cubicBezTo>
                    <a:pt x="447" y="114"/>
                    <a:pt x="448" y="114"/>
                    <a:pt x="450" y="113"/>
                  </a:cubicBezTo>
                  <a:cubicBezTo>
                    <a:pt x="452" y="113"/>
                    <a:pt x="454" y="113"/>
                    <a:pt x="455" y="112"/>
                  </a:cubicBezTo>
                  <a:cubicBezTo>
                    <a:pt x="456" y="111"/>
                    <a:pt x="456" y="109"/>
                    <a:pt x="457" y="107"/>
                  </a:cubicBezTo>
                  <a:cubicBezTo>
                    <a:pt x="457" y="106"/>
                    <a:pt x="457" y="105"/>
                    <a:pt x="458" y="104"/>
                  </a:cubicBezTo>
                  <a:cubicBezTo>
                    <a:pt x="460" y="101"/>
                    <a:pt x="461" y="99"/>
                    <a:pt x="463" y="98"/>
                  </a:cubicBezTo>
                  <a:cubicBezTo>
                    <a:pt x="464" y="97"/>
                    <a:pt x="464" y="97"/>
                    <a:pt x="465" y="96"/>
                  </a:cubicBezTo>
                  <a:cubicBezTo>
                    <a:pt x="468" y="93"/>
                    <a:pt x="471" y="92"/>
                    <a:pt x="474" y="90"/>
                  </a:cubicBezTo>
                  <a:cubicBezTo>
                    <a:pt x="476" y="89"/>
                    <a:pt x="478" y="88"/>
                    <a:pt x="479" y="88"/>
                  </a:cubicBezTo>
                  <a:cubicBezTo>
                    <a:pt x="480" y="88"/>
                    <a:pt x="481" y="87"/>
                    <a:pt x="482" y="87"/>
                  </a:cubicBezTo>
                  <a:cubicBezTo>
                    <a:pt x="484" y="85"/>
                    <a:pt x="486" y="85"/>
                    <a:pt x="487" y="85"/>
                  </a:cubicBezTo>
                  <a:cubicBezTo>
                    <a:pt x="488" y="85"/>
                    <a:pt x="488" y="85"/>
                    <a:pt x="488" y="85"/>
                  </a:cubicBezTo>
                  <a:cubicBezTo>
                    <a:pt x="490" y="85"/>
                    <a:pt x="492" y="86"/>
                    <a:pt x="493" y="87"/>
                  </a:cubicBezTo>
                  <a:cubicBezTo>
                    <a:pt x="495" y="87"/>
                    <a:pt x="495" y="87"/>
                    <a:pt x="495" y="87"/>
                  </a:cubicBezTo>
                  <a:cubicBezTo>
                    <a:pt x="496" y="87"/>
                    <a:pt x="497" y="86"/>
                    <a:pt x="498" y="85"/>
                  </a:cubicBezTo>
                  <a:cubicBezTo>
                    <a:pt x="499" y="85"/>
                    <a:pt x="500" y="84"/>
                    <a:pt x="501" y="84"/>
                  </a:cubicBezTo>
                  <a:cubicBezTo>
                    <a:pt x="501" y="84"/>
                    <a:pt x="501" y="84"/>
                    <a:pt x="501" y="84"/>
                  </a:cubicBezTo>
                  <a:cubicBezTo>
                    <a:pt x="501" y="83"/>
                    <a:pt x="501" y="82"/>
                    <a:pt x="501" y="82"/>
                  </a:cubicBezTo>
                  <a:cubicBezTo>
                    <a:pt x="502" y="81"/>
                    <a:pt x="502" y="81"/>
                    <a:pt x="502" y="81"/>
                  </a:cubicBezTo>
                  <a:cubicBezTo>
                    <a:pt x="503" y="80"/>
                    <a:pt x="504" y="78"/>
                    <a:pt x="505" y="78"/>
                  </a:cubicBezTo>
                  <a:cubicBezTo>
                    <a:pt x="505" y="78"/>
                    <a:pt x="506" y="78"/>
                    <a:pt x="506" y="78"/>
                  </a:cubicBezTo>
                  <a:cubicBezTo>
                    <a:pt x="506" y="78"/>
                    <a:pt x="506" y="78"/>
                    <a:pt x="506" y="78"/>
                  </a:cubicBezTo>
                  <a:cubicBezTo>
                    <a:pt x="506" y="78"/>
                    <a:pt x="510" y="76"/>
                    <a:pt x="512" y="76"/>
                  </a:cubicBezTo>
                  <a:cubicBezTo>
                    <a:pt x="516" y="76"/>
                    <a:pt x="518" y="79"/>
                    <a:pt x="519" y="79"/>
                  </a:cubicBezTo>
                  <a:cubicBezTo>
                    <a:pt x="520" y="80"/>
                    <a:pt x="520" y="81"/>
                    <a:pt x="521" y="82"/>
                  </a:cubicBezTo>
                  <a:cubicBezTo>
                    <a:pt x="521" y="82"/>
                    <a:pt x="521" y="82"/>
                    <a:pt x="521" y="82"/>
                  </a:cubicBezTo>
                  <a:cubicBezTo>
                    <a:pt x="525" y="83"/>
                    <a:pt x="526" y="84"/>
                    <a:pt x="530" y="81"/>
                  </a:cubicBezTo>
                  <a:cubicBezTo>
                    <a:pt x="532" y="80"/>
                    <a:pt x="532" y="78"/>
                    <a:pt x="534" y="75"/>
                  </a:cubicBezTo>
                  <a:cubicBezTo>
                    <a:pt x="534" y="73"/>
                    <a:pt x="535" y="71"/>
                    <a:pt x="537" y="69"/>
                  </a:cubicBezTo>
                  <a:cubicBezTo>
                    <a:pt x="539" y="66"/>
                    <a:pt x="542" y="64"/>
                    <a:pt x="545" y="63"/>
                  </a:cubicBezTo>
                  <a:cubicBezTo>
                    <a:pt x="546" y="63"/>
                    <a:pt x="547" y="62"/>
                    <a:pt x="547" y="62"/>
                  </a:cubicBezTo>
                  <a:cubicBezTo>
                    <a:pt x="548" y="61"/>
                    <a:pt x="549" y="61"/>
                    <a:pt x="550" y="60"/>
                  </a:cubicBezTo>
                  <a:cubicBezTo>
                    <a:pt x="551" y="58"/>
                    <a:pt x="553" y="57"/>
                    <a:pt x="557" y="56"/>
                  </a:cubicBezTo>
                  <a:cubicBezTo>
                    <a:pt x="559" y="55"/>
                    <a:pt x="561" y="54"/>
                    <a:pt x="562" y="53"/>
                  </a:cubicBezTo>
                  <a:cubicBezTo>
                    <a:pt x="564" y="52"/>
                    <a:pt x="565" y="52"/>
                    <a:pt x="566" y="51"/>
                  </a:cubicBezTo>
                  <a:cubicBezTo>
                    <a:pt x="568" y="50"/>
                    <a:pt x="571" y="49"/>
                    <a:pt x="573" y="48"/>
                  </a:cubicBezTo>
                  <a:cubicBezTo>
                    <a:pt x="575" y="48"/>
                    <a:pt x="577" y="47"/>
                    <a:pt x="578" y="47"/>
                  </a:cubicBezTo>
                  <a:cubicBezTo>
                    <a:pt x="579" y="46"/>
                    <a:pt x="580" y="46"/>
                    <a:pt x="581" y="46"/>
                  </a:cubicBezTo>
                  <a:cubicBezTo>
                    <a:pt x="581" y="46"/>
                    <a:pt x="582" y="46"/>
                    <a:pt x="582" y="45"/>
                  </a:cubicBezTo>
                  <a:cubicBezTo>
                    <a:pt x="583" y="44"/>
                    <a:pt x="584" y="43"/>
                    <a:pt x="585" y="42"/>
                  </a:cubicBezTo>
                  <a:cubicBezTo>
                    <a:pt x="589" y="39"/>
                    <a:pt x="594" y="39"/>
                    <a:pt x="598" y="38"/>
                  </a:cubicBezTo>
                  <a:cubicBezTo>
                    <a:pt x="603" y="37"/>
                    <a:pt x="603" y="37"/>
                    <a:pt x="603" y="37"/>
                  </a:cubicBezTo>
                  <a:cubicBezTo>
                    <a:pt x="607" y="36"/>
                    <a:pt x="612" y="35"/>
                    <a:pt x="617" y="36"/>
                  </a:cubicBezTo>
                  <a:cubicBezTo>
                    <a:pt x="621" y="36"/>
                    <a:pt x="626" y="35"/>
                    <a:pt x="631" y="34"/>
                  </a:cubicBezTo>
                  <a:cubicBezTo>
                    <a:pt x="634" y="34"/>
                    <a:pt x="638" y="33"/>
                    <a:pt x="642" y="33"/>
                  </a:cubicBezTo>
                  <a:cubicBezTo>
                    <a:pt x="648" y="33"/>
                    <a:pt x="653" y="32"/>
                    <a:pt x="660" y="31"/>
                  </a:cubicBezTo>
                  <a:cubicBezTo>
                    <a:pt x="661" y="30"/>
                    <a:pt x="661" y="30"/>
                    <a:pt x="661" y="30"/>
                  </a:cubicBezTo>
                  <a:cubicBezTo>
                    <a:pt x="664" y="30"/>
                    <a:pt x="668" y="28"/>
                    <a:pt x="671" y="29"/>
                  </a:cubicBezTo>
                  <a:cubicBezTo>
                    <a:pt x="673" y="30"/>
                    <a:pt x="674" y="31"/>
                    <a:pt x="675" y="32"/>
                  </a:cubicBezTo>
                  <a:cubicBezTo>
                    <a:pt x="675" y="32"/>
                    <a:pt x="680" y="32"/>
                    <a:pt x="682" y="31"/>
                  </a:cubicBezTo>
                  <a:cubicBezTo>
                    <a:pt x="685" y="30"/>
                    <a:pt x="690" y="28"/>
                    <a:pt x="692" y="25"/>
                  </a:cubicBezTo>
                  <a:cubicBezTo>
                    <a:pt x="693" y="25"/>
                    <a:pt x="693" y="24"/>
                    <a:pt x="693" y="24"/>
                  </a:cubicBezTo>
                  <a:cubicBezTo>
                    <a:pt x="696" y="21"/>
                    <a:pt x="699" y="17"/>
                    <a:pt x="706" y="18"/>
                  </a:cubicBezTo>
                  <a:cubicBezTo>
                    <a:pt x="710" y="18"/>
                    <a:pt x="712" y="20"/>
                    <a:pt x="713" y="21"/>
                  </a:cubicBezTo>
                  <a:cubicBezTo>
                    <a:pt x="713" y="22"/>
                    <a:pt x="713" y="22"/>
                    <a:pt x="714" y="22"/>
                  </a:cubicBezTo>
                  <a:cubicBezTo>
                    <a:pt x="714" y="22"/>
                    <a:pt x="714" y="22"/>
                    <a:pt x="714" y="22"/>
                  </a:cubicBezTo>
                  <a:cubicBezTo>
                    <a:pt x="715" y="20"/>
                    <a:pt x="716" y="19"/>
                    <a:pt x="717" y="18"/>
                  </a:cubicBezTo>
                  <a:cubicBezTo>
                    <a:pt x="719" y="17"/>
                    <a:pt x="722" y="18"/>
                    <a:pt x="723" y="19"/>
                  </a:cubicBezTo>
                  <a:cubicBezTo>
                    <a:pt x="724" y="19"/>
                    <a:pt x="724" y="19"/>
                    <a:pt x="724" y="19"/>
                  </a:cubicBezTo>
                  <a:cubicBezTo>
                    <a:pt x="731" y="20"/>
                    <a:pt x="736" y="20"/>
                    <a:pt x="741" y="17"/>
                  </a:cubicBezTo>
                  <a:cubicBezTo>
                    <a:pt x="742" y="17"/>
                    <a:pt x="743" y="16"/>
                    <a:pt x="743" y="16"/>
                  </a:cubicBezTo>
                  <a:cubicBezTo>
                    <a:pt x="745" y="15"/>
                    <a:pt x="746" y="13"/>
                    <a:pt x="749" y="12"/>
                  </a:cubicBezTo>
                  <a:cubicBezTo>
                    <a:pt x="753" y="11"/>
                    <a:pt x="756" y="12"/>
                    <a:pt x="759" y="12"/>
                  </a:cubicBezTo>
                  <a:cubicBezTo>
                    <a:pt x="760" y="12"/>
                    <a:pt x="760" y="12"/>
                    <a:pt x="760" y="12"/>
                  </a:cubicBezTo>
                  <a:cubicBezTo>
                    <a:pt x="764" y="13"/>
                    <a:pt x="769" y="13"/>
                    <a:pt x="772" y="12"/>
                  </a:cubicBezTo>
                  <a:cubicBezTo>
                    <a:pt x="774" y="12"/>
                    <a:pt x="776" y="12"/>
                    <a:pt x="777" y="12"/>
                  </a:cubicBezTo>
                  <a:cubicBezTo>
                    <a:pt x="781" y="12"/>
                    <a:pt x="781" y="12"/>
                    <a:pt x="781" y="12"/>
                  </a:cubicBezTo>
                  <a:cubicBezTo>
                    <a:pt x="784" y="12"/>
                    <a:pt x="784" y="12"/>
                    <a:pt x="784" y="12"/>
                  </a:cubicBezTo>
                  <a:cubicBezTo>
                    <a:pt x="786" y="12"/>
                    <a:pt x="788" y="12"/>
                    <a:pt x="791" y="12"/>
                  </a:cubicBezTo>
                  <a:cubicBezTo>
                    <a:pt x="792" y="12"/>
                    <a:pt x="794" y="13"/>
                    <a:pt x="796" y="13"/>
                  </a:cubicBezTo>
                  <a:cubicBezTo>
                    <a:pt x="797" y="12"/>
                    <a:pt x="799" y="12"/>
                    <a:pt x="800" y="12"/>
                  </a:cubicBezTo>
                  <a:cubicBezTo>
                    <a:pt x="803" y="12"/>
                    <a:pt x="805" y="12"/>
                    <a:pt x="807" y="12"/>
                  </a:cubicBezTo>
                  <a:cubicBezTo>
                    <a:pt x="811" y="13"/>
                    <a:pt x="815" y="15"/>
                    <a:pt x="819" y="17"/>
                  </a:cubicBezTo>
                  <a:cubicBezTo>
                    <a:pt x="821" y="18"/>
                    <a:pt x="821" y="18"/>
                    <a:pt x="821" y="18"/>
                  </a:cubicBezTo>
                  <a:cubicBezTo>
                    <a:pt x="821" y="18"/>
                    <a:pt x="822" y="18"/>
                    <a:pt x="822" y="18"/>
                  </a:cubicBezTo>
                  <a:cubicBezTo>
                    <a:pt x="826" y="20"/>
                    <a:pt x="828" y="20"/>
                    <a:pt x="829" y="22"/>
                  </a:cubicBezTo>
                  <a:cubicBezTo>
                    <a:pt x="830" y="24"/>
                    <a:pt x="830" y="25"/>
                    <a:pt x="830" y="26"/>
                  </a:cubicBezTo>
                  <a:cubicBezTo>
                    <a:pt x="831" y="27"/>
                    <a:pt x="832" y="27"/>
                    <a:pt x="833" y="28"/>
                  </a:cubicBezTo>
                  <a:cubicBezTo>
                    <a:pt x="834" y="28"/>
                    <a:pt x="834" y="28"/>
                    <a:pt x="834" y="28"/>
                  </a:cubicBezTo>
                  <a:cubicBezTo>
                    <a:pt x="836" y="29"/>
                    <a:pt x="840" y="28"/>
                    <a:pt x="844" y="27"/>
                  </a:cubicBezTo>
                  <a:cubicBezTo>
                    <a:pt x="845" y="27"/>
                    <a:pt x="846" y="26"/>
                    <a:pt x="847" y="25"/>
                  </a:cubicBezTo>
                  <a:cubicBezTo>
                    <a:pt x="848" y="24"/>
                    <a:pt x="849" y="22"/>
                    <a:pt x="851" y="21"/>
                  </a:cubicBezTo>
                  <a:cubicBezTo>
                    <a:pt x="854" y="18"/>
                    <a:pt x="859" y="17"/>
                    <a:pt x="864" y="17"/>
                  </a:cubicBezTo>
                  <a:cubicBezTo>
                    <a:pt x="864" y="17"/>
                    <a:pt x="865" y="17"/>
                    <a:pt x="865" y="17"/>
                  </a:cubicBezTo>
                  <a:cubicBezTo>
                    <a:pt x="868" y="17"/>
                    <a:pt x="871" y="17"/>
                    <a:pt x="875" y="16"/>
                  </a:cubicBezTo>
                  <a:cubicBezTo>
                    <a:pt x="879" y="15"/>
                    <a:pt x="885" y="13"/>
                    <a:pt x="887" y="12"/>
                  </a:cubicBezTo>
                  <a:cubicBezTo>
                    <a:pt x="889" y="6"/>
                    <a:pt x="889" y="6"/>
                    <a:pt x="889" y="6"/>
                  </a:cubicBezTo>
                  <a:cubicBezTo>
                    <a:pt x="889" y="6"/>
                    <a:pt x="890" y="5"/>
                    <a:pt x="890" y="5"/>
                  </a:cubicBezTo>
                  <a:cubicBezTo>
                    <a:pt x="894" y="1"/>
                    <a:pt x="897" y="0"/>
                    <a:pt x="902" y="0"/>
                  </a:cubicBezTo>
                  <a:cubicBezTo>
                    <a:pt x="902" y="0"/>
                    <a:pt x="902" y="0"/>
                    <a:pt x="902" y="0"/>
                  </a:cubicBezTo>
                  <a:cubicBezTo>
                    <a:pt x="908" y="0"/>
                    <a:pt x="911" y="4"/>
                    <a:pt x="912" y="6"/>
                  </a:cubicBezTo>
                  <a:cubicBezTo>
                    <a:pt x="914" y="8"/>
                    <a:pt x="914" y="8"/>
                    <a:pt x="915" y="8"/>
                  </a:cubicBezTo>
                  <a:cubicBezTo>
                    <a:pt x="915" y="8"/>
                    <a:pt x="916" y="8"/>
                    <a:pt x="916" y="8"/>
                  </a:cubicBezTo>
                  <a:cubicBezTo>
                    <a:pt x="920" y="8"/>
                    <a:pt x="920" y="8"/>
                    <a:pt x="920" y="8"/>
                  </a:cubicBezTo>
                  <a:cubicBezTo>
                    <a:pt x="922" y="8"/>
                    <a:pt x="923" y="8"/>
                    <a:pt x="924" y="9"/>
                  </a:cubicBezTo>
                  <a:cubicBezTo>
                    <a:pt x="927" y="9"/>
                    <a:pt x="929" y="11"/>
                    <a:pt x="930" y="12"/>
                  </a:cubicBezTo>
                  <a:cubicBezTo>
                    <a:pt x="931" y="18"/>
                    <a:pt x="931" y="18"/>
                    <a:pt x="931" y="18"/>
                  </a:cubicBezTo>
                  <a:cubicBezTo>
                    <a:pt x="931" y="13"/>
                    <a:pt x="931" y="13"/>
                    <a:pt x="931" y="13"/>
                  </a:cubicBezTo>
                  <a:cubicBezTo>
                    <a:pt x="931" y="13"/>
                    <a:pt x="933" y="12"/>
                    <a:pt x="934" y="12"/>
                  </a:cubicBezTo>
                  <a:cubicBezTo>
                    <a:pt x="935" y="11"/>
                    <a:pt x="937" y="11"/>
                    <a:pt x="938" y="11"/>
                  </a:cubicBezTo>
                  <a:cubicBezTo>
                    <a:pt x="942" y="10"/>
                    <a:pt x="943" y="10"/>
                    <a:pt x="943" y="9"/>
                  </a:cubicBezTo>
                  <a:cubicBezTo>
                    <a:pt x="944" y="9"/>
                    <a:pt x="944" y="8"/>
                    <a:pt x="945" y="8"/>
                  </a:cubicBezTo>
                  <a:cubicBezTo>
                    <a:pt x="954" y="3"/>
                    <a:pt x="954" y="3"/>
                    <a:pt x="954" y="3"/>
                  </a:cubicBezTo>
                  <a:cubicBezTo>
                    <a:pt x="955" y="2"/>
                    <a:pt x="956" y="2"/>
                    <a:pt x="957" y="2"/>
                  </a:cubicBezTo>
                  <a:cubicBezTo>
                    <a:pt x="958" y="2"/>
                    <a:pt x="958" y="2"/>
                    <a:pt x="959" y="2"/>
                  </a:cubicBezTo>
                  <a:cubicBezTo>
                    <a:pt x="959" y="2"/>
                    <a:pt x="960" y="2"/>
                    <a:pt x="960" y="2"/>
                  </a:cubicBezTo>
                  <a:cubicBezTo>
                    <a:pt x="961" y="2"/>
                    <a:pt x="962" y="2"/>
                    <a:pt x="963" y="2"/>
                  </a:cubicBezTo>
                  <a:cubicBezTo>
                    <a:pt x="965" y="3"/>
                    <a:pt x="966" y="4"/>
                    <a:pt x="967" y="5"/>
                  </a:cubicBezTo>
                  <a:cubicBezTo>
                    <a:pt x="968" y="6"/>
                    <a:pt x="968" y="6"/>
                    <a:pt x="968" y="6"/>
                  </a:cubicBezTo>
                  <a:cubicBezTo>
                    <a:pt x="984" y="15"/>
                    <a:pt x="984" y="15"/>
                    <a:pt x="984" y="15"/>
                  </a:cubicBezTo>
                  <a:cubicBezTo>
                    <a:pt x="988" y="15"/>
                    <a:pt x="990" y="14"/>
                    <a:pt x="993" y="13"/>
                  </a:cubicBezTo>
                  <a:cubicBezTo>
                    <a:pt x="995" y="12"/>
                    <a:pt x="995" y="12"/>
                    <a:pt x="996" y="11"/>
                  </a:cubicBezTo>
                  <a:cubicBezTo>
                    <a:pt x="997" y="11"/>
                    <a:pt x="998" y="10"/>
                    <a:pt x="1000" y="10"/>
                  </a:cubicBezTo>
                  <a:cubicBezTo>
                    <a:pt x="1004" y="8"/>
                    <a:pt x="1006" y="10"/>
                    <a:pt x="1007" y="10"/>
                  </a:cubicBezTo>
                  <a:cubicBezTo>
                    <a:pt x="1007" y="10"/>
                    <a:pt x="1007" y="10"/>
                    <a:pt x="1008" y="10"/>
                  </a:cubicBezTo>
                  <a:cubicBezTo>
                    <a:pt x="1014" y="12"/>
                    <a:pt x="1018" y="11"/>
                    <a:pt x="1024" y="9"/>
                  </a:cubicBezTo>
                  <a:cubicBezTo>
                    <a:pt x="1026" y="9"/>
                    <a:pt x="1027" y="9"/>
                    <a:pt x="1029" y="10"/>
                  </a:cubicBezTo>
                  <a:cubicBezTo>
                    <a:pt x="1030" y="12"/>
                    <a:pt x="1030" y="13"/>
                    <a:pt x="1030" y="15"/>
                  </a:cubicBezTo>
                  <a:cubicBezTo>
                    <a:pt x="1030" y="14"/>
                    <a:pt x="1030" y="15"/>
                    <a:pt x="1031" y="15"/>
                  </a:cubicBezTo>
                  <a:cubicBezTo>
                    <a:pt x="1031" y="17"/>
                    <a:pt x="1033" y="19"/>
                    <a:pt x="1032" y="22"/>
                  </a:cubicBezTo>
                  <a:cubicBezTo>
                    <a:pt x="1031" y="23"/>
                    <a:pt x="1030" y="24"/>
                    <a:pt x="1028" y="25"/>
                  </a:cubicBezTo>
                  <a:cubicBezTo>
                    <a:pt x="1026" y="26"/>
                    <a:pt x="1023" y="26"/>
                    <a:pt x="1022" y="27"/>
                  </a:cubicBezTo>
                  <a:cubicBezTo>
                    <a:pt x="1022" y="27"/>
                    <a:pt x="1022" y="28"/>
                    <a:pt x="1022" y="28"/>
                  </a:cubicBezTo>
                  <a:cubicBezTo>
                    <a:pt x="1022" y="34"/>
                    <a:pt x="1016" y="37"/>
                    <a:pt x="1013" y="39"/>
                  </a:cubicBezTo>
                  <a:cubicBezTo>
                    <a:pt x="1012" y="39"/>
                    <a:pt x="1011" y="40"/>
                    <a:pt x="1010" y="40"/>
                  </a:cubicBezTo>
                  <a:cubicBezTo>
                    <a:pt x="1018" y="44"/>
                    <a:pt x="1016" y="51"/>
                    <a:pt x="1015" y="54"/>
                  </a:cubicBezTo>
                  <a:cubicBezTo>
                    <a:pt x="1014" y="56"/>
                    <a:pt x="1014" y="56"/>
                    <a:pt x="1014" y="56"/>
                  </a:cubicBezTo>
                  <a:cubicBezTo>
                    <a:pt x="1013" y="57"/>
                    <a:pt x="1013" y="59"/>
                    <a:pt x="1013" y="61"/>
                  </a:cubicBezTo>
                  <a:cubicBezTo>
                    <a:pt x="1013" y="63"/>
                    <a:pt x="1013" y="65"/>
                    <a:pt x="1012" y="67"/>
                  </a:cubicBezTo>
                  <a:cubicBezTo>
                    <a:pt x="1012" y="69"/>
                    <a:pt x="1012" y="70"/>
                    <a:pt x="1011" y="72"/>
                  </a:cubicBezTo>
                  <a:cubicBezTo>
                    <a:pt x="1010" y="78"/>
                    <a:pt x="1008" y="84"/>
                    <a:pt x="1010" y="89"/>
                  </a:cubicBezTo>
                  <a:cubicBezTo>
                    <a:pt x="1015" y="97"/>
                    <a:pt x="1015" y="103"/>
                    <a:pt x="1012" y="111"/>
                  </a:cubicBezTo>
                  <a:cubicBezTo>
                    <a:pt x="1011" y="113"/>
                    <a:pt x="1011" y="115"/>
                    <a:pt x="1012" y="115"/>
                  </a:cubicBezTo>
                  <a:cubicBezTo>
                    <a:pt x="1011" y="115"/>
                    <a:pt x="1012" y="116"/>
                    <a:pt x="1013" y="116"/>
                  </a:cubicBezTo>
                  <a:cubicBezTo>
                    <a:pt x="1015" y="116"/>
                    <a:pt x="1019" y="117"/>
                    <a:pt x="1019" y="121"/>
                  </a:cubicBezTo>
                  <a:cubicBezTo>
                    <a:pt x="1020" y="125"/>
                    <a:pt x="1018" y="128"/>
                    <a:pt x="1015" y="131"/>
                  </a:cubicBezTo>
                  <a:cubicBezTo>
                    <a:pt x="1014" y="132"/>
                    <a:pt x="1014" y="132"/>
                    <a:pt x="1014" y="132"/>
                  </a:cubicBezTo>
                  <a:cubicBezTo>
                    <a:pt x="1013" y="134"/>
                    <a:pt x="1012" y="136"/>
                    <a:pt x="1011" y="138"/>
                  </a:cubicBezTo>
                  <a:cubicBezTo>
                    <a:pt x="1011" y="139"/>
                    <a:pt x="1011" y="140"/>
                    <a:pt x="1010" y="141"/>
                  </a:cubicBezTo>
                  <a:cubicBezTo>
                    <a:pt x="1009" y="144"/>
                    <a:pt x="1009" y="145"/>
                    <a:pt x="1010" y="149"/>
                  </a:cubicBezTo>
                  <a:cubicBezTo>
                    <a:pt x="1010" y="153"/>
                    <a:pt x="1009" y="156"/>
                    <a:pt x="1008" y="158"/>
                  </a:cubicBezTo>
                  <a:cubicBezTo>
                    <a:pt x="1008" y="158"/>
                    <a:pt x="1008" y="158"/>
                    <a:pt x="1008" y="159"/>
                  </a:cubicBezTo>
                  <a:cubicBezTo>
                    <a:pt x="1008" y="160"/>
                    <a:pt x="1008" y="162"/>
                    <a:pt x="1008" y="162"/>
                  </a:cubicBezTo>
                  <a:cubicBezTo>
                    <a:pt x="1007" y="164"/>
                    <a:pt x="1006" y="165"/>
                    <a:pt x="1005" y="166"/>
                  </a:cubicBezTo>
                  <a:cubicBezTo>
                    <a:pt x="1004" y="167"/>
                    <a:pt x="1003" y="169"/>
                    <a:pt x="1001" y="169"/>
                  </a:cubicBezTo>
                  <a:cubicBezTo>
                    <a:pt x="997" y="172"/>
                    <a:pt x="997" y="172"/>
                    <a:pt x="997" y="172"/>
                  </a:cubicBezTo>
                  <a:cubicBezTo>
                    <a:pt x="996" y="172"/>
                    <a:pt x="994" y="173"/>
                    <a:pt x="992" y="174"/>
                  </a:cubicBezTo>
                  <a:cubicBezTo>
                    <a:pt x="991" y="175"/>
                    <a:pt x="990" y="175"/>
                    <a:pt x="989" y="176"/>
                  </a:cubicBezTo>
                  <a:cubicBezTo>
                    <a:pt x="987" y="177"/>
                    <a:pt x="986" y="177"/>
                    <a:pt x="985" y="178"/>
                  </a:cubicBezTo>
                  <a:cubicBezTo>
                    <a:pt x="984" y="178"/>
                    <a:pt x="984" y="178"/>
                    <a:pt x="983" y="180"/>
                  </a:cubicBezTo>
                  <a:cubicBezTo>
                    <a:pt x="983" y="181"/>
                    <a:pt x="983" y="182"/>
                    <a:pt x="983" y="183"/>
                  </a:cubicBezTo>
                  <a:cubicBezTo>
                    <a:pt x="981" y="188"/>
                    <a:pt x="979" y="190"/>
                    <a:pt x="974" y="192"/>
                  </a:cubicBezTo>
                  <a:cubicBezTo>
                    <a:pt x="971" y="193"/>
                    <a:pt x="968" y="196"/>
                    <a:pt x="966" y="198"/>
                  </a:cubicBezTo>
                  <a:cubicBezTo>
                    <a:pt x="966" y="198"/>
                    <a:pt x="966" y="198"/>
                    <a:pt x="966" y="200"/>
                  </a:cubicBezTo>
                  <a:cubicBezTo>
                    <a:pt x="966" y="201"/>
                    <a:pt x="966" y="202"/>
                    <a:pt x="966" y="203"/>
                  </a:cubicBezTo>
                  <a:cubicBezTo>
                    <a:pt x="965" y="204"/>
                    <a:pt x="965" y="206"/>
                    <a:pt x="965" y="207"/>
                  </a:cubicBezTo>
                  <a:cubicBezTo>
                    <a:pt x="964" y="207"/>
                    <a:pt x="964" y="208"/>
                    <a:pt x="964" y="208"/>
                  </a:cubicBezTo>
                  <a:cubicBezTo>
                    <a:pt x="965" y="217"/>
                    <a:pt x="969" y="224"/>
                    <a:pt x="973" y="231"/>
                  </a:cubicBezTo>
                  <a:cubicBezTo>
                    <a:pt x="976" y="235"/>
                    <a:pt x="977" y="238"/>
                    <a:pt x="977" y="243"/>
                  </a:cubicBezTo>
                  <a:cubicBezTo>
                    <a:pt x="977" y="245"/>
                    <a:pt x="977" y="245"/>
                    <a:pt x="977" y="245"/>
                  </a:cubicBezTo>
                  <a:cubicBezTo>
                    <a:pt x="977" y="246"/>
                    <a:pt x="977" y="249"/>
                    <a:pt x="978" y="249"/>
                  </a:cubicBezTo>
                  <a:cubicBezTo>
                    <a:pt x="978" y="249"/>
                    <a:pt x="979" y="249"/>
                    <a:pt x="980" y="250"/>
                  </a:cubicBezTo>
                  <a:cubicBezTo>
                    <a:pt x="981" y="250"/>
                    <a:pt x="983" y="250"/>
                    <a:pt x="985" y="251"/>
                  </a:cubicBezTo>
                  <a:cubicBezTo>
                    <a:pt x="986" y="252"/>
                    <a:pt x="987" y="252"/>
                    <a:pt x="988" y="253"/>
                  </a:cubicBezTo>
                  <a:cubicBezTo>
                    <a:pt x="989" y="254"/>
                    <a:pt x="990" y="255"/>
                    <a:pt x="991" y="255"/>
                  </a:cubicBezTo>
                  <a:cubicBezTo>
                    <a:pt x="994" y="255"/>
                    <a:pt x="995" y="255"/>
                    <a:pt x="997" y="257"/>
                  </a:cubicBezTo>
                  <a:cubicBezTo>
                    <a:pt x="999" y="258"/>
                    <a:pt x="1000" y="260"/>
                    <a:pt x="1001" y="262"/>
                  </a:cubicBezTo>
                  <a:cubicBezTo>
                    <a:pt x="1002" y="263"/>
                    <a:pt x="1002" y="263"/>
                    <a:pt x="1002" y="264"/>
                  </a:cubicBezTo>
                  <a:cubicBezTo>
                    <a:pt x="1003" y="265"/>
                    <a:pt x="1004" y="266"/>
                    <a:pt x="1005" y="267"/>
                  </a:cubicBezTo>
                  <a:cubicBezTo>
                    <a:pt x="1006" y="269"/>
                    <a:pt x="1008" y="271"/>
                    <a:pt x="1009" y="274"/>
                  </a:cubicBezTo>
                  <a:cubicBezTo>
                    <a:pt x="1011" y="278"/>
                    <a:pt x="1011" y="282"/>
                    <a:pt x="1011" y="285"/>
                  </a:cubicBezTo>
                  <a:cubicBezTo>
                    <a:pt x="1011" y="289"/>
                    <a:pt x="1012" y="293"/>
                    <a:pt x="1013" y="294"/>
                  </a:cubicBezTo>
                  <a:cubicBezTo>
                    <a:pt x="1015" y="296"/>
                    <a:pt x="1017" y="297"/>
                    <a:pt x="1020" y="298"/>
                  </a:cubicBezTo>
                  <a:cubicBezTo>
                    <a:pt x="1029" y="305"/>
                    <a:pt x="1029" y="305"/>
                    <a:pt x="1029" y="305"/>
                  </a:cubicBezTo>
                  <a:cubicBezTo>
                    <a:pt x="1035" y="309"/>
                    <a:pt x="1041" y="313"/>
                    <a:pt x="1047" y="317"/>
                  </a:cubicBezTo>
                  <a:cubicBezTo>
                    <a:pt x="1055" y="323"/>
                    <a:pt x="1057" y="335"/>
                    <a:pt x="1059" y="344"/>
                  </a:cubicBezTo>
                  <a:cubicBezTo>
                    <a:pt x="1059" y="346"/>
                    <a:pt x="1059" y="348"/>
                    <a:pt x="1060" y="350"/>
                  </a:cubicBezTo>
                  <a:cubicBezTo>
                    <a:pt x="1065" y="373"/>
                    <a:pt x="1070" y="395"/>
                    <a:pt x="1075" y="418"/>
                  </a:cubicBezTo>
                  <a:cubicBezTo>
                    <a:pt x="1077" y="425"/>
                    <a:pt x="1079" y="433"/>
                    <a:pt x="1081" y="440"/>
                  </a:cubicBezTo>
                  <a:cubicBezTo>
                    <a:pt x="1082" y="448"/>
                    <a:pt x="1076" y="450"/>
                    <a:pt x="1073" y="452"/>
                  </a:cubicBezTo>
                  <a:cubicBezTo>
                    <a:pt x="1072" y="452"/>
                    <a:pt x="1071" y="452"/>
                    <a:pt x="1070" y="453"/>
                  </a:cubicBezTo>
                  <a:cubicBezTo>
                    <a:pt x="1071" y="453"/>
                    <a:pt x="1072" y="454"/>
                    <a:pt x="1073" y="455"/>
                  </a:cubicBezTo>
                  <a:cubicBezTo>
                    <a:pt x="1075" y="458"/>
                    <a:pt x="1075" y="458"/>
                    <a:pt x="1075" y="458"/>
                  </a:cubicBezTo>
                  <a:cubicBezTo>
                    <a:pt x="1079" y="463"/>
                    <a:pt x="1083" y="470"/>
                    <a:pt x="1086" y="476"/>
                  </a:cubicBezTo>
                  <a:cubicBezTo>
                    <a:pt x="1090" y="482"/>
                    <a:pt x="1092" y="488"/>
                    <a:pt x="1094" y="494"/>
                  </a:cubicBezTo>
                  <a:cubicBezTo>
                    <a:pt x="1099" y="508"/>
                    <a:pt x="1101" y="522"/>
                    <a:pt x="1101" y="534"/>
                  </a:cubicBezTo>
                  <a:cubicBezTo>
                    <a:pt x="1101" y="541"/>
                    <a:pt x="1100" y="549"/>
                    <a:pt x="1098" y="556"/>
                  </a:cubicBezTo>
                  <a:cubicBezTo>
                    <a:pt x="1098" y="559"/>
                    <a:pt x="1097" y="562"/>
                    <a:pt x="1097" y="565"/>
                  </a:cubicBezTo>
                  <a:cubicBezTo>
                    <a:pt x="1096" y="571"/>
                    <a:pt x="1098" y="576"/>
                    <a:pt x="1101" y="582"/>
                  </a:cubicBezTo>
                  <a:cubicBezTo>
                    <a:pt x="1103" y="588"/>
                    <a:pt x="1103" y="588"/>
                    <a:pt x="1103" y="588"/>
                  </a:cubicBezTo>
                  <a:cubicBezTo>
                    <a:pt x="1104" y="591"/>
                    <a:pt x="1106" y="595"/>
                    <a:pt x="1105" y="599"/>
                  </a:cubicBezTo>
                  <a:cubicBezTo>
                    <a:pt x="1105" y="605"/>
                    <a:pt x="1103" y="612"/>
                    <a:pt x="1098" y="616"/>
                  </a:cubicBezTo>
                  <a:cubicBezTo>
                    <a:pt x="1098" y="617"/>
                    <a:pt x="1098" y="618"/>
                    <a:pt x="1098" y="618"/>
                  </a:cubicBezTo>
                  <a:cubicBezTo>
                    <a:pt x="1098" y="621"/>
                    <a:pt x="1098" y="621"/>
                    <a:pt x="1097" y="623"/>
                  </a:cubicBezTo>
                  <a:cubicBezTo>
                    <a:pt x="1095" y="627"/>
                    <a:pt x="1094" y="629"/>
                    <a:pt x="1093" y="632"/>
                  </a:cubicBezTo>
                  <a:cubicBezTo>
                    <a:pt x="1092" y="634"/>
                    <a:pt x="1094" y="639"/>
                    <a:pt x="1096" y="643"/>
                  </a:cubicBezTo>
                  <a:cubicBezTo>
                    <a:pt x="1097" y="645"/>
                    <a:pt x="1098" y="648"/>
                    <a:pt x="1098" y="651"/>
                  </a:cubicBezTo>
                  <a:cubicBezTo>
                    <a:pt x="1099" y="654"/>
                    <a:pt x="1099" y="654"/>
                    <a:pt x="1101" y="656"/>
                  </a:cubicBezTo>
                  <a:cubicBezTo>
                    <a:pt x="1104" y="660"/>
                    <a:pt x="1104" y="664"/>
                    <a:pt x="1103" y="667"/>
                  </a:cubicBezTo>
                  <a:cubicBezTo>
                    <a:pt x="1103" y="668"/>
                    <a:pt x="1103" y="669"/>
                    <a:pt x="1103" y="670"/>
                  </a:cubicBezTo>
                  <a:cubicBezTo>
                    <a:pt x="1103" y="671"/>
                    <a:pt x="1103" y="671"/>
                    <a:pt x="1103" y="672"/>
                  </a:cubicBezTo>
                  <a:cubicBezTo>
                    <a:pt x="1103" y="675"/>
                    <a:pt x="1103" y="680"/>
                    <a:pt x="1101" y="683"/>
                  </a:cubicBezTo>
                  <a:cubicBezTo>
                    <a:pt x="1098" y="687"/>
                    <a:pt x="1094" y="689"/>
                    <a:pt x="1091" y="690"/>
                  </a:cubicBezTo>
                  <a:cubicBezTo>
                    <a:pt x="1087" y="692"/>
                    <a:pt x="1087" y="692"/>
                    <a:pt x="1087" y="692"/>
                  </a:cubicBezTo>
                  <a:cubicBezTo>
                    <a:pt x="1084" y="694"/>
                    <a:pt x="1081" y="695"/>
                    <a:pt x="1078" y="696"/>
                  </a:cubicBezTo>
                  <a:cubicBezTo>
                    <a:pt x="1077" y="697"/>
                    <a:pt x="1074" y="702"/>
                    <a:pt x="1073" y="704"/>
                  </a:cubicBezTo>
                  <a:cubicBezTo>
                    <a:pt x="1073" y="706"/>
                    <a:pt x="1077" y="711"/>
                    <a:pt x="1079" y="714"/>
                  </a:cubicBezTo>
                  <a:cubicBezTo>
                    <a:pt x="1081" y="715"/>
                    <a:pt x="1082" y="717"/>
                    <a:pt x="1083" y="718"/>
                  </a:cubicBezTo>
                  <a:cubicBezTo>
                    <a:pt x="1088" y="726"/>
                    <a:pt x="1093" y="733"/>
                    <a:pt x="1099" y="741"/>
                  </a:cubicBezTo>
                  <a:cubicBezTo>
                    <a:pt x="1100" y="743"/>
                    <a:pt x="1101" y="744"/>
                    <a:pt x="1102" y="746"/>
                  </a:cubicBezTo>
                  <a:cubicBezTo>
                    <a:pt x="1105" y="750"/>
                    <a:pt x="1105" y="750"/>
                    <a:pt x="1105" y="750"/>
                  </a:cubicBezTo>
                  <a:cubicBezTo>
                    <a:pt x="1109" y="755"/>
                    <a:pt x="1110" y="761"/>
                    <a:pt x="1110" y="767"/>
                  </a:cubicBezTo>
                  <a:cubicBezTo>
                    <a:pt x="1110" y="768"/>
                    <a:pt x="1110" y="770"/>
                    <a:pt x="1110" y="771"/>
                  </a:cubicBezTo>
                  <a:cubicBezTo>
                    <a:pt x="1110" y="781"/>
                    <a:pt x="1111" y="786"/>
                    <a:pt x="1112" y="788"/>
                  </a:cubicBezTo>
                  <a:cubicBezTo>
                    <a:pt x="1113" y="788"/>
                    <a:pt x="1113" y="788"/>
                    <a:pt x="1113" y="788"/>
                  </a:cubicBezTo>
                  <a:cubicBezTo>
                    <a:pt x="1116" y="790"/>
                    <a:pt x="1119" y="792"/>
                    <a:pt x="1121" y="795"/>
                  </a:cubicBezTo>
                  <a:cubicBezTo>
                    <a:pt x="1122" y="797"/>
                    <a:pt x="1122" y="799"/>
                    <a:pt x="1123" y="800"/>
                  </a:cubicBezTo>
                  <a:cubicBezTo>
                    <a:pt x="1123" y="801"/>
                    <a:pt x="1123" y="802"/>
                    <a:pt x="1123" y="802"/>
                  </a:cubicBezTo>
                  <a:cubicBezTo>
                    <a:pt x="1123" y="803"/>
                    <a:pt x="1125" y="804"/>
                    <a:pt x="1125" y="805"/>
                  </a:cubicBezTo>
                  <a:cubicBezTo>
                    <a:pt x="1128" y="807"/>
                    <a:pt x="1128" y="807"/>
                    <a:pt x="1128" y="807"/>
                  </a:cubicBezTo>
                  <a:cubicBezTo>
                    <a:pt x="1129" y="808"/>
                    <a:pt x="1130" y="809"/>
                    <a:pt x="1131" y="809"/>
                  </a:cubicBezTo>
                  <a:cubicBezTo>
                    <a:pt x="1133" y="808"/>
                    <a:pt x="1135" y="807"/>
                    <a:pt x="1137" y="806"/>
                  </a:cubicBezTo>
                  <a:cubicBezTo>
                    <a:pt x="1140" y="805"/>
                    <a:pt x="1140" y="805"/>
                    <a:pt x="1140" y="805"/>
                  </a:cubicBezTo>
                  <a:cubicBezTo>
                    <a:pt x="1146" y="803"/>
                    <a:pt x="1149" y="804"/>
                    <a:pt x="1154" y="806"/>
                  </a:cubicBezTo>
                  <a:cubicBezTo>
                    <a:pt x="1161" y="809"/>
                    <a:pt x="1167" y="811"/>
                    <a:pt x="1173" y="813"/>
                  </a:cubicBezTo>
                  <a:cubicBezTo>
                    <a:pt x="1184" y="816"/>
                    <a:pt x="1184" y="816"/>
                    <a:pt x="1184" y="816"/>
                  </a:cubicBezTo>
                  <a:cubicBezTo>
                    <a:pt x="1185" y="816"/>
                    <a:pt x="1186" y="817"/>
                    <a:pt x="1187" y="817"/>
                  </a:cubicBezTo>
                  <a:cubicBezTo>
                    <a:pt x="1191" y="818"/>
                    <a:pt x="1196" y="819"/>
                    <a:pt x="1199" y="822"/>
                  </a:cubicBezTo>
                  <a:cubicBezTo>
                    <a:pt x="1204" y="827"/>
                    <a:pt x="1207" y="834"/>
                    <a:pt x="1210" y="841"/>
                  </a:cubicBezTo>
                  <a:cubicBezTo>
                    <a:pt x="1211" y="844"/>
                    <a:pt x="1212" y="846"/>
                    <a:pt x="1213" y="848"/>
                  </a:cubicBezTo>
                  <a:cubicBezTo>
                    <a:pt x="1216" y="853"/>
                    <a:pt x="1218" y="858"/>
                    <a:pt x="1221" y="863"/>
                  </a:cubicBezTo>
                  <a:cubicBezTo>
                    <a:pt x="1221" y="863"/>
                    <a:pt x="1221" y="864"/>
                    <a:pt x="1222" y="865"/>
                  </a:cubicBezTo>
                  <a:cubicBezTo>
                    <a:pt x="1225" y="870"/>
                    <a:pt x="1227" y="873"/>
                    <a:pt x="1226" y="876"/>
                  </a:cubicBezTo>
                  <a:cubicBezTo>
                    <a:pt x="1225" y="879"/>
                    <a:pt x="1223" y="880"/>
                    <a:pt x="1220" y="881"/>
                  </a:cubicBezTo>
                  <a:cubicBezTo>
                    <a:pt x="1219" y="882"/>
                    <a:pt x="1219" y="882"/>
                    <a:pt x="1219" y="882"/>
                  </a:cubicBezTo>
                  <a:cubicBezTo>
                    <a:pt x="1205" y="890"/>
                    <a:pt x="1205" y="890"/>
                    <a:pt x="1205" y="890"/>
                  </a:cubicBezTo>
                  <a:cubicBezTo>
                    <a:pt x="1184" y="904"/>
                    <a:pt x="1162" y="917"/>
                    <a:pt x="1140" y="931"/>
                  </a:cubicBezTo>
                  <a:cubicBezTo>
                    <a:pt x="1123" y="942"/>
                    <a:pt x="1105" y="953"/>
                    <a:pt x="1088" y="964"/>
                  </a:cubicBezTo>
                  <a:cubicBezTo>
                    <a:pt x="1068" y="976"/>
                    <a:pt x="1047" y="989"/>
                    <a:pt x="1028" y="1002"/>
                  </a:cubicBezTo>
                  <a:cubicBezTo>
                    <a:pt x="990" y="1027"/>
                    <a:pt x="990" y="1027"/>
                    <a:pt x="990" y="1027"/>
                  </a:cubicBezTo>
                  <a:cubicBezTo>
                    <a:pt x="982" y="1032"/>
                    <a:pt x="975" y="1037"/>
                    <a:pt x="968" y="1041"/>
                  </a:cubicBezTo>
                  <a:cubicBezTo>
                    <a:pt x="955" y="1049"/>
                    <a:pt x="945" y="1059"/>
                    <a:pt x="934" y="1069"/>
                  </a:cubicBezTo>
                  <a:cubicBezTo>
                    <a:pt x="930" y="1072"/>
                    <a:pt x="927" y="1075"/>
                    <a:pt x="923" y="1078"/>
                  </a:cubicBezTo>
                  <a:cubicBezTo>
                    <a:pt x="912" y="1088"/>
                    <a:pt x="901" y="1099"/>
                    <a:pt x="890" y="1109"/>
                  </a:cubicBezTo>
                  <a:cubicBezTo>
                    <a:pt x="883" y="1115"/>
                    <a:pt x="877" y="1121"/>
                    <a:pt x="870" y="1127"/>
                  </a:cubicBezTo>
                  <a:cubicBezTo>
                    <a:pt x="860" y="1136"/>
                    <a:pt x="860" y="1136"/>
                    <a:pt x="860" y="1136"/>
                  </a:cubicBezTo>
                  <a:cubicBezTo>
                    <a:pt x="856" y="1141"/>
                    <a:pt x="852" y="1141"/>
                    <a:pt x="847" y="1142"/>
                  </a:cubicBezTo>
                  <a:cubicBezTo>
                    <a:pt x="812" y="1150"/>
                    <a:pt x="812" y="1150"/>
                    <a:pt x="812" y="1150"/>
                  </a:cubicBezTo>
                  <a:cubicBezTo>
                    <a:pt x="800" y="1152"/>
                    <a:pt x="789" y="1154"/>
                    <a:pt x="777" y="1157"/>
                  </a:cubicBezTo>
                  <a:cubicBezTo>
                    <a:pt x="768" y="1159"/>
                    <a:pt x="759" y="1160"/>
                    <a:pt x="751" y="1162"/>
                  </a:cubicBezTo>
                  <a:cubicBezTo>
                    <a:pt x="734" y="1165"/>
                    <a:pt x="734" y="1165"/>
                    <a:pt x="734" y="1165"/>
                  </a:cubicBezTo>
                  <a:cubicBezTo>
                    <a:pt x="731" y="1166"/>
                    <a:pt x="729" y="1166"/>
                    <a:pt x="726" y="1167"/>
                  </a:cubicBezTo>
                  <a:cubicBezTo>
                    <a:pt x="721" y="1168"/>
                    <a:pt x="715" y="1169"/>
                    <a:pt x="710" y="1170"/>
                  </a:cubicBezTo>
                  <a:cubicBezTo>
                    <a:pt x="708" y="1170"/>
                    <a:pt x="707" y="1170"/>
                    <a:pt x="706" y="1170"/>
                  </a:cubicBezTo>
                  <a:close/>
                  <a:moveTo>
                    <a:pt x="698" y="1155"/>
                  </a:moveTo>
                  <a:cubicBezTo>
                    <a:pt x="698" y="1155"/>
                    <a:pt x="699" y="1156"/>
                    <a:pt x="700" y="1156"/>
                  </a:cubicBezTo>
                  <a:cubicBezTo>
                    <a:pt x="702" y="1157"/>
                    <a:pt x="703" y="1158"/>
                    <a:pt x="704" y="1159"/>
                  </a:cubicBezTo>
                  <a:cubicBezTo>
                    <a:pt x="706" y="1160"/>
                    <a:pt x="706" y="1160"/>
                    <a:pt x="706" y="1160"/>
                  </a:cubicBezTo>
                  <a:cubicBezTo>
                    <a:pt x="706" y="1161"/>
                    <a:pt x="706" y="1161"/>
                    <a:pt x="707" y="1161"/>
                  </a:cubicBezTo>
                  <a:cubicBezTo>
                    <a:pt x="706" y="1161"/>
                    <a:pt x="706" y="1161"/>
                    <a:pt x="706" y="1161"/>
                  </a:cubicBezTo>
                  <a:cubicBezTo>
                    <a:pt x="707" y="1161"/>
                    <a:pt x="708" y="1161"/>
                    <a:pt x="709" y="1161"/>
                  </a:cubicBezTo>
                  <a:cubicBezTo>
                    <a:pt x="714" y="1160"/>
                    <a:pt x="719" y="1159"/>
                    <a:pt x="724" y="1158"/>
                  </a:cubicBezTo>
                  <a:cubicBezTo>
                    <a:pt x="727" y="1157"/>
                    <a:pt x="729" y="1157"/>
                    <a:pt x="732" y="1156"/>
                  </a:cubicBezTo>
                  <a:cubicBezTo>
                    <a:pt x="749" y="1153"/>
                    <a:pt x="749" y="1153"/>
                    <a:pt x="749" y="1153"/>
                  </a:cubicBezTo>
                  <a:cubicBezTo>
                    <a:pt x="758" y="1151"/>
                    <a:pt x="766" y="1149"/>
                    <a:pt x="775" y="1148"/>
                  </a:cubicBezTo>
                  <a:cubicBezTo>
                    <a:pt x="787" y="1145"/>
                    <a:pt x="799" y="1143"/>
                    <a:pt x="810" y="1140"/>
                  </a:cubicBezTo>
                  <a:cubicBezTo>
                    <a:pt x="845" y="1133"/>
                    <a:pt x="845" y="1133"/>
                    <a:pt x="845" y="1133"/>
                  </a:cubicBezTo>
                  <a:cubicBezTo>
                    <a:pt x="850" y="1132"/>
                    <a:pt x="851" y="1132"/>
                    <a:pt x="854" y="1130"/>
                  </a:cubicBezTo>
                  <a:cubicBezTo>
                    <a:pt x="864" y="1120"/>
                    <a:pt x="864" y="1120"/>
                    <a:pt x="864" y="1120"/>
                  </a:cubicBezTo>
                  <a:cubicBezTo>
                    <a:pt x="871" y="1114"/>
                    <a:pt x="877" y="1108"/>
                    <a:pt x="883" y="1102"/>
                  </a:cubicBezTo>
                  <a:cubicBezTo>
                    <a:pt x="894" y="1092"/>
                    <a:pt x="906" y="1082"/>
                    <a:pt x="917" y="1072"/>
                  </a:cubicBezTo>
                  <a:cubicBezTo>
                    <a:pt x="921" y="1068"/>
                    <a:pt x="924" y="1065"/>
                    <a:pt x="928" y="1062"/>
                  </a:cubicBezTo>
                  <a:cubicBezTo>
                    <a:pt x="938" y="1052"/>
                    <a:pt x="950" y="1042"/>
                    <a:pt x="963" y="1034"/>
                  </a:cubicBezTo>
                  <a:cubicBezTo>
                    <a:pt x="970" y="1029"/>
                    <a:pt x="977" y="1024"/>
                    <a:pt x="985" y="1019"/>
                  </a:cubicBezTo>
                  <a:cubicBezTo>
                    <a:pt x="1023" y="994"/>
                    <a:pt x="1023" y="994"/>
                    <a:pt x="1023" y="994"/>
                  </a:cubicBezTo>
                  <a:cubicBezTo>
                    <a:pt x="1042" y="982"/>
                    <a:pt x="1063" y="968"/>
                    <a:pt x="1083" y="956"/>
                  </a:cubicBezTo>
                  <a:cubicBezTo>
                    <a:pt x="1100" y="945"/>
                    <a:pt x="1118" y="934"/>
                    <a:pt x="1135" y="923"/>
                  </a:cubicBezTo>
                  <a:cubicBezTo>
                    <a:pt x="1157" y="909"/>
                    <a:pt x="1179" y="896"/>
                    <a:pt x="1201" y="882"/>
                  </a:cubicBezTo>
                  <a:cubicBezTo>
                    <a:pt x="1214" y="874"/>
                    <a:pt x="1214" y="874"/>
                    <a:pt x="1214" y="874"/>
                  </a:cubicBezTo>
                  <a:cubicBezTo>
                    <a:pt x="1214" y="874"/>
                    <a:pt x="1215" y="873"/>
                    <a:pt x="1216" y="873"/>
                  </a:cubicBezTo>
                  <a:cubicBezTo>
                    <a:pt x="1216" y="873"/>
                    <a:pt x="1216" y="873"/>
                    <a:pt x="1216" y="873"/>
                  </a:cubicBezTo>
                  <a:cubicBezTo>
                    <a:pt x="1215" y="872"/>
                    <a:pt x="1214" y="870"/>
                    <a:pt x="1214" y="870"/>
                  </a:cubicBezTo>
                  <a:cubicBezTo>
                    <a:pt x="1213" y="869"/>
                    <a:pt x="1213" y="868"/>
                    <a:pt x="1213" y="867"/>
                  </a:cubicBezTo>
                  <a:cubicBezTo>
                    <a:pt x="1210" y="862"/>
                    <a:pt x="1208" y="857"/>
                    <a:pt x="1205" y="852"/>
                  </a:cubicBezTo>
                  <a:cubicBezTo>
                    <a:pt x="1204" y="850"/>
                    <a:pt x="1203" y="847"/>
                    <a:pt x="1202" y="845"/>
                  </a:cubicBezTo>
                  <a:cubicBezTo>
                    <a:pt x="1199" y="839"/>
                    <a:pt x="1196" y="832"/>
                    <a:pt x="1192" y="828"/>
                  </a:cubicBezTo>
                  <a:cubicBezTo>
                    <a:pt x="1191" y="827"/>
                    <a:pt x="1187" y="826"/>
                    <a:pt x="1185" y="826"/>
                  </a:cubicBezTo>
                  <a:cubicBezTo>
                    <a:pt x="1183" y="825"/>
                    <a:pt x="1182" y="825"/>
                    <a:pt x="1181" y="825"/>
                  </a:cubicBezTo>
                  <a:cubicBezTo>
                    <a:pt x="1170" y="821"/>
                    <a:pt x="1170" y="821"/>
                    <a:pt x="1170" y="821"/>
                  </a:cubicBezTo>
                  <a:cubicBezTo>
                    <a:pt x="1164" y="820"/>
                    <a:pt x="1157" y="817"/>
                    <a:pt x="1151" y="815"/>
                  </a:cubicBezTo>
                  <a:cubicBezTo>
                    <a:pt x="1146" y="813"/>
                    <a:pt x="1146" y="813"/>
                    <a:pt x="1143" y="814"/>
                  </a:cubicBezTo>
                  <a:cubicBezTo>
                    <a:pt x="1141" y="815"/>
                    <a:pt x="1141" y="815"/>
                    <a:pt x="1141" y="815"/>
                  </a:cubicBezTo>
                  <a:cubicBezTo>
                    <a:pt x="1139" y="816"/>
                    <a:pt x="1137" y="817"/>
                    <a:pt x="1134" y="817"/>
                  </a:cubicBezTo>
                  <a:cubicBezTo>
                    <a:pt x="1133" y="818"/>
                    <a:pt x="1132" y="818"/>
                    <a:pt x="1131" y="818"/>
                  </a:cubicBezTo>
                  <a:cubicBezTo>
                    <a:pt x="1127" y="818"/>
                    <a:pt x="1124" y="816"/>
                    <a:pt x="1122" y="814"/>
                  </a:cubicBezTo>
                  <a:cubicBezTo>
                    <a:pt x="1119" y="812"/>
                    <a:pt x="1119" y="812"/>
                    <a:pt x="1119" y="812"/>
                  </a:cubicBezTo>
                  <a:cubicBezTo>
                    <a:pt x="1118" y="810"/>
                    <a:pt x="1115" y="808"/>
                    <a:pt x="1114" y="805"/>
                  </a:cubicBezTo>
                  <a:cubicBezTo>
                    <a:pt x="1114" y="804"/>
                    <a:pt x="1114" y="803"/>
                    <a:pt x="1114" y="802"/>
                  </a:cubicBezTo>
                  <a:cubicBezTo>
                    <a:pt x="1113" y="801"/>
                    <a:pt x="1113" y="800"/>
                    <a:pt x="1113" y="800"/>
                  </a:cubicBezTo>
                  <a:cubicBezTo>
                    <a:pt x="1112" y="799"/>
                    <a:pt x="1111" y="798"/>
                    <a:pt x="1109" y="797"/>
                  </a:cubicBezTo>
                  <a:cubicBezTo>
                    <a:pt x="1108" y="796"/>
                    <a:pt x="1108" y="796"/>
                    <a:pt x="1107" y="795"/>
                  </a:cubicBezTo>
                  <a:cubicBezTo>
                    <a:pt x="1102" y="793"/>
                    <a:pt x="1101" y="785"/>
                    <a:pt x="1101" y="771"/>
                  </a:cubicBezTo>
                  <a:cubicBezTo>
                    <a:pt x="1101" y="770"/>
                    <a:pt x="1101" y="769"/>
                    <a:pt x="1101" y="768"/>
                  </a:cubicBezTo>
                  <a:cubicBezTo>
                    <a:pt x="1101" y="763"/>
                    <a:pt x="1100" y="759"/>
                    <a:pt x="1097" y="755"/>
                  </a:cubicBezTo>
                  <a:cubicBezTo>
                    <a:pt x="1095" y="751"/>
                    <a:pt x="1095" y="751"/>
                    <a:pt x="1095" y="751"/>
                  </a:cubicBezTo>
                  <a:cubicBezTo>
                    <a:pt x="1094" y="750"/>
                    <a:pt x="1092" y="748"/>
                    <a:pt x="1091" y="746"/>
                  </a:cubicBezTo>
                  <a:cubicBezTo>
                    <a:pt x="1086" y="739"/>
                    <a:pt x="1080" y="731"/>
                    <a:pt x="1075" y="723"/>
                  </a:cubicBezTo>
                  <a:cubicBezTo>
                    <a:pt x="1074" y="722"/>
                    <a:pt x="1073" y="721"/>
                    <a:pt x="1072" y="720"/>
                  </a:cubicBezTo>
                  <a:cubicBezTo>
                    <a:pt x="1068" y="714"/>
                    <a:pt x="1062" y="707"/>
                    <a:pt x="1065" y="700"/>
                  </a:cubicBezTo>
                  <a:cubicBezTo>
                    <a:pt x="1065" y="700"/>
                    <a:pt x="1070" y="690"/>
                    <a:pt x="1074" y="688"/>
                  </a:cubicBezTo>
                  <a:cubicBezTo>
                    <a:pt x="1077" y="686"/>
                    <a:pt x="1080" y="685"/>
                    <a:pt x="1083" y="684"/>
                  </a:cubicBezTo>
                  <a:cubicBezTo>
                    <a:pt x="1087" y="682"/>
                    <a:pt x="1087" y="682"/>
                    <a:pt x="1087" y="682"/>
                  </a:cubicBezTo>
                  <a:cubicBezTo>
                    <a:pt x="1090" y="681"/>
                    <a:pt x="1092" y="680"/>
                    <a:pt x="1093" y="679"/>
                  </a:cubicBezTo>
                  <a:cubicBezTo>
                    <a:pt x="1094" y="677"/>
                    <a:pt x="1094" y="675"/>
                    <a:pt x="1093" y="672"/>
                  </a:cubicBezTo>
                  <a:cubicBezTo>
                    <a:pt x="1093" y="671"/>
                    <a:pt x="1093" y="671"/>
                    <a:pt x="1094" y="670"/>
                  </a:cubicBezTo>
                  <a:cubicBezTo>
                    <a:pt x="1094" y="668"/>
                    <a:pt x="1094" y="667"/>
                    <a:pt x="1094" y="666"/>
                  </a:cubicBezTo>
                  <a:cubicBezTo>
                    <a:pt x="1094" y="663"/>
                    <a:pt x="1094" y="663"/>
                    <a:pt x="1094" y="662"/>
                  </a:cubicBezTo>
                  <a:cubicBezTo>
                    <a:pt x="1091" y="659"/>
                    <a:pt x="1090" y="657"/>
                    <a:pt x="1089" y="652"/>
                  </a:cubicBezTo>
                  <a:cubicBezTo>
                    <a:pt x="1089" y="651"/>
                    <a:pt x="1088" y="648"/>
                    <a:pt x="1087" y="646"/>
                  </a:cubicBezTo>
                  <a:cubicBezTo>
                    <a:pt x="1085" y="641"/>
                    <a:pt x="1083" y="635"/>
                    <a:pt x="1084" y="630"/>
                  </a:cubicBezTo>
                  <a:cubicBezTo>
                    <a:pt x="1085" y="626"/>
                    <a:pt x="1086" y="623"/>
                    <a:pt x="1089" y="619"/>
                  </a:cubicBezTo>
                  <a:cubicBezTo>
                    <a:pt x="1089" y="618"/>
                    <a:pt x="1089" y="618"/>
                    <a:pt x="1089" y="618"/>
                  </a:cubicBezTo>
                  <a:cubicBezTo>
                    <a:pt x="1087" y="613"/>
                    <a:pt x="1090" y="611"/>
                    <a:pt x="1092" y="610"/>
                  </a:cubicBezTo>
                  <a:cubicBezTo>
                    <a:pt x="1094" y="609"/>
                    <a:pt x="1095" y="604"/>
                    <a:pt x="1096" y="598"/>
                  </a:cubicBezTo>
                  <a:cubicBezTo>
                    <a:pt x="1096" y="596"/>
                    <a:pt x="1096" y="594"/>
                    <a:pt x="1094" y="591"/>
                  </a:cubicBezTo>
                  <a:cubicBezTo>
                    <a:pt x="1092" y="586"/>
                    <a:pt x="1092" y="586"/>
                    <a:pt x="1092" y="586"/>
                  </a:cubicBezTo>
                  <a:cubicBezTo>
                    <a:pt x="1089" y="579"/>
                    <a:pt x="1087" y="572"/>
                    <a:pt x="1088" y="564"/>
                  </a:cubicBezTo>
                  <a:cubicBezTo>
                    <a:pt x="1088" y="561"/>
                    <a:pt x="1089" y="558"/>
                    <a:pt x="1089" y="555"/>
                  </a:cubicBezTo>
                  <a:cubicBezTo>
                    <a:pt x="1090" y="548"/>
                    <a:pt x="1092" y="541"/>
                    <a:pt x="1092" y="534"/>
                  </a:cubicBezTo>
                  <a:cubicBezTo>
                    <a:pt x="1092" y="522"/>
                    <a:pt x="1090" y="510"/>
                    <a:pt x="1086" y="497"/>
                  </a:cubicBezTo>
                  <a:cubicBezTo>
                    <a:pt x="1084" y="492"/>
                    <a:pt x="1081" y="486"/>
                    <a:pt x="1078" y="480"/>
                  </a:cubicBezTo>
                  <a:cubicBezTo>
                    <a:pt x="1075" y="474"/>
                    <a:pt x="1071" y="469"/>
                    <a:pt x="1067" y="463"/>
                  </a:cubicBezTo>
                  <a:cubicBezTo>
                    <a:pt x="1065" y="461"/>
                    <a:pt x="1065" y="461"/>
                    <a:pt x="1065" y="461"/>
                  </a:cubicBezTo>
                  <a:cubicBezTo>
                    <a:pt x="1065" y="460"/>
                    <a:pt x="1064" y="460"/>
                    <a:pt x="1064" y="459"/>
                  </a:cubicBezTo>
                  <a:cubicBezTo>
                    <a:pt x="1062" y="458"/>
                    <a:pt x="1058" y="453"/>
                    <a:pt x="1062" y="448"/>
                  </a:cubicBezTo>
                  <a:cubicBezTo>
                    <a:pt x="1064" y="445"/>
                    <a:pt x="1067" y="444"/>
                    <a:pt x="1069" y="443"/>
                  </a:cubicBezTo>
                  <a:cubicBezTo>
                    <a:pt x="1070" y="443"/>
                    <a:pt x="1072" y="442"/>
                    <a:pt x="1072" y="442"/>
                  </a:cubicBezTo>
                  <a:cubicBezTo>
                    <a:pt x="1070" y="435"/>
                    <a:pt x="1068" y="427"/>
                    <a:pt x="1066" y="420"/>
                  </a:cubicBezTo>
                  <a:cubicBezTo>
                    <a:pt x="1061" y="397"/>
                    <a:pt x="1056" y="375"/>
                    <a:pt x="1051" y="352"/>
                  </a:cubicBezTo>
                  <a:cubicBezTo>
                    <a:pt x="1050" y="350"/>
                    <a:pt x="1050" y="348"/>
                    <a:pt x="1050" y="345"/>
                  </a:cubicBezTo>
                  <a:cubicBezTo>
                    <a:pt x="1048" y="338"/>
                    <a:pt x="1047" y="328"/>
                    <a:pt x="1042" y="325"/>
                  </a:cubicBezTo>
                  <a:cubicBezTo>
                    <a:pt x="1036" y="321"/>
                    <a:pt x="1030" y="317"/>
                    <a:pt x="1024" y="313"/>
                  </a:cubicBezTo>
                  <a:cubicBezTo>
                    <a:pt x="1014" y="306"/>
                    <a:pt x="1014" y="306"/>
                    <a:pt x="1014" y="306"/>
                  </a:cubicBezTo>
                  <a:cubicBezTo>
                    <a:pt x="1012" y="305"/>
                    <a:pt x="1010" y="303"/>
                    <a:pt x="1008" y="302"/>
                  </a:cubicBezTo>
                  <a:cubicBezTo>
                    <a:pt x="1002" y="298"/>
                    <a:pt x="1002" y="291"/>
                    <a:pt x="1002" y="286"/>
                  </a:cubicBezTo>
                  <a:cubicBezTo>
                    <a:pt x="1002" y="283"/>
                    <a:pt x="1002" y="280"/>
                    <a:pt x="1001" y="278"/>
                  </a:cubicBezTo>
                  <a:cubicBezTo>
                    <a:pt x="1000" y="276"/>
                    <a:pt x="999" y="274"/>
                    <a:pt x="997" y="272"/>
                  </a:cubicBezTo>
                  <a:cubicBezTo>
                    <a:pt x="996" y="271"/>
                    <a:pt x="996" y="270"/>
                    <a:pt x="995" y="269"/>
                  </a:cubicBezTo>
                  <a:cubicBezTo>
                    <a:pt x="994" y="268"/>
                    <a:pt x="994" y="267"/>
                    <a:pt x="993" y="266"/>
                  </a:cubicBezTo>
                  <a:cubicBezTo>
                    <a:pt x="993" y="266"/>
                    <a:pt x="992" y="264"/>
                    <a:pt x="992" y="264"/>
                  </a:cubicBezTo>
                  <a:cubicBezTo>
                    <a:pt x="991" y="264"/>
                    <a:pt x="990" y="264"/>
                    <a:pt x="989" y="264"/>
                  </a:cubicBezTo>
                  <a:cubicBezTo>
                    <a:pt x="986" y="263"/>
                    <a:pt x="984" y="262"/>
                    <a:pt x="983" y="261"/>
                  </a:cubicBezTo>
                  <a:cubicBezTo>
                    <a:pt x="982" y="260"/>
                    <a:pt x="982" y="260"/>
                    <a:pt x="981" y="259"/>
                  </a:cubicBezTo>
                  <a:cubicBezTo>
                    <a:pt x="980" y="259"/>
                    <a:pt x="979" y="259"/>
                    <a:pt x="978" y="259"/>
                  </a:cubicBezTo>
                  <a:cubicBezTo>
                    <a:pt x="976" y="258"/>
                    <a:pt x="974" y="258"/>
                    <a:pt x="971" y="256"/>
                  </a:cubicBezTo>
                  <a:cubicBezTo>
                    <a:pt x="968" y="253"/>
                    <a:pt x="968" y="248"/>
                    <a:pt x="968" y="245"/>
                  </a:cubicBezTo>
                  <a:cubicBezTo>
                    <a:pt x="968" y="243"/>
                    <a:pt x="968" y="243"/>
                    <a:pt x="968" y="243"/>
                  </a:cubicBezTo>
                  <a:cubicBezTo>
                    <a:pt x="968" y="240"/>
                    <a:pt x="968" y="239"/>
                    <a:pt x="966" y="236"/>
                  </a:cubicBezTo>
                  <a:cubicBezTo>
                    <a:pt x="961" y="228"/>
                    <a:pt x="956" y="219"/>
                    <a:pt x="955" y="210"/>
                  </a:cubicBezTo>
                  <a:cubicBezTo>
                    <a:pt x="955" y="207"/>
                    <a:pt x="955" y="205"/>
                    <a:pt x="956" y="203"/>
                  </a:cubicBezTo>
                  <a:cubicBezTo>
                    <a:pt x="956" y="203"/>
                    <a:pt x="956" y="202"/>
                    <a:pt x="956" y="202"/>
                  </a:cubicBezTo>
                  <a:cubicBezTo>
                    <a:pt x="957" y="201"/>
                    <a:pt x="956" y="200"/>
                    <a:pt x="956" y="200"/>
                  </a:cubicBezTo>
                  <a:cubicBezTo>
                    <a:pt x="956" y="198"/>
                    <a:pt x="956" y="195"/>
                    <a:pt x="959" y="192"/>
                  </a:cubicBezTo>
                  <a:cubicBezTo>
                    <a:pt x="962" y="188"/>
                    <a:pt x="966" y="185"/>
                    <a:pt x="971" y="184"/>
                  </a:cubicBezTo>
                  <a:cubicBezTo>
                    <a:pt x="973" y="183"/>
                    <a:pt x="973" y="182"/>
                    <a:pt x="974" y="180"/>
                  </a:cubicBezTo>
                  <a:cubicBezTo>
                    <a:pt x="974" y="180"/>
                    <a:pt x="974" y="179"/>
                    <a:pt x="974" y="179"/>
                  </a:cubicBezTo>
                  <a:cubicBezTo>
                    <a:pt x="975" y="176"/>
                    <a:pt x="976" y="173"/>
                    <a:pt x="980" y="170"/>
                  </a:cubicBezTo>
                  <a:cubicBezTo>
                    <a:pt x="982" y="169"/>
                    <a:pt x="983" y="168"/>
                    <a:pt x="985" y="167"/>
                  </a:cubicBezTo>
                  <a:cubicBezTo>
                    <a:pt x="986" y="167"/>
                    <a:pt x="987" y="167"/>
                    <a:pt x="988" y="166"/>
                  </a:cubicBezTo>
                  <a:cubicBezTo>
                    <a:pt x="990" y="165"/>
                    <a:pt x="991" y="164"/>
                    <a:pt x="993" y="163"/>
                  </a:cubicBezTo>
                  <a:cubicBezTo>
                    <a:pt x="997" y="161"/>
                    <a:pt x="997" y="161"/>
                    <a:pt x="997" y="161"/>
                  </a:cubicBezTo>
                  <a:cubicBezTo>
                    <a:pt x="997" y="161"/>
                    <a:pt x="997" y="161"/>
                    <a:pt x="997" y="160"/>
                  </a:cubicBezTo>
                  <a:cubicBezTo>
                    <a:pt x="997" y="160"/>
                    <a:pt x="998" y="160"/>
                    <a:pt x="998" y="160"/>
                  </a:cubicBezTo>
                  <a:cubicBezTo>
                    <a:pt x="998" y="159"/>
                    <a:pt x="998" y="159"/>
                    <a:pt x="998" y="159"/>
                  </a:cubicBezTo>
                  <a:cubicBezTo>
                    <a:pt x="998" y="159"/>
                    <a:pt x="998" y="159"/>
                    <a:pt x="998" y="158"/>
                  </a:cubicBezTo>
                  <a:cubicBezTo>
                    <a:pt x="999" y="157"/>
                    <a:pt x="999" y="155"/>
                    <a:pt x="1000" y="154"/>
                  </a:cubicBezTo>
                  <a:cubicBezTo>
                    <a:pt x="1000" y="152"/>
                    <a:pt x="1001" y="152"/>
                    <a:pt x="1001" y="150"/>
                  </a:cubicBezTo>
                  <a:cubicBezTo>
                    <a:pt x="1000" y="146"/>
                    <a:pt x="1000" y="143"/>
                    <a:pt x="1002" y="138"/>
                  </a:cubicBezTo>
                  <a:cubicBezTo>
                    <a:pt x="1002" y="137"/>
                    <a:pt x="1002" y="136"/>
                    <a:pt x="1002" y="135"/>
                  </a:cubicBezTo>
                  <a:cubicBezTo>
                    <a:pt x="1003" y="133"/>
                    <a:pt x="1004" y="130"/>
                    <a:pt x="1006" y="127"/>
                  </a:cubicBezTo>
                  <a:cubicBezTo>
                    <a:pt x="1006" y="127"/>
                    <a:pt x="1007" y="126"/>
                    <a:pt x="1008" y="125"/>
                  </a:cubicBezTo>
                  <a:cubicBezTo>
                    <a:pt x="1008" y="125"/>
                    <a:pt x="1008" y="124"/>
                    <a:pt x="1009" y="124"/>
                  </a:cubicBezTo>
                  <a:cubicBezTo>
                    <a:pt x="1007" y="123"/>
                    <a:pt x="1005" y="122"/>
                    <a:pt x="1004" y="120"/>
                  </a:cubicBezTo>
                  <a:cubicBezTo>
                    <a:pt x="1001" y="116"/>
                    <a:pt x="1002" y="110"/>
                    <a:pt x="1004" y="107"/>
                  </a:cubicBezTo>
                  <a:cubicBezTo>
                    <a:pt x="1006" y="102"/>
                    <a:pt x="1005" y="99"/>
                    <a:pt x="1002" y="93"/>
                  </a:cubicBezTo>
                  <a:cubicBezTo>
                    <a:pt x="998" y="85"/>
                    <a:pt x="1000" y="77"/>
                    <a:pt x="1002" y="70"/>
                  </a:cubicBezTo>
                  <a:cubicBezTo>
                    <a:pt x="1003" y="68"/>
                    <a:pt x="1003" y="67"/>
                    <a:pt x="1003" y="65"/>
                  </a:cubicBezTo>
                  <a:cubicBezTo>
                    <a:pt x="1004" y="64"/>
                    <a:pt x="1004" y="62"/>
                    <a:pt x="1004" y="61"/>
                  </a:cubicBezTo>
                  <a:cubicBezTo>
                    <a:pt x="1004" y="58"/>
                    <a:pt x="1004" y="56"/>
                    <a:pt x="1005" y="53"/>
                  </a:cubicBezTo>
                  <a:cubicBezTo>
                    <a:pt x="1006" y="51"/>
                    <a:pt x="1006" y="51"/>
                    <a:pt x="1006" y="51"/>
                  </a:cubicBezTo>
                  <a:cubicBezTo>
                    <a:pt x="1006" y="50"/>
                    <a:pt x="1007" y="48"/>
                    <a:pt x="1007" y="48"/>
                  </a:cubicBezTo>
                  <a:cubicBezTo>
                    <a:pt x="1006" y="48"/>
                    <a:pt x="1005" y="48"/>
                    <a:pt x="1005" y="48"/>
                  </a:cubicBezTo>
                  <a:cubicBezTo>
                    <a:pt x="1002" y="47"/>
                    <a:pt x="997" y="47"/>
                    <a:pt x="996" y="43"/>
                  </a:cubicBezTo>
                  <a:cubicBezTo>
                    <a:pt x="995" y="41"/>
                    <a:pt x="995" y="38"/>
                    <a:pt x="998" y="35"/>
                  </a:cubicBezTo>
                  <a:cubicBezTo>
                    <a:pt x="1000" y="33"/>
                    <a:pt x="1003" y="33"/>
                    <a:pt x="1005" y="32"/>
                  </a:cubicBezTo>
                  <a:cubicBezTo>
                    <a:pt x="1007" y="31"/>
                    <a:pt x="1008" y="31"/>
                    <a:pt x="1008" y="31"/>
                  </a:cubicBezTo>
                  <a:cubicBezTo>
                    <a:pt x="1009" y="30"/>
                    <a:pt x="1011" y="29"/>
                    <a:pt x="1012" y="28"/>
                  </a:cubicBezTo>
                  <a:cubicBezTo>
                    <a:pt x="1011" y="27"/>
                    <a:pt x="1009" y="25"/>
                    <a:pt x="1010" y="22"/>
                  </a:cubicBezTo>
                  <a:cubicBezTo>
                    <a:pt x="1011" y="22"/>
                    <a:pt x="1011" y="21"/>
                    <a:pt x="1011" y="21"/>
                  </a:cubicBezTo>
                  <a:cubicBezTo>
                    <a:pt x="1009" y="20"/>
                    <a:pt x="1007" y="20"/>
                    <a:pt x="1005" y="19"/>
                  </a:cubicBezTo>
                  <a:cubicBezTo>
                    <a:pt x="1004" y="19"/>
                    <a:pt x="1003" y="19"/>
                    <a:pt x="1003" y="18"/>
                  </a:cubicBezTo>
                  <a:cubicBezTo>
                    <a:pt x="1002" y="19"/>
                    <a:pt x="1001" y="19"/>
                    <a:pt x="1000" y="20"/>
                  </a:cubicBezTo>
                  <a:cubicBezTo>
                    <a:pt x="999" y="20"/>
                    <a:pt x="998" y="21"/>
                    <a:pt x="997" y="21"/>
                  </a:cubicBezTo>
                  <a:cubicBezTo>
                    <a:pt x="993" y="23"/>
                    <a:pt x="989" y="25"/>
                    <a:pt x="985" y="25"/>
                  </a:cubicBezTo>
                  <a:cubicBezTo>
                    <a:pt x="985" y="25"/>
                    <a:pt x="985" y="25"/>
                    <a:pt x="985" y="25"/>
                  </a:cubicBezTo>
                  <a:cubicBezTo>
                    <a:pt x="984" y="25"/>
                    <a:pt x="983" y="24"/>
                    <a:pt x="983" y="24"/>
                  </a:cubicBezTo>
                  <a:cubicBezTo>
                    <a:pt x="982" y="24"/>
                    <a:pt x="981" y="24"/>
                    <a:pt x="981" y="24"/>
                  </a:cubicBezTo>
                  <a:cubicBezTo>
                    <a:pt x="964" y="15"/>
                    <a:pt x="964" y="15"/>
                    <a:pt x="964" y="15"/>
                  </a:cubicBezTo>
                  <a:cubicBezTo>
                    <a:pt x="963" y="14"/>
                    <a:pt x="962" y="13"/>
                    <a:pt x="961" y="12"/>
                  </a:cubicBezTo>
                  <a:cubicBezTo>
                    <a:pt x="961" y="12"/>
                    <a:pt x="960" y="11"/>
                    <a:pt x="960" y="11"/>
                  </a:cubicBezTo>
                  <a:cubicBezTo>
                    <a:pt x="959" y="12"/>
                    <a:pt x="958" y="12"/>
                    <a:pt x="957" y="12"/>
                  </a:cubicBezTo>
                  <a:cubicBezTo>
                    <a:pt x="950" y="15"/>
                    <a:pt x="950" y="15"/>
                    <a:pt x="950" y="15"/>
                  </a:cubicBezTo>
                  <a:cubicBezTo>
                    <a:pt x="948" y="19"/>
                    <a:pt x="943" y="20"/>
                    <a:pt x="941" y="20"/>
                  </a:cubicBezTo>
                  <a:cubicBezTo>
                    <a:pt x="939" y="20"/>
                    <a:pt x="938" y="20"/>
                    <a:pt x="937" y="21"/>
                  </a:cubicBezTo>
                  <a:cubicBezTo>
                    <a:pt x="935" y="21"/>
                    <a:pt x="933" y="22"/>
                    <a:pt x="931" y="22"/>
                  </a:cubicBezTo>
                  <a:cubicBezTo>
                    <a:pt x="926" y="22"/>
                    <a:pt x="924" y="20"/>
                    <a:pt x="923" y="18"/>
                  </a:cubicBezTo>
                  <a:cubicBezTo>
                    <a:pt x="922" y="18"/>
                    <a:pt x="921" y="18"/>
                    <a:pt x="920" y="18"/>
                  </a:cubicBezTo>
                  <a:cubicBezTo>
                    <a:pt x="916" y="18"/>
                    <a:pt x="916" y="18"/>
                    <a:pt x="916" y="18"/>
                  </a:cubicBezTo>
                  <a:cubicBezTo>
                    <a:pt x="915" y="18"/>
                    <a:pt x="914" y="18"/>
                    <a:pt x="913" y="17"/>
                  </a:cubicBezTo>
                  <a:cubicBezTo>
                    <a:pt x="908" y="16"/>
                    <a:pt x="906" y="13"/>
                    <a:pt x="905" y="11"/>
                  </a:cubicBezTo>
                  <a:cubicBezTo>
                    <a:pt x="903" y="9"/>
                    <a:pt x="903" y="9"/>
                    <a:pt x="903" y="9"/>
                  </a:cubicBezTo>
                  <a:cubicBezTo>
                    <a:pt x="900" y="9"/>
                    <a:pt x="899" y="9"/>
                    <a:pt x="897" y="11"/>
                  </a:cubicBezTo>
                  <a:cubicBezTo>
                    <a:pt x="895" y="16"/>
                    <a:pt x="895" y="16"/>
                    <a:pt x="895" y="16"/>
                  </a:cubicBezTo>
                  <a:cubicBezTo>
                    <a:pt x="895" y="16"/>
                    <a:pt x="895" y="17"/>
                    <a:pt x="894" y="17"/>
                  </a:cubicBezTo>
                  <a:cubicBezTo>
                    <a:pt x="890" y="23"/>
                    <a:pt x="876" y="25"/>
                    <a:pt x="876" y="25"/>
                  </a:cubicBezTo>
                  <a:cubicBezTo>
                    <a:pt x="872" y="26"/>
                    <a:pt x="869" y="26"/>
                    <a:pt x="864" y="26"/>
                  </a:cubicBezTo>
                  <a:cubicBezTo>
                    <a:pt x="862" y="26"/>
                    <a:pt x="858" y="27"/>
                    <a:pt x="856" y="29"/>
                  </a:cubicBezTo>
                  <a:cubicBezTo>
                    <a:pt x="855" y="29"/>
                    <a:pt x="855" y="30"/>
                    <a:pt x="854" y="31"/>
                  </a:cubicBezTo>
                  <a:cubicBezTo>
                    <a:pt x="853" y="32"/>
                    <a:pt x="851" y="35"/>
                    <a:pt x="847" y="36"/>
                  </a:cubicBezTo>
                  <a:cubicBezTo>
                    <a:pt x="842" y="37"/>
                    <a:pt x="836" y="38"/>
                    <a:pt x="831" y="37"/>
                  </a:cubicBezTo>
                  <a:cubicBezTo>
                    <a:pt x="826" y="35"/>
                    <a:pt x="821" y="33"/>
                    <a:pt x="820" y="30"/>
                  </a:cubicBezTo>
                  <a:cubicBezTo>
                    <a:pt x="820" y="29"/>
                    <a:pt x="819" y="28"/>
                    <a:pt x="820" y="27"/>
                  </a:cubicBezTo>
                  <a:cubicBezTo>
                    <a:pt x="818" y="27"/>
                    <a:pt x="817" y="26"/>
                    <a:pt x="817" y="26"/>
                  </a:cubicBezTo>
                  <a:cubicBezTo>
                    <a:pt x="816" y="26"/>
                    <a:pt x="815" y="25"/>
                    <a:pt x="814" y="25"/>
                  </a:cubicBezTo>
                  <a:cubicBezTo>
                    <a:pt x="812" y="23"/>
                    <a:pt x="809" y="22"/>
                    <a:pt x="806" y="21"/>
                  </a:cubicBezTo>
                  <a:cubicBezTo>
                    <a:pt x="805" y="21"/>
                    <a:pt x="803" y="21"/>
                    <a:pt x="801" y="22"/>
                  </a:cubicBezTo>
                  <a:cubicBezTo>
                    <a:pt x="799" y="22"/>
                    <a:pt x="798" y="22"/>
                    <a:pt x="796" y="22"/>
                  </a:cubicBezTo>
                  <a:cubicBezTo>
                    <a:pt x="794" y="22"/>
                    <a:pt x="792" y="22"/>
                    <a:pt x="790" y="22"/>
                  </a:cubicBezTo>
                  <a:cubicBezTo>
                    <a:pt x="788" y="21"/>
                    <a:pt x="786" y="21"/>
                    <a:pt x="784" y="21"/>
                  </a:cubicBezTo>
                  <a:cubicBezTo>
                    <a:pt x="781" y="21"/>
                    <a:pt x="781" y="21"/>
                    <a:pt x="781" y="21"/>
                  </a:cubicBezTo>
                  <a:cubicBezTo>
                    <a:pt x="777" y="21"/>
                    <a:pt x="777" y="21"/>
                    <a:pt x="777" y="21"/>
                  </a:cubicBezTo>
                  <a:cubicBezTo>
                    <a:pt x="776" y="21"/>
                    <a:pt x="775" y="21"/>
                    <a:pt x="774" y="21"/>
                  </a:cubicBezTo>
                  <a:cubicBezTo>
                    <a:pt x="769" y="22"/>
                    <a:pt x="763" y="22"/>
                    <a:pt x="759" y="21"/>
                  </a:cubicBezTo>
                  <a:cubicBezTo>
                    <a:pt x="757" y="21"/>
                    <a:pt x="757" y="21"/>
                    <a:pt x="757" y="21"/>
                  </a:cubicBezTo>
                  <a:cubicBezTo>
                    <a:pt x="756" y="21"/>
                    <a:pt x="755" y="21"/>
                    <a:pt x="754" y="21"/>
                  </a:cubicBezTo>
                  <a:cubicBezTo>
                    <a:pt x="754" y="21"/>
                    <a:pt x="753" y="21"/>
                    <a:pt x="752" y="21"/>
                  </a:cubicBezTo>
                  <a:cubicBezTo>
                    <a:pt x="751" y="22"/>
                    <a:pt x="750" y="22"/>
                    <a:pt x="749" y="23"/>
                  </a:cubicBezTo>
                  <a:cubicBezTo>
                    <a:pt x="748" y="24"/>
                    <a:pt x="747" y="24"/>
                    <a:pt x="746" y="25"/>
                  </a:cubicBezTo>
                  <a:cubicBezTo>
                    <a:pt x="739" y="29"/>
                    <a:pt x="732" y="29"/>
                    <a:pt x="723" y="28"/>
                  </a:cubicBezTo>
                  <a:cubicBezTo>
                    <a:pt x="721" y="28"/>
                    <a:pt x="721" y="28"/>
                    <a:pt x="721" y="28"/>
                  </a:cubicBezTo>
                  <a:cubicBezTo>
                    <a:pt x="721" y="28"/>
                    <a:pt x="721" y="28"/>
                    <a:pt x="721" y="28"/>
                  </a:cubicBezTo>
                  <a:cubicBezTo>
                    <a:pt x="719" y="30"/>
                    <a:pt x="717" y="31"/>
                    <a:pt x="713" y="31"/>
                  </a:cubicBezTo>
                  <a:cubicBezTo>
                    <a:pt x="709" y="31"/>
                    <a:pt x="707" y="29"/>
                    <a:pt x="706" y="28"/>
                  </a:cubicBezTo>
                  <a:cubicBezTo>
                    <a:pt x="706" y="27"/>
                    <a:pt x="705" y="27"/>
                    <a:pt x="705" y="27"/>
                  </a:cubicBezTo>
                  <a:cubicBezTo>
                    <a:pt x="705" y="27"/>
                    <a:pt x="705" y="27"/>
                    <a:pt x="705" y="27"/>
                  </a:cubicBezTo>
                  <a:cubicBezTo>
                    <a:pt x="703" y="27"/>
                    <a:pt x="702" y="28"/>
                    <a:pt x="701" y="30"/>
                  </a:cubicBezTo>
                  <a:cubicBezTo>
                    <a:pt x="700" y="31"/>
                    <a:pt x="699" y="31"/>
                    <a:pt x="699" y="32"/>
                  </a:cubicBezTo>
                  <a:cubicBezTo>
                    <a:pt x="696" y="35"/>
                    <a:pt x="689" y="39"/>
                    <a:pt x="684" y="40"/>
                  </a:cubicBezTo>
                  <a:cubicBezTo>
                    <a:pt x="681" y="42"/>
                    <a:pt x="675" y="42"/>
                    <a:pt x="672" y="41"/>
                  </a:cubicBezTo>
                  <a:cubicBezTo>
                    <a:pt x="670" y="40"/>
                    <a:pt x="669" y="39"/>
                    <a:pt x="668" y="38"/>
                  </a:cubicBezTo>
                  <a:cubicBezTo>
                    <a:pt x="667" y="38"/>
                    <a:pt x="665" y="39"/>
                    <a:pt x="663" y="39"/>
                  </a:cubicBezTo>
                  <a:cubicBezTo>
                    <a:pt x="662" y="40"/>
                    <a:pt x="662" y="40"/>
                    <a:pt x="662" y="40"/>
                  </a:cubicBezTo>
                  <a:cubicBezTo>
                    <a:pt x="655" y="42"/>
                    <a:pt x="649" y="42"/>
                    <a:pt x="642" y="42"/>
                  </a:cubicBezTo>
                  <a:cubicBezTo>
                    <a:pt x="639" y="42"/>
                    <a:pt x="636" y="43"/>
                    <a:pt x="633" y="44"/>
                  </a:cubicBezTo>
                  <a:cubicBezTo>
                    <a:pt x="627" y="45"/>
                    <a:pt x="621" y="45"/>
                    <a:pt x="616" y="45"/>
                  </a:cubicBezTo>
                  <a:cubicBezTo>
                    <a:pt x="612" y="44"/>
                    <a:pt x="609" y="45"/>
                    <a:pt x="605" y="46"/>
                  </a:cubicBezTo>
                  <a:cubicBezTo>
                    <a:pt x="603" y="46"/>
                    <a:pt x="602" y="47"/>
                    <a:pt x="601" y="47"/>
                  </a:cubicBezTo>
                  <a:cubicBezTo>
                    <a:pt x="599" y="47"/>
                    <a:pt x="599" y="47"/>
                    <a:pt x="599" y="47"/>
                  </a:cubicBezTo>
                  <a:cubicBezTo>
                    <a:pt x="596" y="48"/>
                    <a:pt x="592" y="48"/>
                    <a:pt x="591" y="50"/>
                  </a:cubicBezTo>
                  <a:cubicBezTo>
                    <a:pt x="590" y="51"/>
                    <a:pt x="589" y="52"/>
                    <a:pt x="587" y="53"/>
                  </a:cubicBezTo>
                  <a:cubicBezTo>
                    <a:pt x="586" y="54"/>
                    <a:pt x="584" y="55"/>
                    <a:pt x="583" y="55"/>
                  </a:cubicBezTo>
                  <a:cubicBezTo>
                    <a:pt x="583" y="55"/>
                    <a:pt x="582" y="55"/>
                    <a:pt x="582" y="55"/>
                  </a:cubicBezTo>
                  <a:cubicBezTo>
                    <a:pt x="580" y="56"/>
                    <a:pt x="578" y="57"/>
                    <a:pt x="576" y="57"/>
                  </a:cubicBezTo>
                  <a:cubicBezTo>
                    <a:pt x="574" y="58"/>
                    <a:pt x="572" y="58"/>
                    <a:pt x="570" y="59"/>
                  </a:cubicBezTo>
                  <a:cubicBezTo>
                    <a:pt x="569" y="60"/>
                    <a:pt x="568" y="61"/>
                    <a:pt x="567" y="61"/>
                  </a:cubicBezTo>
                  <a:cubicBezTo>
                    <a:pt x="565" y="63"/>
                    <a:pt x="562" y="64"/>
                    <a:pt x="559" y="65"/>
                  </a:cubicBezTo>
                  <a:cubicBezTo>
                    <a:pt x="558" y="65"/>
                    <a:pt x="557" y="66"/>
                    <a:pt x="556" y="67"/>
                  </a:cubicBezTo>
                  <a:cubicBezTo>
                    <a:pt x="555" y="67"/>
                    <a:pt x="554" y="69"/>
                    <a:pt x="552" y="70"/>
                  </a:cubicBezTo>
                  <a:cubicBezTo>
                    <a:pt x="551" y="70"/>
                    <a:pt x="550" y="71"/>
                    <a:pt x="549" y="71"/>
                  </a:cubicBezTo>
                  <a:cubicBezTo>
                    <a:pt x="547" y="72"/>
                    <a:pt x="545" y="73"/>
                    <a:pt x="544" y="74"/>
                  </a:cubicBezTo>
                  <a:cubicBezTo>
                    <a:pt x="543" y="75"/>
                    <a:pt x="543" y="77"/>
                    <a:pt x="542" y="79"/>
                  </a:cubicBezTo>
                  <a:cubicBezTo>
                    <a:pt x="541" y="82"/>
                    <a:pt x="539" y="86"/>
                    <a:pt x="535" y="89"/>
                  </a:cubicBezTo>
                  <a:cubicBezTo>
                    <a:pt x="530" y="93"/>
                    <a:pt x="526" y="93"/>
                    <a:pt x="518" y="91"/>
                  </a:cubicBezTo>
                  <a:cubicBezTo>
                    <a:pt x="515" y="90"/>
                    <a:pt x="513" y="89"/>
                    <a:pt x="512" y="86"/>
                  </a:cubicBezTo>
                  <a:cubicBezTo>
                    <a:pt x="512" y="86"/>
                    <a:pt x="512" y="85"/>
                    <a:pt x="512" y="85"/>
                  </a:cubicBezTo>
                  <a:cubicBezTo>
                    <a:pt x="511" y="85"/>
                    <a:pt x="510" y="86"/>
                    <a:pt x="510" y="86"/>
                  </a:cubicBezTo>
                  <a:cubicBezTo>
                    <a:pt x="510" y="86"/>
                    <a:pt x="510" y="86"/>
                    <a:pt x="510" y="86"/>
                  </a:cubicBezTo>
                  <a:cubicBezTo>
                    <a:pt x="510" y="86"/>
                    <a:pt x="510" y="87"/>
                    <a:pt x="509" y="87"/>
                  </a:cubicBezTo>
                  <a:cubicBezTo>
                    <a:pt x="509" y="88"/>
                    <a:pt x="508" y="90"/>
                    <a:pt x="507" y="91"/>
                  </a:cubicBezTo>
                  <a:cubicBezTo>
                    <a:pt x="505" y="92"/>
                    <a:pt x="504" y="93"/>
                    <a:pt x="503" y="93"/>
                  </a:cubicBezTo>
                  <a:cubicBezTo>
                    <a:pt x="502" y="93"/>
                    <a:pt x="501" y="94"/>
                    <a:pt x="501" y="94"/>
                  </a:cubicBezTo>
                  <a:cubicBezTo>
                    <a:pt x="499" y="96"/>
                    <a:pt x="497" y="98"/>
                    <a:pt x="491" y="96"/>
                  </a:cubicBezTo>
                  <a:cubicBezTo>
                    <a:pt x="490" y="96"/>
                    <a:pt x="490" y="95"/>
                    <a:pt x="489" y="95"/>
                  </a:cubicBezTo>
                  <a:cubicBezTo>
                    <a:pt x="489" y="95"/>
                    <a:pt x="488" y="95"/>
                    <a:pt x="488" y="94"/>
                  </a:cubicBezTo>
                  <a:cubicBezTo>
                    <a:pt x="487" y="95"/>
                    <a:pt x="487" y="95"/>
                    <a:pt x="487" y="95"/>
                  </a:cubicBezTo>
                  <a:cubicBezTo>
                    <a:pt x="485" y="96"/>
                    <a:pt x="483" y="96"/>
                    <a:pt x="482" y="97"/>
                  </a:cubicBezTo>
                  <a:cubicBezTo>
                    <a:pt x="481" y="97"/>
                    <a:pt x="480" y="97"/>
                    <a:pt x="478" y="98"/>
                  </a:cubicBezTo>
                  <a:cubicBezTo>
                    <a:pt x="476" y="100"/>
                    <a:pt x="473" y="101"/>
                    <a:pt x="471" y="103"/>
                  </a:cubicBezTo>
                  <a:cubicBezTo>
                    <a:pt x="470" y="104"/>
                    <a:pt x="470" y="104"/>
                    <a:pt x="469" y="105"/>
                  </a:cubicBezTo>
                  <a:cubicBezTo>
                    <a:pt x="468" y="106"/>
                    <a:pt x="467" y="106"/>
                    <a:pt x="466" y="108"/>
                  </a:cubicBezTo>
                  <a:cubicBezTo>
                    <a:pt x="466" y="109"/>
                    <a:pt x="466" y="110"/>
                    <a:pt x="465" y="110"/>
                  </a:cubicBezTo>
                  <a:cubicBezTo>
                    <a:pt x="465" y="113"/>
                    <a:pt x="464" y="115"/>
                    <a:pt x="461" y="118"/>
                  </a:cubicBezTo>
                  <a:cubicBezTo>
                    <a:pt x="458" y="121"/>
                    <a:pt x="455" y="122"/>
                    <a:pt x="452" y="123"/>
                  </a:cubicBezTo>
                  <a:cubicBezTo>
                    <a:pt x="451" y="123"/>
                    <a:pt x="449" y="123"/>
                    <a:pt x="448" y="123"/>
                  </a:cubicBezTo>
                  <a:cubicBezTo>
                    <a:pt x="447" y="124"/>
                    <a:pt x="445" y="126"/>
                    <a:pt x="443" y="127"/>
                  </a:cubicBezTo>
                  <a:cubicBezTo>
                    <a:pt x="438" y="131"/>
                    <a:pt x="431" y="136"/>
                    <a:pt x="421" y="138"/>
                  </a:cubicBezTo>
                  <a:cubicBezTo>
                    <a:pt x="420" y="138"/>
                    <a:pt x="418" y="138"/>
                    <a:pt x="417" y="138"/>
                  </a:cubicBezTo>
                  <a:cubicBezTo>
                    <a:pt x="418" y="138"/>
                    <a:pt x="418" y="138"/>
                    <a:pt x="419" y="139"/>
                  </a:cubicBezTo>
                  <a:cubicBezTo>
                    <a:pt x="421" y="140"/>
                    <a:pt x="421" y="142"/>
                    <a:pt x="421" y="143"/>
                  </a:cubicBezTo>
                  <a:cubicBezTo>
                    <a:pt x="422" y="144"/>
                    <a:pt x="424" y="145"/>
                    <a:pt x="426" y="146"/>
                  </a:cubicBezTo>
                  <a:cubicBezTo>
                    <a:pt x="427" y="147"/>
                    <a:pt x="427" y="147"/>
                    <a:pt x="427" y="147"/>
                  </a:cubicBezTo>
                  <a:cubicBezTo>
                    <a:pt x="427" y="147"/>
                    <a:pt x="428" y="148"/>
                    <a:pt x="428" y="148"/>
                  </a:cubicBezTo>
                  <a:cubicBezTo>
                    <a:pt x="429" y="148"/>
                    <a:pt x="430" y="149"/>
                    <a:pt x="431" y="150"/>
                  </a:cubicBezTo>
                  <a:cubicBezTo>
                    <a:pt x="433" y="151"/>
                    <a:pt x="435" y="154"/>
                    <a:pt x="434" y="156"/>
                  </a:cubicBezTo>
                  <a:cubicBezTo>
                    <a:pt x="433" y="159"/>
                    <a:pt x="431" y="161"/>
                    <a:pt x="430" y="163"/>
                  </a:cubicBezTo>
                  <a:cubicBezTo>
                    <a:pt x="430" y="164"/>
                    <a:pt x="431" y="165"/>
                    <a:pt x="432" y="165"/>
                  </a:cubicBezTo>
                  <a:cubicBezTo>
                    <a:pt x="432" y="165"/>
                    <a:pt x="433" y="166"/>
                    <a:pt x="434" y="167"/>
                  </a:cubicBezTo>
                  <a:cubicBezTo>
                    <a:pt x="435" y="167"/>
                    <a:pt x="436" y="168"/>
                    <a:pt x="436" y="169"/>
                  </a:cubicBezTo>
                  <a:cubicBezTo>
                    <a:pt x="437" y="171"/>
                    <a:pt x="437" y="173"/>
                    <a:pt x="436" y="174"/>
                  </a:cubicBezTo>
                  <a:cubicBezTo>
                    <a:pt x="436" y="174"/>
                    <a:pt x="436" y="175"/>
                    <a:pt x="435" y="175"/>
                  </a:cubicBezTo>
                  <a:cubicBezTo>
                    <a:pt x="434" y="177"/>
                    <a:pt x="433" y="178"/>
                    <a:pt x="433" y="179"/>
                  </a:cubicBezTo>
                  <a:cubicBezTo>
                    <a:pt x="433" y="179"/>
                    <a:pt x="433" y="179"/>
                    <a:pt x="433" y="179"/>
                  </a:cubicBezTo>
                  <a:cubicBezTo>
                    <a:pt x="433" y="179"/>
                    <a:pt x="433" y="179"/>
                    <a:pt x="433" y="179"/>
                  </a:cubicBezTo>
                  <a:cubicBezTo>
                    <a:pt x="433" y="181"/>
                    <a:pt x="434" y="183"/>
                    <a:pt x="435" y="184"/>
                  </a:cubicBezTo>
                  <a:cubicBezTo>
                    <a:pt x="435" y="186"/>
                    <a:pt x="436" y="188"/>
                    <a:pt x="437" y="190"/>
                  </a:cubicBezTo>
                  <a:cubicBezTo>
                    <a:pt x="439" y="196"/>
                    <a:pt x="438" y="201"/>
                    <a:pt x="436" y="206"/>
                  </a:cubicBezTo>
                  <a:cubicBezTo>
                    <a:pt x="435" y="208"/>
                    <a:pt x="435" y="210"/>
                    <a:pt x="436" y="212"/>
                  </a:cubicBezTo>
                  <a:cubicBezTo>
                    <a:pt x="436" y="213"/>
                    <a:pt x="436" y="215"/>
                    <a:pt x="436" y="216"/>
                  </a:cubicBezTo>
                  <a:cubicBezTo>
                    <a:pt x="436" y="218"/>
                    <a:pt x="435" y="219"/>
                    <a:pt x="435" y="220"/>
                  </a:cubicBezTo>
                  <a:cubicBezTo>
                    <a:pt x="435" y="220"/>
                    <a:pt x="435" y="220"/>
                    <a:pt x="435" y="220"/>
                  </a:cubicBezTo>
                  <a:cubicBezTo>
                    <a:pt x="439" y="223"/>
                    <a:pt x="441" y="228"/>
                    <a:pt x="440" y="233"/>
                  </a:cubicBezTo>
                  <a:cubicBezTo>
                    <a:pt x="439" y="236"/>
                    <a:pt x="438" y="238"/>
                    <a:pt x="438" y="240"/>
                  </a:cubicBezTo>
                  <a:cubicBezTo>
                    <a:pt x="437" y="243"/>
                    <a:pt x="436" y="245"/>
                    <a:pt x="436" y="247"/>
                  </a:cubicBezTo>
                  <a:cubicBezTo>
                    <a:pt x="436" y="248"/>
                    <a:pt x="436" y="249"/>
                    <a:pt x="437" y="250"/>
                  </a:cubicBezTo>
                  <a:cubicBezTo>
                    <a:pt x="438" y="251"/>
                    <a:pt x="439" y="252"/>
                    <a:pt x="439" y="253"/>
                  </a:cubicBezTo>
                  <a:cubicBezTo>
                    <a:pt x="440" y="254"/>
                    <a:pt x="440" y="255"/>
                    <a:pt x="441" y="255"/>
                  </a:cubicBezTo>
                  <a:cubicBezTo>
                    <a:pt x="441" y="256"/>
                    <a:pt x="441" y="256"/>
                    <a:pt x="441" y="257"/>
                  </a:cubicBezTo>
                  <a:cubicBezTo>
                    <a:pt x="442" y="257"/>
                    <a:pt x="443" y="257"/>
                    <a:pt x="444" y="259"/>
                  </a:cubicBezTo>
                  <a:cubicBezTo>
                    <a:pt x="447" y="263"/>
                    <a:pt x="445" y="268"/>
                    <a:pt x="444" y="270"/>
                  </a:cubicBezTo>
                  <a:cubicBezTo>
                    <a:pt x="444" y="271"/>
                    <a:pt x="444" y="271"/>
                    <a:pt x="444" y="272"/>
                  </a:cubicBezTo>
                  <a:cubicBezTo>
                    <a:pt x="445" y="273"/>
                    <a:pt x="446" y="275"/>
                    <a:pt x="447" y="277"/>
                  </a:cubicBezTo>
                  <a:cubicBezTo>
                    <a:pt x="448" y="279"/>
                    <a:pt x="449" y="280"/>
                    <a:pt x="451" y="281"/>
                  </a:cubicBezTo>
                  <a:cubicBezTo>
                    <a:pt x="452" y="281"/>
                    <a:pt x="453" y="282"/>
                    <a:pt x="454" y="283"/>
                  </a:cubicBezTo>
                  <a:cubicBezTo>
                    <a:pt x="456" y="284"/>
                    <a:pt x="458" y="286"/>
                    <a:pt x="460" y="287"/>
                  </a:cubicBezTo>
                  <a:cubicBezTo>
                    <a:pt x="462" y="289"/>
                    <a:pt x="463" y="290"/>
                    <a:pt x="465" y="291"/>
                  </a:cubicBezTo>
                  <a:cubicBezTo>
                    <a:pt x="470" y="294"/>
                    <a:pt x="470" y="298"/>
                    <a:pt x="470" y="300"/>
                  </a:cubicBezTo>
                  <a:cubicBezTo>
                    <a:pt x="469" y="303"/>
                    <a:pt x="466" y="307"/>
                    <a:pt x="461" y="309"/>
                  </a:cubicBezTo>
                  <a:cubicBezTo>
                    <a:pt x="460" y="309"/>
                    <a:pt x="460" y="309"/>
                    <a:pt x="460" y="309"/>
                  </a:cubicBezTo>
                  <a:cubicBezTo>
                    <a:pt x="458" y="310"/>
                    <a:pt x="458" y="310"/>
                    <a:pt x="457" y="311"/>
                  </a:cubicBezTo>
                  <a:cubicBezTo>
                    <a:pt x="457" y="311"/>
                    <a:pt x="457" y="312"/>
                    <a:pt x="457" y="313"/>
                  </a:cubicBezTo>
                  <a:cubicBezTo>
                    <a:pt x="457" y="314"/>
                    <a:pt x="457" y="315"/>
                    <a:pt x="457" y="316"/>
                  </a:cubicBezTo>
                  <a:cubicBezTo>
                    <a:pt x="459" y="316"/>
                    <a:pt x="460" y="318"/>
                    <a:pt x="461" y="320"/>
                  </a:cubicBezTo>
                  <a:cubicBezTo>
                    <a:pt x="462" y="322"/>
                    <a:pt x="461" y="324"/>
                    <a:pt x="460" y="326"/>
                  </a:cubicBezTo>
                  <a:cubicBezTo>
                    <a:pt x="458" y="329"/>
                    <a:pt x="454" y="329"/>
                    <a:pt x="451" y="329"/>
                  </a:cubicBezTo>
                  <a:cubicBezTo>
                    <a:pt x="448" y="329"/>
                    <a:pt x="445" y="329"/>
                    <a:pt x="442" y="329"/>
                  </a:cubicBezTo>
                  <a:cubicBezTo>
                    <a:pt x="441" y="328"/>
                    <a:pt x="440" y="328"/>
                    <a:pt x="439" y="328"/>
                  </a:cubicBezTo>
                  <a:cubicBezTo>
                    <a:pt x="435" y="328"/>
                    <a:pt x="435" y="328"/>
                    <a:pt x="435" y="328"/>
                  </a:cubicBezTo>
                  <a:cubicBezTo>
                    <a:pt x="429" y="328"/>
                    <a:pt x="424" y="328"/>
                    <a:pt x="419" y="328"/>
                  </a:cubicBezTo>
                  <a:cubicBezTo>
                    <a:pt x="415" y="327"/>
                    <a:pt x="411" y="327"/>
                    <a:pt x="407" y="327"/>
                  </a:cubicBezTo>
                  <a:cubicBezTo>
                    <a:pt x="397" y="326"/>
                    <a:pt x="387" y="325"/>
                    <a:pt x="380" y="327"/>
                  </a:cubicBezTo>
                  <a:cubicBezTo>
                    <a:pt x="378" y="327"/>
                    <a:pt x="377" y="327"/>
                    <a:pt x="376" y="328"/>
                  </a:cubicBezTo>
                  <a:cubicBezTo>
                    <a:pt x="374" y="328"/>
                    <a:pt x="372" y="328"/>
                    <a:pt x="370" y="329"/>
                  </a:cubicBezTo>
                  <a:cubicBezTo>
                    <a:pt x="367" y="329"/>
                    <a:pt x="363" y="329"/>
                    <a:pt x="361" y="329"/>
                  </a:cubicBezTo>
                  <a:cubicBezTo>
                    <a:pt x="359" y="330"/>
                    <a:pt x="359" y="330"/>
                    <a:pt x="359" y="333"/>
                  </a:cubicBezTo>
                  <a:cubicBezTo>
                    <a:pt x="359" y="336"/>
                    <a:pt x="358" y="339"/>
                    <a:pt x="356" y="343"/>
                  </a:cubicBezTo>
                  <a:cubicBezTo>
                    <a:pt x="352" y="348"/>
                    <a:pt x="344" y="349"/>
                    <a:pt x="337" y="351"/>
                  </a:cubicBezTo>
                  <a:cubicBezTo>
                    <a:pt x="334" y="351"/>
                    <a:pt x="332" y="352"/>
                    <a:pt x="330" y="352"/>
                  </a:cubicBezTo>
                  <a:cubicBezTo>
                    <a:pt x="329" y="353"/>
                    <a:pt x="328" y="353"/>
                    <a:pt x="327" y="354"/>
                  </a:cubicBezTo>
                  <a:cubicBezTo>
                    <a:pt x="326" y="355"/>
                    <a:pt x="324" y="356"/>
                    <a:pt x="321" y="356"/>
                  </a:cubicBezTo>
                  <a:cubicBezTo>
                    <a:pt x="321" y="356"/>
                    <a:pt x="320" y="356"/>
                    <a:pt x="320" y="356"/>
                  </a:cubicBezTo>
                  <a:cubicBezTo>
                    <a:pt x="317" y="356"/>
                    <a:pt x="315" y="355"/>
                    <a:pt x="313" y="355"/>
                  </a:cubicBezTo>
                  <a:cubicBezTo>
                    <a:pt x="312" y="354"/>
                    <a:pt x="311" y="354"/>
                    <a:pt x="310" y="354"/>
                  </a:cubicBezTo>
                  <a:cubicBezTo>
                    <a:pt x="310" y="354"/>
                    <a:pt x="309" y="353"/>
                    <a:pt x="308" y="353"/>
                  </a:cubicBezTo>
                  <a:cubicBezTo>
                    <a:pt x="306" y="353"/>
                    <a:pt x="306" y="353"/>
                    <a:pt x="305" y="361"/>
                  </a:cubicBezTo>
                  <a:cubicBezTo>
                    <a:pt x="305" y="362"/>
                    <a:pt x="305" y="362"/>
                    <a:pt x="305" y="363"/>
                  </a:cubicBezTo>
                  <a:cubicBezTo>
                    <a:pt x="307" y="363"/>
                    <a:pt x="310" y="364"/>
                    <a:pt x="311" y="368"/>
                  </a:cubicBezTo>
                  <a:cubicBezTo>
                    <a:pt x="312" y="370"/>
                    <a:pt x="311" y="373"/>
                    <a:pt x="307" y="375"/>
                  </a:cubicBezTo>
                  <a:cubicBezTo>
                    <a:pt x="307" y="375"/>
                    <a:pt x="307" y="375"/>
                    <a:pt x="307" y="377"/>
                  </a:cubicBezTo>
                  <a:cubicBezTo>
                    <a:pt x="307" y="377"/>
                    <a:pt x="307" y="378"/>
                    <a:pt x="307" y="379"/>
                  </a:cubicBezTo>
                  <a:cubicBezTo>
                    <a:pt x="308" y="379"/>
                    <a:pt x="309" y="379"/>
                    <a:pt x="309" y="380"/>
                  </a:cubicBezTo>
                  <a:cubicBezTo>
                    <a:pt x="311" y="380"/>
                    <a:pt x="312" y="382"/>
                    <a:pt x="312" y="383"/>
                  </a:cubicBezTo>
                  <a:cubicBezTo>
                    <a:pt x="312" y="383"/>
                    <a:pt x="313" y="383"/>
                    <a:pt x="313" y="384"/>
                  </a:cubicBezTo>
                  <a:cubicBezTo>
                    <a:pt x="313" y="384"/>
                    <a:pt x="313" y="384"/>
                    <a:pt x="314" y="384"/>
                  </a:cubicBezTo>
                  <a:cubicBezTo>
                    <a:pt x="316" y="386"/>
                    <a:pt x="320" y="388"/>
                    <a:pt x="318" y="395"/>
                  </a:cubicBezTo>
                  <a:cubicBezTo>
                    <a:pt x="316" y="403"/>
                    <a:pt x="306" y="403"/>
                    <a:pt x="299" y="404"/>
                  </a:cubicBezTo>
                  <a:cubicBezTo>
                    <a:pt x="298" y="404"/>
                    <a:pt x="296" y="404"/>
                    <a:pt x="295" y="404"/>
                  </a:cubicBezTo>
                  <a:cubicBezTo>
                    <a:pt x="291" y="405"/>
                    <a:pt x="290" y="406"/>
                    <a:pt x="287" y="409"/>
                  </a:cubicBezTo>
                  <a:cubicBezTo>
                    <a:pt x="286" y="410"/>
                    <a:pt x="285" y="411"/>
                    <a:pt x="284" y="412"/>
                  </a:cubicBezTo>
                  <a:cubicBezTo>
                    <a:pt x="281" y="414"/>
                    <a:pt x="279" y="415"/>
                    <a:pt x="276" y="416"/>
                  </a:cubicBezTo>
                  <a:cubicBezTo>
                    <a:pt x="275" y="417"/>
                    <a:pt x="275" y="417"/>
                    <a:pt x="274" y="418"/>
                  </a:cubicBezTo>
                  <a:cubicBezTo>
                    <a:pt x="273" y="418"/>
                    <a:pt x="272" y="419"/>
                    <a:pt x="271" y="419"/>
                  </a:cubicBezTo>
                  <a:cubicBezTo>
                    <a:pt x="269" y="421"/>
                    <a:pt x="266" y="423"/>
                    <a:pt x="262" y="423"/>
                  </a:cubicBezTo>
                  <a:cubicBezTo>
                    <a:pt x="255" y="424"/>
                    <a:pt x="250" y="425"/>
                    <a:pt x="245" y="428"/>
                  </a:cubicBezTo>
                  <a:cubicBezTo>
                    <a:pt x="244" y="428"/>
                    <a:pt x="242" y="429"/>
                    <a:pt x="241" y="429"/>
                  </a:cubicBezTo>
                  <a:cubicBezTo>
                    <a:pt x="240" y="429"/>
                    <a:pt x="238" y="430"/>
                    <a:pt x="237" y="431"/>
                  </a:cubicBezTo>
                  <a:cubicBezTo>
                    <a:pt x="235" y="432"/>
                    <a:pt x="234" y="434"/>
                    <a:pt x="233" y="437"/>
                  </a:cubicBezTo>
                  <a:cubicBezTo>
                    <a:pt x="232" y="439"/>
                    <a:pt x="232" y="440"/>
                    <a:pt x="231" y="441"/>
                  </a:cubicBezTo>
                  <a:cubicBezTo>
                    <a:pt x="227" y="448"/>
                    <a:pt x="221" y="454"/>
                    <a:pt x="217" y="458"/>
                  </a:cubicBezTo>
                  <a:cubicBezTo>
                    <a:pt x="213" y="462"/>
                    <a:pt x="209" y="464"/>
                    <a:pt x="206" y="465"/>
                  </a:cubicBezTo>
                  <a:cubicBezTo>
                    <a:pt x="205" y="466"/>
                    <a:pt x="204" y="466"/>
                    <a:pt x="203" y="467"/>
                  </a:cubicBezTo>
                  <a:cubicBezTo>
                    <a:pt x="198" y="470"/>
                    <a:pt x="194" y="470"/>
                    <a:pt x="190" y="471"/>
                  </a:cubicBezTo>
                  <a:cubicBezTo>
                    <a:pt x="189" y="471"/>
                    <a:pt x="189" y="471"/>
                    <a:pt x="189" y="471"/>
                  </a:cubicBezTo>
                  <a:cubicBezTo>
                    <a:pt x="186" y="471"/>
                    <a:pt x="183" y="472"/>
                    <a:pt x="181" y="472"/>
                  </a:cubicBezTo>
                  <a:cubicBezTo>
                    <a:pt x="178" y="473"/>
                    <a:pt x="175" y="474"/>
                    <a:pt x="173" y="474"/>
                  </a:cubicBezTo>
                  <a:cubicBezTo>
                    <a:pt x="170" y="475"/>
                    <a:pt x="168" y="474"/>
                    <a:pt x="166" y="474"/>
                  </a:cubicBezTo>
                  <a:cubicBezTo>
                    <a:pt x="165" y="474"/>
                    <a:pt x="163" y="473"/>
                    <a:pt x="162" y="474"/>
                  </a:cubicBezTo>
                  <a:cubicBezTo>
                    <a:pt x="162" y="474"/>
                    <a:pt x="160" y="476"/>
                    <a:pt x="157" y="476"/>
                  </a:cubicBezTo>
                  <a:cubicBezTo>
                    <a:pt x="157" y="477"/>
                    <a:pt x="156" y="477"/>
                    <a:pt x="156" y="477"/>
                  </a:cubicBezTo>
                  <a:cubicBezTo>
                    <a:pt x="155" y="477"/>
                    <a:pt x="153" y="476"/>
                    <a:pt x="152" y="476"/>
                  </a:cubicBezTo>
                  <a:cubicBezTo>
                    <a:pt x="151" y="475"/>
                    <a:pt x="151" y="475"/>
                    <a:pt x="151" y="475"/>
                  </a:cubicBezTo>
                  <a:cubicBezTo>
                    <a:pt x="151" y="475"/>
                    <a:pt x="150" y="476"/>
                    <a:pt x="150" y="476"/>
                  </a:cubicBezTo>
                  <a:cubicBezTo>
                    <a:pt x="149" y="476"/>
                    <a:pt x="148" y="476"/>
                    <a:pt x="147" y="476"/>
                  </a:cubicBezTo>
                  <a:cubicBezTo>
                    <a:pt x="147" y="476"/>
                    <a:pt x="146" y="476"/>
                    <a:pt x="146" y="476"/>
                  </a:cubicBezTo>
                  <a:cubicBezTo>
                    <a:pt x="146" y="476"/>
                    <a:pt x="146" y="476"/>
                    <a:pt x="146" y="477"/>
                  </a:cubicBezTo>
                  <a:cubicBezTo>
                    <a:pt x="145" y="479"/>
                    <a:pt x="145" y="481"/>
                    <a:pt x="144" y="484"/>
                  </a:cubicBezTo>
                  <a:cubicBezTo>
                    <a:pt x="142" y="489"/>
                    <a:pt x="138" y="491"/>
                    <a:pt x="133" y="491"/>
                  </a:cubicBezTo>
                  <a:cubicBezTo>
                    <a:pt x="130" y="491"/>
                    <a:pt x="128" y="490"/>
                    <a:pt x="125" y="490"/>
                  </a:cubicBezTo>
                  <a:cubicBezTo>
                    <a:pt x="124" y="489"/>
                    <a:pt x="123" y="489"/>
                    <a:pt x="123" y="489"/>
                  </a:cubicBezTo>
                  <a:cubicBezTo>
                    <a:pt x="122" y="489"/>
                    <a:pt x="121" y="489"/>
                    <a:pt x="120" y="489"/>
                  </a:cubicBezTo>
                  <a:cubicBezTo>
                    <a:pt x="115" y="489"/>
                    <a:pt x="115" y="489"/>
                    <a:pt x="115" y="489"/>
                  </a:cubicBezTo>
                  <a:cubicBezTo>
                    <a:pt x="115" y="489"/>
                    <a:pt x="114" y="489"/>
                    <a:pt x="113" y="489"/>
                  </a:cubicBezTo>
                  <a:cubicBezTo>
                    <a:pt x="111" y="489"/>
                    <a:pt x="110" y="488"/>
                    <a:pt x="109" y="488"/>
                  </a:cubicBezTo>
                  <a:cubicBezTo>
                    <a:pt x="107" y="487"/>
                    <a:pt x="106" y="487"/>
                    <a:pt x="106" y="487"/>
                  </a:cubicBezTo>
                  <a:cubicBezTo>
                    <a:pt x="102" y="488"/>
                    <a:pt x="97" y="492"/>
                    <a:pt x="95" y="495"/>
                  </a:cubicBezTo>
                  <a:cubicBezTo>
                    <a:pt x="93" y="497"/>
                    <a:pt x="90" y="501"/>
                    <a:pt x="86" y="502"/>
                  </a:cubicBezTo>
                  <a:cubicBezTo>
                    <a:pt x="83" y="503"/>
                    <a:pt x="81" y="503"/>
                    <a:pt x="78" y="503"/>
                  </a:cubicBezTo>
                  <a:cubicBezTo>
                    <a:pt x="78" y="503"/>
                    <a:pt x="77" y="502"/>
                    <a:pt x="76" y="502"/>
                  </a:cubicBezTo>
                  <a:cubicBezTo>
                    <a:pt x="75" y="503"/>
                    <a:pt x="75" y="503"/>
                    <a:pt x="74" y="504"/>
                  </a:cubicBezTo>
                  <a:cubicBezTo>
                    <a:pt x="73" y="505"/>
                    <a:pt x="71" y="507"/>
                    <a:pt x="68" y="508"/>
                  </a:cubicBezTo>
                  <a:cubicBezTo>
                    <a:pt x="67" y="508"/>
                    <a:pt x="65" y="510"/>
                    <a:pt x="64" y="511"/>
                  </a:cubicBezTo>
                  <a:cubicBezTo>
                    <a:pt x="63" y="512"/>
                    <a:pt x="62" y="513"/>
                    <a:pt x="60" y="514"/>
                  </a:cubicBezTo>
                  <a:cubicBezTo>
                    <a:pt x="59" y="515"/>
                    <a:pt x="58" y="516"/>
                    <a:pt x="57" y="517"/>
                  </a:cubicBezTo>
                  <a:cubicBezTo>
                    <a:pt x="56" y="518"/>
                    <a:pt x="54" y="519"/>
                    <a:pt x="53" y="520"/>
                  </a:cubicBezTo>
                  <a:cubicBezTo>
                    <a:pt x="51" y="522"/>
                    <a:pt x="48" y="522"/>
                    <a:pt x="46" y="523"/>
                  </a:cubicBezTo>
                  <a:cubicBezTo>
                    <a:pt x="44" y="524"/>
                    <a:pt x="43" y="525"/>
                    <a:pt x="41" y="526"/>
                  </a:cubicBezTo>
                  <a:cubicBezTo>
                    <a:pt x="38" y="528"/>
                    <a:pt x="36" y="530"/>
                    <a:pt x="33" y="532"/>
                  </a:cubicBezTo>
                  <a:cubicBezTo>
                    <a:pt x="31" y="534"/>
                    <a:pt x="28" y="536"/>
                    <a:pt x="26" y="538"/>
                  </a:cubicBezTo>
                  <a:cubicBezTo>
                    <a:pt x="25" y="539"/>
                    <a:pt x="20" y="542"/>
                    <a:pt x="17" y="543"/>
                  </a:cubicBezTo>
                  <a:cubicBezTo>
                    <a:pt x="16" y="544"/>
                    <a:pt x="16" y="544"/>
                    <a:pt x="15" y="544"/>
                  </a:cubicBezTo>
                  <a:cubicBezTo>
                    <a:pt x="15" y="551"/>
                    <a:pt x="15" y="557"/>
                    <a:pt x="14" y="564"/>
                  </a:cubicBezTo>
                  <a:cubicBezTo>
                    <a:pt x="13" y="581"/>
                    <a:pt x="13" y="581"/>
                    <a:pt x="13" y="581"/>
                  </a:cubicBezTo>
                  <a:cubicBezTo>
                    <a:pt x="13" y="592"/>
                    <a:pt x="12" y="603"/>
                    <a:pt x="12" y="615"/>
                  </a:cubicBezTo>
                  <a:cubicBezTo>
                    <a:pt x="12" y="616"/>
                    <a:pt x="12" y="618"/>
                    <a:pt x="11" y="619"/>
                  </a:cubicBezTo>
                  <a:cubicBezTo>
                    <a:pt x="11" y="622"/>
                    <a:pt x="10" y="629"/>
                    <a:pt x="11" y="630"/>
                  </a:cubicBezTo>
                  <a:cubicBezTo>
                    <a:pt x="31" y="643"/>
                    <a:pt x="31" y="643"/>
                    <a:pt x="31" y="643"/>
                  </a:cubicBezTo>
                  <a:cubicBezTo>
                    <a:pt x="90" y="681"/>
                    <a:pt x="137" y="712"/>
                    <a:pt x="180" y="741"/>
                  </a:cubicBezTo>
                  <a:cubicBezTo>
                    <a:pt x="229" y="774"/>
                    <a:pt x="282" y="811"/>
                    <a:pt x="339" y="852"/>
                  </a:cubicBezTo>
                  <a:cubicBezTo>
                    <a:pt x="375" y="878"/>
                    <a:pt x="414" y="906"/>
                    <a:pt x="459" y="940"/>
                  </a:cubicBezTo>
                  <a:cubicBezTo>
                    <a:pt x="476" y="953"/>
                    <a:pt x="493" y="966"/>
                    <a:pt x="510" y="978"/>
                  </a:cubicBezTo>
                  <a:cubicBezTo>
                    <a:pt x="519" y="985"/>
                    <a:pt x="529" y="992"/>
                    <a:pt x="538" y="998"/>
                  </a:cubicBezTo>
                  <a:cubicBezTo>
                    <a:pt x="545" y="1002"/>
                    <a:pt x="551" y="1006"/>
                    <a:pt x="557" y="1011"/>
                  </a:cubicBezTo>
                  <a:cubicBezTo>
                    <a:pt x="560" y="1012"/>
                    <a:pt x="563" y="1014"/>
                    <a:pt x="565" y="1016"/>
                  </a:cubicBezTo>
                  <a:cubicBezTo>
                    <a:pt x="569" y="1019"/>
                    <a:pt x="569" y="1019"/>
                    <a:pt x="569" y="1019"/>
                  </a:cubicBezTo>
                  <a:cubicBezTo>
                    <a:pt x="570" y="1019"/>
                    <a:pt x="572" y="1020"/>
                    <a:pt x="573" y="1021"/>
                  </a:cubicBezTo>
                  <a:cubicBezTo>
                    <a:pt x="576" y="1023"/>
                    <a:pt x="580" y="1025"/>
                    <a:pt x="582" y="1028"/>
                  </a:cubicBezTo>
                  <a:cubicBezTo>
                    <a:pt x="586" y="1034"/>
                    <a:pt x="584" y="1041"/>
                    <a:pt x="583" y="1046"/>
                  </a:cubicBezTo>
                  <a:cubicBezTo>
                    <a:pt x="582" y="1049"/>
                    <a:pt x="582" y="1049"/>
                    <a:pt x="582" y="1049"/>
                  </a:cubicBezTo>
                  <a:cubicBezTo>
                    <a:pt x="582" y="1049"/>
                    <a:pt x="582" y="1049"/>
                    <a:pt x="582" y="1049"/>
                  </a:cubicBezTo>
                  <a:cubicBezTo>
                    <a:pt x="582" y="1049"/>
                    <a:pt x="582" y="1049"/>
                    <a:pt x="582" y="1049"/>
                  </a:cubicBezTo>
                  <a:cubicBezTo>
                    <a:pt x="585" y="1048"/>
                    <a:pt x="588" y="1049"/>
                    <a:pt x="591" y="1051"/>
                  </a:cubicBezTo>
                  <a:cubicBezTo>
                    <a:pt x="592" y="1052"/>
                    <a:pt x="592" y="1053"/>
                    <a:pt x="593" y="1054"/>
                  </a:cubicBezTo>
                  <a:cubicBezTo>
                    <a:pt x="593" y="1054"/>
                    <a:pt x="593" y="1054"/>
                    <a:pt x="593" y="1054"/>
                  </a:cubicBezTo>
                  <a:cubicBezTo>
                    <a:pt x="594" y="1054"/>
                    <a:pt x="595" y="1055"/>
                    <a:pt x="596" y="1055"/>
                  </a:cubicBezTo>
                  <a:cubicBezTo>
                    <a:pt x="599" y="1056"/>
                    <a:pt x="602" y="1057"/>
                    <a:pt x="605" y="1059"/>
                  </a:cubicBezTo>
                  <a:cubicBezTo>
                    <a:pt x="609" y="1062"/>
                    <a:pt x="611" y="1064"/>
                    <a:pt x="611" y="1069"/>
                  </a:cubicBezTo>
                  <a:cubicBezTo>
                    <a:pt x="611" y="1070"/>
                    <a:pt x="611" y="1070"/>
                    <a:pt x="611" y="1070"/>
                  </a:cubicBezTo>
                  <a:cubicBezTo>
                    <a:pt x="612" y="1072"/>
                    <a:pt x="612" y="1072"/>
                    <a:pt x="615" y="1074"/>
                  </a:cubicBezTo>
                  <a:cubicBezTo>
                    <a:pt x="615" y="1075"/>
                    <a:pt x="616" y="1075"/>
                    <a:pt x="616" y="1076"/>
                  </a:cubicBezTo>
                  <a:cubicBezTo>
                    <a:pt x="617" y="1076"/>
                    <a:pt x="617" y="1077"/>
                    <a:pt x="617" y="1077"/>
                  </a:cubicBezTo>
                  <a:cubicBezTo>
                    <a:pt x="618" y="1077"/>
                    <a:pt x="618" y="1077"/>
                    <a:pt x="618" y="1077"/>
                  </a:cubicBezTo>
                  <a:cubicBezTo>
                    <a:pt x="622" y="1077"/>
                    <a:pt x="623" y="1079"/>
                    <a:pt x="624" y="1080"/>
                  </a:cubicBezTo>
                  <a:cubicBezTo>
                    <a:pt x="624" y="1080"/>
                    <a:pt x="624" y="1079"/>
                    <a:pt x="625" y="1079"/>
                  </a:cubicBezTo>
                  <a:cubicBezTo>
                    <a:pt x="627" y="1080"/>
                    <a:pt x="630" y="1080"/>
                    <a:pt x="631" y="1081"/>
                  </a:cubicBezTo>
                  <a:cubicBezTo>
                    <a:pt x="631" y="1081"/>
                    <a:pt x="632" y="1082"/>
                    <a:pt x="632" y="1082"/>
                  </a:cubicBezTo>
                  <a:cubicBezTo>
                    <a:pt x="633" y="1081"/>
                    <a:pt x="633" y="1081"/>
                    <a:pt x="633" y="1081"/>
                  </a:cubicBezTo>
                  <a:cubicBezTo>
                    <a:pt x="635" y="1079"/>
                    <a:pt x="638" y="1077"/>
                    <a:pt x="643" y="1080"/>
                  </a:cubicBezTo>
                  <a:cubicBezTo>
                    <a:pt x="647" y="1082"/>
                    <a:pt x="651" y="1086"/>
                    <a:pt x="653" y="1090"/>
                  </a:cubicBezTo>
                  <a:cubicBezTo>
                    <a:pt x="654" y="1092"/>
                    <a:pt x="654" y="1093"/>
                    <a:pt x="654" y="1093"/>
                  </a:cubicBezTo>
                  <a:cubicBezTo>
                    <a:pt x="654" y="1093"/>
                    <a:pt x="656" y="1093"/>
                    <a:pt x="656" y="1093"/>
                  </a:cubicBezTo>
                  <a:cubicBezTo>
                    <a:pt x="658" y="1094"/>
                    <a:pt x="659" y="1094"/>
                    <a:pt x="660" y="1094"/>
                  </a:cubicBezTo>
                  <a:cubicBezTo>
                    <a:pt x="661" y="1095"/>
                    <a:pt x="663" y="1096"/>
                    <a:pt x="665" y="1096"/>
                  </a:cubicBezTo>
                  <a:cubicBezTo>
                    <a:pt x="669" y="1096"/>
                    <a:pt x="672" y="1097"/>
                    <a:pt x="676" y="1098"/>
                  </a:cubicBezTo>
                  <a:cubicBezTo>
                    <a:pt x="678" y="1098"/>
                    <a:pt x="680" y="1099"/>
                    <a:pt x="681" y="1099"/>
                  </a:cubicBezTo>
                  <a:cubicBezTo>
                    <a:pt x="685" y="1100"/>
                    <a:pt x="689" y="1101"/>
                    <a:pt x="694" y="1103"/>
                  </a:cubicBezTo>
                  <a:cubicBezTo>
                    <a:pt x="695" y="1104"/>
                    <a:pt x="696" y="1105"/>
                    <a:pt x="697" y="1106"/>
                  </a:cubicBezTo>
                  <a:cubicBezTo>
                    <a:pt x="697" y="1106"/>
                    <a:pt x="697" y="1106"/>
                    <a:pt x="698" y="1107"/>
                  </a:cubicBezTo>
                  <a:cubicBezTo>
                    <a:pt x="697" y="1106"/>
                    <a:pt x="698" y="1107"/>
                    <a:pt x="698" y="1107"/>
                  </a:cubicBezTo>
                  <a:cubicBezTo>
                    <a:pt x="700" y="1107"/>
                    <a:pt x="701" y="1108"/>
                    <a:pt x="703" y="1109"/>
                  </a:cubicBezTo>
                  <a:cubicBezTo>
                    <a:pt x="706" y="1112"/>
                    <a:pt x="704" y="1116"/>
                    <a:pt x="704" y="1118"/>
                  </a:cubicBezTo>
                  <a:cubicBezTo>
                    <a:pt x="704" y="1119"/>
                    <a:pt x="704" y="1120"/>
                    <a:pt x="704" y="1120"/>
                  </a:cubicBezTo>
                  <a:cubicBezTo>
                    <a:pt x="704" y="1122"/>
                    <a:pt x="704" y="1125"/>
                    <a:pt x="703" y="1127"/>
                  </a:cubicBezTo>
                  <a:cubicBezTo>
                    <a:pt x="703" y="1128"/>
                    <a:pt x="703" y="1129"/>
                    <a:pt x="703" y="1129"/>
                  </a:cubicBezTo>
                  <a:cubicBezTo>
                    <a:pt x="703" y="1129"/>
                    <a:pt x="703" y="1130"/>
                    <a:pt x="704" y="1130"/>
                  </a:cubicBezTo>
                  <a:cubicBezTo>
                    <a:pt x="704" y="1130"/>
                    <a:pt x="704" y="1131"/>
                    <a:pt x="705" y="1132"/>
                  </a:cubicBezTo>
                  <a:cubicBezTo>
                    <a:pt x="705" y="1132"/>
                    <a:pt x="705" y="1134"/>
                    <a:pt x="706" y="1135"/>
                  </a:cubicBezTo>
                  <a:cubicBezTo>
                    <a:pt x="706" y="1135"/>
                    <a:pt x="706" y="1136"/>
                    <a:pt x="706" y="1136"/>
                  </a:cubicBezTo>
                  <a:cubicBezTo>
                    <a:pt x="707" y="1142"/>
                    <a:pt x="705" y="1144"/>
                    <a:pt x="703" y="1145"/>
                  </a:cubicBezTo>
                  <a:cubicBezTo>
                    <a:pt x="702" y="1146"/>
                    <a:pt x="702" y="1146"/>
                    <a:pt x="702" y="1146"/>
                  </a:cubicBezTo>
                  <a:cubicBezTo>
                    <a:pt x="702" y="1147"/>
                    <a:pt x="702" y="1149"/>
                    <a:pt x="701" y="1150"/>
                  </a:cubicBezTo>
                  <a:cubicBezTo>
                    <a:pt x="701" y="1152"/>
                    <a:pt x="700" y="1153"/>
                    <a:pt x="699" y="1153"/>
                  </a:cubicBezTo>
                  <a:cubicBezTo>
                    <a:pt x="697" y="1156"/>
                    <a:pt x="698" y="1155"/>
                    <a:pt x="698" y="115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430EA573-F0D8-4AD4-B0BA-3E4EB3D14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4488" y="665163"/>
              <a:ext cx="1377950" cy="1312863"/>
            </a:xfrm>
            <a:custGeom>
              <a:avLst/>
              <a:gdLst>
                <a:gd name="T0" fmla="*/ 1021 w 1218"/>
                <a:gd name="T1" fmla="*/ 10 h 1162"/>
                <a:gd name="T2" fmla="*/ 998 w 1218"/>
                <a:gd name="T3" fmla="*/ 35 h 1162"/>
                <a:gd name="T4" fmla="*/ 1004 w 1218"/>
                <a:gd name="T5" fmla="*/ 105 h 1162"/>
                <a:gd name="T6" fmla="*/ 1001 w 1218"/>
                <a:gd name="T7" fmla="*/ 146 h 1162"/>
                <a:gd name="T8" fmla="*/ 986 w 1218"/>
                <a:gd name="T9" fmla="*/ 166 h 1162"/>
                <a:gd name="T10" fmla="*/ 957 w 1218"/>
                <a:gd name="T11" fmla="*/ 198 h 1162"/>
                <a:gd name="T12" fmla="*/ 979 w 1218"/>
                <a:gd name="T13" fmla="*/ 251 h 1162"/>
                <a:gd name="T14" fmla="*/ 1007 w 1218"/>
                <a:gd name="T15" fmla="*/ 294 h 1162"/>
                <a:gd name="T16" fmla="*/ 1072 w 1218"/>
                <a:gd name="T17" fmla="*/ 437 h 1162"/>
                <a:gd name="T18" fmla="*/ 1092 w 1218"/>
                <a:gd name="T19" fmla="*/ 530 h 1162"/>
                <a:gd name="T20" fmla="*/ 1090 w 1218"/>
                <a:gd name="T21" fmla="*/ 614 h 1162"/>
                <a:gd name="T22" fmla="*/ 1094 w 1218"/>
                <a:gd name="T23" fmla="*/ 666 h 1162"/>
                <a:gd name="T24" fmla="*/ 1075 w 1218"/>
                <a:gd name="T25" fmla="*/ 717 h 1162"/>
                <a:gd name="T26" fmla="*/ 1113 w 1218"/>
                <a:gd name="T27" fmla="*/ 793 h 1162"/>
                <a:gd name="T28" fmla="*/ 1149 w 1218"/>
                <a:gd name="T29" fmla="*/ 806 h 1162"/>
                <a:gd name="T30" fmla="*/ 1213 w 1218"/>
                <a:gd name="T31" fmla="*/ 861 h 1162"/>
                <a:gd name="T32" fmla="*/ 1001 w 1218"/>
                <a:gd name="T33" fmla="*/ 1007 h 1162"/>
                <a:gd name="T34" fmla="*/ 841 w 1218"/>
                <a:gd name="T35" fmla="*/ 1134 h 1162"/>
                <a:gd name="T36" fmla="*/ 691 w 1218"/>
                <a:gd name="T37" fmla="*/ 1147 h 1162"/>
                <a:gd name="T38" fmla="*/ 695 w 1218"/>
                <a:gd name="T39" fmla="*/ 1126 h 1162"/>
                <a:gd name="T40" fmla="*/ 671 w 1218"/>
                <a:gd name="T41" fmla="*/ 1098 h 1162"/>
                <a:gd name="T42" fmla="*/ 630 w 1218"/>
                <a:gd name="T43" fmla="*/ 1082 h 1162"/>
                <a:gd name="T44" fmla="*/ 608 w 1218"/>
                <a:gd name="T45" fmla="*/ 1074 h 1162"/>
                <a:gd name="T46" fmla="*/ 584 w 1218"/>
                <a:gd name="T47" fmla="*/ 1051 h 1162"/>
                <a:gd name="T48" fmla="*/ 551 w 1218"/>
                <a:gd name="T49" fmla="*/ 1010 h 1162"/>
                <a:gd name="T50" fmla="*/ 25 w 1218"/>
                <a:gd name="T51" fmla="*/ 643 h 1162"/>
                <a:gd name="T52" fmla="*/ 19 w 1218"/>
                <a:gd name="T53" fmla="*/ 530 h 1162"/>
                <a:gd name="T54" fmla="*/ 71 w 1218"/>
                <a:gd name="T55" fmla="*/ 494 h 1162"/>
                <a:gd name="T56" fmla="*/ 120 w 1218"/>
                <a:gd name="T57" fmla="*/ 480 h 1162"/>
                <a:gd name="T58" fmla="*/ 153 w 1218"/>
                <a:gd name="T59" fmla="*/ 468 h 1162"/>
                <a:gd name="T60" fmla="*/ 209 w 1218"/>
                <a:gd name="T61" fmla="*/ 451 h 1162"/>
                <a:gd name="T62" fmla="*/ 268 w 1218"/>
                <a:gd name="T63" fmla="*/ 409 h 1162"/>
                <a:gd name="T64" fmla="*/ 303 w 1218"/>
                <a:gd name="T65" fmla="*/ 380 h 1162"/>
                <a:gd name="T66" fmla="*/ 298 w 1218"/>
                <a:gd name="T67" fmla="*/ 363 h 1162"/>
                <a:gd name="T68" fmla="*/ 348 w 1218"/>
                <a:gd name="T69" fmla="*/ 336 h 1162"/>
                <a:gd name="T70" fmla="*/ 435 w 1218"/>
                <a:gd name="T71" fmla="*/ 320 h 1162"/>
                <a:gd name="T72" fmla="*/ 455 w 1218"/>
                <a:gd name="T73" fmla="*/ 300 h 1162"/>
                <a:gd name="T74" fmla="*/ 436 w 1218"/>
                <a:gd name="T75" fmla="*/ 265 h 1162"/>
                <a:gd name="T76" fmla="*/ 431 w 1218"/>
                <a:gd name="T77" fmla="*/ 228 h 1162"/>
                <a:gd name="T78" fmla="*/ 428 w 1218"/>
                <a:gd name="T79" fmla="*/ 187 h 1162"/>
                <a:gd name="T80" fmla="*/ 420 w 1218"/>
                <a:gd name="T81" fmla="*/ 159 h 1162"/>
                <a:gd name="T82" fmla="*/ 412 w 1218"/>
                <a:gd name="T83" fmla="*/ 139 h 1162"/>
                <a:gd name="T84" fmla="*/ 435 w 1218"/>
                <a:gd name="T85" fmla="*/ 120 h 1162"/>
                <a:gd name="T86" fmla="*/ 472 w 1218"/>
                <a:gd name="T87" fmla="*/ 90 h 1162"/>
                <a:gd name="T88" fmla="*/ 500 w 1218"/>
                <a:gd name="T89" fmla="*/ 84 h 1162"/>
                <a:gd name="T90" fmla="*/ 516 w 1218"/>
                <a:gd name="T91" fmla="*/ 82 h 1162"/>
                <a:gd name="T92" fmla="*/ 564 w 1218"/>
                <a:gd name="T93" fmla="*/ 51 h 1162"/>
                <a:gd name="T94" fmla="*/ 612 w 1218"/>
                <a:gd name="T95" fmla="*/ 36 h 1162"/>
                <a:gd name="T96" fmla="*/ 679 w 1218"/>
                <a:gd name="T97" fmla="*/ 32 h 1162"/>
                <a:gd name="T98" fmla="*/ 715 w 1218"/>
                <a:gd name="T99" fmla="*/ 18 h 1162"/>
                <a:gd name="T100" fmla="*/ 769 w 1218"/>
                <a:gd name="T101" fmla="*/ 13 h 1162"/>
                <a:gd name="T102" fmla="*/ 821 w 1218"/>
                <a:gd name="T103" fmla="*/ 20 h 1162"/>
                <a:gd name="T104" fmla="*/ 860 w 1218"/>
                <a:gd name="T105" fmla="*/ 17 h 1162"/>
                <a:gd name="T106" fmla="*/ 910 w 1218"/>
                <a:gd name="T107" fmla="*/ 9 h 1162"/>
                <a:gd name="T108" fmla="*/ 952 w 1218"/>
                <a:gd name="T109" fmla="*/ 3 h 1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18" h="1162">
                  <a:moveTo>
                    <a:pt x="979" y="16"/>
                  </a:moveTo>
                  <a:cubicBezTo>
                    <a:pt x="983" y="16"/>
                    <a:pt x="988" y="14"/>
                    <a:pt x="992" y="13"/>
                  </a:cubicBezTo>
                  <a:cubicBezTo>
                    <a:pt x="994" y="12"/>
                    <a:pt x="995" y="11"/>
                    <a:pt x="997" y="10"/>
                  </a:cubicBezTo>
                  <a:cubicBezTo>
                    <a:pt x="1000" y="9"/>
                    <a:pt x="999" y="10"/>
                    <a:pt x="1002" y="11"/>
                  </a:cubicBezTo>
                  <a:cubicBezTo>
                    <a:pt x="1009" y="13"/>
                    <a:pt x="1014" y="12"/>
                    <a:pt x="1021" y="10"/>
                  </a:cubicBezTo>
                  <a:cubicBezTo>
                    <a:pt x="1021" y="12"/>
                    <a:pt x="1025" y="16"/>
                    <a:pt x="1023" y="17"/>
                  </a:cubicBezTo>
                  <a:cubicBezTo>
                    <a:pt x="1019" y="18"/>
                    <a:pt x="1017" y="18"/>
                    <a:pt x="1013" y="18"/>
                  </a:cubicBezTo>
                  <a:cubicBezTo>
                    <a:pt x="1007" y="20"/>
                    <a:pt x="1013" y="21"/>
                    <a:pt x="1013" y="24"/>
                  </a:cubicBezTo>
                  <a:cubicBezTo>
                    <a:pt x="1013" y="27"/>
                    <a:pt x="1009" y="29"/>
                    <a:pt x="1006" y="31"/>
                  </a:cubicBezTo>
                  <a:cubicBezTo>
                    <a:pt x="1004" y="32"/>
                    <a:pt x="999" y="33"/>
                    <a:pt x="998" y="35"/>
                  </a:cubicBezTo>
                  <a:cubicBezTo>
                    <a:pt x="993" y="39"/>
                    <a:pt x="1002" y="39"/>
                    <a:pt x="1004" y="40"/>
                  </a:cubicBezTo>
                  <a:cubicBezTo>
                    <a:pt x="1009" y="42"/>
                    <a:pt x="1007" y="46"/>
                    <a:pt x="1006" y="50"/>
                  </a:cubicBezTo>
                  <a:cubicBezTo>
                    <a:pt x="1004" y="54"/>
                    <a:pt x="1005" y="58"/>
                    <a:pt x="1004" y="62"/>
                  </a:cubicBezTo>
                  <a:cubicBezTo>
                    <a:pt x="1002" y="70"/>
                    <a:pt x="998" y="79"/>
                    <a:pt x="1002" y="87"/>
                  </a:cubicBezTo>
                  <a:cubicBezTo>
                    <a:pt x="1006" y="93"/>
                    <a:pt x="1007" y="98"/>
                    <a:pt x="1004" y="105"/>
                  </a:cubicBezTo>
                  <a:cubicBezTo>
                    <a:pt x="1003" y="107"/>
                    <a:pt x="1002" y="111"/>
                    <a:pt x="1004" y="114"/>
                  </a:cubicBezTo>
                  <a:cubicBezTo>
                    <a:pt x="1005" y="116"/>
                    <a:pt x="1010" y="116"/>
                    <a:pt x="1011" y="118"/>
                  </a:cubicBezTo>
                  <a:cubicBezTo>
                    <a:pt x="1011" y="120"/>
                    <a:pt x="1007" y="124"/>
                    <a:pt x="1006" y="126"/>
                  </a:cubicBezTo>
                  <a:cubicBezTo>
                    <a:pt x="1004" y="129"/>
                    <a:pt x="1003" y="132"/>
                    <a:pt x="1002" y="136"/>
                  </a:cubicBezTo>
                  <a:cubicBezTo>
                    <a:pt x="1001" y="139"/>
                    <a:pt x="1001" y="142"/>
                    <a:pt x="1001" y="146"/>
                  </a:cubicBezTo>
                  <a:cubicBezTo>
                    <a:pt x="1002" y="150"/>
                    <a:pt x="999" y="152"/>
                    <a:pt x="999" y="155"/>
                  </a:cubicBezTo>
                  <a:cubicBezTo>
                    <a:pt x="999" y="156"/>
                    <a:pt x="1000" y="156"/>
                    <a:pt x="999" y="157"/>
                  </a:cubicBezTo>
                  <a:cubicBezTo>
                    <a:pt x="999" y="157"/>
                    <a:pt x="998" y="158"/>
                    <a:pt x="998" y="158"/>
                  </a:cubicBezTo>
                  <a:cubicBezTo>
                    <a:pt x="997" y="159"/>
                    <a:pt x="996" y="161"/>
                    <a:pt x="995" y="161"/>
                  </a:cubicBezTo>
                  <a:cubicBezTo>
                    <a:pt x="992" y="163"/>
                    <a:pt x="989" y="165"/>
                    <a:pt x="986" y="166"/>
                  </a:cubicBezTo>
                  <a:cubicBezTo>
                    <a:pt x="984" y="167"/>
                    <a:pt x="981" y="169"/>
                    <a:pt x="978" y="170"/>
                  </a:cubicBezTo>
                  <a:cubicBezTo>
                    <a:pt x="975" y="172"/>
                    <a:pt x="975" y="174"/>
                    <a:pt x="974" y="177"/>
                  </a:cubicBezTo>
                  <a:cubicBezTo>
                    <a:pt x="973" y="181"/>
                    <a:pt x="972" y="183"/>
                    <a:pt x="969" y="184"/>
                  </a:cubicBezTo>
                  <a:cubicBezTo>
                    <a:pt x="965" y="185"/>
                    <a:pt x="961" y="188"/>
                    <a:pt x="958" y="191"/>
                  </a:cubicBezTo>
                  <a:cubicBezTo>
                    <a:pt x="956" y="193"/>
                    <a:pt x="957" y="196"/>
                    <a:pt x="957" y="198"/>
                  </a:cubicBezTo>
                  <a:cubicBezTo>
                    <a:pt x="957" y="201"/>
                    <a:pt x="955" y="203"/>
                    <a:pt x="956" y="205"/>
                  </a:cubicBezTo>
                  <a:cubicBezTo>
                    <a:pt x="957" y="214"/>
                    <a:pt x="961" y="222"/>
                    <a:pt x="966" y="229"/>
                  </a:cubicBezTo>
                  <a:cubicBezTo>
                    <a:pt x="968" y="233"/>
                    <a:pt x="969" y="235"/>
                    <a:pt x="969" y="239"/>
                  </a:cubicBezTo>
                  <a:cubicBezTo>
                    <a:pt x="969" y="242"/>
                    <a:pt x="968" y="246"/>
                    <a:pt x="970" y="248"/>
                  </a:cubicBezTo>
                  <a:cubicBezTo>
                    <a:pt x="973" y="250"/>
                    <a:pt x="976" y="250"/>
                    <a:pt x="979" y="251"/>
                  </a:cubicBezTo>
                  <a:cubicBezTo>
                    <a:pt x="981" y="253"/>
                    <a:pt x="983" y="255"/>
                    <a:pt x="986" y="255"/>
                  </a:cubicBezTo>
                  <a:cubicBezTo>
                    <a:pt x="988" y="256"/>
                    <a:pt x="989" y="255"/>
                    <a:pt x="991" y="256"/>
                  </a:cubicBezTo>
                  <a:cubicBezTo>
                    <a:pt x="992" y="258"/>
                    <a:pt x="993" y="261"/>
                    <a:pt x="995" y="262"/>
                  </a:cubicBezTo>
                  <a:cubicBezTo>
                    <a:pt x="997" y="265"/>
                    <a:pt x="1000" y="269"/>
                    <a:pt x="1001" y="272"/>
                  </a:cubicBezTo>
                  <a:cubicBezTo>
                    <a:pt x="1004" y="279"/>
                    <a:pt x="1001" y="290"/>
                    <a:pt x="1007" y="294"/>
                  </a:cubicBezTo>
                  <a:cubicBezTo>
                    <a:pt x="1010" y="297"/>
                    <a:pt x="1014" y="299"/>
                    <a:pt x="1017" y="301"/>
                  </a:cubicBezTo>
                  <a:cubicBezTo>
                    <a:pt x="1025" y="307"/>
                    <a:pt x="1033" y="312"/>
                    <a:pt x="1041" y="317"/>
                  </a:cubicBezTo>
                  <a:cubicBezTo>
                    <a:pt x="1049" y="323"/>
                    <a:pt x="1049" y="338"/>
                    <a:pt x="1051" y="347"/>
                  </a:cubicBezTo>
                  <a:cubicBezTo>
                    <a:pt x="1057" y="370"/>
                    <a:pt x="1062" y="392"/>
                    <a:pt x="1067" y="415"/>
                  </a:cubicBezTo>
                  <a:cubicBezTo>
                    <a:pt x="1069" y="422"/>
                    <a:pt x="1070" y="430"/>
                    <a:pt x="1072" y="437"/>
                  </a:cubicBezTo>
                  <a:cubicBezTo>
                    <a:pt x="1074" y="443"/>
                    <a:pt x="1065" y="442"/>
                    <a:pt x="1061" y="447"/>
                  </a:cubicBezTo>
                  <a:cubicBezTo>
                    <a:pt x="1059" y="449"/>
                    <a:pt x="1063" y="451"/>
                    <a:pt x="1065" y="454"/>
                  </a:cubicBezTo>
                  <a:cubicBezTo>
                    <a:pt x="1070" y="461"/>
                    <a:pt x="1074" y="467"/>
                    <a:pt x="1078" y="474"/>
                  </a:cubicBezTo>
                  <a:cubicBezTo>
                    <a:pt x="1081" y="480"/>
                    <a:pt x="1084" y="486"/>
                    <a:pt x="1086" y="492"/>
                  </a:cubicBezTo>
                  <a:cubicBezTo>
                    <a:pt x="1090" y="504"/>
                    <a:pt x="1093" y="517"/>
                    <a:pt x="1092" y="530"/>
                  </a:cubicBezTo>
                  <a:cubicBezTo>
                    <a:pt x="1092" y="540"/>
                    <a:pt x="1090" y="550"/>
                    <a:pt x="1089" y="560"/>
                  </a:cubicBezTo>
                  <a:cubicBezTo>
                    <a:pt x="1087" y="569"/>
                    <a:pt x="1091" y="575"/>
                    <a:pt x="1094" y="583"/>
                  </a:cubicBezTo>
                  <a:cubicBezTo>
                    <a:pt x="1095" y="587"/>
                    <a:pt x="1097" y="591"/>
                    <a:pt x="1097" y="595"/>
                  </a:cubicBezTo>
                  <a:cubicBezTo>
                    <a:pt x="1096" y="599"/>
                    <a:pt x="1094" y="607"/>
                    <a:pt x="1090" y="610"/>
                  </a:cubicBezTo>
                  <a:cubicBezTo>
                    <a:pt x="1088" y="611"/>
                    <a:pt x="1090" y="612"/>
                    <a:pt x="1090" y="614"/>
                  </a:cubicBezTo>
                  <a:cubicBezTo>
                    <a:pt x="1089" y="615"/>
                    <a:pt x="1090" y="615"/>
                    <a:pt x="1089" y="617"/>
                  </a:cubicBezTo>
                  <a:cubicBezTo>
                    <a:pt x="1087" y="620"/>
                    <a:pt x="1086" y="623"/>
                    <a:pt x="1084" y="627"/>
                  </a:cubicBezTo>
                  <a:cubicBezTo>
                    <a:pt x="1083" y="633"/>
                    <a:pt x="1089" y="642"/>
                    <a:pt x="1090" y="648"/>
                  </a:cubicBezTo>
                  <a:cubicBezTo>
                    <a:pt x="1091" y="651"/>
                    <a:pt x="1091" y="652"/>
                    <a:pt x="1093" y="655"/>
                  </a:cubicBezTo>
                  <a:cubicBezTo>
                    <a:pt x="1096" y="659"/>
                    <a:pt x="1094" y="661"/>
                    <a:pt x="1094" y="666"/>
                  </a:cubicBezTo>
                  <a:cubicBezTo>
                    <a:pt x="1094" y="669"/>
                    <a:pt x="1095" y="674"/>
                    <a:pt x="1093" y="677"/>
                  </a:cubicBezTo>
                  <a:cubicBezTo>
                    <a:pt x="1091" y="680"/>
                    <a:pt x="1086" y="681"/>
                    <a:pt x="1083" y="683"/>
                  </a:cubicBezTo>
                  <a:cubicBezTo>
                    <a:pt x="1079" y="685"/>
                    <a:pt x="1075" y="686"/>
                    <a:pt x="1072" y="688"/>
                  </a:cubicBezTo>
                  <a:cubicBezTo>
                    <a:pt x="1070" y="689"/>
                    <a:pt x="1066" y="696"/>
                    <a:pt x="1065" y="698"/>
                  </a:cubicBezTo>
                  <a:cubicBezTo>
                    <a:pt x="1063" y="704"/>
                    <a:pt x="1071" y="711"/>
                    <a:pt x="1075" y="717"/>
                  </a:cubicBezTo>
                  <a:cubicBezTo>
                    <a:pt x="1080" y="724"/>
                    <a:pt x="1086" y="732"/>
                    <a:pt x="1091" y="739"/>
                  </a:cubicBezTo>
                  <a:cubicBezTo>
                    <a:pt x="1093" y="742"/>
                    <a:pt x="1095" y="745"/>
                    <a:pt x="1097" y="748"/>
                  </a:cubicBezTo>
                  <a:cubicBezTo>
                    <a:pt x="1101" y="753"/>
                    <a:pt x="1101" y="758"/>
                    <a:pt x="1102" y="764"/>
                  </a:cubicBezTo>
                  <a:cubicBezTo>
                    <a:pt x="1102" y="767"/>
                    <a:pt x="1101" y="785"/>
                    <a:pt x="1105" y="787"/>
                  </a:cubicBezTo>
                  <a:cubicBezTo>
                    <a:pt x="1108" y="789"/>
                    <a:pt x="1112" y="791"/>
                    <a:pt x="1113" y="793"/>
                  </a:cubicBezTo>
                  <a:cubicBezTo>
                    <a:pt x="1114" y="795"/>
                    <a:pt x="1114" y="798"/>
                    <a:pt x="1115" y="800"/>
                  </a:cubicBezTo>
                  <a:cubicBezTo>
                    <a:pt x="1115" y="802"/>
                    <a:pt x="1118" y="804"/>
                    <a:pt x="1120" y="805"/>
                  </a:cubicBezTo>
                  <a:cubicBezTo>
                    <a:pt x="1122" y="807"/>
                    <a:pt x="1125" y="810"/>
                    <a:pt x="1129" y="809"/>
                  </a:cubicBezTo>
                  <a:cubicBezTo>
                    <a:pt x="1132" y="808"/>
                    <a:pt x="1135" y="807"/>
                    <a:pt x="1138" y="805"/>
                  </a:cubicBezTo>
                  <a:cubicBezTo>
                    <a:pt x="1142" y="804"/>
                    <a:pt x="1144" y="805"/>
                    <a:pt x="1149" y="806"/>
                  </a:cubicBezTo>
                  <a:cubicBezTo>
                    <a:pt x="1155" y="809"/>
                    <a:pt x="1161" y="811"/>
                    <a:pt x="1167" y="813"/>
                  </a:cubicBezTo>
                  <a:cubicBezTo>
                    <a:pt x="1171" y="814"/>
                    <a:pt x="1175" y="815"/>
                    <a:pt x="1178" y="816"/>
                  </a:cubicBezTo>
                  <a:cubicBezTo>
                    <a:pt x="1182" y="818"/>
                    <a:pt x="1189" y="819"/>
                    <a:pt x="1192" y="821"/>
                  </a:cubicBezTo>
                  <a:cubicBezTo>
                    <a:pt x="1198" y="827"/>
                    <a:pt x="1201" y="839"/>
                    <a:pt x="1205" y="846"/>
                  </a:cubicBezTo>
                  <a:cubicBezTo>
                    <a:pt x="1208" y="851"/>
                    <a:pt x="1210" y="856"/>
                    <a:pt x="1213" y="861"/>
                  </a:cubicBezTo>
                  <a:cubicBezTo>
                    <a:pt x="1213" y="863"/>
                    <a:pt x="1218" y="869"/>
                    <a:pt x="1218" y="871"/>
                  </a:cubicBezTo>
                  <a:cubicBezTo>
                    <a:pt x="1217" y="872"/>
                    <a:pt x="1213" y="873"/>
                    <a:pt x="1213" y="874"/>
                  </a:cubicBezTo>
                  <a:cubicBezTo>
                    <a:pt x="1208" y="877"/>
                    <a:pt x="1203" y="879"/>
                    <a:pt x="1199" y="882"/>
                  </a:cubicBezTo>
                  <a:cubicBezTo>
                    <a:pt x="1160" y="907"/>
                    <a:pt x="1121" y="931"/>
                    <a:pt x="1081" y="956"/>
                  </a:cubicBezTo>
                  <a:cubicBezTo>
                    <a:pt x="1054" y="973"/>
                    <a:pt x="1028" y="990"/>
                    <a:pt x="1001" y="1007"/>
                  </a:cubicBezTo>
                  <a:cubicBezTo>
                    <a:pt x="988" y="1016"/>
                    <a:pt x="975" y="1025"/>
                    <a:pt x="961" y="1034"/>
                  </a:cubicBezTo>
                  <a:cubicBezTo>
                    <a:pt x="944" y="1044"/>
                    <a:pt x="931" y="1058"/>
                    <a:pt x="916" y="1071"/>
                  </a:cubicBezTo>
                  <a:cubicBezTo>
                    <a:pt x="898" y="1087"/>
                    <a:pt x="881" y="1103"/>
                    <a:pt x="863" y="1120"/>
                  </a:cubicBezTo>
                  <a:cubicBezTo>
                    <a:pt x="860" y="1123"/>
                    <a:pt x="857" y="1126"/>
                    <a:pt x="853" y="1129"/>
                  </a:cubicBezTo>
                  <a:cubicBezTo>
                    <a:pt x="849" y="1133"/>
                    <a:pt x="847" y="1133"/>
                    <a:pt x="841" y="1134"/>
                  </a:cubicBezTo>
                  <a:cubicBezTo>
                    <a:pt x="818" y="1139"/>
                    <a:pt x="795" y="1143"/>
                    <a:pt x="772" y="1148"/>
                  </a:cubicBezTo>
                  <a:cubicBezTo>
                    <a:pt x="758" y="1151"/>
                    <a:pt x="743" y="1154"/>
                    <a:pt x="729" y="1157"/>
                  </a:cubicBezTo>
                  <a:cubicBezTo>
                    <a:pt x="721" y="1158"/>
                    <a:pt x="713" y="1161"/>
                    <a:pt x="705" y="1161"/>
                  </a:cubicBezTo>
                  <a:cubicBezTo>
                    <a:pt x="700" y="1162"/>
                    <a:pt x="701" y="1161"/>
                    <a:pt x="697" y="1159"/>
                  </a:cubicBezTo>
                  <a:cubicBezTo>
                    <a:pt x="693" y="1155"/>
                    <a:pt x="686" y="1153"/>
                    <a:pt x="691" y="1147"/>
                  </a:cubicBezTo>
                  <a:cubicBezTo>
                    <a:pt x="691" y="1146"/>
                    <a:pt x="693" y="1145"/>
                    <a:pt x="693" y="1144"/>
                  </a:cubicBezTo>
                  <a:cubicBezTo>
                    <a:pt x="694" y="1143"/>
                    <a:pt x="693" y="1141"/>
                    <a:pt x="694" y="1140"/>
                  </a:cubicBezTo>
                  <a:cubicBezTo>
                    <a:pt x="696" y="1137"/>
                    <a:pt x="699" y="1138"/>
                    <a:pt x="698" y="1134"/>
                  </a:cubicBezTo>
                  <a:cubicBezTo>
                    <a:pt x="697" y="1133"/>
                    <a:pt x="697" y="1130"/>
                    <a:pt x="696" y="1129"/>
                  </a:cubicBezTo>
                  <a:cubicBezTo>
                    <a:pt x="696" y="1129"/>
                    <a:pt x="695" y="1127"/>
                    <a:pt x="695" y="1126"/>
                  </a:cubicBezTo>
                  <a:cubicBezTo>
                    <a:pt x="694" y="1123"/>
                    <a:pt x="696" y="1120"/>
                    <a:pt x="695" y="1117"/>
                  </a:cubicBezTo>
                  <a:cubicBezTo>
                    <a:pt x="694" y="1114"/>
                    <a:pt x="697" y="1110"/>
                    <a:pt x="695" y="1108"/>
                  </a:cubicBezTo>
                  <a:cubicBezTo>
                    <a:pt x="695" y="1107"/>
                    <a:pt x="692" y="1107"/>
                    <a:pt x="691" y="1107"/>
                  </a:cubicBezTo>
                  <a:cubicBezTo>
                    <a:pt x="690" y="1106"/>
                    <a:pt x="689" y="1104"/>
                    <a:pt x="687" y="1103"/>
                  </a:cubicBezTo>
                  <a:cubicBezTo>
                    <a:pt x="682" y="1100"/>
                    <a:pt x="676" y="1100"/>
                    <a:pt x="671" y="1098"/>
                  </a:cubicBezTo>
                  <a:cubicBezTo>
                    <a:pt x="667" y="1097"/>
                    <a:pt x="664" y="1097"/>
                    <a:pt x="661" y="1097"/>
                  </a:cubicBezTo>
                  <a:cubicBezTo>
                    <a:pt x="657" y="1096"/>
                    <a:pt x="654" y="1095"/>
                    <a:pt x="651" y="1094"/>
                  </a:cubicBezTo>
                  <a:cubicBezTo>
                    <a:pt x="647" y="1092"/>
                    <a:pt x="647" y="1092"/>
                    <a:pt x="645" y="1089"/>
                  </a:cubicBezTo>
                  <a:cubicBezTo>
                    <a:pt x="643" y="1085"/>
                    <a:pt x="640" y="1082"/>
                    <a:pt x="637" y="1080"/>
                  </a:cubicBezTo>
                  <a:cubicBezTo>
                    <a:pt x="633" y="1078"/>
                    <a:pt x="634" y="1080"/>
                    <a:pt x="630" y="1082"/>
                  </a:cubicBezTo>
                  <a:cubicBezTo>
                    <a:pt x="626" y="1084"/>
                    <a:pt x="625" y="1080"/>
                    <a:pt x="621" y="1080"/>
                  </a:cubicBezTo>
                  <a:cubicBezTo>
                    <a:pt x="619" y="1080"/>
                    <a:pt x="619" y="1082"/>
                    <a:pt x="617" y="1082"/>
                  </a:cubicBezTo>
                  <a:cubicBezTo>
                    <a:pt x="616" y="1082"/>
                    <a:pt x="616" y="1079"/>
                    <a:pt x="616" y="1078"/>
                  </a:cubicBezTo>
                  <a:cubicBezTo>
                    <a:pt x="615" y="1077"/>
                    <a:pt x="613" y="1078"/>
                    <a:pt x="612" y="1077"/>
                  </a:cubicBezTo>
                  <a:cubicBezTo>
                    <a:pt x="610" y="1077"/>
                    <a:pt x="609" y="1075"/>
                    <a:pt x="608" y="1074"/>
                  </a:cubicBezTo>
                  <a:cubicBezTo>
                    <a:pt x="603" y="1070"/>
                    <a:pt x="603" y="1070"/>
                    <a:pt x="603" y="1065"/>
                  </a:cubicBezTo>
                  <a:cubicBezTo>
                    <a:pt x="602" y="1062"/>
                    <a:pt x="602" y="1061"/>
                    <a:pt x="599" y="1059"/>
                  </a:cubicBezTo>
                  <a:cubicBezTo>
                    <a:pt x="596" y="1057"/>
                    <a:pt x="594" y="1056"/>
                    <a:pt x="590" y="1055"/>
                  </a:cubicBezTo>
                  <a:cubicBezTo>
                    <a:pt x="589" y="1055"/>
                    <a:pt x="587" y="1055"/>
                    <a:pt x="586" y="1054"/>
                  </a:cubicBezTo>
                  <a:cubicBezTo>
                    <a:pt x="584" y="1053"/>
                    <a:pt x="585" y="1052"/>
                    <a:pt x="584" y="1051"/>
                  </a:cubicBezTo>
                  <a:cubicBezTo>
                    <a:pt x="581" y="1048"/>
                    <a:pt x="579" y="1050"/>
                    <a:pt x="576" y="1050"/>
                  </a:cubicBezTo>
                  <a:cubicBezTo>
                    <a:pt x="572" y="1049"/>
                    <a:pt x="573" y="1045"/>
                    <a:pt x="574" y="1042"/>
                  </a:cubicBezTo>
                  <a:cubicBezTo>
                    <a:pt x="575" y="1038"/>
                    <a:pt x="577" y="1031"/>
                    <a:pt x="574" y="1026"/>
                  </a:cubicBezTo>
                  <a:cubicBezTo>
                    <a:pt x="572" y="1023"/>
                    <a:pt x="566" y="1021"/>
                    <a:pt x="563" y="1019"/>
                  </a:cubicBezTo>
                  <a:cubicBezTo>
                    <a:pt x="559" y="1016"/>
                    <a:pt x="555" y="1013"/>
                    <a:pt x="551" y="1010"/>
                  </a:cubicBezTo>
                  <a:cubicBezTo>
                    <a:pt x="535" y="999"/>
                    <a:pt x="518" y="990"/>
                    <a:pt x="503" y="978"/>
                  </a:cubicBezTo>
                  <a:cubicBezTo>
                    <a:pt x="486" y="965"/>
                    <a:pt x="469" y="953"/>
                    <a:pt x="453" y="940"/>
                  </a:cubicBezTo>
                  <a:cubicBezTo>
                    <a:pt x="413" y="910"/>
                    <a:pt x="373" y="881"/>
                    <a:pt x="333" y="852"/>
                  </a:cubicBezTo>
                  <a:cubicBezTo>
                    <a:pt x="280" y="814"/>
                    <a:pt x="227" y="777"/>
                    <a:pt x="173" y="741"/>
                  </a:cubicBezTo>
                  <a:cubicBezTo>
                    <a:pt x="124" y="708"/>
                    <a:pt x="75" y="675"/>
                    <a:pt x="25" y="643"/>
                  </a:cubicBezTo>
                  <a:cubicBezTo>
                    <a:pt x="18" y="639"/>
                    <a:pt x="11" y="634"/>
                    <a:pt x="4" y="630"/>
                  </a:cubicBezTo>
                  <a:cubicBezTo>
                    <a:pt x="0" y="627"/>
                    <a:pt x="3" y="615"/>
                    <a:pt x="3" y="611"/>
                  </a:cubicBezTo>
                  <a:cubicBezTo>
                    <a:pt x="4" y="594"/>
                    <a:pt x="5" y="577"/>
                    <a:pt x="6" y="560"/>
                  </a:cubicBezTo>
                  <a:cubicBezTo>
                    <a:pt x="6" y="552"/>
                    <a:pt x="6" y="545"/>
                    <a:pt x="7" y="538"/>
                  </a:cubicBezTo>
                  <a:cubicBezTo>
                    <a:pt x="7" y="538"/>
                    <a:pt x="17" y="532"/>
                    <a:pt x="19" y="530"/>
                  </a:cubicBezTo>
                  <a:cubicBezTo>
                    <a:pt x="24" y="527"/>
                    <a:pt x="29" y="522"/>
                    <a:pt x="35" y="518"/>
                  </a:cubicBezTo>
                  <a:cubicBezTo>
                    <a:pt x="38" y="515"/>
                    <a:pt x="43" y="515"/>
                    <a:pt x="46" y="512"/>
                  </a:cubicBezTo>
                  <a:cubicBezTo>
                    <a:pt x="49" y="510"/>
                    <a:pt x="51" y="508"/>
                    <a:pt x="54" y="506"/>
                  </a:cubicBezTo>
                  <a:cubicBezTo>
                    <a:pt x="57" y="504"/>
                    <a:pt x="60" y="501"/>
                    <a:pt x="63" y="500"/>
                  </a:cubicBezTo>
                  <a:cubicBezTo>
                    <a:pt x="66" y="499"/>
                    <a:pt x="67" y="495"/>
                    <a:pt x="71" y="494"/>
                  </a:cubicBezTo>
                  <a:cubicBezTo>
                    <a:pt x="74" y="493"/>
                    <a:pt x="77" y="495"/>
                    <a:pt x="80" y="494"/>
                  </a:cubicBezTo>
                  <a:cubicBezTo>
                    <a:pt x="82" y="493"/>
                    <a:pt x="85" y="490"/>
                    <a:pt x="87" y="488"/>
                  </a:cubicBezTo>
                  <a:cubicBezTo>
                    <a:pt x="90" y="484"/>
                    <a:pt x="95" y="479"/>
                    <a:pt x="100" y="478"/>
                  </a:cubicBezTo>
                  <a:cubicBezTo>
                    <a:pt x="103" y="478"/>
                    <a:pt x="106" y="480"/>
                    <a:pt x="110" y="480"/>
                  </a:cubicBezTo>
                  <a:cubicBezTo>
                    <a:pt x="113" y="480"/>
                    <a:pt x="116" y="480"/>
                    <a:pt x="120" y="480"/>
                  </a:cubicBezTo>
                  <a:cubicBezTo>
                    <a:pt x="126" y="482"/>
                    <a:pt x="133" y="485"/>
                    <a:pt x="136" y="478"/>
                  </a:cubicBezTo>
                  <a:cubicBezTo>
                    <a:pt x="137" y="475"/>
                    <a:pt x="137" y="472"/>
                    <a:pt x="137" y="469"/>
                  </a:cubicBezTo>
                  <a:cubicBezTo>
                    <a:pt x="138" y="465"/>
                    <a:pt x="138" y="467"/>
                    <a:pt x="142" y="467"/>
                  </a:cubicBezTo>
                  <a:cubicBezTo>
                    <a:pt x="144" y="468"/>
                    <a:pt x="146" y="466"/>
                    <a:pt x="148" y="467"/>
                  </a:cubicBezTo>
                  <a:cubicBezTo>
                    <a:pt x="150" y="467"/>
                    <a:pt x="151" y="468"/>
                    <a:pt x="153" y="468"/>
                  </a:cubicBezTo>
                  <a:cubicBezTo>
                    <a:pt x="155" y="468"/>
                    <a:pt x="155" y="466"/>
                    <a:pt x="156" y="465"/>
                  </a:cubicBezTo>
                  <a:cubicBezTo>
                    <a:pt x="160" y="464"/>
                    <a:pt x="164" y="466"/>
                    <a:pt x="168" y="466"/>
                  </a:cubicBezTo>
                  <a:cubicBezTo>
                    <a:pt x="173" y="465"/>
                    <a:pt x="179" y="463"/>
                    <a:pt x="184" y="462"/>
                  </a:cubicBezTo>
                  <a:cubicBezTo>
                    <a:pt x="189" y="462"/>
                    <a:pt x="192" y="461"/>
                    <a:pt x="196" y="459"/>
                  </a:cubicBezTo>
                  <a:cubicBezTo>
                    <a:pt x="201" y="456"/>
                    <a:pt x="205" y="455"/>
                    <a:pt x="209" y="451"/>
                  </a:cubicBezTo>
                  <a:cubicBezTo>
                    <a:pt x="215" y="446"/>
                    <a:pt x="220" y="441"/>
                    <a:pt x="223" y="435"/>
                  </a:cubicBezTo>
                  <a:cubicBezTo>
                    <a:pt x="225" y="431"/>
                    <a:pt x="227" y="425"/>
                    <a:pt x="231" y="423"/>
                  </a:cubicBezTo>
                  <a:cubicBezTo>
                    <a:pt x="233" y="421"/>
                    <a:pt x="236" y="421"/>
                    <a:pt x="239" y="419"/>
                  </a:cubicBezTo>
                  <a:cubicBezTo>
                    <a:pt x="245" y="417"/>
                    <a:pt x="251" y="415"/>
                    <a:pt x="257" y="414"/>
                  </a:cubicBezTo>
                  <a:cubicBezTo>
                    <a:pt x="262" y="414"/>
                    <a:pt x="264" y="411"/>
                    <a:pt x="268" y="409"/>
                  </a:cubicBezTo>
                  <a:cubicBezTo>
                    <a:pt x="271" y="408"/>
                    <a:pt x="274" y="407"/>
                    <a:pt x="277" y="405"/>
                  </a:cubicBezTo>
                  <a:cubicBezTo>
                    <a:pt x="281" y="400"/>
                    <a:pt x="284" y="396"/>
                    <a:pt x="290" y="395"/>
                  </a:cubicBezTo>
                  <a:cubicBezTo>
                    <a:pt x="296" y="395"/>
                    <a:pt x="308" y="396"/>
                    <a:pt x="310" y="389"/>
                  </a:cubicBezTo>
                  <a:cubicBezTo>
                    <a:pt x="311" y="385"/>
                    <a:pt x="308" y="385"/>
                    <a:pt x="305" y="383"/>
                  </a:cubicBezTo>
                  <a:cubicBezTo>
                    <a:pt x="305" y="382"/>
                    <a:pt x="304" y="380"/>
                    <a:pt x="303" y="380"/>
                  </a:cubicBezTo>
                  <a:cubicBezTo>
                    <a:pt x="301" y="379"/>
                    <a:pt x="302" y="380"/>
                    <a:pt x="300" y="380"/>
                  </a:cubicBezTo>
                  <a:cubicBezTo>
                    <a:pt x="295" y="381"/>
                    <a:pt x="298" y="380"/>
                    <a:pt x="298" y="376"/>
                  </a:cubicBezTo>
                  <a:cubicBezTo>
                    <a:pt x="299" y="373"/>
                    <a:pt x="297" y="371"/>
                    <a:pt x="300" y="368"/>
                  </a:cubicBezTo>
                  <a:cubicBezTo>
                    <a:pt x="300" y="367"/>
                    <a:pt x="303" y="366"/>
                    <a:pt x="303" y="365"/>
                  </a:cubicBezTo>
                  <a:cubicBezTo>
                    <a:pt x="302" y="363"/>
                    <a:pt x="299" y="364"/>
                    <a:pt x="298" y="363"/>
                  </a:cubicBezTo>
                  <a:cubicBezTo>
                    <a:pt x="296" y="361"/>
                    <a:pt x="296" y="359"/>
                    <a:pt x="297" y="356"/>
                  </a:cubicBezTo>
                  <a:cubicBezTo>
                    <a:pt x="297" y="349"/>
                    <a:pt x="298" y="344"/>
                    <a:pt x="307" y="345"/>
                  </a:cubicBezTo>
                  <a:cubicBezTo>
                    <a:pt x="310" y="346"/>
                    <a:pt x="313" y="348"/>
                    <a:pt x="316" y="348"/>
                  </a:cubicBezTo>
                  <a:cubicBezTo>
                    <a:pt x="319" y="347"/>
                    <a:pt x="322" y="345"/>
                    <a:pt x="324" y="344"/>
                  </a:cubicBezTo>
                  <a:cubicBezTo>
                    <a:pt x="331" y="342"/>
                    <a:pt x="344" y="342"/>
                    <a:pt x="348" y="336"/>
                  </a:cubicBezTo>
                  <a:cubicBezTo>
                    <a:pt x="352" y="331"/>
                    <a:pt x="347" y="323"/>
                    <a:pt x="356" y="321"/>
                  </a:cubicBezTo>
                  <a:cubicBezTo>
                    <a:pt x="359" y="320"/>
                    <a:pt x="362" y="321"/>
                    <a:pt x="366" y="320"/>
                  </a:cubicBezTo>
                  <a:cubicBezTo>
                    <a:pt x="369" y="320"/>
                    <a:pt x="372" y="319"/>
                    <a:pt x="375" y="318"/>
                  </a:cubicBezTo>
                  <a:cubicBezTo>
                    <a:pt x="388" y="315"/>
                    <a:pt x="401" y="318"/>
                    <a:pt x="415" y="319"/>
                  </a:cubicBezTo>
                  <a:cubicBezTo>
                    <a:pt x="422" y="319"/>
                    <a:pt x="428" y="319"/>
                    <a:pt x="435" y="320"/>
                  </a:cubicBezTo>
                  <a:cubicBezTo>
                    <a:pt x="439" y="320"/>
                    <a:pt x="454" y="323"/>
                    <a:pt x="452" y="317"/>
                  </a:cubicBezTo>
                  <a:cubicBezTo>
                    <a:pt x="451" y="313"/>
                    <a:pt x="446" y="319"/>
                    <a:pt x="446" y="315"/>
                  </a:cubicBezTo>
                  <a:cubicBezTo>
                    <a:pt x="446" y="315"/>
                    <a:pt x="448" y="313"/>
                    <a:pt x="448" y="313"/>
                  </a:cubicBezTo>
                  <a:cubicBezTo>
                    <a:pt x="449" y="311"/>
                    <a:pt x="448" y="308"/>
                    <a:pt x="449" y="306"/>
                  </a:cubicBezTo>
                  <a:cubicBezTo>
                    <a:pt x="450" y="302"/>
                    <a:pt x="452" y="302"/>
                    <a:pt x="455" y="300"/>
                  </a:cubicBezTo>
                  <a:cubicBezTo>
                    <a:pt x="461" y="298"/>
                    <a:pt x="463" y="294"/>
                    <a:pt x="458" y="291"/>
                  </a:cubicBezTo>
                  <a:cubicBezTo>
                    <a:pt x="455" y="288"/>
                    <a:pt x="451" y="285"/>
                    <a:pt x="448" y="283"/>
                  </a:cubicBezTo>
                  <a:cubicBezTo>
                    <a:pt x="444" y="280"/>
                    <a:pt x="442" y="280"/>
                    <a:pt x="439" y="276"/>
                  </a:cubicBezTo>
                  <a:cubicBezTo>
                    <a:pt x="438" y="274"/>
                    <a:pt x="437" y="272"/>
                    <a:pt x="436" y="270"/>
                  </a:cubicBezTo>
                  <a:cubicBezTo>
                    <a:pt x="434" y="267"/>
                    <a:pt x="435" y="267"/>
                    <a:pt x="436" y="265"/>
                  </a:cubicBezTo>
                  <a:cubicBezTo>
                    <a:pt x="437" y="262"/>
                    <a:pt x="438" y="260"/>
                    <a:pt x="436" y="258"/>
                  </a:cubicBezTo>
                  <a:cubicBezTo>
                    <a:pt x="436" y="257"/>
                    <a:pt x="434" y="256"/>
                    <a:pt x="434" y="256"/>
                  </a:cubicBezTo>
                  <a:cubicBezTo>
                    <a:pt x="432" y="254"/>
                    <a:pt x="432" y="253"/>
                    <a:pt x="431" y="251"/>
                  </a:cubicBezTo>
                  <a:cubicBezTo>
                    <a:pt x="429" y="248"/>
                    <a:pt x="428" y="247"/>
                    <a:pt x="427" y="244"/>
                  </a:cubicBezTo>
                  <a:cubicBezTo>
                    <a:pt x="427" y="238"/>
                    <a:pt x="430" y="234"/>
                    <a:pt x="431" y="228"/>
                  </a:cubicBezTo>
                  <a:cubicBezTo>
                    <a:pt x="432" y="225"/>
                    <a:pt x="430" y="222"/>
                    <a:pt x="428" y="219"/>
                  </a:cubicBezTo>
                  <a:cubicBezTo>
                    <a:pt x="426" y="218"/>
                    <a:pt x="424" y="219"/>
                    <a:pt x="425" y="216"/>
                  </a:cubicBezTo>
                  <a:cubicBezTo>
                    <a:pt x="425" y="215"/>
                    <a:pt x="427" y="214"/>
                    <a:pt x="427" y="212"/>
                  </a:cubicBezTo>
                  <a:cubicBezTo>
                    <a:pt x="427" y="208"/>
                    <a:pt x="426" y="205"/>
                    <a:pt x="427" y="201"/>
                  </a:cubicBezTo>
                  <a:cubicBezTo>
                    <a:pt x="429" y="196"/>
                    <a:pt x="430" y="192"/>
                    <a:pt x="428" y="187"/>
                  </a:cubicBezTo>
                  <a:cubicBezTo>
                    <a:pt x="427" y="184"/>
                    <a:pt x="425" y="180"/>
                    <a:pt x="424" y="176"/>
                  </a:cubicBezTo>
                  <a:cubicBezTo>
                    <a:pt x="423" y="172"/>
                    <a:pt x="425" y="173"/>
                    <a:pt x="427" y="169"/>
                  </a:cubicBezTo>
                  <a:cubicBezTo>
                    <a:pt x="429" y="166"/>
                    <a:pt x="428" y="168"/>
                    <a:pt x="427" y="166"/>
                  </a:cubicBezTo>
                  <a:cubicBezTo>
                    <a:pt x="426" y="166"/>
                    <a:pt x="425" y="165"/>
                    <a:pt x="425" y="165"/>
                  </a:cubicBezTo>
                  <a:cubicBezTo>
                    <a:pt x="424" y="164"/>
                    <a:pt x="420" y="160"/>
                    <a:pt x="420" y="159"/>
                  </a:cubicBezTo>
                  <a:cubicBezTo>
                    <a:pt x="420" y="157"/>
                    <a:pt x="425" y="154"/>
                    <a:pt x="425" y="152"/>
                  </a:cubicBezTo>
                  <a:cubicBezTo>
                    <a:pt x="425" y="149"/>
                    <a:pt x="426" y="151"/>
                    <a:pt x="424" y="149"/>
                  </a:cubicBezTo>
                  <a:cubicBezTo>
                    <a:pt x="423" y="148"/>
                    <a:pt x="421" y="148"/>
                    <a:pt x="421" y="147"/>
                  </a:cubicBezTo>
                  <a:cubicBezTo>
                    <a:pt x="418" y="146"/>
                    <a:pt x="415" y="144"/>
                    <a:pt x="414" y="142"/>
                  </a:cubicBezTo>
                  <a:cubicBezTo>
                    <a:pt x="413" y="140"/>
                    <a:pt x="413" y="139"/>
                    <a:pt x="412" y="139"/>
                  </a:cubicBezTo>
                  <a:cubicBezTo>
                    <a:pt x="411" y="138"/>
                    <a:pt x="409" y="138"/>
                    <a:pt x="407" y="137"/>
                  </a:cubicBezTo>
                  <a:cubicBezTo>
                    <a:pt x="406" y="136"/>
                    <a:pt x="402" y="134"/>
                    <a:pt x="402" y="133"/>
                  </a:cubicBezTo>
                  <a:cubicBezTo>
                    <a:pt x="398" y="128"/>
                    <a:pt x="403" y="128"/>
                    <a:pt x="407" y="129"/>
                  </a:cubicBezTo>
                  <a:cubicBezTo>
                    <a:pt x="410" y="129"/>
                    <a:pt x="413" y="130"/>
                    <a:pt x="416" y="129"/>
                  </a:cubicBezTo>
                  <a:cubicBezTo>
                    <a:pt x="423" y="128"/>
                    <a:pt x="430" y="124"/>
                    <a:pt x="435" y="120"/>
                  </a:cubicBezTo>
                  <a:cubicBezTo>
                    <a:pt x="438" y="118"/>
                    <a:pt x="440" y="116"/>
                    <a:pt x="443" y="115"/>
                  </a:cubicBezTo>
                  <a:cubicBezTo>
                    <a:pt x="447" y="114"/>
                    <a:pt x="451" y="114"/>
                    <a:pt x="454" y="111"/>
                  </a:cubicBezTo>
                  <a:cubicBezTo>
                    <a:pt x="456" y="108"/>
                    <a:pt x="457" y="105"/>
                    <a:pt x="458" y="102"/>
                  </a:cubicBezTo>
                  <a:cubicBezTo>
                    <a:pt x="460" y="99"/>
                    <a:pt x="461" y="98"/>
                    <a:pt x="464" y="96"/>
                  </a:cubicBezTo>
                  <a:cubicBezTo>
                    <a:pt x="467" y="93"/>
                    <a:pt x="469" y="92"/>
                    <a:pt x="472" y="90"/>
                  </a:cubicBezTo>
                  <a:cubicBezTo>
                    <a:pt x="475" y="88"/>
                    <a:pt x="477" y="89"/>
                    <a:pt x="480" y="87"/>
                  </a:cubicBezTo>
                  <a:cubicBezTo>
                    <a:pt x="483" y="86"/>
                    <a:pt x="481" y="86"/>
                    <a:pt x="484" y="86"/>
                  </a:cubicBezTo>
                  <a:cubicBezTo>
                    <a:pt x="486" y="86"/>
                    <a:pt x="488" y="87"/>
                    <a:pt x="489" y="88"/>
                  </a:cubicBezTo>
                  <a:cubicBezTo>
                    <a:pt x="493" y="89"/>
                    <a:pt x="493" y="87"/>
                    <a:pt x="496" y="85"/>
                  </a:cubicBezTo>
                  <a:cubicBezTo>
                    <a:pt x="497" y="84"/>
                    <a:pt x="498" y="85"/>
                    <a:pt x="500" y="84"/>
                  </a:cubicBezTo>
                  <a:cubicBezTo>
                    <a:pt x="501" y="83"/>
                    <a:pt x="501" y="81"/>
                    <a:pt x="501" y="80"/>
                  </a:cubicBezTo>
                  <a:cubicBezTo>
                    <a:pt x="503" y="78"/>
                    <a:pt x="501" y="79"/>
                    <a:pt x="504" y="78"/>
                  </a:cubicBezTo>
                  <a:cubicBezTo>
                    <a:pt x="504" y="78"/>
                    <a:pt x="508" y="76"/>
                    <a:pt x="508" y="76"/>
                  </a:cubicBezTo>
                  <a:cubicBezTo>
                    <a:pt x="510" y="76"/>
                    <a:pt x="511" y="77"/>
                    <a:pt x="512" y="78"/>
                  </a:cubicBezTo>
                  <a:cubicBezTo>
                    <a:pt x="513" y="80"/>
                    <a:pt x="512" y="81"/>
                    <a:pt x="516" y="82"/>
                  </a:cubicBezTo>
                  <a:cubicBezTo>
                    <a:pt x="521" y="84"/>
                    <a:pt x="524" y="84"/>
                    <a:pt x="528" y="81"/>
                  </a:cubicBezTo>
                  <a:cubicBezTo>
                    <a:pt x="534" y="77"/>
                    <a:pt x="533" y="72"/>
                    <a:pt x="537" y="67"/>
                  </a:cubicBezTo>
                  <a:cubicBezTo>
                    <a:pt x="539" y="64"/>
                    <a:pt x="543" y="64"/>
                    <a:pt x="546" y="62"/>
                  </a:cubicBezTo>
                  <a:cubicBezTo>
                    <a:pt x="550" y="59"/>
                    <a:pt x="549" y="57"/>
                    <a:pt x="554" y="56"/>
                  </a:cubicBezTo>
                  <a:cubicBezTo>
                    <a:pt x="557" y="56"/>
                    <a:pt x="561" y="53"/>
                    <a:pt x="564" y="51"/>
                  </a:cubicBezTo>
                  <a:cubicBezTo>
                    <a:pt x="568" y="49"/>
                    <a:pt x="572" y="49"/>
                    <a:pt x="576" y="47"/>
                  </a:cubicBezTo>
                  <a:cubicBezTo>
                    <a:pt x="578" y="46"/>
                    <a:pt x="579" y="46"/>
                    <a:pt x="581" y="45"/>
                  </a:cubicBezTo>
                  <a:cubicBezTo>
                    <a:pt x="582" y="44"/>
                    <a:pt x="583" y="43"/>
                    <a:pt x="584" y="42"/>
                  </a:cubicBezTo>
                  <a:cubicBezTo>
                    <a:pt x="587" y="40"/>
                    <a:pt x="592" y="39"/>
                    <a:pt x="596" y="38"/>
                  </a:cubicBezTo>
                  <a:cubicBezTo>
                    <a:pt x="601" y="37"/>
                    <a:pt x="607" y="36"/>
                    <a:pt x="612" y="36"/>
                  </a:cubicBezTo>
                  <a:cubicBezTo>
                    <a:pt x="621" y="37"/>
                    <a:pt x="629" y="34"/>
                    <a:pt x="638" y="34"/>
                  </a:cubicBezTo>
                  <a:cubicBezTo>
                    <a:pt x="645" y="33"/>
                    <a:pt x="650" y="33"/>
                    <a:pt x="657" y="31"/>
                  </a:cubicBezTo>
                  <a:cubicBezTo>
                    <a:pt x="659" y="31"/>
                    <a:pt x="664" y="29"/>
                    <a:pt x="666" y="30"/>
                  </a:cubicBezTo>
                  <a:cubicBezTo>
                    <a:pt x="668" y="30"/>
                    <a:pt x="668" y="32"/>
                    <a:pt x="669" y="32"/>
                  </a:cubicBezTo>
                  <a:cubicBezTo>
                    <a:pt x="672" y="33"/>
                    <a:pt x="677" y="33"/>
                    <a:pt x="679" y="32"/>
                  </a:cubicBezTo>
                  <a:cubicBezTo>
                    <a:pt x="683" y="31"/>
                    <a:pt x="689" y="27"/>
                    <a:pt x="692" y="25"/>
                  </a:cubicBezTo>
                  <a:cubicBezTo>
                    <a:pt x="694" y="22"/>
                    <a:pt x="696" y="18"/>
                    <a:pt x="702" y="18"/>
                  </a:cubicBezTo>
                  <a:cubicBezTo>
                    <a:pt x="705" y="19"/>
                    <a:pt x="706" y="22"/>
                    <a:pt x="709" y="23"/>
                  </a:cubicBezTo>
                  <a:cubicBezTo>
                    <a:pt x="713" y="23"/>
                    <a:pt x="713" y="21"/>
                    <a:pt x="715" y="20"/>
                  </a:cubicBezTo>
                  <a:cubicBezTo>
                    <a:pt x="715" y="20"/>
                    <a:pt x="714" y="19"/>
                    <a:pt x="715" y="18"/>
                  </a:cubicBezTo>
                  <a:cubicBezTo>
                    <a:pt x="716" y="18"/>
                    <a:pt x="717" y="19"/>
                    <a:pt x="718" y="19"/>
                  </a:cubicBezTo>
                  <a:cubicBezTo>
                    <a:pt x="726" y="20"/>
                    <a:pt x="732" y="22"/>
                    <a:pt x="740" y="17"/>
                  </a:cubicBezTo>
                  <a:cubicBezTo>
                    <a:pt x="742" y="15"/>
                    <a:pt x="743" y="14"/>
                    <a:pt x="747" y="13"/>
                  </a:cubicBezTo>
                  <a:cubicBezTo>
                    <a:pt x="751" y="12"/>
                    <a:pt x="752" y="12"/>
                    <a:pt x="756" y="13"/>
                  </a:cubicBezTo>
                  <a:cubicBezTo>
                    <a:pt x="760" y="14"/>
                    <a:pt x="765" y="13"/>
                    <a:pt x="769" y="13"/>
                  </a:cubicBezTo>
                  <a:cubicBezTo>
                    <a:pt x="772" y="12"/>
                    <a:pt x="775" y="13"/>
                    <a:pt x="779" y="13"/>
                  </a:cubicBezTo>
                  <a:cubicBezTo>
                    <a:pt x="783" y="12"/>
                    <a:pt x="787" y="13"/>
                    <a:pt x="792" y="13"/>
                  </a:cubicBezTo>
                  <a:cubicBezTo>
                    <a:pt x="795" y="13"/>
                    <a:pt x="800" y="12"/>
                    <a:pt x="803" y="13"/>
                  </a:cubicBezTo>
                  <a:cubicBezTo>
                    <a:pt x="807" y="13"/>
                    <a:pt x="811" y="16"/>
                    <a:pt x="815" y="18"/>
                  </a:cubicBezTo>
                  <a:cubicBezTo>
                    <a:pt x="816" y="19"/>
                    <a:pt x="820" y="20"/>
                    <a:pt x="821" y="20"/>
                  </a:cubicBezTo>
                  <a:cubicBezTo>
                    <a:pt x="822" y="22"/>
                    <a:pt x="820" y="23"/>
                    <a:pt x="820" y="24"/>
                  </a:cubicBezTo>
                  <a:cubicBezTo>
                    <a:pt x="821" y="26"/>
                    <a:pt x="826" y="28"/>
                    <a:pt x="828" y="28"/>
                  </a:cubicBezTo>
                  <a:cubicBezTo>
                    <a:pt x="833" y="30"/>
                    <a:pt x="837" y="29"/>
                    <a:pt x="841" y="27"/>
                  </a:cubicBezTo>
                  <a:cubicBezTo>
                    <a:pt x="846" y="26"/>
                    <a:pt x="846" y="23"/>
                    <a:pt x="849" y="21"/>
                  </a:cubicBezTo>
                  <a:cubicBezTo>
                    <a:pt x="852" y="19"/>
                    <a:pt x="857" y="17"/>
                    <a:pt x="860" y="17"/>
                  </a:cubicBezTo>
                  <a:cubicBezTo>
                    <a:pt x="864" y="18"/>
                    <a:pt x="867" y="17"/>
                    <a:pt x="871" y="17"/>
                  </a:cubicBezTo>
                  <a:cubicBezTo>
                    <a:pt x="876" y="16"/>
                    <a:pt x="884" y="14"/>
                    <a:pt x="887" y="10"/>
                  </a:cubicBezTo>
                  <a:cubicBezTo>
                    <a:pt x="889" y="4"/>
                    <a:pt x="889" y="4"/>
                    <a:pt x="889" y="4"/>
                  </a:cubicBezTo>
                  <a:cubicBezTo>
                    <a:pt x="892" y="1"/>
                    <a:pt x="894" y="1"/>
                    <a:pt x="898" y="0"/>
                  </a:cubicBezTo>
                  <a:cubicBezTo>
                    <a:pt x="905" y="0"/>
                    <a:pt x="904" y="7"/>
                    <a:pt x="910" y="9"/>
                  </a:cubicBezTo>
                  <a:cubicBezTo>
                    <a:pt x="913" y="9"/>
                    <a:pt x="916" y="8"/>
                    <a:pt x="919" y="9"/>
                  </a:cubicBezTo>
                  <a:cubicBezTo>
                    <a:pt x="922" y="10"/>
                    <a:pt x="922" y="13"/>
                    <a:pt x="927" y="14"/>
                  </a:cubicBezTo>
                  <a:cubicBezTo>
                    <a:pt x="929" y="14"/>
                    <a:pt x="932" y="12"/>
                    <a:pt x="935" y="11"/>
                  </a:cubicBezTo>
                  <a:cubicBezTo>
                    <a:pt x="938" y="11"/>
                    <a:pt x="941" y="11"/>
                    <a:pt x="943" y="8"/>
                  </a:cubicBezTo>
                  <a:cubicBezTo>
                    <a:pt x="952" y="3"/>
                    <a:pt x="952" y="3"/>
                    <a:pt x="952" y="3"/>
                  </a:cubicBezTo>
                  <a:cubicBezTo>
                    <a:pt x="954" y="3"/>
                    <a:pt x="956" y="2"/>
                    <a:pt x="957" y="3"/>
                  </a:cubicBezTo>
                  <a:cubicBezTo>
                    <a:pt x="959" y="3"/>
                    <a:pt x="960" y="6"/>
                    <a:pt x="963" y="7"/>
                  </a:cubicBezTo>
                  <a:lnTo>
                    <a:pt x="979" y="16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66C96F0E-B3C2-46D7-8BD6-0392DDBAB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600" y="1111250"/>
              <a:ext cx="9525" cy="11113"/>
            </a:xfrm>
            <a:custGeom>
              <a:avLst/>
              <a:gdLst>
                <a:gd name="T0" fmla="*/ 0 w 8"/>
                <a:gd name="T1" fmla="*/ 3 h 10"/>
                <a:gd name="T2" fmla="*/ 0 w 8"/>
                <a:gd name="T3" fmla="*/ 8 h 10"/>
                <a:gd name="T4" fmla="*/ 3 w 8"/>
                <a:gd name="T5" fmla="*/ 10 h 10"/>
                <a:gd name="T6" fmla="*/ 6 w 8"/>
                <a:gd name="T7" fmla="*/ 8 h 10"/>
                <a:gd name="T8" fmla="*/ 8 w 8"/>
                <a:gd name="T9" fmla="*/ 1 h 10"/>
                <a:gd name="T10" fmla="*/ 0 w 8"/>
                <a:gd name="T11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0" y="0"/>
                    <a:pt x="0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42ED1C44-5CBF-4DCC-920A-EC9D14EAB8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6700" y="944563"/>
              <a:ext cx="1069975" cy="1000125"/>
            </a:xfrm>
            <a:custGeom>
              <a:avLst/>
              <a:gdLst>
                <a:gd name="T0" fmla="*/ 401 w 945"/>
                <a:gd name="T1" fmla="*/ 633 h 886"/>
                <a:gd name="T2" fmla="*/ 268 w 945"/>
                <a:gd name="T3" fmla="*/ 663 h 886"/>
                <a:gd name="T4" fmla="*/ 146 w 945"/>
                <a:gd name="T5" fmla="*/ 601 h 886"/>
                <a:gd name="T6" fmla="*/ 72 w 945"/>
                <a:gd name="T7" fmla="*/ 567 h 886"/>
                <a:gd name="T8" fmla="*/ 19 w 945"/>
                <a:gd name="T9" fmla="*/ 476 h 886"/>
                <a:gd name="T10" fmla="*/ 35 w 945"/>
                <a:gd name="T11" fmla="*/ 422 h 886"/>
                <a:gd name="T12" fmla="*/ 28 w 945"/>
                <a:gd name="T13" fmla="*/ 370 h 886"/>
                <a:gd name="T14" fmla="*/ 31 w 945"/>
                <a:gd name="T15" fmla="*/ 299 h 886"/>
                <a:gd name="T16" fmla="*/ 45 w 945"/>
                <a:gd name="T17" fmla="*/ 168 h 886"/>
                <a:gd name="T18" fmla="*/ 50 w 945"/>
                <a:gd name="T19" fmla="*/ 123 h 886"/>
                <a:gd name="T20" fmla="*/ 75 w 945"/>
                <a:gd name="T21" fmla="*/ 87 h 886"/>
                <a:gd name="T22" fmla="*/ 117 w 945"/>
                <a:gd name="T23" fmla="*/ 56 h 886"/>
                <a:gd name="T24" fmla="*/ 134 w 945"/>
                <a:gd name="T25" fmla="*/ 0 h 886"/>
                <a:gd name="T26" fmla="*/ 262 w 945"/>
                <a:gd name="T27" fmla="*/ 24 h 886"/>
                <a:gd name="T28" fmla="*/ 326 w 945"/>
                <a:gd name="T29" fmla="*/ 46 h 886"/>
                <a:gd name="T30" fmla="*/ 370 w 945"/>
                <a:gd name="T31" fmla="*/ 103 h 886"/>
                <a:gd name="T32" fmla="*/ 504 w 945"/>
                <a:gd name="T33" fmla="*/ 146 h 886"/>
                <a:gd name="T34" fmla="*/ 565 w 945"/>
                <a:gd name="T35" fmla="*/ 184 h 886"/>
                <a:gd name="T36" fmla="*/ 621 w 945"/>
                <a:gd name="T37" fmla="*/ 117 h 886"/>
                <a:gd name="T38" fmla="*/ 672 w 945"/>
                <a:gd name="T39" fmla="*/ 31 h 886"/>
                <a:gd name="T40" fmla="*/ 740 w 945"/>
                <a:gd name="T41" fmla="*/ 16 h 886"/>
                <a:gd name="T42" fmla="*/ 767 w 945"/>
                <a:gd name="T43" fmla="*/ 24 h 886"/>
                <a:gd name="T44" fmla="*/ 808 w 945"/>
                <a:gd name="T45" fmla="*/ 56 h 886"/>
                <a:gd name="T46" fmla="*/ 858 w 945"/>
                <a:gd name="T47" fmla="*/ 71 h 886"/>
                <a:gd name="T48" fmla="*/ 903 w 945"/>
                <a:gd name="T49" fmla="*/ 75 h 886"/>
                <a:gd name="T50" fmla="*/ 924 w 945"/>
                <a:gd name="T51" fmla="*/ 109 h 886"/>
                <a:gd name="T52" fmla="*/ 918 w 945"/>
                <a:gd name="T53" fmla="*/ 177 h 886"/>
                <a:gd name="T54" fmla="*/ 914 w 945"/>
                <a:gd name="T55" fmla="*/ 219 h 886"/>
                <a:gd name="T56" fmla="*/ 944 w 945"/>
                <a:gd name="T57" fmla="*/ 810 h 886"/>
                <a:gd name="T58" fmla="*/ 885 w 945"/>
                <a:gd name="T59" fmla="*/ 864 h 886"/>
                <a:gd name="T60" fmla="*/ 528 w 945"/>
                <a:gd name="T61" fmla="*/ 687 h 886"/>
                <a:gd name="T62" fmla="*/ 935 w 945"/>
                <a:gd name="T63" fmla="*/ 845 h 886"/>
                <a:gd name="T64" fmla="*/ 908 w 945"/>
                <a:gd name="T65" fmla="*/ 229 h 886"/>
                <a:gd name="T66" fmla="*/ 901 w 945"/>
                <a:gd name="T67" fmla="*/ 187 h 886"/>
                <a:gd name="T68" fmla="*/ 914 w 945"/>
                <a:gd name="T69" fmla="*/ 108 h 886"/>
                <a:gd name="T70" fmla="*/ 902 w 945"/>
                <a:gd name="T71" fmla="*/ 84 h 886"/>
                <a:gd name="T72" fmla="*/ 853 w 945"/>
                <a:gd name="T73" fmla="*/ 80 h 886"/>
                <a:gd name="T74" fmla="*/ 808 w 945"/>
                <a:gd name="T75" fmla="*/ 76 h 886"/>
                <a:gd name="T76" fmla="*/ 795 w 945"/>
                <a:gd name="T77" fmla="*/ 41 h 886"/>
                <a:gd name="T78" fmla="*/ 751 w 945"/>
                <a:gd name="T79" fmla="*/ 28 h 886"/>
                <a:gd name="T80" fmla="*/ 692 w 945"/>
                <a:gd name="T81" fmla="*/ 35 h 886"/>
                <a:gd name="T82" fmla="*/ 625 w 945"/>
                <a:gd name="T83" fmla="*/ 99 h 886"/>
                <a:gd name="T84" fmla="*/ 601 w 945"/>
                <a:gd name="T85" fmla="*/ 188 h 886"/>
                <a:gd name="T86" fmla="*/ 512 w 945"/>
                <a:gd name="T87" fmla="*/ 160 h 886"/>
                <a:gd name="T88" fmla="*/ 404 w 945"/>
                <a:gd name="T89" fmla="*/ 133 h 886"/>
                <a:gd name="T90" fmla="*/ 328 w 945"/>
                <a:gd name="T91" fmla="*/ 56 h 886"/>
                <a:gd name="T92" fmla="*/ 271 w 945"/>
                <a:gd name="T93" fmla="*/ 35 h 886"/>
                <a:gd name="T94" fmla="*/ 141 w 945"/>
                <a:gd name="T95" fmla="*/ 12 h 886"/>
                <a:gd name="T96" fmla="*/ 121 w 945"/>
                <a:gd name="T97" fmla="*/ 65 h 886"/>
                <a:gd name="T98" fmla="*/ 83 w 945"/>
                <a:gd name="T99" fmla="*/ 92 h 886"/>
                <a:gd name="T100" fmla="*/ 57 w 945"/>
                <a:gd name="T101" fmla="*/ 114 h 886"/>
                <a:gd name="T102" fmla="*/ 55 w 945"/>
                <a:gd name="T103" fmla="*/ 170 h 886"/>
                <a:gd name="T104" fmla="*/ 40 w 945"/>
                <a:gd name="T105" fmla="*/ 300 h 886"/>
                <a:gd name="T106" fmla="*/ 36 w 945"/>
                <a:gd name="T107" fmla="*/ 374 h 886"/>
                <a:gd name="T108" fmla="*/ 44 w 945"/>
                <a:gd name="T109" fmla="*/ 419 h 886"/>
                <a:gd name="T110" fmla="*/ 22 w 945"/>
                <a:gd name="T111" fmla="*/ 466 h 886"/>
                <a:gd name="T112" fmla="*/ 63 w 945"/>
                <a:gd name="T113" fmla="*/ 548 h 886"/>
                <a:gd name="T114" fmla="*/ 154 w 945"/>
                <a:gd name="T115" fmla="*/ 597 h 886"/>
                <a:gd name="T116" fmla="*/ 274 w 945"/>
                <a:gd name="T117" fmla="*/ 656 h 886"/>
                <a:gd name="T118" fmla="*/ 399 w 945"/>
                <a:gd name="T119" fmla="*/ 624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45" h="886">
                  <a:moveTo>
                    <a:pt x="881" y="886"/>
                  </a:moveTo>
                  <a:cubicBezTo>
                    <a:pt x="881" y="886"/>
                    <a:pt x="881" y="886"/>
                    <a:pt x="881" y="886"/>
                  </a:cubicBezTo>
                  <a:cubicBezTo>
                    <a:pt x="880" y="886"/>
                    <a:pt x="879" y="886"/>
                    <a:pt x="879" y="886"/>
                  </a:cubicBezTo>
                  <a:cubicBezTo>
                    <a:pt x="822" y="854"/>
                    <a:pt x="764" y="822"/>
                    <a:pt x="706" y="791"/>
                  </a:cubicBezTo>
                  <a:cubicBezTo>
                    <a:pt x="647" y="759"/>
                    <a:pt x="586" y="727"/>
                    <a:pt x="523" y="695"/>
                  </a:cubicBezTo>
                  <a:cubicBezTo>
                    <a:pt x="496" y="681"/>
                    <a:pt x="468" y="667"/>
                    <a:pt x="441" y="653"/>
                  </a:cubicBezTo>
                  <a:cubicBezTo>
                    <a:pt x="419" y="642"/>
                    <a:pt x="419" y="642"/>
                    <a:pt x="419" y="642"/>
                  </a:cubicBezTo>
                  <a:cubicBezTo>
                    <a:pt x="418" y="642"/>
                    <a:pt x="417" y="641"/>
                    <a:pt x="415" y="640"/>
                  </a:cubicBezTo>
                  <a:cubicBezTo>
                    <a:pt x="412" y="639"/>
                    <a:pt x="404" y="634"/>
                    <a:pt x="401" y="633"/>
                  </a:cubicBezTo>
                  <a:cubicBezTo>
                    <a:pt x="348" y="659"/>
                    <a:pt x="348" y="659"/>
                    <a:pt x="348" y="659"/>
                  </a:cubicBezTo>
                  <a:cubicBezTo>
                    <a:pt x="339" y="663"/>
                    <a:pt x="331" y="668"/>
                    <a:pt x="322" y="673"/>
                  </a:cubicBezTo>
                  <a:cubicBezTo>
                    <a:pt x="316" y="676"/>
                    <a:pt x="311" y="679"/>
                    <a:pt x="305" y="682"/>
                  </a:cubicBezTo>
                  <a:cubicBezTo>
                    <a:pt x="304" y="683"/>
                    <a:pt x="304" y="683"/>
                    <a:pt x="304" y="683"/>
                  </a:cubicBezTo>
                  <a:cubicBezTo>
                    <a:pt x="302" y="684"/>
                    <a:pt x="300" y="685"/>
                    <a:pt x="297" y="685"/>
                  </a:cubicBezTo>
                  <a:cubicBezTo>
                    <a:pt x="294" y="685"/>
                    <a:pt x="291" y="684"/>
                    <a:pt x="289" y="682"/>
                  </a:cubicBezTo>
                  <a:cubicBezTo>
                    <a:pt x="287" y="680"/>
                    <a:pt x="285" y="678"/>
                    <a:pt x="283" y="676"/>
                  </a:cubicBezTo>
                  <a:cubicBezTo>
                    <a:pt x="280" y="673"/>
                    <a:pt x="280" y="673"/>
                    <a:pt x="280" y="673"/>
                  </a:cubicBezTo>
                  <a:cubicBezTo>
                    <a:pt x="276" y="670"/>
                    <a:pt x="272" y="667"/>
                    <a:pt x="268" y="663"/>
                  </a:cubicBezTo>
                  <a:cubicBezTo>
                    <a:pt x="260" y="656"/>
                    <a:pt x="260" y="656"/>
                    <a:pt x="260" y="656"/>
                  </a:cubicBezTo>
                  <a:cubicBezTo>
                    <a:pt x="256" y="653"/>
                    <a:pt x="252" y="649"/>
                    <a:pt x="246" y="648"/>
                  </a:cubicBezTo>
                  <a:cubicBezTo>
                    <a:pt x="231" y="644"/>
                    <a:pt x="216" y="641"/>
                    <a:pt x="201" y="637"/>
                  </a:cubicBezTo>
                  <a:cubicBezTo>
                    <a:pt x="188" y="634"/>
                    <a:pt x="188" y="634"/>
                    <a:pt x="188" y="634"/>
                  </a:cubicBezTo>
                  <a:cubicBezTo>
                    <a:pt x="183" y="633"/>
                    <a:pt x="178" y="632"/>
                    <a:pt x="173" y="631"/>
                  </a:cubicBezTo>
                  <a:cubicBezTo>
                    <a:pt x="163" y="628"/>
                    <a:pt x="163" y="628"/>
                    <a:pt x="163" y="628"/>
                  </a:cubicBezTo>
                  <a:cubicBezTo>
                    <a:pt x="157" y="627"/>
                    <a:pt x="154" y="621"/>
                    <a:pt x="151" y="612"/>
                  </a:cubicBezTo>
                  <a:cubicBezTo>
                    <a:pt x="151" y="610"/>
                    <a:pt x="150" y="609"/>
                    <a:pt x="150" y="608"/>
                  </a:cubicBezTo>
                  <a:cubicBezTo>
                    <a:pt x="146" y="601"/>
                    <a:pt x="146" y="601"/>
                    <a:pt x="146" y="601"/>
                  </a:cubicBezTo>
                  <a:cubicBezTo>
                    <a:pt x="142" y="594"/>
                    <a:pt x="138" y="586"/>
                    <a:pt x="134" y="579"/>
                  </a:cubicBezTo>
                  <a:cubicBezTo>
                    <a:pt x="133" y="576"/>
                    <a:pt x="124" y="574"/>
                    <a:pt x="119" y="573"/>
                  </a:cubicBezTo>
                  <a:cubicBezTo>
                    <a:pt x="117" y="572"/>
                    <a:pt x="115" y="572"/>
                    <a:pt x="114" y="571"/>
                  </a:cubicBezTo>
                  <a:cubicBezTo>
                    <a:pt x="106" y="569"/>
                    <a:pt x="100" y="567"/>
                    <a:pt x="95" y="565"/>
                  </a:cubicBezTo>
                  <a:cubicBezTo>
                    <a:pt x="94" y="564"/>
                    <a:pt x="93" y="564"/>
                    <a:pt x="92" y="564"/>
                  </a:cubicBezTo>
                  <a:cubicBezTo>
                    <a:pt x="90" y="563"/>
                    <a:pt x="88" y="562"/>
                    <a:pt x="87" y="562"/>
                  </a:cubicBezTo>
                  <a:cubicBezTo>
                    <a:pt x="85" y="562"/>
                    <a:pt x="83" y="563"/>
                    <a:pt x="81" y="564"/>
                  </a:cubicBezTo>
                  <a:cubicBezTo>
                    <a:pt x="80" y="565"/>
                    <a:pt x="78" y="565"/>
                    <a:pt x="77" y="566"/>
                  </a:cubicBezTo>
                  <a:cubicBezTo>
                    <a:pt x="76" y="566"/>
                    <a:pt x="74" y="567"/>
                    <a:pt x="72" y="567"/>
                  </a:cubicBezTo>
                  <a:cubicBezTo>
                    <a:pt x="63" y="567"/>
                    <a:pt x="56" y="557"/>
                    <a:pt x="54" y="550"/>
                  </a:cubicBezTo>
                  <a:cubicBezTo>
                    <a:pt x="54" y="548"/>
                    <a:pt x="54" y="548"/>
                    <a:pt x="50" y="546"/>
                  </a:cubicBezTo>
                  <a:cubicBezTo>
                    <a:pt x="43" y="542"/>
                    <a:pt x="43" y="534"/>
                    <a:pt x="43" y="528"/>
                  </a:cubicBezTo>
                  <a:cubicBezTo>
                    <a:pt x="43" y="527"/>
                    <a:pt x="43" y="526"/>
                    <a:pt x="43" y="525"/>
                  </a:cubicBezTo>
                  <a:cubicBezTo>
                    <a:pt x="43" y="524"/>
                    <a:pt x="43" y="522"/>
                    <a:pt x="43" y="520"/>
                  </a:cubicBezTo>
                  <a:cubicBezTo>
                    <a:pt x="42" y="516"/>
                    <a:pt x="42" y="510"/>
                    <a:pt x="40" y="507"/>
                  </a:cubicBezTo>
                  <a:cubicBezTo>
                    <a:pt x="38" y="504"/>
                    <a:pt x="36" y="501"/>
                    <a:pt x="34" y="498"/>
                  </a:cubicBezTo>
                  <a:cubicBezTo>
                    <a:pt x="31" y="493"/>
                    <a:pt x="27" y="488"/>
                    <a:pt x="24" y="484"/>
                  </a:cubicBezTo>
                  <a:cubicBezTo>
                    <a:pt x="22" y="481"/>
                    <a:pt x="20" y="478"/>
                    <a:pt x="19" y="476"/>
                  </a:cubicBezTo>
                  <a:cubicBezTo>
                    <a:pt x="18" y="475"/>
                    <a:pt x="17" y="473"/>
                    <a:pt x="15" y="472"/>
                  </a:cubicBezTo>
                  <a:cubicBezTo>
                    <a:pt x="9" y="464"/>
                    <a:pt x="4" y="458"/>
                    <a:pt x="4" y="453"/>
                  </a:cubicBezTo>
                  <a:cubicBezTo>
                    <a:pt x="5" y="449"/>
                    <a:pt x="7" y="447"/>
                    <a:pt x="9" y="445"/>
                  </a:cubicBezTo>
                  <a:cubicBezTo>
                    <a:pt x="9" y="444"/>
                    <a:pt x="10" y="443"/>
                    <a:pt x="11" y="442"/>
                  </a:cubicBezTo>
                  <a:cubicBezTo>
                    <a:pt x="12" y="437"/>
                    <a:pt x="17" y="435"/>
                    <a:pt x="22" y="434"/>
                  </a:cubicBezTo>
                  <a:cubicBezTo>
                    <a:pt x="22" y="433"/>
                    <a:pt x="23" y="433"/>
                    <a:pt x="23" y="433"/>
                  </a:cubicBezTo>
                  <a:cubicBezTo>
                    <a:pt x="25" y="432"/>
                    <a:pt x="26" y="432"/>
                    <a:pt x="27" y="431"/>
                  </a:cubicBezTo>
                  <a:cubicBezTo>
                    <a:pt x="29" y="431"/>
                    <a:pt x="32" y="430"/>
                    <a:pt x="33" y="429"/>
                  </a:cubicBezTo>
                  <a:cubicBezTo>
                    <a:pt x="33" y="428"/>
                    <a:pt x="34" y="427"/>
                    <a:pt x="35" y="422"/>
                  </a:cubicBezTo>
                  <a:cubicBezTo>
                    <a:pt x="35" y="421"/>
                    <a:pt x="35" y="421"/>
                    <a:pt x="35" y="420"/>
                  </a:cubicBezTo>
                  <a:cubicBezTo>
                    <a:pt x="35" y="418"/>
                    <a:pt x="35" y="416"/>
                    <a:pt x="35" y="414"/>
                  </a:cubicBezTo>
                  <a:cubicBezTo>
                    <a:pt x="35" y="414"/>
                    <a:pt x="35" y="413"/>
                    <a:pt x="36" y="413"/>
                  </a:cubicBezTo>
                  <a:cubicBezTo>
                    <a:pt x="36" y="412"/>
                    <a:pt x="36" y="412"/>
                    <a:pt x="36" y="412"/>
                  </a:cubicBezTo>
                  <a:cubicBezTo>
                    <a:pt x="35" y="411"/>
                    <a:pt x="34" y="411"/>
                    <a:pt x="33" y="410"/>
                  </a:cubicBezTo>
                  <a:cubicBezTo>
                    <a:pt x="31" y="408"/>
                    <a:pt x="31" y="405"/>
                    <a:pt x="31" y="404"/>
                  </a:cubicBezTo>
                  <a:cubicBezTo>
                    <a:pt x="30" y="401"/>
                    <a:pt x="29" y="398"/>
                    <a:pt x="28" y="396"/>
                  </a:cubicBezTo>
                  <a:cubicBezTo>
                    <a:pt x="27" y="391"/>
                    <a:pt x="25" y="387"/>
                    <a:pt x="25" y="382"/>
                  </a:cubicBezTo>
                  <a:cubicBezTo>
                    <a:pt x="25" y="379"/>
                    <a:pt x="26" y="373"/>
                    <a:pt x="28" y="370"/>
                  </a:cubicBezTo>
                  <a:cubicBezTo>
                    <a:pt x="28" y="369"/>
                    <a:pt x="29" y="368"/>
                    <a:pt x="30" y="368"/>
                  </a:cubicBezTo>
                  <a:cubicBezTo>
                    <a:pt x="29" y="367"/>
                    <a:pt x="29" y="365"/>
                    <a:pt x="29" y="364"/>
                  </a:cubicBezTo>
                  <a:cubicBezTo>
                    <a:pt x="30" y="360"/>
                    <a:pt x="32" y="359"/>
                    <a:pt x="33" y="359"/>
                  </a:cubicBezTo>
                  <a:cubicBezTo>
                    <a:pt x="34" y="358"/>
                    <a:pt x="35" y="356"/>
                    <a:pt x="35" y="354"/>
                  </a:cubicBezTo>
                  <a:cubicBezTo>
                    <a:pt x="35" y="353"/>
                    <a:pt x="36" y="352"/>
                    <a:pt x="36" y="351"/>
                  </a:cubicBezTo>
                  <a:cubicBezTo>
                    <a:pt x="37" y="346"/>
                    <a:pt x="37" y="345"/>
                    <a:pt x="35" y="340"/>
                  </a:cubicBezTo>
                  <a:cubicBezTo>
                    <a:pt x="35" y="338"/>
                    <a:pt x="34" y="337"/>
                    <a:pt x="33" y="335"/>
                  </a:cubicBezTo>
                  <a:cubicBezTo>
                    <a:pt x="31" y="330"/>
                    <a:pt x="28" y="323"/>
                    <a:pt x="29" y="317"/>
                  </a:cubicBezTo>
                  <a:cubicBezTo>
                    <a:pt x="29" y="311"/>
                    <a:pt x="30" y="305"/>
                    <a:pt x="31" y="299"/>
                  </a:cubicBezTo>
                  <a:cubicBezTo>
                    <a:pt x="32" y="294"/>
                    <a:pt x="32" y="289"/>
                    <a:pt x="33" y="284"/>
                  </a:cubicBezTo>
                  <a:cubicBezTo>
                    <a:pt x="35" y="258"/>
                    <a:pt x="22" y="225"/>
                    <a:pt x="2" y="205"/>
                  </a:cubicBezTo>
                  <a:cubicBezTo>
                    <a:pt x="1" y="204"/>
                    <a:pt x="0" y="202"/>
                    <a:pt x="1" y="200"/>
                  </a:cubicBezTo>
                  <a:cubicBezTo>
                    <a:pt x="1" y="197"/>
                    <a:pt x="4" y="194"/>
                    <a:pt x="19" y="187"/>
                  </a:cubicBezTo>
                  <a:cubicBezTo>
                    <a:pt x="21" y="186"/>
                    <a:pt x="23" y="186"/>
                    <a:pt x="24" y="185"/>
                  </a:cubicBezTo>
                  <a:cubicBezTo>
                    <a:pt x="27" y="183"/>
                    <a:pt x="30" y="182"/>
                    <a:pt x="35" y="181"/>
                  </a:cubicBezTo>
                  <a:cubicBezTo>
                    <a:pt x="37" y="181"/>
                    <a:pt x="40" y="176"/>
                    <a:pt x="41" y="174"/>
                  </a:cubicBezTo>
                  <a:cubicBezTo>
                    <a:pt x="42" y="173"/>
                    <a:pt x="43" y="172"/>
                    <a:pt x="43" y="171"/>
                  </a:cubicBezTo>
                  <a:cubicBezTo>
                    <a:pt x="44" y="170"/>
                    <a:pt x="45" y="169"/>
                    <a:pt x="45" y="168"/>
                  </a:cubicBezTo>
                  <a:cubicBezTo>
                    <a:pt x="46" y="167"/>
                    <a:pt x="47" y="165"/>
                    <a:pt x="48" y="164"/>
                  </a:cubicBezTo>
                  <a:cubicBezTo>
                    <a:pt x="49" y="163"/>
                    <a:pt x="50" y="161"/>
                    <a:pt x="51" y="160"/>
                  </a:cubicBezTo>
                  <a:cubicBezTo>
                    <a:pt x="52" y="158"/>
                    <a:pt x="54" y="157"/>
                    <a:pt x="55" y="155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56" y="152"/>
                    <a:pt x="57" y="150"/>
                    <a:pt x="57" y="149"/>
                  </a:cubicBezTo>
                  <a:cubicBezTo>
                    <a:pt x="57" y="149"/>
                    <a:pt x="57" y="148"/>
                    <a:pt x="56" y="147"/>
                  </a:cubicBezTo>
                  <a:cubicBezTo>
                    <a:pt x="56" y="145"/>
                    <a:pt x="55" y="144"/>
                    <a:pt x="55" y="142"/>
                  </a:cubicBezTo>
                  <a:cubicBezTo>
                    <a:pt x="55" y="137"/>
                    <a:pt x="53" y="131"/>
                    <a:pt x="51" y="126"/>
                  </a:cubicBezTo>
                  <a:cubicBezTo>
                    <a:pt x="50" y="123"/>
                    <a:pt x="50" y="123"/>
                    <a:pt x="50" y="123"/>
                  </a:cubicBezTo>
                  <a:cubicBezTo>
                    <a:pt x="48" y="120"/>
                    <a:pt x="47" y="116"/>
                    <a:pt x="48" y="111"/>
                  </a:cubicBezTo>
                  <a:cubicBezTo>
                    <a:pt x="49" y="108"/>
                    <a:pt x="51" y="107"/>
                    <a:pt x="52" y="105"/>
                  </a:cubicBezTo>
                  <a:cubicBezTo>
                    <a:pt x="53" y="105"/>
                    <a:pt x="53" y="104"/>
                    <a:pt x="54" y="103"/>
                  </a:cubicBezTo>
                  <a:cubicBezTo>
                    <a:pt x="54" y="103"/>
                    <a:pt x="55" y="102"/>
                    <a:pt x="55" y="101"/>
                  </a:cubicBezTo>
                  <a:cubicBezTo>
                    <a:pt x="56" y="98"/>
                    <a:pt x="58" y="95"/>
                    <a:pt x="61" y="93"/>
                  </a:cubicBezTo>
                  <a:cubicBezTo>
                    <a:pt x="63" y="92"/>
                    <a:pt x="66" y="92"/>
                    <a:pt x="69" y="93"/>
                  </a:cubicBezTo>
                  <a:cubicBezTo>
                    <a:pt x="70" y="93"/>
                    <a:pt x="70" y="93"/>
                    <a:pt x="71" y="93"/>
                  </a:cubicBezTo>
                  <a:cubicBezTo>
                    <a:pt x="72" y="92"/>
                    <a:pt x="73" y="90"/>
                    <a:pt x="74" y="89"/>
                  </a:cubicBezTo>
                  <a:cubicBezTo>
                    <a:pt x="75" y="89"/>
                    <a:pt x="75" y="88"/>
                    <a:pt x="75" y="87"/>
                  </a:cubicBezTo>
                  <a:cubicBezTo>
                    <a:pt x="76" y="87"/>
                    <a:pt x="76" y="87"/>
                    <a:pt x="76" y="87"/>
                  </a:cubicBezTo>
                  <a:cubicBezTo>
                    <a:pt x="76" y="86"/>
                    <a:pt x="76" y="86"/>
                    <a:pt x="76" y="86"/>
                  </a:cubicBezTo>
                  <a:cubicBezTo>
                    <a:pt x="76" y="84"/>
                    <a:pt x="76" y="81"/>
                    <a:pt x="78" y="78"/>
                  </a:cubicBezTo>
                  <a:cubicBezTo>
                    <a:pt x="80" y="76"/>
                    <a:pt x="83" y="76"/>
                    <a:pt x="85" y="77"/>
                  </a:cubicBezTo>
                  <a:cubicBezTo>
                    <a:pt x="85" y="77"/>
                    <a:pt x="85" y="76"/>
                    <a:pt x="86" y="76"/>
                  </a:cubicBezTo>
                  <a:cubicBezTo>
                    <a:pt x="89" y="74"/>
                    <a:pt x="89" y="74"/>
                    <a:pt x="90" y="72"/>
                  </a:cubicBezTo>
                  <a:cubicBezTo>
                    <a:pt x="94" y="66"/>
                    <a:pt x="102" y="62"/>
                    <a:pt x="108" y="60"/>
                  </a:cubicBezTo>
                  <a:cubicBezTo>
                    <a:pt x="110" y="59"/>
                    <a:pt x="112" y="58"/>
                    <a:pt x="113" y="58"/>
                  </a:cubicBezTo>
                  <a:cubicBezTo>
                    <a:pt x="114" y="57"/>
                    <a:pt x="116" y="57"/>
                    <a:pt x="117" y="56"/>
                  </a:cubicBezTo>
                  <a:cubicBezTo>
                    <a:pt x="121" y="55"/>
                    <a:pt x="130" y="51"/>
                    <a:pt x="131" y="48"/>
                  </a:cubicBezTo>
                  <a:cubicBezTo>
                    <a:pt x="131" y="47"/>
                    <a:pt x="131" y="47"/>
                    <a:pt x="130" y="46"/>
                  </a:cubicBezTo>
                  <a:cubicBezTo>
                    <a:pt x="129" y="45"/>
                    <a:pt x="127" y="44"/>
                    <a:pt x="126" y="42"/>
                  </a:cubicBezTo>
                  <a:cubicBezTo>
                    <a:pt x="124" y="39"/>
                    <a:pt x="125" y="35"/>
                    <a:pt x="125" y="33"/>
                  </a:cubicBezTo>
                  <a:cubicBezTo>
                    <a:pt x="126" y="32"/>
                    <a:pt x="126" y="31"/>
                    <a:pt x="126" y="30"/>
                  </a:cubicBezTo>
                  <a:cubicBezTo>
                    <a:pt x="125" y="24"/>
                    <a:pt x="126" y="19"/>
                    <a:pt x="127" y="14"/>
                  </a:cubicBezTo>
                  <a:cubicBezTo>
                    <a:pt x="128" y="10"/>
                    <a:pt x="128" y="7"/>
                    <a:pt x="128" y="4"/>
                  </a:cubicBezTo>
                  <a:cubicBezTo>
                    <a:pt x="128" y="3"/>
                    <a:pt x="129" y="1"/>
                    <a:pt x="130" y="1"/>
                  </a:cubicBezTo>
                  <a:cubicBezTo>
                    <a:pt x="131" y="0"/>
                    <a:pt x="133" y="0"/>
                    <a:pt x="134" y="0"/>
                  </a:cubicBezTo>
                  <a:cubicBezTo>
                    <a:pt x="144" y="3"/>
                    <a:pt x="144" y="3"/>
                    <a:pt x="144" y="3"/>
                  </a:cubicBezTo>
                  <a:cubicBezTo>
                    <a:pt x="151" y="5"/>
                    <a:pt x="159" y="9"/>
                    <a:pt x="168" y="15"/>
                  </a:cubicBezTo>
                  <a:cubicBezTo>
                    <a:pt x="173" y="19"/>
                    <a:pt x="179" y="21"/>
                    <a:pt x="186" y="22"/>
                  </a:cubicBezTo>
                  <a:cubicBezTo>
                    <a:pt x="196" y="24"/>
                    <a:pt x="205" y="25"/>
                    <a:pt x="212" y="23"/>
                  </a:cubicBezTo>
                  <a:cubicBezTo>
                    <a:pt x="214" y="22"/>
                    <a:pt x="216" y="21"/>
                    <a:pt x="218" y="20"/>
                  </a:cubicBezTo>
                  <a:cubicBezTo>
                    <a:pt x="224" y="18"/>
                    <a:pt x="231" y="15"/>
                    <a:pt x="237" y="17"/>
                  </a:cubicBezTo>
                  <a:cubicBezTo>
                    <a:pt x="240" y="18"/>
                    <a:pt x="243" y="19"/>
                    <a:pt x="245" y="21"/>
                  </a:cubicBezTo>
                  <a:cubicBezTo>
                    <a:pt x="249" y="23"/>
                    <a:pt x="253" y="24"/>
                    <a:pt x="257" y="24"/>
                  </a:cubicBezTo>
                  <a:cubicBezTo>
                    <a:pt x="259" y="24"/>
                    <a:pt x="260" y="24"/>
                    <a:pt x="262" y="24"/>
                  </a:cubicBezTo>
                  <a:cubicBezTo>
                    <a:pt x="265" y="24"/>
                    <a:pt x="270" y="24"/>
                    <a:pt x="274" y="26"/>
                  </a:cubicBezTo>
                  <a:cubicBezTo>
                    <a:pt x="276" y="27"/>
                    <a:pt x="278" y="28"/>
                    <a:pt x="280" y="28"/>
                  </a:cubicBezTo>
                  <a:cubicBezTo>
                    <a:pt x="283" y="28"/>
                    <a:pt x="285" y="29"/>
                    <a:pt x="287" y="29"/>
                  </a:cubicBezTo>
                  <a:cubicBezTo>
                    <a:pt x="292" y="31"/>
                    <a:pt x="295" y="34"/>
                    <a:pt x="298" y="37"/>
                  </a:cubicBezTo>
                  <a:cubicBezTo>
                    <a:pt x="301" y="39"/>
                    <a:pt x="304" y="42"/>
                    <a:pt x="306" y="42"/>
                  </a:cubicBezTo>
                  <a:cubicBezTo>
                    <a:pt x="309" y="43"/>
                    <a:pt x="312" y="44"/>
                    <a:pt x="314" y="45"/>
                  </a:cubicBezTo>
                  <a:cubicBezTo>
                    <a:pt x="316" y="45"/>
                    <a:pt x="317" y="46"/>
                    <a:pt x="319" y="46"/>
                  </a:cubicBezTo>
                  <a:cubicBezTo>
                    <a:pt x="320" y="46"/>
                    <a:pt x="321" y="47"/>
                    <a:pt x="322" y="47"/>
                  </a:cubicBezTo>
                  <a:cubicBezTo>
                    <a:pt x="326" y="46"/>
                    <a:pt x="326" y="46"/>
                    <a:pt x="326" y="46"/>
                  </a:cubicBezTo>
                  <a:cubicBezTo>
                    <a:pt x="327" y="46"/>
                    <a:pt x="329" y="47"/>
                    <a:pt x="330" y="47"/>
                  </a:cubicBezTo>
                  <a:cubicBezTo>
                    <a:pt x="332" y="47"/>
                    <a:pt x="333" y="47"/>
                    <a:pt x="335" y="48"/>
                  </a:cubicBezTo>
                  <a:cubicBezTo>
                    <a:pt x="340" y="48"/>
                    <a:pt x="345" y="49"/>
                    <a:pt x="350" y="53"/>
                  </a:cubicBezTo>
                  <a:cubicBezTo>
                    <a:pt x="353" y="56"/>
                    <a:pt x="355" y="59"/>
                    <a:pt x="356" y="61"/>
                  </a:cubicBezTo>
                  <a:cubicBezTo>
                    <a:pt x="356" y="62"/>
                    <a:pt x="357" y="63"/>
                    <a:pt x="357" y="64"/>
                  </a:cubicBezTo>
                  <a:cubicBezTo>
                    <a:pt x="360" y="69"/>
                    <a:pt x="360" y="72"/>
                    <a:pt x="360" y="76"/>
                  </a:cubicBezTo>
                  <a:cubicBezTo>
                    <a:pt x="360" y="81"/>
                    <a:pt x="361" y="84"/>
                    <a:pt x="363" y="89"/>
                  </a:cubicBezTo>
                  <a:cubicBezTo>
                    <a:pt x="364" y="91"/>
                    <a:pt x="365" y="93"/>
                    <a:pt x="365" y="94"/>
                  </a:cubicBezTo>
                  <a:cubicBezTo>
                    <a:pt x="367" y="97"/>
                    <a:pt x="368" y="100"/>
                    <a:pt x="370" y="103"/>
                  </a:cubicBezTo>
                  <a:cubicBezTo>
                    <a:pt x="379" y="114"/>
                    <a:pt x="390" y="121"/>
                    <a:pt x="406" y="124"/>
                  </a:cubicBezTo>
                  <a:cubicBezTo>
                    <a:pt x="411" y="125"/>
                    <a:pt x="419" y="125"/>
                    <a:pt x="425" y="125"/>
                  </a:cubicBezTo>
                  <a:cubicBezTo>
                    <a:pt x="433" y="125"/>
                    <a:pt x="440" y="126"/>
                    <a:pt x="447" y="127"/>
                  </a:cubicBezTo>
                  <a:cubicBezTo>
                    <a:pt x="461" y="130"/>
                    <a:pt x="474" y="135"/>
                    <a:pt x="487" y="139"/>
                  </a:cubicBezTo>
                  <a:cubicBezTo>
                    <a:pt x="488" y="140"/>
                    <a:pt x="488" y="140"/>
                    <a:pt x="488" y="140"/>
                  </a:cubicBezTo>
                  <a:cubicBezTo>
                    <a:pt x="490" y="140"/>
                    <a:pt x="492" y="141"/>
                    <a:pt x="493" y="142"/>
                  </a:cubicBezTo>
                  <a:cubicBezTo>
                    <a:pt x="495" y="143"/>
                    <a:pt x="497" y="144"/>
                    <a:pt x="498" y="144"/>
                  </a:cubicBezTo>
                  <a:cubicBezTo>
                    <a:pt x="499" y="144"/>
                    <a:pt x="499" y="144"/>
                    <a:pt x="499" y="144"/>
                  </a:cubicBezTo>
                  <a:cubicBezTo>
                    <a:pt x="500" y="144"/>
                    <a:pt x="502" y="144"/>
                    <a:pt x="504" y="146"/>
                  </a:cubicBezTo>
                  <a:cubicBezTo>
                    <a:pt x="506" y="147"/>
                    <a:pt x="507" y="148"/>
                    <a:pt x="507" y="149"/>
                  </a:cubicBezTo>
                  <a:cubicBezTo>
                    <a:pt x="509" y="150"/>
                    <a:pt x="512" y="151"/>
                    <a:pt x="514" y="151"/>
                  </a:cubicBezTo>
                  <a:cubicBezTo>
                    <a:pt x="518" y="152"/>
                    <a:pt x="522" y="153"/>
                    <a:pt x="526" y="156"/>
                  </a:cubicBezTo>
                  <a:cubicBezTo>
                    <a:pt x="527" y="157"/>
                    <a:pt x="529" y="159"/>
                    <a:pt x="530" y="160"/>
                  </a:cubicBezTo>
                  <a:cubicBezTo>
                    <a:pt x="531" y="161"/>
                    <a:pt x="532" y="162"/>
                    <a:pt x="533" y="163"/>
                  </a:cubicBezTo>
                  <a:cubicBezTo>
                    <a:pt x="534" y="164"/>
                    <a:pt x="536" y="166"/>
                    <a:pt x="539" y="167"/>
                  </a:cubicBezTo>
                  <a:cubicBezTo>
                    <a:pt x="541" y="169"/>
                    <a:pt x="544" y="170"/>
                    <a:pt x="547" y="173"/>
                  </a:cubicBezTo>
                  <a:cubicBezTo>
                    <a:pt x="550" y="176"/>
                    <a:pt x="555" y="179"/>
                    <a:pt x="560" y="181"/>
                  </a:cubicBezTo>
                  <a:cubicBezTo>
                    <a:pt x="561" y="182"/>
                    <a:pt x="563" y="183"/>
                    <a:pt x="565" y="184"/>
                  </a:cubicBezTo>
                  <a:cubicBezTo>
                    <a:pt x="568" y="186"/>
                    <a:pt x="571" y="187"/>
                    <a:pt x="575" y="187"/>
                  </a:cubicBezTo>
                  <a:cubicBezTo>
                    <a:pt x="583" y="187"/>
                    <a:pt x="591" y="183"/>
                    <a:pt x="596" y="180"/>
                  </a:cubicBezTo>
                  <a:cubicBezTo>
                    <a:pt x="598" y="179"/>
                    <a:pt x="599" y="178"/>
                    <a:pt x="601" y="177"/>
                  </a:cubicBezTo>
                  <a:cubicBezTo>
                    <a:pt x="604" y="176"/>
                    <a:pt x="606" y="174"/>
                    <a:pt x="609" y="172"/>
                  </a:cubicBezTo>
                  <a:cubicBezTo>
                    <a:pt x="612" y="170"/>
                    <a:pt x="616" y="165"/>
                    <a:pt x="619" y="160"/>
                  </a:cubicBezTo>
                  <a:cubicBezTo>
                    <a:pt x="620" y="159"/>
                    <a:pt x="621" y="157"/>
                    <a:pt x="622" y="155"/>
                  </a:cubicBezTo>
                  <a:cubicBezTo>
                    <a:pt x="628" y="147"/>
                    <a:pt x="632" y="140"/>
                    <a:pt x="629" y="130"/>
                  </a:cubicBezTo>
                  <a:cubicBezTo>
                    <a:pt x="628" y="128"/>
                    <a:pt x="627" y="126"/>
                    <a:pt x="625" y="124"/>
                  </a:cubicBezTo>
                  <a:cubicBezTo>
                    <a:pt x="624" y="122"/>
                    <a:pt x="622" y="119"/>
                    <a:pt x="621" y="117"/>
                  </a:cubicBezTo>
                  <a:cubicBezTo>
                    <a:pt x="619" y="112"/>
                    <a:pt x="618" y="108"/>
                    <a:pt x="617" y="104"/>
                  </a:cubicBezTo>
                  <a:cubicBezTo>
                    <a:pt x="616" y="101"/>
                    <a:pt x="616" y="101"/>
                    <a:pt x="616" y="101"/>
                  </a:cubicBezTo>
                  <a:cubicBezTo>
                    <a:pt x="613" y="88"/>
                    <a:pt x="618" y="73"/>
                    <a:pt x="627" y="63"/>
                  </a:cubicBezTo>
                  <a:cubicBezTo>
                    <a:pt x="636" y="53"/>
                    <a:pt x="636" y="53"/>
                    <a:pt x="636" y="53"/>
                  </a:cubicBezTo>
                  <a:cubicBezTo>
                    <a:pt x="638" y="52"/>
                    <a:pt x="640" y="51"/>
                    <a:pt x="641" y="49"/>
                  </a:cubicBezTo>
                  <a:cubicBezTo>
                    <a:pt x="643" y="48"/>
                    <a:pt x="644" y="47"/>
                    <a:pt x="645" y="46"/>
                  </a:cubicBezTo>
                  <a:cubicBezTo>
                    <a:pt x="650" y="42"/>
                    <a:pt x="655" y="40"/>
                    <a:pt x="660" y="38"/>
                  </a:cubicBezTo>
                  <a:cubicBezTo>
                    <a:pt x="663" y="36"/>
                    <a:pt x="666" y="35"/>
                    <a:pt x="669" y="33"/>
                  </a:cubicBezTo>
                  <a:cubicBezTo>
                    <a:pt x="670" y="32"/>
                    <a:pt x="671" y="32"/>
                    <a:pt x="672" y="31"/>
                  </a:cubicBezTo>
                  <a:cubicBezTo>
                    <a:pt x="673" y="30"/>
                    <a:pt x="675" y="29"/>
                    <a:pt x="677" y="28"/>
                  </a:cubicBezTo>
                  <a:cubicBezTo>
                    <a:pt x="682" y="26"/>
                    <a:pt x="687" y="26"/>
                    <a:pt x="692" y="26"/>
                  </a:cubicBezTo>
                  <a:cubicBezTo>
                    <a:pt x="694" y="26"/>
                    <a:pt x="694" y="26"/>
                    <a:pt x="694" y="26"/>
                  </a:cubicBezTo>
                  <a:cubicBezTo>
                    <a:pt x="701" y="25"/>
                    <a:pt x="704" y="24"/>
                    <a:pt x="709" y="19"/>
                  </a:cubicBezTo>
                  <a:cubicBezTo>
                    <a:pt x="714" y="15"/>
                    <a:pt x="720" y="15"/>
                    <a:pt x="725" y="16"/>
                  </a:cubicBezTo>
                  <a:cubicBezTo>
                    <a:pt x="727" y="17"/>
                    <a:pt x="729" y="17"/>
                    <a:pt x="730" y="17"/>
                  </a:cubicBezTo>
                  <a:cubicBezTo>
                    <a:pt x="733" y="17"/>
                    <a:pt x="733" y="17"/>
                    <a:pt x="733" y="17"/>
                  </a:cubicBezTo>
                  <a:cubicBezTo>
                    <a:pt x="735" y="17"/>
                    <a:pt x="738" y="17"/>
                    <a:pt x="740" y="17"/>
                  </a:cubicBezTo>
                  <a:cubicBezTo>
                    <a:pt x="740" y="17"/>
                    <a:pt x="740" y="16"/>
                    <a:pt x="740" y="16"/>
                  </a:cubicBezTo>
                  <a:cubicBezTo>
                    <a:pt x="741" y="16"/>
                    <a:pt x="742" y="15"/>
                    <a:pt x="744" y="15"/>
                  </a:cubicBezTo>
                  <a:cubicBezTo>
                    <a:pt x="744" y="15"/>
                    <a:pt x="745" y="15"/>
                    <a:pt x="745" y="15"/>
                  </a:cubicBezTo>
                  <a:cubicBezTo>
                    <a:pt x="749" y="15"/>
                    <a:pt x="751" y="17"/>
                    <a:pt x="752" y="18"/>
                  </a:cubicBezTo>
                  <a:cubicBezTo>
                    <a:pt x="752" y="19"/>
                    <a:pt x="752" y="19"/>
                    <a:pt x="753" y="19"/>
                  </a:cubicBezTo>
                  <a:cubicBezTo>
                    <a:pt x="753" y="19"/>
                    <a:pt x="753" y="19"/>
                    <a:pt x="754" y="19"/>
                  </a:cubicBezTo>
                  <a:cubicBezTo>
                    <a:pt x="754" y="19"/>
                    <a:pt x="755" y="18"/>
                    <a:pt x="756" y="18"/>
                  </a:cubicBezTo>
                  <a:cubicBezTo>
                    <a:pt x="756" y="18"/>
                    <a:pt x="757" y="19"/>
                    <a:pt x="757" y="19"/>
                  </a:cubicBezTo>
                  <a:cubicBezTo>
                    <a:pt x="761" y="19"/>
                    <a:pt x="763" y="21"/>
                    <a:pt x="766" y="23"/>
                  </a:cubicBezTo>
                  <a:cubicBezTo>
                    <a:pt x="767" y="24"/>
                    <a:pt x="767" y="24"/>
                    <a:pt x="767" y="24"/>
                  </a:cubicBezTo>
                  <a:cubicBezTo>
                    <a:pt x="769" y="25"/>
                    <a:pt x="773" y="26"/>
                    <a:pt x="776" y="26"/>
                  </a:cubicBezTo>
                  <a:cubicBezTo>
                    <a:pt x="777" y="27"/>
                    <a:pt x="777" y="27"/>
                    <a:pt x="777" y="27"/>
                  </a:cubicBezTo>
                  <a:cubicBezTo>
                    <a:pt x="779" y="27"/>
                    <a:pt x="782" y="28"/>
                    <a:pt x="784" y="29"/>
                  </a:cubicBezTo>
                  <a:cubicBezTo>
                    <a:pt x="788" y="30"/>
                    <a:pt x="792" y="31"/>
                    <a:pt x="796" y="32"/>
                  </a:cubicBezTo>
                  <a:cubicBezTo>
                    <a:pt x="798" y="33"/>
                    <a:pt x="801" y="33"/>
                    <a:pt x="803" y="35"/>
                  </a:cubicBezTo>
                  <a:cubicBezTo>
                    <a:pt x="805" y="36"/>
                    <a:pt x="809" y="38"/>
                    <a:pt x="807" y="43"/>
                  </a:cubicBezTo>
                  <a:cubicBezTo>
                    <a:pt x="807" y="43"/>
                    <a:pt x="807" y="44"/>
                    <a:pt x="808" y="45"/>
                  </a:cubicBezTo>
                  <a:cubicBezTo>
                    <a:pt x="809" y="46"/>
                    <a:pt x="810" y="48"/>
                    <a:pt x="810" y="50"/>
                  </a:cubicBezTo>
                  <a:cubicBezTo>
                    <a:pt x="810" y="53"/>
                    <a:pt x="809" y="55"/>
                    <a:pt x="808" y="56"/>
                  </a:cubicBezTo>
                  <a:cubicBezTo>
                    <a:pt x="811" y="58"/>
                    <a:pt x="813" y="59"/>
                    <a:pt x="815" y="62"/>
                  </a:cubicBezTo>
                  <a:cubicBezTo>
                    <a:pt x="815" y="63"/>
                    <a:pt x="815" y="63"/>
                    <a:pt x="816" y="64"/>
                  </a:cubicBezTo>
                  <a:cubicBezTo>
                    <a:pt x="818" y="63"/>
                    <a:pt x="818" y="63"/>
                    <a:pt x="818" y="63"/>
                  </a:cubicBezTo>
                  <a:cubicBezTo>
                    <a:pt x="819" y="62"/>
                    <a:pt x="820" y="62"/>
                    <a:pt x="821" y="62"/>
                  </a:cubicBezTo>
                  <a:cubicBezTo>
                    <a:pt x="824" y="63"/>
                    <a:pt x="827" y="63"/>
                    <a:pt x="829" y="63"/>
                  </a:cubicBezTo>
                  <a:cubicBezTo>
                    <a:pt x="834" y="63"/>
                    <a:pt x="834" y="63"/>
                    <a:pt x="834" y="63"/>
                  </a:cubicBezTo>
                  <a:cubicBezTo>
                    <a:pt x="836" y="63"/>
                    <a:pt x="838" y="63"/>
                    <a:pt x="841" y="64"/>
                  </a:cubicBezTo>
                  <a:cubicBezTo>
                    <a:pt x="842" y="64"/>
                    <a:pt x="842" y="64"/>
                    <a:pt x="842" y="64"/>
                  </a:cubicBezTo>
                  <a:cubicBezTo>
                    <a:pt x="848" y="66"/>
                    <a:pt x="855" y="67"/>
                    <a:pt x="858" y="71"/>
                  </a:cubicBezTo>
                  <a:cubicBezTo>
                    <a:pt x="859" y="72"/>
                    <a:pt x="860" y="73"/>
                    <a:pt x="860" y="74"/>
                  </a:cubicBezTo>
                  <a:cubicBezTo>
                    <a:pt x="860" y="74"/>
                    <a:pt x="861" y="74"/>
                    <a:pt x="861" y="75"/>
                  </a:cubicBezTo>
                  <a:cubicBezTo>
                    <a:pt x="862" y="75"/>
                    <a:pt x="864" y="75"/>
                    <a:pt x="865" y="75"/>
                  </a:cubicBezTo>
                  <a:cubicBezTo>
                    <a:pt x="868" y="75"/>
                    <a:pt x="868" y="75"/>
                    <a:pt x="868" y="75"/>
                  </a:cubicBezTo>
                  <a:cubicBezTo>
                    <a:pt x="872" y="75"/>
                    <a:pt x="875" y="75"/>
                    <a:pt x="877" y="76"/>
                  </a:cubicBezTo>
                  <a:cubicBezTo>
                    <a:pt x="881" y="76"/>
                    <a:pt x="884" y="76"/>
                    <a:pt x="887" y="76"/>
                  </a:cubicBezTo>
                  <a:cubicBezTo>
                    <a:pt x="888" y="76"/>
                    <a:pt x="889" y="76"/>
                    <a:pt x="890" y="75"/>
                  </a:cubicBezTo>
                  <a:cubicBezTo>
                    <a:pt x="891" y="75"/>
                    <a:pt x="892" y="74"/>
                    <a:pt x="894" y="73"/>
                  </a:cubicBezTo>
                  <a:cubicBezTo>
                    <a:pt x="897" y="73"/>
                    <a:pt x="901" y="74"/>
                    <a:pt x="903" y="75"/>
                  </a:cubicBezTo>
                  <a:cubicBezTo>
                    <a:pt x="905" y="75"/>
                    <a:pt x="905" y="75"/>
                    <a:pt x="905" y="75"/>
                  </a:cubicBezTo>
                  <a:cubicBezTo>
                    <a:pt x="906" y="76"/>
                    <a:pt x="907" y="76"/>
                    <a:pt x="908" y="76"/>
                  </a:cubicBezTo>
                  <a:cubicBezTo>
                    <a:pt x="910" y="76"/>
                    <a:pt x="913" y="77"/>
                    <a:pt x="915" y="78"/>
                  </a:cubicBezTo>
                  <a:cubicBezTo>
                    <a:pt x="921" y="80"/>
                    <a:pt x="920" y="85"/>
                    <a:pt x="920" y="87"/>
                  </a:cubicBezTo>
                  <a:cubicBezTo>
                    <a:pt x="920" y="87"/>
                    <a:pt x="920" y="88"/>
                    <a:pt x="920" y="88"/>
                  </a:cubicBezTo>
                  <a:cubicBezTo>
                    <a:pt x="920" y="88"/>
                    <a:pt x="922" y="90"/>
                    <a:pt x="922" y="91"/>
                  </a:cubicBezTo>
                  <a:cubicBezTo>
                    <a:pt x="923" y="92"/>
                    <a:pt x="924" y="93"/>
                    <a:pt x="925" y="93"/>
                  </a:cubicBezTo>
                  <a:cubicBezTo>
                    <a:pt x="926" y="96"/>
                    <a:pt x="928" y="98"/>
                    <a:pt x="928" y="101"/>
                  </a:cubicBezTo>
                  <a:cubicBezTo>
                    <a:pt x="929" y="104"/>
                    <a:pt x="926" y="107"/>
                    <a:pt x="924" y="109"/>
                  </a:cubicBezTo>
                  <a:cubicBezTo>
                    <a:pt x="924" y="109"/>
                    <a:pt x="923" y="110"/>
                    <a:pt x="923" y="110"/>
                  </a:cubicBezTo>
                  <a:cubicBezTo>
                    <a:pt x="922" y="112"/>
                    <a:pt x="922" y="112"/>
                    <a:pt x="922" y="112"/>
                  </a:cubicBezTo>
                  <a:cubicBezTo>
                    <a:pt x="921" y="114"/>
                    <a:pt x="920" y="116"/>
                    <a:pt x="917" y="118"/>
                  </a:cubicBezTo>
                  <a:cubicBezTo>
                    <a:pt x="916" y="119"/>
                    <a:pt x="916" y="119"/>
                    <a:pt x="916" y="119"/>
                  </a:cubicBezTo>
                  <a:cubicBezTo>
                    <a:pt x="913" y="122"/>
                    <a:pt x="913" y="122"/>
                    <a:pt x="913" y="123"/>
                  </a:cubicBezTo>
                  <a:cubicBezTo>
                    <a:pt x="913" y="128"/>
                    <a:pt x="914" y="133"/>
                    <a:pt x="915" y="139"/>
                  </a:cubicBezTo>
                  <a:cubicBezTo>
                    <a:pt x="916" y="142"/>
                    <a:pt x="917" y="144"/>
                    <a:pt x="919" y="147"/>
                  </a:cubicBezTo>
                  <a:cubicBezTo>
                    <a:pt x="920" y="149"/>
                    <a:pt x="921" y="151"/>
                    <a:pt x="922" y="153"/>
                  </a:cubicBezTo>
                  <a:cubicBezTo>
                    <a:pt x="924" y="158"/>
                    <a:pt x="923" y="166"/>
                    <a:pt x="918" y="177"/>
                  </a:cubicBezTo>
                  <a:cubicBezTo>
                    <a:pt x="917" y="180"/>
                    <a:pt x="915" y="183"/>
                    <a:pt x="913" y="185"/>
                  </a:cubicBezTo>
                  <a:cubicBezTo>
                    <a:pt x="912" y="187"/>
                    <a:pt x="910" y="188"/>
                    <a:pt x="910" y="190"/>
                  </a:cubicBezTo>
                  <a:cubicBezTo>
                    <a:pt x="910" y="191"/>
                    <a:pt x="909" y="192"/>
                    <a:pt x="908" y="194"/>
                  </a:cubicBezTo>
                  <a:cubicBezTo>
                    <a:pt x="907" y="196"/>
                    <a:pt x="907" y="197"/>
                    <a:pt x="907" y="198"/>
                  </a:cubicBezTo>
                  <a:cubicBezTo>
                    <a:pt x="908" y="199"/>
                    <a:pt x="908" y="200"/>
                    <a:pt x="909" y="201"/>
                  </a:cubicBezTo>
                  <a:cubicBezTo>
                    <a:pt x="910" y="203"/>
                    <a:pt x="910" y="204"/>
                    <a:pt x="911" y="205"/>
                  </a:cubicBezTo>
                  <a:cubicBezTo>
                    <a:pt x="911" y="206"/>
                    <a:pt x="911" y="206"/>
                    <a:pt x="911" y="206"/>
                  </a:cubicBezTo>
                  <a:cubicBezTo>
                    <a:pt x="912" y="208"/>
                    <a:pt x="913" y="210"/>
                    <a:pt x="914" y="213"/>
                  </a:cubicBezTo>
                  <a:cubicBezTo>
                    <a:pt x="915" y="215"/>
                    <a:pt x="915" y="218"/>
                    <a:pt x="914" y="219"/>
                  </a:cubicBezTo>
                  <a:cubicBezTo>
                    <a:pt x="914" y="220"/>
                    <a:pt x="914" y="221"/>
                    <a:pt x="914" y="222"/>
                  </a:cubicBezTo>
                  <a:cubicBezTo>
                    <a:pt x="914" y="222"/>
                    <a:pt x="915" y="223"/>
                    <a:pt x="916" y="223"/>
                  </a:cubicBezTo>
                  <a:cubicBezTo>
                    <a:pt x="916" y="224"/>
                    <a:pt x="918" y="226"/>
                    <a:pt x="918" y="228"/>
                  </a:cubicBezTo>
                  <a:cubicBezTo>
                    <a:pt x="919" y="231"/>
                    <a:pt x="919" y="233"/>
                    <a:pt x="919" y="236"/>
                  </a:cubicBezTo>
                  <a:cubicBezTo>
                    <a:pt x="919" y="238"/>
                    <a:pt x="919" y="240"/>
                    <a:pt x="920" y="241"/>
                  </a:cubicBezTo>
                  <a:cubicBezTo>
                    <a:pt x="923" y="249"/>
                    <a:pt x="926" y="256"/>
                    <a:pt x="927" y="265"/>
                  </a:cubicBezTo>
                  <a:cubicBezTo>
                    <a:pt x="929" y="309"/>
                    <a:pt x="931" y="355"/>
                    <a:pt x="932" y="401"/>
                  </a:cubicBezTo>
                  <a:cubicBezTo>
                    <a:pt x="934" y="476"/>
                    <a:pt x="936" y="550"/>
                    <a:pt x="939" y="625"/>
                  </a:cubicBezTo>
                  <a:cubicBezTo>
                    <a:pt x="941" y="687"/>
                    <a:pt x="942" y="748"/>
                    <a:pt x="944" y="810"/>
                  </a:cubicBezTo>
                  <a:cubicBezTo>
                    <a:pt x="944" y="821"/>
                    <a:pt x="944" y="833"/>
                    <a:pt x="944" y="844"/>
                  </a:cubicBezTo>
                  <a:cubicBezTo>
                    <a:pt x="945" y="850"/>
                    <a:pt x="945" y="850"/>
                    <a:pt x="945" y="850"/>
                  </a:cubicBezTo>
                  <a:cubicBezTo>
                    <a:pt x="945" y="851"/>
                    <a:pt x="944" y="852"/>
                    <a:pt x="943" y="853"/>
                  </a:cubicBezTo>
                  <a:cubicBezTo>
                    <a:pt x="942" y="854"/>
                    <a:pt x="941" y="854"/>
                    <a:pt x="940" y="854"/>
                  </a:cubicBezTo>
                  <a:cubicBezTo>
                    <a:pt x="891" y="855"/>
                    <a:pt x="891" y="855"/>
                    <a:pt x="891" y="855"/>
                  </a:cubicBezTo>
                  <a:cubicBezTo>
                    <a:pt x="889" y="855"/>
                    <a:pt x="886" y="856"/>
                    <a:pt x="885" y="857"/>
                  </a:cubicBezTo>
                  <a:cubicBezTo>
                    <a:pt x="885" y="857"/>
                    <a:pt x="885" y="857"/>
                    <a:pt x="885" y="857"/>
                  </a:cubicBezTo>
                  <a:cubicBezTo>
                    <a:pt x="885" y="859"/>
                    <a:pt x="885" y="861"/>
                    <a:pt x="885" y="862"/>
                  </a:cubicBezTo>
                  <a:cubicBezTo>
                    <a:pt x="885" y="863"/>
                    <a:pt x="885" y="863"/>
                    <a:pt x="885" y="864"/>
                  </a:cubicBezTo>
                  <a:cubicBezTo>
                    <a:pt x="885" y="867"/>
                    <a:pt x="885" y="870"/>
                    <a:pt x="885" y="873"/>
                  </a:cubicBezTo>
                  <a:cubicBezTo>
                    <a:pt x="886" y="880"/>
                    <a:pt x="886" y="880"/>
                    <a:pt x="886" y="880"/>
                  </a:cubicBezTo>
                  <a:cubicBezTo>
                    <a:pt x="886" y="881"/>
                    <a:pt x="886" y="881"/>
                    <a:pt x="886" y="882"/>
                  </a:cubicBezTo>
                  <a:cubicBezTo>
                    <a:pt x="886" y="884"/>
                    <a:pt x="884" y="886"/>
                    <a:pt x="881" y="886"/>
                  </a:cubicBezTo>
                  <a:close/>
                  <a:moveTo>
                    <a:pt x="401" y="624"/>
                  </a:moveTo>
                  <a:cubicBezTo>
                    <a:pt x="404" y="624"/>
                    <a:pt x="408" y="626"/>
                    <a:pt x="420" y="632"/>
                  </a:cubicBezTo>
                  <a:cubicBezTo>
                    <a:pt x="421" y="633"/>
                    <a:pt x="423" y="634"/>
                    <a:pt x="423" y="634"/>
                  </a:cubicBezTo>
                  <a:cubicBezTo>
                    <a:pt x="445" y="645"/>
                    <a:pt x="445" y="645"/>
                    <a:pt x="445" y="645"/>
                  </a:cubicBezTo>
                  <a:cubicBezTo>
                    <a:pt x="472" y="659"/>
                    <a:pt x="500" y="673"/>
                    <a:pt x="528" y="687"/>
                  </a:cubicBezTo>
                  <a:cubicBezTo>
                    <a:pt x="590" y="719"/>
                    <a:pt x="651" y="751"/>
                    <a:pt x="711" y="783"/>
                  </a:cubicBezTo>
                  <a:cubicBezTo>
                    <a:pt x="766" y="812"/>
                    <a:pt x="821" y="843"/>
                    <a:pt x="876" y="874"/>
                  </a:cubicBezTo>
                  <a:cubicBezTo>
                    <a:pt x="876" y="874"/>
                    <a:pt x="876" y="874"/>
                    <a:pt x="876" y="874"/>
                  </a:cubicBezTo>
                  <a:cubicBezTo>
                    <a:pt x="876" y="870"/>
                    <a:pt x="876" y="867"/>
                    <a:pt x="876" y="864"/>
                  </a:cubicBezTo>
                  <a:cubicBezTo>
                    <a:pt x="876" y="863"/>
                    <a:pt x="876" y="863"/>
                    <a:pt x="876" y="863"/>
                  </a:cubicBezTo>
                  <a:cubicBezTo>
                    <a:pt x="875" y="856"/>
                    <a:pt x="875" y="851"/>
                    <a:pt x="879" y="849"/>
                  </a:cubicBezTo>
                  <a:cubicBezTo>
                    <a:pt x="881" y="848"/>
                    <a:pt x="881" y="848"/>
                    <a:pt x="881" y="848"/>
                  </a:cubicBezTo>
                  <a:cubicBezTo>
                    <a:pt x="884" y="847"/>
                    <a:pt x="887" y="845"/>
                    <a:pt x="891" y="845"/>
                  </a:cubicBezTo>
                  <a:cubicBezTo>
                    <a:pt x="935" y="845"/>
                    <a:pt x="935" y="845"/>
                    <a:pt x="935" y="845"/>
                  </a:cubicBezTo>
                  <a:cubicBezTo>
                    <a:pt x="935" y="844"/>
                    <a:pt x="935" y="844"/>
                    <a:pt x="935" y="844"/>
                  </a:cubicBezTo>
                  <a:cubicBezTo>
                    <a:pt x="935" y="833"/>
                    <a:pt x="935" y="822"/>
                    <a:pt x="934" y="810"/>
                  </a:cubicBezTo>
                  <a:cubicBezTo>
                    <a:pt x="933" y="749"/>
                    <a:pt x="931" y="687"/>
                    <a:pt x="929" y="625"/>
                  </a:cubicBezTo>
                  <a:cubicBezTo>
                    <a:pt x="927" y="551"/>
                    <a:pt x="925" y="476"/>
                    <a:pt x="923" y="401"/>
                  </a:cubicBezTo>
                  <a:cubicBezTo>
                    <a:pt x="921" y="355"/>
                    <a:pt x="919" y="310"/>
                    <a:pt x="918" y="266"/>
                  </a:cubicBezTo>
                  <a:cubicBezTo>
                    <a:pt x="917" y="258"/>
                    <a:pt x="915" y="253"/>
                    <a:pt x="911" y="245"/>
                  </a:cubicBezTo>
                  <a:cubicBezTo>
                    <a:pt x="910" y="241"/>
                    <a:pt x="910" y="238"/>
                    <a:pt x="910" y="235"/>
                  </a:cubicBezTo>
                  <a:cubicBezTo>
                    <a:pt x="910" y="234"/>
                    <a:pt x="910" y="232"/>
                    <a:pt x="910" y="231"/>
                  </a:cubicBezTo>
                  <a:cubicBezTo>
                    <a:pt x="909" y="231"/>
                    <a:pt x="909" y="230"/>
                    <a:pt x="908" y="229"/>
                  </a:cubicBezTo>
                  <a:cubicBezTo>
                    <a:pt x="907" y="228"/>
                    <a:pt x="906" y="226"/>
                    <a:pt x="905" y="224"/>
                  </a:cubicBezTo>
                  <a:cubicBezTo>
                    <a:pt x="905" y="222"/>
                    <a:pt x="905" y="220"/>
                    <a:pt x="905" y="218"/>
                  </a:cubicBezTo>
                  <a:cubicBezTo>
                    <a:pt x="905" y="217"/>
                    <a:pt x="905" y="216"/>
                    <a:pt x="905" y="215"/>
                  </a:cubicBezTo>
                  <a:cubicBezTo>
                    <a:pt x="905" y="214"/>
                    <a:pt x="904" y="212"/>
                    <a:pt x="903" y="210"/>
                  </a:cubicBezTo>
                  <a:cubicBezTo>
                    <a:pt x="902" y="209"/>
                    <a:pt x="902" y="209"/>
                    <a:pt x="902" y="209"/>
                  </a:cubicBezTo>
                  <a:cubicBezTo>
                    <a:pt x="902" y="208"/>
                    <a:pt x="901" y="207"/>
                    <a:pt x="901" y="206"/>
                  </a:cubicBezTo>
                  <a:cubicBezTo>
                    <a:pt x="900" y="204"/>
                    <a:pt x="899" y="203"/>
                    <a:pt x="898" y="201"/>
                  </a:cubicBezTo>
                  <a:cubicBezTo>
                    <a:pt x="897" y="196"/>
                    <a:pt x="899" y="193"/>
                    <a:pt x="900" y="190"/>
                  </a:cubicBezTo>
                  <a:cubicBezTo>
                    <a:pt x="900" y="189"/>
                    <a:pt x="901" y="188"/>
                    <a:pt x="901" y="187"/>
                  </a:cubicBezTo>
                  <a:cubicBezTo>
                    <a:pt x="902" y="184"/>
                    <a:pt x="904" y="181"/>
                    <a:pt x="906" y="179"/>
                  </a:cubicBezTo>
                  <a:cubicBezTo>
                    <a:pt x="908" y="177"/>
                    <a:pt x="909" y="175"/>
                    <a:pt x="910" y="174"/>
                  </a:cubicBezTo>
                  <a:cubicBezTo>
                    <a:pt x="914" y="162"/>
                    <a:pt x="914" y="158"/>
                    <a:pt x="913" y="156"/>
                  </a:cubicBezTo>
                  <a:cubicBezTo>
                    <a:pt x="912" y="155"/>
                    <a:pt x="911" y="153"/>
                    <a:pt x="911" y="151"/>
                  </a:cubicBezTo>
                  <a:cubicBezTo>
                    <a:pt x="909" y="148"/>
                    <a:pt x="908" y="145"/>
                    <a:pt x="906" y="142"/>
                  </a:cubicBezTo>
                  <a:cubicBezTo>
                    <a:pt x="904" y="135"/>
                    <a:pt x="904" y="129"/>
                    <a:pt x="904" y="123"/>
                  </a:cubicBezTo>
                  <a:cubicBezTo>
                    <a:pt x="903" y="117"/>
                    <a:pt x="907" y="115"/>
                    <a:pt x="910" y="112"/>
                  </a:cubicBezTo>
                  <a:cubicBezTo>
                    <a:pt x="911" y="111"/>
                    <a:pt x="911" y="111"/>
                    <a:pt x="911" y="111"/>
                  </a:cubicBezTo>
                  <a:cubicBezTo>
                    <a:pt x="913" y="110"/>
                    <a:pt x="913" y="109"/>
                    <a:pt x="914" y="108"/>
                  </a:cubicBezTo>
                  <a:cubicBezTo>
                    <a:pt x="914" y="106"/>
                    <a:pt x="914" y="106"/>
                    <a:pt x="914" y="106"/>
                  </a:cubicBezTo>
                  <a:cubicBezTo>
                    <a:pt x="915" y="105"/>
                    <a:pt x="917" y="103"/>
                    <a:pt x="918" y="102"/>
                  </a:cubicBezTo>
                  <a:cubicBezTo>
                    <a:pt x="918" y="102"/>
                    <a:pt x="918" y="101"/>
                    <a:pt x="919" y="101"/>
                  </a:cubicBezTo>
                  <a:cubicBezTo>
                    <a:pt x="918" y="101"/>
                    <a:pt x="918" y="100"/>
                    <a:pt x="917" y="99"/>
                  </a:cubicBezTo>
                  <a:cubicBezTo>
                    <a:pt x="917" y="98"/>
                    <a:pt x="916" y="98"/>
                    <a:pt x="915" y="97"/>
                  </a:cubicBezTo>
                  <a:cubicBezTo>
                    <a:pt x="914" y="95"/>
                    <a:pt x="912" y="93"/>
                    <a:pt x="911" y="90"/>
                  </a:cubicBezTo>
                  <a:cubicBezTo>
                    <a:pt x="911" y="89"/>
                    <a:pt x="911" y="87"/>
                    <a:pt x="911" y="86"/>
                  </a:cubicBezTo>
                  <a:cubicBezTo>
                    <a:pt x="909" y="85"/>
                    <a:pt x="908" y="85"/>
                    <a:pt x="907" y="85"/>
                  </a:cubicBezTo>
                  <a:cubicBezTo>
                    <a:pt x="905" y="85"/>
                    <a:pt x="903" y="85"/>
                    <a:pt x="902" y="84"/>
                  </a:cubicBezTo>
                  <a:cubicBezTo>
                    <a:pt x="900" y="84"/>
                    <a:pt x="900" y="84"/>
                    <a:pt x="900" y="84"/>
                  </a:cubicBezTo>
                  <a:cubicBezTo>
                    <a:pt x="899" y="83"/>
                    <a:pt x="897" y="83"/>
                    <a:pt x="896" y="83"/>
                  </a:cubicBezTo>
                  <a:cubicBezTo>
                    <a:pt x="895" y="83"/>
                    <a:pt x="894" y="83"/>
                    <a:pt x="894" y="83"/>
                  </a:cubicBezTo>
                  <a:cubicBezTo>
                    <a:pt x="892" y="84"/>
                    <a:pt x="890" y="85"/>
                    <a:pt x="888" y="85"/>
                  </a:cubicBezTo>
                  <a:cubicBezTo>
                    <a:pt x="884" y="85"/>
                    <a:pt x="880" y="85"/>
                    <a:pt x="876" y="85"/>
                  </a:cubicBezTo>
                  <a:cubicBezTo>
                    <a:pt x="874" y="85"/>
                    <a:pt x="871" y="84"/>
                    <a:pt x="869" y="84"/>
                  </a:cubicBezTo>
                  <a:cubicBezTo>
                    <a:pt x="865" y="84"/>
                    <a:pt x="865" y="84"/>
                    <a:pt x="865" y="84"/>
                  </a:cubicBezTo>
                  <a:cubicBezTo>
                    <a:pt x="863" y="84"/>
                    <a:pt x="860" y="84"/>
                    <a:pt x="858" y="83"/>
                  </a:cubicBezTo>
                  <a:cubicBezTo>
                    <a:pt x="857" y="83"/>
                    <a:pt x="853" y="81"/>
                    <a:pt x="853" y="80"/>
                  </a:cubicBezTo>
                  <a:cubicBezTo>
                    <a:pt x="852" y="79"/>
                    <a:pt x="851" y="79"/>
                    <a:pt x="851" y="79"/>
                  </a:cubicBezTo>
                  <a:cubicBezTo>
                    <a:pt x="850" y="78"/>
                    <a:pt x="850" y="77"/>
                    <a:pt x="849" y="76"/>
                  </a:cubicBezTo>
                  <a:cubicBezTo>
                    <a:pt x="847" y="75"/>
                    <a:pt x="843" y="74"/>
                    <a:pt x="840" y="73"/>
                  </a:cubicBezTo>
                  <a:cubicBezTo>
                    <a:pt x="839" y="73"/>
                    <a:pt x="839" y="73"/>
                    <a:pt x="839" y="73"/>
                  </a:cubicBezTo>
                  <a:cubicBezTo>
                    <a:pt x="837" y="73"/>
                    <a:pt x="836" y="73"/>
                    <a:pt x="834" y="73"/>
                  </a:cubicBezTo>
                  <a:cubicBezTo>
                    <a:pt x="830" y="73"/>
                    <a:pt x="830" y="73"/>
                    <a:pt x="830" y="73"/>
                  </a:cubicBezTo>
                  <a:cubicBezTo>
                    <a:pt x="827" y="73"/>
                    <a:pt x="824" y="72"/>
                    <a:pt x="821" y="72"/>
                  </a:cubicBezTo>
                  <a:cubicBezTo>
                    <a:pt x="812" y="76"/>
                    <a:pt x="812" y="76"/>
                    <a:pt x="812" y="76"/>
                  </a:cubicBezTo>
                  <a:cubicBezTo>
                    <a:pt x="811" y="77"/>
                    <a:pt x="809" y="77"/>
                    <a:pt x="808" y="76"/>
                  </a:cubicBezTo>
                  <a:cubicBezTo>
                    <a:pt x="806" y="75"/>
                    <a:pt x="806" y="73"/>
                    <a:pt x="806" y="72"/>
                  </a:cubicBezTo>
                  <a:cubicBezTo>
                    <a:pt x="806" y="66"/>
                    <a:pt x="806" y="66"/>
                    <a:pt x="806" y="66"/>
                  </a:cubicBezTo>
                  <a:cubicBezTo>
                    <a:pt x="806" y="65"/>
                    <a:pt x="805" y="65"/>
                    <a:pt x="804" y="64"/>
                  </a:cubicBezTo>
                  <a:cubicBezTo>
                    <a:pt x="798" y="61"/>
                    <a:pt x="797" y="58"/>
                    <a:pt x="798" y="54"/>
                  </a:cubicBezTo>
                  <a:cubicBezTo>
                    <a:pt x="798" y="52"/>
                    <a:pt x="798" y="52"/>
                    <a:pt x="798" y="52"/>
                  </a:cubicBezTo>
                  <a:cubicBezTo>
                    <a:pt x="798" y="51"/>
                    <a:pt x="798" y="50"/>
                    <a:pt x="799" y="49"/>
                  </a:cubicBezTo>
                  <a:cubicBezTo>
                    <a:pt x="799" y="48"/>
                    <a:pt x="798" y="46"/>
                    <a:pt x="798" y="44"/>
                  </a:cubicBezTo>
                  <a:cubicBezTo>
                    <a:pt x="797" y="44"/>
                    <a:pt x="797" y="43"/>
                    <a:pt x="798" y="42"/>
                  </a:cubicBezTo>
                  <a:cubicBezTo>
                    <a:pt x="796" y="42"/>
                    <a:pt x="795" y="41"/>
                    <a:pt x="795" y="41"/>
                  </a:cubicBezTo>
                  <a:cubicBezTo>
                    <a:pt x="794" y="41"/>
                    <a:pt x="794" y="41"/>
                    <a:pt x="794" y="41"/>
                  </a:cubicBezTo>
                  <a:cubicBezTo>
                    <a:pt x="790" y="40"/>
                    <a:pt x="786" y="39"/>
                    <a:pt x="782" y="38"/>
                  </a:cubicBezTo>
                  <a:cubicBezTo>
                    <a:pt x="779" y="37"/>
                    <a:pt x="777" y="36"/>
                    <a:pt x="774" y="36"/>
                  </a:cubicBezTo>
                  <a:cubicBezTo>
                    <a:pt x="773" y="35"/>
                    <a:pt x="773" y="35"/>
                    <a:pt x="773" y="35"/>
                  </a:cubicBezTo>
                  <a:cubicBezTo>
                    <a:pt x="770" y="34"/>
                    <a:pt x="766" y="33"/>
                    <a:pt x="763" y="31"/>
                  </a:cubicBezTo>
                  <a:cubicBezTo>
                    <a:pt x="761" y="30"/>
                    <a:pt x="761" y="30"/>
                    <a:pt x="761" y="30"/>
                  </a:cubicBezTo>
                  <a:cubicBezTo>
                    <a:pt x="759" y="29"/>
                    <a:pt x="757" y="28"/>
                    <a:pt x="756" y="28"/>
                  </a:cubicBezTo>
                  <a:cubicBezTo>
                    <a:pt x="755" y="28"/>
                    <a:pt x="755" y="28"/>
                    <a:pt x="755" y="28"/>
                  </a:cubicBezTo>
                  <a:cubicBezTo>
                    <a:pt x="753" y="28"/>
                    <a:pt x="752" y="28"/>
                    <a:pt x="751" y="28"/>
                  </a:cubicBezTo>
                  <a:cubicBezTo>
                    <a:pt x="748" y="27"/>
                    <a:pt x="746" y="25"/>
                    <a:pt x="745" y="24"/>
                  </a:cubicBezTo>
                  <a:cubicBezTo>
                    <a:pt x="744" y="25"/>
                    <a:pt x="743" y="25"/>
                    <a:pt x="742" y="26"/>
                  </a:cubicBezTo>
                  <a:cubicBezTo>
                    <a:pt x="739" y="26"/>
                    <a:pt x="736" y="26"/>
                    <a:pt x="733" y="26"/>
                  </a:cubicBezTo>
                  <a:cubicBezTo>
                    <a:pt x="731" y="26"/>
                    <a:pt x="731" y="26"/>
                    <a:pt x="731" y="26"/>
                  </a:cubicBezTo>
                  <a:cubicBezTo>
                    <a:pt x="731" y="26"/>
                    <a:pt x="731" y="26"/>
                    <a:pt x="731" y="26"/>
                  </a:cubicBezTo>
                  <a:cubicBezTo>
                    <a:pt x="727" y="26"/>
                    <a:pt x="725" y="26"/>
                    <a:pt x="723" y="25"/>
                  </a:cubicBezTo>
                  <a:cubicBezTo>
                    <a:pt x="720" y="24"/>
                    <a:pt x="719" y="23"/>
                    <a:pt x="716" y="26"/>
                  </a:cubicBezTo>
                  <a:cubicBezTo>
                    <a:pt x="709" y="32"/>
                    <a:pt x="704" y="35"/>
                    <a:pt x="694" y="35"/>
                  </a:cubicBezTo>
                  <a:cubicBezTo>
                    <a:pt x="692" y="35"/>
                    <a:pt x="692" y="35"/>
                    <a:pt x="692" y="35"/>
                  </a:cubicBezTo>
                  <a:cubicBezTo>
                    <a:pt x="688" y="35"/>
                    <a:pt x="684" y="35"/>
                    <a:pt x="681" y="36"/>
                  </a:cubicBezTo>
                  <a:cubicBezTo>
                    <a:pt x="680" y="37"/>
                    <a:pt x="678" y="38"/>
                    <a:pt x="677" y="39"/>
                  </a:cubicBezTo>
                  <a:cubicBezTo>
                    <a:pt x="676" y="39"/>
                    <a:pt x="675" y="40"/>
                    <a:pt x="674" y="41"/>
                  </a:cubicBezTo>
                  <a:cubicBezTo>
                    <a:pt x="671" y="43"/>
                    <a:pt x="667" y="45"/>
                    <a:pt x="664" y="46"/>
                  </a:cubicBezTo>
                  <a:cubicBezTo>
                    <a:pt x="659" y="48"/>
                    <a:pt x="655" y="50"/>
                    <a:pt x="651" y="53"/>
                  </a:cubicBezTo>
                  <a:cubicBezTo>
                    <a:pt x="650" y="54"/>
                    <a:pt x="648" y="56"/>
                    <a:pt x="647" y="57"/>
                  </a:cubicBezTo>
                  <a:cubicBezTo>
                    <a:pt x="646" y="58"/>
                    <a:pt x="644" y="59"/>
                    <a:pt x="643" y="60"/>
                  </a:cubicBezTo>
                  <a:cubicBezTo>
                    <a:pt x="634" y="69"/>
                    <a:pt x="634" y="69"/>
                    <a:pt x="634" y="69"/>
                  </a:cubicBezTo>
                  <a:cubicBezTo>
                    <a:pt x="626" y="77"/>
                    <a:pt x="623" y="89"/>
                    <a:pt x="625" y="99"/>
                  </a:cubicBezTo>
                  <a:cubicBezTo>
                    <a:pt x="626" y="101"/>
                    <a:pt x="626" y="101"/>
                    <a:pt x="626" y="101"/>
                  </a:cubicBezTo>
                  <a:cubicBezTo>
                    <a:pt x="627" y="105"/>
                    <a:pt x="628" y="109"/>
                    <a:pt x="629" y="113"/>
                  </a:cubicBezTo>
                  <a:cubicBezTo>
                    <a:pt x="630" y="115"/>
                    <a:pt x="632" y="117"/>
                    <a:pt x="633" y="119"/>
                  </a:cubicBezTo>
                  <a:cubicBezTo>
                    <a:pt x="635" y="121"/>
                    <a:pt x="636" y="124"/>
                    <a:pt x="638" y="127"/>
                  </a:cubicBezTo>
                  <a:cubicBezTo>
                    <a:pt x="643" y="141"/>
                    <a:pt x="636" y="151"/>
                    <a:pt x="630" y="160"/>
                  </a:cubicBezTo>
                  <a:cubicBezTo>
                    <a:pt x="629" y="162"/>
                    <a:pt x="628" y="164"/>
                    <a:pt x="627" y="165"/>
                  </a:cubicBezTo>
                  <a:cubicBezTo>
                    <a:pt x="623" y="171"/>
                    <a:pt x="619" y="176"/>
                    <a:pt x="615" y="179"/>
                  </a:cubicBezTo>
                  <a:cubicBezTo>
                    <a:pt x="612" y="182"/>
                    <a:pt x="608" y="184"/>
                    <a:pt x="605" y="186"/>
                  </a:cubicBezTo>
                  <a:cubicBezTo>
                    <a:pt x="604" y="186"/>
                    <a:pt x="602" y="187"/>
                    <a:pt x="601" y="188"/>
                  </a:cubicBezTo>
                  <a:cubicBezTo>
                    <a:pt x="595" y="192"/>
                    <a:pt x="585" y="196"/>
                    <a:pt x="575" y="196"/>
                  </a:cubicBezTo>
                  <a:cubicBezTo>
                    <a:pt x="570" y="196"/>
                    <a:pt x="565" y="195"/>
                    <a:pt x="561" y="192"/>
                  </a:cubicBezTo>
                  <a:cubicBezTo>
                    <a:pt x="559" y="191"/>
                    <a:pt x="557" y="190"/>
                    <a:pt x="555" y="189"/>
                  </a:cubicBezTo>
                  <a:cubicBezTo>
                    <a:pt x="550" y="187"/>
                    <a:pt x="545" y="184"/>
                    <a:pt x="540" y="180"/>
                  </a:cubicBezTo>
                  <a:cubicBezTo>
                    <a:pt x="539" y="178"/>
                    <a:pt x="536" y="176"/>
                    <a:pt x="534" y="175"/>
                  </a:cubicBezTo>
                  <a:cubicBezTo>
                    <a:pt x="531" y="173"/>
                    <a:pt x="529" y="172"/>
                    <a:pt x="527" y="170"/>
                  </a:cubicBezTo>
                  <a:cubicBezTo>
                    <a:pt x="525" y="169"/>
                    <a:pt x="524" y="167"/>
                    <a:pt x="523" y="166"/>
                  </a:cubicBezTo>
                  <a:cubicBezTo>
                    <a:pt x="522" y="165"/>
                    <a:pt x="521" y="164"/>
                    <a:pt x="520" y="163"/>
                  </a:cubicBezTo>
                  <a:cubicBezTo>
                    <a:pt x="518" y="162"/>
                    <a:pt x="515" y="161"/>
                    <a:pt x="512" y="160"/>
                  </a:cubicBezTo>
                  <a:cubicBezTo>
                    <a:pt x="509" y="159"/>
                    <a:pt x="505" y="159"/>
                    <a:pt x="502" y="157"/>
                  </a:cubicBezTo>
                  <a:cubicBezTo>
                    <a:pt x="501" y="156"/>
                    <a:pt x="500" y="154"/>
                    <a:pt x="499" y="153"/>
                  </a:cubicBezTo>
                  <a:cubicBezTo>
                    <a:pt x="498" y="153"/>
                    <a:pt x="497" y="153"/>
                    <a:pt x="496" y="153"/>
                  </a:cubicBezTo>
                  <a:cubicBezTo>
                    <a:pt x="493" y="152"/>
                    <a:pt x="491" y="151"/>
                    <a:pt x="489" y="150"/>
                  </a:cubicBezTo>
                  <a:cubicBezTo>
                    <a:pt x="488" y="149"/>
                    <a:pt x="486" y="149"/>
                    <a:pt x="485" y="148"/>
                  </a:cubicBezTo>
                  <a:cubicBezTo>
                    <a:pt x="484" y="148"/>
                    <a:pt x="484" y="148"/>
                    <a:pt x="484" y="148"/>
                  </a:cubicBezTo>
                  <a:cubicBezTo>
                    <a:pt x="471" y="144"/>
                    <a:pt x="458" y="139"/>
                    <a:pt x="445" y="136"/>
                  </a:cubicBezTo>
                  <a:cubicBezTo>
                    <a:pt x="438" y="135"/>
                    <a:pt x="433" y="134"/>
                    <a:pt x="426" y="134"/>
                  </a:cubicBezTo>
                  <a:cubicBezTo>
                    <a:pt x="419" y="135"/>
                    <a:pt x="411" y="134"/>
                    <a:pt x="404" y="133"/>
                  </a:cubicBezTo>
                  <a:cubicBezTo>
                    <a:pt x="386" y="130"/>
                    <a:pt x="373" y="122"/>
                    <a:pt x="363" y="109"/>
                  </a:cubicBezTo>
                  <a:cubicBezTo>
                    <a:pt x="360" y="105"/>
                    <a:pt x="358" y="101"/>
                    <a:pt x="357" y="98"/>
                  </a:cubicBezTo>
                  <a:cubicBezTo>
                    <a:pt x="356" y="96"/>
                    <a:pt x="356" y="95"/>
                    <a:pt x="355" y="94"/>
                  </a:cubicBezTo>
                  <a:cubicBezTo>
                    <a:pt x="352" y="88"/>
                    <a:pt x="350" y="83"/>
                    <a:pt x="351" y="76"/>
                  </a:cubicBezTo>
                  <a:cubicBezTo>
                    <a:pt x="351" y="72"/>
                    <a:pt x="351" y="71"/>
                    <a:pt x="349" y="69"/>
                  </a:cubicBezTo>
                  <a:cubicBezTo>
                    <a:pt x="349" y="68"/>
                    <a:pt x="348" y="66"/>
                    <a:pt x="348" y="65"/>
                  </a:cubicBezTo>
                  <a:cubicBezTo>
                    <a:pt x="347" y="63"/>
                    <a:pt x="346" y="62"/>
                    <a:pt x="344" y="60"/>
                  </a:cubicBezTo>
                  <a:cubicBezTo>
                    <a:pt x="341" y="58"/>
                    <a:pt x="338" y="57"/>
                    <a:pt x="333" y="57"/>
                  </a:cubicBezTo>
                  <a:cubicBezTo>
                    <a:pt x="332" y="57"/>
                    <a:pt x="330" y="56"/>
                    <a:pt x="328" y="56"/>
                  </a:cubicBezTo>
                  <a:cubicBezTo>
                    <a:pt x="328" y="56"/>
                    <a:pt x="327" y="56"/>
                    <a:pt x="326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1" y="56"/>
                    <a:pt x="319" y="56"/>
                    <a:pt x="317" y="55"/>
                  </a:cubicBezTo>
                  <a:cubicBezTo>
                    <a:pt x="315" y="55"/>
                    <a:pt x="313" y="54"/>
                    <a:pt x="311" y="53"/>
                  </a:cubicBezTo>
                  <a:cubicBezTo>
                    <a:pt x="309" y="53"/>
                    <a:pt x="307" y="52"/>
                    <a:pt x="305" y="52"/>
                  </a:cubicBezTo>
                  <a:cubicBezTo>
                    <a:pt x="299" y="51"/>
                    <a:pt x="295" y="47"/>
                    <a:pt x="292" y="44"/>
                  </a:cubicBezTo>
                  <a:cubicBezTo>
                    <a:pt x="289" y="41"/>
                    <a:pt x="287" y="39"/>
                    <a:pt x="284" y="38"/>
                  </a:cubicBezTo>
                  <a:cubicBezTo>
                    <a:pt x="283" y="38"/>
                    <a:pt x="281" y="37"/>
                    <a:pt x="279" y="37"/>
                  </a:cubicBezTo>
                  <a:cubicBezTo>
                    <a:pt x="277" y="37"/>
                    <a:pt x="274" y="36"/>
                    <a:pt x="271" y="35"/>
                  </a:cubicBezTo>
                  <a:cubicBezTo>
                    <a:pt x="266" y="33"/>
                    <a:pt x="262" y="33"/>
                    <a:pt x="258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1" y="33"/>
                    <a:pt x="246" y="31"/>
                    <a:pt x="241" y="29"/>
                  </a:cubicBezTo>
                  <a:cubicBezTo>
                    <a:pt x="239" y="28"/>
                    <a:pt x="237" y="27"/>
                    <a:pt x="234" y="26"/>
                  </a:cubicBezTo>
                  <a:cubicBezTo>
                    <a:pt x="231" y="25"/>
                    <a:pt x="227" y="27"/>
                    <a:pt x="222" y="29"/>
                  </a:cubicBezTo>
                  <a:cubicBezTo>
                    <a:pt x="220" y="30"/>
                    <a:pt x="217" y="31"/>
                    <a:pt x="215" y="32"/>
                  </a:cubicBezTo>
                  <a:cubicBezTo>
                    <a:pt x="206" y="34"/>
                    <a:pt x="195" y="33"/>
                    <a:pt x="185" y="32"/>
                  </a:cubicBezTo>
                  <a:cubicBezTo>
                    <a:pt x="176" y="30"/>
                    <a:pt x="169" y="27"/>
                    <a:pt x="162" y="23"/>
                  </a:cubicBezTo>
                  <a:cubicBezTo>
                    <a:pt x="155" y="17"/>
                    <a:pt x="148" y="14"/>
                    <a:pt x="141" y="12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2"/>
                    <a:pt x="136" y="13"/>
                    <a:pt x="136" y="15"/>
                  </a:cubicBezTo>
                  <a:cubicBezTo>
                    <a:pt x="135" y="20"/>
                    <a:pt x="135" y="25"/>
                    <a:pt x="135" y="30"/>
                  </a:cubicBezTo>
                  <a:cubicBezTo>
                    <a:pt x="135" y="31"/>
                    <a:pt x="135" y="33"/>
                    <a:pt x="134" y="34"/>
                  </a:cubicBezTo>
                  <a:cubicBezTo>
                    <a:pt x="134" y="36"/>
                    <a:pt x="134" y="37"/>
                    <a:pt x="134" y="38"/>
                  </a:cubicBezTo>
                  <a:cubicBezTo>
                    <a:pt x="135" y="38"/>
                    <a:pt x="135" y="39"/>
                    <a:pt x="136" y="39"/>
                  </a:cubicBezTo>
                  <a:cubicBezTo>
                    <a:pt x="137" y="40"/>
                    <a:pt x="139" y="42"/>
                    <a:pt x="140" y="44"/>
                  </a:cubicBezTo>
                  <a:cubicBezTo>
                    <a:pt x="141" y="46"/>
                    <a:pt x="141" y="49"/>
                    <a:pt x="140" y="52"/>
                  </a:cubicBezTo>
                  <a:cubicBezTo>
                    <a:pt x="137" y="58"/>
                    <a:pt x="128" y="62"/>
                    <a:pt x="121" y="65"/>
                  </a:cubicBezTo>
                  <a:cubicBezTo>
                    <a:pt x="119" y="65"/>
                    <a:pt x="118" y="66"/>
                    <a:pt x="117" y="66"/>
                  </a:cubicBezTo>
                  <a:cubicBezTo>
                    <a:pt x="115" y="67"/>
                    <a:pt x="114" y="68"/>
                    <a:pt x="112" y="68"/>
                  </a:cubicBezTo>
                  <a:cubicBezTo>
                    <a:pt x="107" y="70"/>
                    <a:pt x="100" y="73"/>
                    <a:pt x="98" y="76"/>
                  </a:cubicBezTo>
                  <a:cubicBezTo>
                    <a:pt x="96" y="80"/>
                    <a:pt x="94" y="82"/>
                    <a:pt x="91" y="84"/>
                  </a:cubicBezTo>
                  <a:cubicBezTo>
                    <a:pt x="90" y="84"/>
                    <a:pt x="90" y="84"/>
                    <a:pt x="90" y="84"/>
                  </a:cubicBezTo>
                  <a:cubicBezTo>
                    <a:pt x="89" y="85"/>
                    <a:pt x="88" y="86"/>
                    <a:pt x="86" y="86"/>
                  </a:cubicBezTo>
                  <a:cubicBezTo>
                    <a:pt x="86" y="86"/>
                    <a:pt x="86" y="86"/>
                    <a:pt x="86" y="86"/>
                  </a:cubicBezTo>
                  <a:cubicBezTo>
                    <a:pt x="86" y="87"/>
                    <a:pt x="85" y="87"/>
                    <a:pt x="85" y="88"/>
                  </a:cubicBezTo>
                  <a:cubicBezTo>
                    <a:pt x="85" y="90"/>
                    <a:pt x="84" y="91"/>
                    <a:pt x="83" y="92"/>
                  </a:cubicBezTo>
                  <a:cubicBezTo>
                    <a:pt x="83" y="92"/>
                    <a:pt x="83" y="93"/>
                    <a:pt x="83" y="93"/>
                  </a:cubicBezTo>
                  <a:cubicBezTo>
                    <a:pt x="82" y="94"/>
                    <a:pt x="82" y="94"/>
                    <a:pt x="82" y="94"/>
                  </a:cubicBezTo>
                  <a:cubicBezTo>
                    <a:pt x="80" y="97"/>
                    <a:pt x="78" y="100"/>
                    <a:pt x="75" y="101"/>
                  </a:cubicBezTo>
                  <a:cubicBezTo>
                    <a:pt x="73" y="102"/>
                    <a:pt x="70" y="102"/>
                    <a:pt x="68" y="102"/>
                  </a:cubicBezTo>
                  <a:cubicBezTo>
                    <a:pt x="67" y="102"/>
                    <a:pt x="67" y="102"/>
                    <a:pt x="66" y="102"/>
                  </a:cubicBezTo>
                  <a:cubicBezTo>
                    <a:pt x="65" y="102"/>
                    <a:pt x="64" y="104"/>
                    <a:pt x="63" y="105"/>
                  </a:cubicBezTo>
                  <a:cubicBezTo>
                    <a:pt x="63" y="106"/>
                    <a:pt x="62" y="108"/>
                    <a:pt x="61" y="109"/>
                  </a:cubicBezTo>
                  <a:cubicBezTo>
                    <a:pt x="60" y="110"/>
                    <a:pt x="60" y="111"/>
                    <a:pt x="59" y="111"/>
                  </a:cubicBezTo>
                  <a:cubicBezTo>
                    <a:pt x="58" y="113"/>
                    <a:pt x="57" y="113"/>
                    <a:pt x="57" y="114"/>
                  </a:cubicBezTo>
                  <a:cubicBezTo>
                    <a:pt x="56" y="116"/>
                    <a:pt x="57" y="117"/>
                    <a:pt x="58" y="120"/>
                  </a:cubicBezTo>
                  <a:cubicBezTo>
                    <a:pt x="59" y="122"/>
                    <a:pt x="59" y="122"/>
                    <a:pt x="59" y="122"/>
                  </a:cubicBezTo>
                  <a:cubicBezTo>
                    <a:pt x="62" y="128"/>
                    <a:pt x="64" y="135"/>
                    <a:pt x="64" y="141"/>
                  </a:cubicBezTo>
                  <a:cubicBezTo>
                    <a:pt x="64" y="142"/>
                    <a:pt x="65" y="143"/>
                    <a:pt x="65" y="144"/>
                  </a:cubicBezTo>
                  <a:cubicBezTo>
                    <a:pt x="66" y="145"/>
                    <a:pt x="66" y="147"/>
                    <a:pt x="66" y="149"/>
                  </a:cubicBezTo>
                  <a:cubicBezTo>
                    <a:pt x="66" y="152"/>
                    <a:pt x="65" y="155"/>
                    <a:pt x="64" y="158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2" y="162"/>
                    <a:pt x="60" y="164"/>
                    <a:pt x="58" y="166"/>
                  </a:cubicBezTo>
                  <a:cubicBezTo>
                    <a:pt x="57" y="167"/>
                    <a:pt x="56" y="168"/>
                    <a:pt x="55" y="170"/>
                  </a:cubicBezTo>
                  <a:cubicBezTo>
                    <a:pt x="55" y="171"/>
                    <a:pt x="54" y="172"/>
                    <a:pt x="53" y="173"/>
                  </a:cubicBezTo>
                  <a:cubicBezTo>
                    <a:pt x="53" y="174"/>
                    <a:pt x="52" y="175"/>
                    <a:pt x="51" y="177"/>
                  </a:cubicBezTo>
                  <a:cubicBezTo>
                    <a:pt x="50" y="177"/>
                    <a:pt x="50" y="178"/>
                    <a:pt x="49" y="179"/>
                  </a:cubicBezTo>
                  <a:cubicBezTo>
                    <a:pt x="46" y="184"/>
                    <a:pt x="42" y="190"/>
                    <a:pt x="36" y="191"/>
                  </a:cubicBezTo>
                  <a:cubicBezTo>
                    <a:pt x="33" y="191"/>
                    <a:pt x="31" y="192"/>
                    <a:pt x="28" y="193"/>
                  </a:cubicBezTo>
                  <a:cubicBezTo>
                    <a:pt x="27" y="194"/>
                    <a:pt x="25" y="195"/>
                    <a:pt x="24" y="195"/>
                  </a:cubicBezTo>
                  <a:cubicBezTo>
                    <a:pt x="17" y="198"/>
                    <a:pt x="14" y="200"/>
                    <a:pt x="12" y="202"/>
                  </a:cubicBezTo>
                  <a:cubicBezTo>
                    <a:pt x="32" y="223"/>
                    <a:pt x="44" y="257"/>
                    <a:pt x="42" y="285"/>
                  </a:cubicBezTo>
                  <a:cubicBezTo>
                    <a:pt x="41" y="290"/>
                    <a:pt x="41" y="295"/>
                    <a:pt x="40" y="300"/>
                  </a:cubicBezTo>
                  <a:cubicBezTo>
                    <a:pt x="39" y="306"/>
                    <a:pt x="38" y="311"/>
                    <a:pt x="38" y="317"/>
                  </a:cubicBezTo>
                  <a:cubicBezTo>
                    <a:pt x="38" y="322"/>
                    <a:pt x="40" y="327"/>
                    <a:pt x="42" y="332"/>
                  </a:cubicBezTo>
                  <a:cubicBezTo>
                    <a:pt x="43" y="333"/>
                    <a:pt x="43" y="335"/>
                    <a:pt x="44" y="336"/>
                  </a:cubicBezTo>
                  <a:cubicBezTo>
                    <a:pt x="46" y="343"/>
                    <a:pt x="47" y="347"/>
                    <a:pt x="45" y="354"/>
                  </a:cubicBezTo>
                  <a:cubicBezTo>
                    <a:pt x="44" y="355"/>
                    <a:pt x="44" y="356"/>
                    <a:pt x="44" y="356"/>
                  </a:cubicBezTo>
                  <a:cubicBezTo>
                    <a:pt x="43" y="359"/>
                    <a:pt x="42" y="362"/>
                    <a:pt x="40" y="365"/>
                  </a:cubicBezTo>
                  <a:cubicBezTo>
                    <a:pt x="40" y="365"/>
                    <a:pt x="40" y="366"/>
                    <a:pt x="39" y="366"/>
                  </a:cubicBezTo>
                  <a:cubicBezTo>
                    <a:pt x="40" y="367"/>
                    <a:pt x="40" y="368"/>
                    <a:pt x="40" y="369"/>
                  </a:cubicBezTo>
                  <a:cubicBezTo>
                    <a:pt x="39" y="372"/>
                    <a:pt x="38" y="373"/>
                    <a:pt x="36" y="374"/>
                  </a:cubicBezTo>
                  <a:cubicBezTo>
                    <a:pt x="36" y="374"/>
                    <a:pt x="36" y="374"/>
                    <a:pt x="36" y="375"/>
                  </a:cubicBezTo>
                  <a:cubicBezTo>
                    <a:pt x="35" y="376"/>
                    <a:pt x="34" y="380"/>
                    <a:pt x="34" y="382"/>
                  </a:cubicBezTo>
                  <a:cubicBezTo>
                    <a:pt x="34" y="385"/>
                    <a:pt x="36" y="389"/>
                    <a:pt x="37" y="392"/>
                  </a:cubicBezTo>
                  <a:cubicBezTo>
                    <a:pt x="38" y="395"/>
                    <a:pt x="39" y="398"/>
                    <a:pt x="40" y="402"/>
                  </a:cubicBezTo>
                  <a:cubicBezTo>
                    <a:pt x="40" y="403"/>
                    <a:pt x="40" y="404"/>
                    <a:pt x="40" y="404"/>
                  </a:cubicBezTo>
                  <a:cubicBezTo>
                    <a:pt x="41" y="404"/>
                    <a:pt x="43" y="405"/>
                    <a:pt x="45" y="408"/>
                  </a:cubicBezTo>
                  <a:cubicBezTo>
                    <a:pt x="46" y="410"/>
                    <a:pt x="45" y="413"/>
                    <a:pt x="44" y="415"/>
                  </a:cubicBezTo>
                  <a:cubicBezTo>
                    <a:pt x="44" y="415"/>
                    <a:pt x="44" y="416"/>
                    <a:pt x="44" y="416"/>
                  </a:cubicBezTo>
                  <a:cubicBezTo>
                    <a:pt x="44" y="417"/>
                    <a:pt x="44" y="418"/>
                    <a:pt x="44" y="419"/>
                  </a:cubicBezTo>
                  <a:cubicBezTo>
                    <a:pt x="44" y="420"/>
                    <a:pt x="44" y="422"/>
                    <a:pt x="44" y="423"/>
                  </a:cubicBezTo>
                  <a:cubicBezTo>
                    <a:pt x="44" y="428"/>
                    <a:pt x="42" y="433"/>
                    <a:pt x="39" y="436"/>
                  </a:cubicBezTo>
                  <a:cubicBezTo>
                    <a:pt x="36" y="438"/>
                    <a:pt x="33" y="439"/>
                    <a:pt x="30" y="440"/>
                  </a:cubicBezTo>
                  <a:cubicBezTo>
                    <a:pt x="29" y="441"/>
                    <a:pt x="28" y="441"/>
                    <a:pt x="27" y="441"/>
                  </a:cubicBezTo>
                  <a:cubicBezTo>
                    <a:pt x="27" y="442"/>
                    <a:pt x="26" y="442"/>
                    <a:pt x="25" y="442"/>
                  </a:cubicBezTo>
                  <a:cubicBezTo>
                    <a:pt x="23" y="443"/>
                    <a:pt x="20" y="444"/>
                    <a:pt x="19" y="445"/>
                  </a:cubicBezTo>
                  <a:cubicBezTo>
                    <a:pt x="19" y="447"/>
                    <a:pt x="17" y="449"/>
                    <a:pt x="16" y="451"/>
                  </a:cubicBezTo>
                  <a:cubicBezTo>
                    <a:pt x="15" y="452"/>
                    <a:pt x="14" y="453"/>
                    <a:pt x="14" y="453"/>
                  </a:cubicBezTo>
                  <a:cubicBezTo>
                    <a:pt x="14" y="456"/>
                    <a:pt x="20" y="463"/>
                    <a:pt x="22" y="466"/>
                  </a:cubicBezTo>
                  <a:cubicBezTo>
                    <a:pt x="24" y="468"/>
                    <a:pt x="25" y="469"/>
                    <a:pt x="26" y="470"/>
                  </a:cubicBezTo>
                  <a:cubicBezTo>
                    <a:pt x="28" y="473"/>
                    <a:pt x="30" y="476"/>
                    <a:pt x="32" y="478"/>
                  </a:cubicBezTo>
                  <a:cubicBezTo>
                    <a:pt x="35" y="483"/>
                    <a:pt x="38" y="488"/>
                    <a:pt x="41" y="492"/>
                  </a:cubicBezTo>
                  <a:cubicBezTo>
                    <a:pt x="44" y="496"/>
                    <a:pt x="46" y="499"/>
                    <a:pt x="48" y="501"/>
                  </a:cubicBezTo>
                  <a:cubicBezTo>
                    <a:pt x="51" y="507"/>
                    <a:pt x="52" y="514"/>
                    <a:pt x="52" y="520"/>
                  </a:cubicBezTo>
                  <a:cubicBezTo>
                    <a:pt x="52" y="522"/>
                    <a:pt x="52" y="523"/>
                    <a:pt x="52" y="524"/>
                  </a:cubicBezTo>
                  <a:cubicBezTo>
                    <a:pt x="52" y="525"/>
                    <a:pt x="52" y="526"/>
                    <a:pt x="52" y="527"/>
                  </a:cubicBezTo>
                  <a:cubicBezTo>
                    <a:pt x="52" y="532"/>
                    <a:pt x="53" y="536"/>
                    <a:pt x="55" y="538"/>
                  </a:cubicBezTo>
                  <a:cubicBezTo>
                    <a:pt x="59" y="540"/>
                    <a:pt x="62" y="542"/>
                    <a:pt x="63" y="548"/>
                  </a:cubicBezTo>
                  <a:cubicBezTo>
                    <a:pt x="64" y="553"/>
                    <a:pt x="70" y="559"/>
                    <a:pt x="74" y="557"/>
                  </a:cubicBezTo>
                  <a:cubicBezTo>
                    <a:pt x="75" y="557"/>
                    <a:pt x="76" y="556"/>
                    <a:pt x="77" y="556"/>
                  </a:cubicBezTo>
                  <a:cubicBezTo>
                    <a:pt x="79" y="555"/>
                    <a:pt x="82" y="553"/>
                    <a:pt x="84" y="553"/>
                  </a:cubicBezTo>
                  <a:cubicBezTo>
                    <a:pt x="89" y="552"/>
                    <a:pt x="93" y="554"/>
                    <a:pt x="96" y="555"/>
                  </a:cubicBezTo>
                  <a:cubicBezTo>
                    <a:pt x="96" y="556"/>
                    <a:pt x="97" y="556"/>
                    <a:pt x="98" y="556"/>
                  </a:cubicBezTo>
                  <a:cubicBezTo>
                    <a:pt x="103" y="558"/>
                    <a:pt x="109" y="560"/>
                    <a:pt x="116" y="562"/>
                  </a:cubicBezTo>
                  <a:cubicBezTo>
                    <a:pt x="118" y="563"/>
                    <a:pt x="120" y="563"/>
                    <a:pt x="121" y="564"/>
                  </a:cubicBezTo>
                  <a:cubicBezTo>
                    <a:pt x="130" y="566"/>
                    <a:pt x="139" y="568"/>
                    <a:pt x="143" y="574"/>
                  </a:cubicBezTo>
                  <a:cubicBezTo>
                    <a:pt x="147" y="582"/>
                    <a:pt x="151" y="589"/>
                    <a:pt x="154" y="597"/>
                  </a:cubicBezTo>
                  <a:cubicBezTo>
                    <a:pt x="158" y="604"/>
                    <a:pt x="158" y="604"/>
                    <a:pt x="158" y="604"/>
                  </a:cubicBezTo>
                  <a:cubicBezTo>
                    <a:pt x="158" y="605"/>
                    <a:pt x="159" y="607"/>
                    <a:pt x="160" y="609"/>
                  </a:cubicBezTo>
                  <a:cubicBezTo>
                    <a:pt x="161" y="611"/>
                    <a:pt x="164" y="618"/>
                    <a:pt x="165" y="620"/>
                  </a:cubicBezTo>
                  <a:cubicBezTo>
                    <a:pt x="175" y="622"/>
                    <a:pt x="175" y="622"/>
                    <a:pt x="175" y="622"/>
                  </a:cubicBezTo>
                  <a:cubicBezTo>
                    <a:pt x="180" y="623"/>
                    <a:pt x="185" y="624"/>
                    <a:pt x="190" y="625"/>
                  </a:cubicBezTo>
                  <a:cubicBezTo>
                    <a:pt x="204" y="628"/>
                    <a:pt x="204" y="628"/>
                    <a:pt x="204" y="628"/>
                  </a:cubicBezTo>
                  <a:cubicBezTo>
                    <a:pt x="218" y="632"/>
                    <a:pt x="233" y="635"/>
                    <a:pt x="248" y="639"/>
                  </a:cubicBezTo>
                  <a:cubicBezTo>
                    <a:pt x="256" y="641"/>
                    <a:pt x="261" y="645"/>
                    <a:pt x="266" y="649"/>
                  </a:cubicBezTo>
                  <a:cubicBezTo>
                    <a:pt x="274" y="656"/>
                    <a:pt x="274" y="656"/>
                    <a:pt x="274" y="656"/>
                  </a:cubicBezTo>
                  <a:cubicBezTo>
                    <a:pt x="278" y="660"/>
                    <a:pt x="282" y="663"/>
                    <a:pt x="286" y="666"/>
                  </a:cubicBezTo>
                  <a:cubicBezTo>
                    <a:pt x="289" y="669"/>
                    <a:pt x="289" y="669"/>
                    <a:pt x="289" y="669"/>
                  </a:cubicBezTo>
                  <a:cubicBezTo>
                    <a:pt x="291" y="671"/>
                    <a:pt x="293" y="673"/>
                    <a:pt x="295" y="675"/>
                  </a:cubicBezTo>
                  <a:cubicBezTo>
                    <a:pt x="297" y="676"/>
                    <a:pt x="297" y="676"/>
                    <a:pt x="297" y="676"/>
                  </a:cubicBezTo>
                  <a:cubicBezTo>
                    <a:pt x="297" y="676"/>
                    <a:pt x="299" y="675"/>
                    <a:pt x="299" y="675"/>
                  </a:cubicBezTo>
                  <a:cubicBezTo>
                    <a:pt x="301" y="674"/>
                    <a:pt x="301" y="674"/>
                    <a:pt x="301" y="674"/>
                  </a:cubicBezTo>
                  <a:cubicBezTo>
                    <a:pt x="306" y="671"/>
                    <a:pt x="312" y="668"/>
                    <a:pt x="318" y="665"/>
                  </a:cubicBezTo>
                  <a:cubicBezTo>
                    <a:pt x="326" y="660"/>
                    <a:pt x="335" y="655"/>
                    <a:pt x="344" y="651"/>
                  </a:cubicBezTo>
                  <a:cubicBezTo>
                    <a:pt x="399" y="624"/>
                    <a:pt x="399" y="624"/>
                    <a:pt x="399" y="624"/>
                  </a:cubicBezTo>
                  <a:cubicBezTo>
                    <a:pt x="399" y="624"/>
                    <a:pt x="400" y="624"/>
                    <a:pt x="401" y="62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F147CD32-DEDA-4374-A332-2D2CCDFBA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1463" y="949325"/>
              <a:ext cx="1058863" cy="990600"/>
            </a:xfrm>
            <a:custGeom>
              <a:avLst/>
              <a:gdLst>
                <a:gd name="T0" fmla="*/ 127 w 937"/>
                <a:gd name="T1" fmla="*/ 36 h 878"/>
                <a:gd name="T2" fmla="*/ 91 w 937"/>
                <a:gd name="T3" fmla="*/ 70 h 878"/>
                <a:gd name="T4" fmla="*/ 78 w 937"/>
                <a:gd name="T5" fmla="*/ 78 h 878"/>
                <a:gd name="T6" fmla="*/ 70 w 937"/>
                <a:gd name="T7" fmla="*/ 93 h 878"/>
                <a:gd name="T8" fmla="*/ 50 w 937"/>
                <a:gd name="T9" fmla="*/ 109 h 878"/>
                <a:gd name="T10" fmla="*/ 59 w 937"/>
                <a:gd name="T11" fmla="*/ 145 h 878"/>
                <a:gd name="T12" fmla="*/ 44 w 937"/>
                <a:gd name="T13" fmla="*/ 170 h 878"/>
                <a:gd name="T14" fmla="*/ 3 w 937"/>
                <a:gd name="T15" fmla="*/ 198 h 878"/>
                <a:gd name="T16" fmla="*/ 37 w 937"/>
                <a:gd name="T17" fmla="*/ 334 h 878"/>
                <a:gd name="T18" fmla="*/ 31 w 937"/>
                <a:gd name="T19" fmla="*/ 361 h 878"/>
                <a:gd name="T20" fmla="*/ 27 w 937"/>
                <a:gd name="T21" fmla="*/ 378 h 878"/>
                <a:gd name="T22" fmla="*/ 37 w 937"/>
                <a:gd name="T23" fmla="*/ 406 h 878"/>
                <a:gd name="T24" fmla="*/ 33 w 937"/>
                <a:gd name="T25" fmla="*/ 428 h 878"/>
                <a:gd name="T26" fmla="*/ 6 w 937"/>
                <a:gd name="T27" fmla="*/ 449 h 878"/>
                <a:gd name="T28" fmla="*/ 41 w 937"/>
                <a:gd name="T29" fmla="*/ 500 h 878"/>
                <a:gd name="T30" fmla="*/ 56 w 937"/>
                <a:gd name="T31" fmla="*/ 545 h 878"/>
                <a:gd name="T32" fmla="*/ 93 w 937"/>
                <a:gd name="T33" fmla="*/ 556 h 878"/>
                <a:gd name="T34" fmla="*/ 151 w 937"/>
                <a:gd name="T35" fmla="*/ 602 h 878"/>
                <a:gd name="T36" fmla="*/ 244 w 937"/>
                <a:gd name="T37" fmla="*/ 639 h 878"/>
                <a:gd name="T38" fmla="*/ 289 w 937"/>
                <a:gd name="T39" fmla="*/ 674 h 878"/>
                <a:gd name="T40" fmla="*/ 398 w 937"/>
                <a:gd name="T41" fmla="*/ 624 h 878"/>
                <a:gd name="T42" fmla="*/ 522 w 937"/>
                <a:gd name="T43" fmla="*/ 687 h 878"/>
                <a:gd name="T44" fmla="*/ 878 w 937"/>
                <a:gd name="T45" fmla="*/ 860 h 878"/>
                <a:gd name="T46" fmla="*/ 937 w 937"/>
                <a:gd name="T47" fmla="*/ 846 h 878"/>
                <a:gd name="T48" fmla="*/ 924 w 937"/>
                <a:gd name="T49" fmla="*/ 397 h 878"/>
                <a:gd name="T50" fmla="*/ 911 w 937"/>
                <a:gd name="T51" fmla="*/ 225 h 878"/>
                <a:gd name="T52" fmla="*/ 903 w 937"/>
                <a:gd name="T53" fmla="*/ 203 h 878"/>
                <a:gd name="T54" fmla="*/ 911 w 937"/>
                <a:gd name="T55" fmla="*/ 171 h 878"/>
                <a:gd name="T56" fmla="*/ 905 w 937"/>
                <a:gd name="T57" fmla="*/ 119 h 878"/>
                <a:gd name="T58" fmla="*/ 921 w 937"/>
                <a:gd name="T59" fmla="*/ 98 h 878"/>
                <a:gd name="T60" fmla="*/ 910 w 937"/>
                <a:gd name="T61" fmla="*/ 78 h 878"/>
                <a:gd name="T62" fmla="*/ 884 w 937"/>
                <a:gd name="T63" fmla="*/ 77 h 878"/>
                <a:gd name="T64" fmla="*/ 853 w 937"/>
                <a:gd name="T65" fmla="*/ 73 h 878"/>
                <a:gd name="T66" fmla="*/ 837 w 937"/>
                <a:gd name="T67" fmla="*/ 65 h 878"/>
                <a:gd name="T68" fmla="*/ 807 w 937"/>
                <a:gd name="T69" fmla="*/ 68 h 878"/>
                <a:gd name="T70" fmla="*/ 799 w 937"/>
                <a:gd name="T71" fmla="*/ 48 h 878"/>
                <a:gd name="T72" fmla="*/ 798 w 937"/>
                <a:gd name="T73" fmla="*/ 35 h 878"/>
                <a:gd name="T74" fmla="*/ 762 w 937"/>
                <a:gd name="T75" fmla="*/ 24 h 878"/>
                <a:gd name="T76" fmla="*/ 741 w 937"/>
                <a:gd name="T77" fmla="*/ 15 h 878"/>
                <a:gd name="T78" fmla="*/ 710 w 937"/>
                <a:gd name="T79" fmla="*/ 19 h 878"/>
                <a:gd name="T80" fmla="*/ 669 w 937"/>
                <a:gd name="T81" fmla="*/ 33 h 878"/>
                <a:gd name="T82" fmla="*/ 627 w 937"/>
                <a:gd name="T83" fmla="*/ 62 h 878"/>
                <a:gd name="T84" fmla="*/ 630 w 937"/>
                <a:gd name="T85" fmla="*/ 125 h 878"/>
                <a:gd name="T86" fmla="*/ 595 w 937"/>
                <a:gd name="T87" fmla="*/ 180 h 878"/>
                <a:gd name="T88" fmla="*/ 527 w 937"/>
                <a:gd name="T89" fmla="*/ 162 h 878"/>
                <a:gd name="T90" fmla="*/ 499 w 937"/>
                <a:gd name="T91" fmla="*/ 145 h 878"/>
                <a:gd name="T92" fmla="*/ 443 w 937"/>
                <a:gd name="T93" fmla="*/ 128 h 878"/>
                <a:gd name="T94" fmla="*/ 363 w 937"/>
                <a:gd name="T95" fmla="*/ 102 h 878"/>
                <a:gd name="T96" fmla="*/ 350 w 937"/>
                <a:gd name="T97" fmla="*/ 63 h 878"/>
                <a:gd name="T98" fmla="*/ 315 w 937"/>
                <a:gd name="T99" fmla="*/ 47 h 878"/>
                <a:gd name="T100" fmla="*/ 269 w 937"/>
                <a:gd name="T101" fmla="*/ 27 h 878"/>
                <a:gd name="T102" fmla="*/ 210 w 937"/>
                <a:gd name="T103" fmla="*/ 23 h 878"/>
                <a:gd name="T104" fmla="*/ 140 w 937"/>
                <a:gd name="T105" fmla="*/ 3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37" h="878">
                  <a:moveTo>
                    <a:pt x="130" y="0"/>
                  </a:moveTo>
                  <a:cubicBezTo>
                    <a:pt x="129" y="9"/>
                    <a:pt x="127" y="17"/>
                    <a:pt x="127" y="26"/>
                  </a:cubicBezTo>
                  <a:cubicBezTo>
                    <a:pt x="127" y="29"/>
                    <a:pt x="126" y="33"/>
                    <a:pt x="127" y="36"/>
                  </a:cubicBezTo>
                  <a:cubicBezTo>
                    <a:pt x="129" y="38"/>
                    <a:pt x="131" y="39"/>
                    <a:pt x="133" y="42"/>
                  </a:cubicBezTo>
                  <a:cubicBezTo>
                    <a:pt x="137" y="50"/>
                    <a:pt x="117" y="56"/>
                    <a:pt x="112" y="58"/>
                  </a:cubicBezTo>
                  <a:cubicBezTo>
                    <a:pt x="105" y="61"/>
                    <a:pt x="95" y="64"/>
                    <a:pt x="91" y="70"/>
                  </a:cubicBezTo>
                  <a:cubicBezTo>
                    <a:pt x="90" y="73"/>
                    <a:pt x="88" y="74"/>
                    <a:pt x="85" y="76"/>
                  </a:cubicBezTo>
                  <a:cubicBezTo>
                    <a:pt x="84" y="77"/>
                    <a:pt x="84" y="77"/>
                    <a:pt x="82" y="78"/>
                  </a:cubicBezTo>
                  <a:cubicBezTo>
                    <a:pt x="80" y="78"/>
                    <a:pt x="80" y="76"/>
                    <a:pt x="78" y="78"/>
                  </a:cubicBezTo>
                  <a:cubicBezTo>
                    <a:pt x="77" y="79"/>
                    <a:pt x="78" y="82"/>
                    <a:pt x="78" y="83"/>
                  </a:cubicBezTo>
                  <a:cubicBezTo>
                    <a:pt x="77" y="84"/>
                    <a:pt x="77" y="85"/>
                    <a:pt x="76" y="86"/>
                  </a:cubicBezTo>
                  <a:cubicBezTo>
                    <a:pt x="74" y="88"/>
                    <a:pt x="73" y="92"/>
                    <a:pt x="70" y="93"/>
                  </a:cubicBezTo>
                  <a:cubicBezTo>
                    <a:pt x="67" y="94"/>
                    <a:pt x="64" y="92"/>
                    <a:pt x="60" y="94"/>
                  </a:cubicBezTo>
                  <a:cubicBezTo>
                    <a:pt x="57" y="95"/>
                    <a:pt x="56" y="100"/>
                    <a:pt x="54" y="102"/>
                  </a:cubicBezTo>
                  <a:cubicBezTo>
                    <a:pt x="53" y="104"/>
                    <a:pt x="50" y="106"/>
                    <a:pt x="50" y="109"/>
                  </a:cubicBezTo>
                  <a:cubicBezTo>
                    <a:pt x="48" y="112"/>
                    <a:pt x="50" y="115"/>
                    <a:pt x="51" y="118"/>
                  </a:cubicBezTo>
                  <a:cubicBezTo>
                    <a:pt x="54" y="124"/>
                    <a:pt x="56" y="131"/>
                    <a:pt x="57" y="137"/>
                  </a:cubicBezTo>
                  <a:cubicBezTo>
                    <a:pt x="57" y="140"/>
                    <a:pt x="58" y="143"/>
                    <a:pt x="59" y="145"/>
                  </a:cubicBezTo>
                  <a:cubicBezTo>
                    <a:pt x="59" y="148"/>
                    <a:pt x="57" y="151"/>
                    <a:pt x="56" y="153"/>
                  </a:cubicBezTo>
                  <a:cubicBezTo>
                    <a:pt x="54" y="157"/>
                    <a:pt x="51" y="159"/>
                    <a:pt x="48" y="163"/>
                  </a:cubicBezTo>
                  <a:cubicBezTo>
                    <a:pt x="47" y="165"/>
                    <a:pt x="46" y="168"/>
                    <a:pt x="44" y="170"/>
                  </a:cubicBezTo>
                  <a:cubicBezTo>
                    <a:pt x="41" y="174"/>
                    <a:pt x="38" y="182"/>
                    <a:pt x="33" y="182"/>
                  </a:cubicBezTo>
                  <a:cubicBezTo>
                    <a:pt x="27" y="182"/>
                    <a:pt x="24" y="185"/>
                    <a:pt x="19" y="187"/>
                  </a:cubicBezTo>
                  <a:cubicBezTo>
                    <a:pt x="16" y="188"/>
                    <a:pt x="0" y="196"/>
                    <a:pt x="3" y="198"/>
                  </a:cubicBezTo>
                  <a:cubicBezTo>
                    <a:pt x="23" y="218"/>
                    <a:pt x="36" y="253"/>
                    <a:pt x="34" y="281"/>
                  </a:cubicBezTo>
                  <a:cubicBezTo>
                    <a:pt x="34" y="291"/>
                    <a:pt x="31" y="302"/>
                    <a:pt x="30" y="313"/>
                  </a:cubicBezTo>
                  <a:cubicBezTo>
                    <a:pt x="30" y="320"/>
                    <a:pt x="34" y="327"/>
                    <a:pt x="37" y="334"/>
                  </a:cubicBezTo>
                  <a:cubicBezTo>
                    <a:pt x="39" y="340"/>
                    <a:pt x="39" y="343"/>
                    <a:pt x="37" y="349"/>
                  </a:cubicBezTo>
                  <a:cubicBezTo>
                    <a:pt x="36" y="352"/>
                    <a:pt x="36" y="356"/>
                    <a:pt x="34" y="358"/>
                  </a:cubicBezTo>
                  <a:cubicBezTo>
                    <a:pt x="33" y="359"/>
                    <a:pt x="31" y="359"/>
                    <a:pt x="31" y="361"/>
                  </a:cubicBezTo>
                  <a:cubicBezTo>
                    <a:pt x="30" y="362"/>
                    <a:pt x="32" y="363"/>
                    <a:pt x="32" y="365"/>
                  </a:cubicBezTo>
                  <a:cubicBezTo>
                    <a:pt x="32" y="366"/>
                    <a:pt x="30" y="367"/>
                    <a:pt x="29" y="368"/>
                  </a:cubicBezTo>
                  <a:cubicBezTo>
                    <a:pt x="27" y="371"/>
                    <a:pt x="27" y="375"/>
                    <a:pt x="27" y="378"/>
                  </a:cubicBezTo>
                  <a:cubicBezTo>
                    <a:pt x="27" y="385"/>
                    <a:pt x="31" y="392"/>
                    <a:pt x="32" y="398"/>
                  </a:cubicBezTo>
                  <a:cubicBezTo>
                    <a:pt x="32" y="400"/>
                    <a:pt x="33" y="402"/>
                    <a:pt x="34" y="403"/>
                  </a:cubicBezTo>
                  <a:cubicBezTo>
                    <a:pt x="34" y="404"/>
                    <a:pt x="37" y="404"/>
                    <a:pt x="37" y="406"/>
                  </a:cubicBezTo>
                  <a:cubicBezTo>
                    <a:pt x="38" y="407"/>
                    <a:pt x="37" y="410"/>
                    <a:pt x="37" y="411"/>
                  </a:cubicBezTo>
                  <a:cubicBezTo>
                    <a:pt x="36" y="414"/>
                    <a:pt x="37" y="416"/>
                    <a:pt x="37" y="418"/>
                  </a:cubicBezTo>
                  <a:cubicBezTo>
                    <a:pt x="36" y="422"/>
                    <a:pt x="35" y="426"/>
                    <a:pt x="33" y="428"/>
                  </a:cubicBezTo>
                  <a:cubicBezTo>
                    <a:pt x="30" y="431"/>
                    <a:pt x="25" y="432"/>
                    <a:pt x="22" y="433"/>
                  </a:cubicBezTo>
                  <a:cubicBezTo>
                    <a:pt x="20" y="434"/>
                    <a:pt x="13" y="436"/>
                    <a:pt x="12" y="439"/>
                  </a:cubicBezTo>
                  <a:cubicBezTo>
                    <a:pt x="11" y="443"/>
                    <a:pt x="6" y="445"/>
                    <a:pt x="6" y="449"/>
                  </a:cubicBezTo>
                  <a:cubicBezTo>
                    <a:pt x="6" y="454"/>
                    <a:pt x="16" y="465"/>
                    <a:pt x="19" y="469"/>
                  </a:cubicBezTo>
                  <a:cubicBezTo>
                    <a:pt x="24" y="476"/>
                    <a:pt x="29" y="484"/>
                    <a:pt x="35" y="491"/>
                  </a:cubicBezTo>
                  <a:cubicBezTo>
                    <a:pt x="37" y="494"/>
                    <a:pt x="39" y="497"/>
                    <a:pt x="41" y="500"/>
                  </a:cubicBezTo>
                  <a:cubicBezTo>
                    <a:pt x="45" y="505"/>
                    <a:pt x="44" y="515"/>
                    <a:pt x="44" y="521"/>
                  </a:cubicBezTo>
                  <a:cubicBezTo>
                    <a:pt x="45" y="526"/>
                    <a:pt x="44" y="535"/>
                    <a:pt x="50" y="538"/>
                  </a:cubicBezTo>
                  <a:cubicBezTo>
                    <a:pt x="53" y="540"/>
                    <a:pt x="55" y="541"/>
                    <a:pt x="56" y="545"/>
                  </a:cubicBezTo>
                  <a:cubicBezTo>
                    <a:pt x="57" y="551"/>
                    <a:pt x="65" y="561"/>
                    <a:pt x="73" y="557"/>
                  </a:cubicBezTo>
                  <a:cubicBezTo>
                    <a:pt x="76" y="556"/>
                    <a:pt x="79" y="554"/>
                    <a:pt x="82" y="553"/>
                  </a:cubicBezTo>
                  <a:cubicBezTo>
                    <a:pt x="86" y="553"/>
                    <a:pt x="90" y="555"/>
                    <a:pt x="93" y="556"/>
                  </a:cubicBezTo>
                  <a:cubicBezTo>
                    <a:pt x="99" y="559"/>
                    <a:pt x="106" y="561"/>
                    <a:pt x="112" y="563"/>
                  </a:cubicBezTo>
                  <a:cubicBezTo>
                    <a:pt x="118" y="565"/>
                    <a:pt x="133" y="567"/>
                    <a:pt x="136" y="573"/>
                  </a:cubicBezTo>
                  <a:cubicBezTo>
                    <a:pt x="141" y="582"/>
                    <a:pt x="146" y="592"/>
                    <a:pt x="151" y="602"/>
                  </a:cubicBezTo>
                  <a:cubicBezTo>
                    <a:pt x="153" y="606"/>
                    <a:pt x="156" y="619"/>
                    <a:pt x="161" y="620"/>
                  </a:cubicBezTo>
                  <a:cubicBezTo>
                    <a:pt x="169" y="622"/>
                    <a:pt x="178" y="624"/>
                    <a:pt x="186" y="626"/>
                  </a:cubicBezTo>
                  <a:cubicBezTo>
                    <a:pt x="205" y="630"/>
                    <a:pt x="225" y="635"/>
                    <a:pt x="244" y="639"/>
                  </a:cubicBezTo>
                  <a:cubicBezTo>
                    <a:pt x="250" y="641"/>
                    <a:pt x="255" y="644"/>
                    <a:pt x="260" y="648"/>
                  </a:cubicBezTo>
                  <a:cubicBezTo>
                    <a:pt x="266" y="654"/>
                    <a:pt x="273" y="660"/>
                    <a:pt x="280" y="666"/>
                  </a:cubicBezTo>
                  <a:cubicBezTo>
                    <a:pt x="283" y="669"/>
                    <a:pt x="286" y="671"/>
                    <a:pt x="289" y="674"/>
                  </a:cubicBezTo>
                  <a:cubicBezTo>
                    <a:pt x="294" y="678"/>
                    <a:pt x="295" y="677"/>
                    <a:pt x="300" y="674"/>
                  </a:cubicBezTo>
                  <a:cubicBezTo>
                    <a:pt x="315" y="667"/>
                    <a:pt x="329" y="658"/>
                    <a:pt x="343" y="651"/>
                  </a:cubicBezTo>
                  <a:cubicBezTo>
                    <a:pt x="361" y="642"/>
                    <a:pt x="379" y="633"/>
                    <a:pt x="398" y="624"/>
                  </a:cubicBezTo>
                  <a:cubicBezTo>
                    <a:pt x="400" y="623"/>
                    <a:pt x="415" y="633"/>
                    <a:pt x="418" y="634"/>
                  </a:cubicBezTo>
                  <a:cubicBezTo>
                    <a:pt x="425" y="638"/>
                    <a:pt x="432" y="641"/>
                    <a:pt x="440" y="645"/>
                  </a:cubicBezTo>
                  <a:cubicBezTo>
                    <a:pt x="467" y="659"/>
                    <a:pt x="495" y="673"/>
                    <a:pt x="522" y="687"/>
                  </a:cubicBezTo>
                  <a:cubicBezTo>
                    <a:pt x="584" y="718"/>
                    <a:pt x="645" y="750"/>
                    <a:pt x="705" y="783"/>
                  </a:cubicBezTo>
                  <a:cubicBezTo>
                    <a:pt x="763" y="814"/>
                    <a:pt x="821" y="845"/>
                    <a:pt x="878" y="878"/>
                  </a:cubicBezTo>
                  <a:cubicBezTo>
                    <a:pt x="878" y="872"/>
                    <a:pt x="878" y="866"/>
                    <a:pt x="878" y="860"/>
                  </a:cubicBezTo>
                  <a:cubicBezTo>
                    <a:pt x="878" y="858"/>
                    <a:pt x="877" y="850"/>
                    <a:pt x="878" y="850"/>
                  </a:cubicBezTo>
                  <a:cubicBezTo>
                    <a:pt x="880" y="849"/>
                    <a:pt x="885" y="846"/>
                    <a:pt x="888" y="846"/>
                  </a:cubicBezTo>
                  <a:cubicBezTo>
                    <a:pt x="904" y="846"/>
                    <a:pt x="920" y="846"/>
                    <a:pt x="937" y="846"/>
                  </a:cubicBezTo>
                  <a:cubicBezTo>
                    <a:pt x="937" y="833"/>
                    <a:pt x="936" y="819"/>
                    <a:pt x="936" y="806"/>
                  </a:cubicBezTo>
                  <a:cubicBezTo>
                    <a:pt x="935" y="744"/>
                    <a:pt x="933" y="683"/>
                    <a:pt x="931" y="621"/>
                  </a:cubicBezTo>
                  <a:cubicBezTo>
                    <a:pt x="929" y="546"/>
                    <a:pt x="927" y="472"/>
                    <a:pt x="924" y="397"/>
                  </a:cubicBezTo>
                  <a:cubicBezTo>
                    <a:pt x="923" y="352"/>
                    <a:pt x="921" y="307"/>
                    <a:pt x="919" y="262"/>
                  </a:cubicBezTo>
                  <a:cubicBezTo>
                    <a:pt x="919" y="253"/>
                    <a:pt x="916" y="247"/>
                    <a:pt x="912" y="239"/>
                  </a:cubicBezTo>
                  <a:cubicBezTo>
                    <a:pt x="910" y="234"/>
                    <a:pt x="912" y="230"/>
                    <a:pt x="911" y="225"/>
                  </a:cubicBezTo>
                  <a:cubicBezTo>
                    <a:pt x="910" y="223"/>
                    <a:pt x="907" y="221"/>
                    <a:pt x="907" y="219"/>
                  </a:cubicBezTo>
                  <a:cubicBezTo>
                    <a:pt x="906" y="216"/>
                    <a:pt x="908" y="213"/>
                    <a:pt x="907" y="210"/>
                  </a:cubicBezTo>
                  <a:cubicBezTo>
                    <a:pt x="906" y="208"/>
                    <a:pt x="905" y="205"/>
                    <a:pt x="903" y="203"/>
                  </a:cubicBezTo>
                  <a:cubicBezTo>
                    <a:pt x="903" y="201"/>
                    <a:pt x="901" y="198"/>
                    <a:pt x="900" y="196"/>
                  </a:cubicBezTo>
                  <a:cubicBezTo>
                    <a:pt x="899" y="192"/>
                    <a:pt x="901" y="188"/>
                    <a:pt x="903" y="185"/>
                  </a:cubicBezTo>
                  <a:cubicBezTo>
                    <a:pt x="904" y="180"/>
                    <a:pt x="909" y="176"/>
                    <a:pt x="911" y="171"/>
                  </a:cubicBezTo>
                  <a:cubicBezTo>
                    <a:pt x="913" y="166"/>
                    <a:pt x="917" y="156"/>
                    <a:pt x="914" y="151"/>
                  </a:cubicBezTo>
                  <a:cubicBezTo>
                    <a:pt x="912" y="146"/>
                    <a:pt x="910" y="141"/>
                    <a:pt x="908" y="136"/>
                  </a:cubicBezTo>
                  <a:cubicBezTo>
                    <a:pt x="906" y="131"/>
                    <a:pt x="906" y="125"/>
                    <a:pt x="905" y="119"/>
                  </a:cubicBezTo>
                  <a:cubicBezTo>
                    <a:pt x="905" y="115"/>
                    <a:pt x="908" y="113"/>
                    <a:pt x="911" y="111"/>
                  </a:cubicBezTo>
                  <a:cubicBezTo>
                    <a:pt x="914" y="108"/>
                    <a:pt x="914" y="107"/>
                    <a:pt x="916" y="104"/>
                  </a:cubicBezTo>
                  <a:cubicBezTo>
                    <a:pt x="917" y="102"/>
                    <a:pt x="921" y="100"/>
                    <a:pt x="921" y="98"/>
                  </a:cubicBezTo>
                  <a:cubicBezTo>
                    <a:pt x="920" y="96"/>
                    <a:pt x="919" y="94"/>
                    <a:pt x="918" y="92"/>
                  </a:cubicBezTo>
                  <a:cubicBezTo>
                    <a:pt x="916" y="90"/>
                    <a:pt x="913" y="87"/>
                    <a:pt x="913" y="85"/>
                  </a:cubicBezTo>
                  <a:cubicBezTo>
                    <a:pt x="912" y="82"/>
                    <a:pt x="914" y="80"/>
                    <a:pt x="910" y="78"/>
                  </a:cubicBezTo>
                  <a:cubicBezTo>
                    <a:pt x="907" y="77"/>
                    <a:pt x="903" y="77"/>
                    <a:pt x="900" y="76"/>
                  </a:cubicBezTo>
                  <a:cubicBezTo>
                    <a:pt x="898" y="75"/>
                    <a:pt x="895" y="73"/>
                    <a:pt x="892" y="74"/>
                  </a:cubicBezTo>
                  <a:cubicBezTo>
                    <a:pt x="889" y="75"/>
                    <a:pt x="887" y="76"/>
                    <a:pt x="884" y="77"/>
                  </a:cubicBezTo>
                  <a:cubicBezTo>
                    <a:pt x="878" y="77"/>
                    <a:pt x="871" y="75"/>
                    <a:pt x="865" y="76"/>
                  </a:cubicBezTo>
                  <a:cubicBezTo>
                    <a:pt x="862" y="76"/>
                    <a:pt x="859" y="76"/>
                    <a:pt x="857" y="75"/>
                  </a:cubicBezTo>
                  <a:cubicBezTo>
                    <a:pt x="856" y="75"/>
                    <a:pt x="853" y="73"/>
                    <a:pt x="853" y="73"/>
                  </a:cubicBezTo>
                  <a:cubicBezTo>
                    <a:pt x="852" y="72"/>
                    <a:pt x="852" y="72"/>
                    <a:pt x="851" y="71"/>
                  </a:cubicBezTo>
                  <a:cubicBezTo>
                    <a:pt x="851" y="71"/>
                    <a:pt x="852" y="71"/>
                    <a:pt x="852" y="70"/>
                  </a:cubicBezTo>
                  <a:cubicBezTo>
                    <a:pt x="849" y="67"/>
                    <a:pt x="841" y="66"/>
                    <a:pt x="837" y="65"/>
                  </a:cubicBezTo>
                  <a:cubicBezTo>
                    <a:pt x="833" y="64"/>
                    <a:pt x="830" y="64"/>
                    <a:pt x="826" y="64"/>
                  </a:cubicBezTo>
                  <a:cubicBezTo>
                    <a:pt x="823" y="64"/>
                    <a:pt x="820" y="64"/>
                    <a:pt x="817" y="63"/>
                  </a:cubicBezTo>
                  <a:cubicBezTo>
                    <a:pt x="807" y="68"/>
                    <a:pt x="807" y="68"/>
                    <a:pt x="807" y="68"/>
                  </a:cubicBezTo>
                  <a:cubicBezTo>
                    <a:pt x="808" y="61"/>
                    <a:pt x="808" y="61"/>
                    <a:pt x="808" y="61"/>
                  </a:cubicBezTo>
                  <a:cubicBezTo>
                    <a:pt x="806" y="58"/>
                    <a:pt x="805" y="57"/>
                    <a:pt x="803" y="56"/>
                  </a:cubicBezTo>
                  <a:cubicBezTo>
                    <a:pt x="798" y="54"/>
                    <a:pt x="799" y="53"/>
                    <a:pt x="799" y="48"/>
                  </a:cubicBezTo>
                  <a:cubicBezTo>
                    <a:pt x="801" y="52"/>
                    <a:pt x="802" y="48"/>
                    <a:pt x="802" y="46"/>
                  </a:cubicBezTo>
                  <a:cubicBezTo>
                    <a:pt x="802" y="44"/>
                    <a:pt x="799" y="42"/>
                    <a:pt x="799" y="40"/>
                  </a:cubicBezTo>
                  <a:cubicBezTo>
                    <a:pt x="799" y="36"/>
                    <a:pt x="802" y="37"/>
                    <a:pt x="798" y="35"/>
                  </a:cubicBezTo>
                  <a:cubicBezTo>
                    <a:pt x="796" y="33"/>
                    <a:pt x="793" y="33"/>
                    <a:pt x="792" y="33"/>
                  </a:cubicBezTo>
                  <a:cubicBezTo>
                    <a:pt x="785" y="31"/>
                    <a:pt x="779" y="29"/>
                    <a:pt x="773" y="27"/>
                  </a:cubicBezTo>
                  <a:cubicBezTo>
                    <a:pt x="769" y="26"/>
                    <a:pt x="765" y="25"/>
                    <a:pt x="762" y="24"/>
                  </a:cubicBezTo>
                  <a:cubicBezTo>
                    <a:pt x="759" y="22"/>
                    <a:pt x="757" y="20"/>
                    <a:pt x="753" y="19"/>
                  </a:cubicBezTo>
                  <a:cubicBezTo>
                    <a:pt x="752" y="19"/>
                    <a:pt x="750" y="20"/>
                    <a:pt x="749" y="19"/>
                  </a:cubicBezTo>
                  <a:cubicBezTo>
                    <a:pt x="745" y="18"/>
                    <a:pt x="745" y="15"/>
                    <a:pt x="741" y="15"/>
                  </a:cubicBezTo>
                  <a:cubicBezTo>
                    <a:pt x="741" y="16"/>
                    <a:pt x="739" y="17"/>
                    <a:pt x="738" y="17"/>
                  </a:cubicBezTo>
                  <a:cubicBezTo>
                    <a:pt x="735" y="18"/>
                    <a:pt x="731" y="18"/>
                    <a:pt x="728" y="18"/>
                  </a:cubicBezTo>
                  <a:cubicBezTo>
                    <a:pt x="720" y="18"/>
                    <a:pt x="716" y="13"/>
                    <a:pt x="710" y="19"/>
                  </a:cubicBezTo>
                  <a:cubicBezTo>
                    <a:pt x="704" y="24"/>
                    <a:pt x="700" y="26"/>
                    <a:pt x="691" y="26"/>
                  </a:cubicBezTo>
                  <a:cubicBezTo>
                    <a:pt x="686" y="26"/>
                    <a:pt x="681" y="26"/>
                    <a:pt x="676" y="28"/>
                  </a:cubicBezTo>
                  <a:cubicBezTo>
                    <a:pt x="673" y="29"/>
                    <a:pt x="671" y="31"/>
                    <a:pt x="669" y="33"/>
                  </a:cubicBezTo>
                  <a:cubicBezTo>
                    <a:pt x="661" y="38"/>
                    <a:pt x="652" y="39"/>
                    <a:pt x="645" y="46"/>
                  </a:cubicBezTo>
                  <a:cubicBezTo>
                    <a:pt x="642" y="48"/>
                    <a:pt x="639" y="50"/>
                    <a:pt x="637" y="53"/>
                  </a:cubicBezTo>
                  <a:cubicBezTo>
                    <a:pt x="634" y="56"/>
                    <a:pt x="631" y="59"/>
                    <a:pt x="627" y="62"/>
                  </a:cubicBezTo>
                  <a:cubicBezTo>
                    <a:pt x="619" y="70"/>
                    <a:pt x="615" y="84"/>
                    <a:pt x="618" y="96"/>
                  </a:cubicBezTo>
                  <a:cubicBezTo>
                    <a:pt x="619" y="101"/>
                    <a:pt x="620" y="106"/>
                    <a:pt x="622" y="111"/>
                  </a:cubicBezTo>
                  <a:cubicBezTo>
                    <a:pt x="625" y="116"/>
                    <a:pt x="628" y="119"/>
                    <a:pt x="630" y="125"/>
                  </a:cubicBezTo>
                  <a:cubicBezTo>
                    <a:pt x="635" y="139"/>
                    <a:pt x="627" y="148"/>
                    <a:pt x="620" y="159"/>
                  </a:cubicBezTo>
                  <a:cubicBezTo>
                    <a:pt x="617" y="163"/>
                    <a:pt x="613" y="169"/>
                    <a:pt x="609" y="172"/>
                  </a:cubicBezTo>
                  <a:cubicBezTo>
                    <a:pt x="605" y="176"/>
                    <a:pt x="600" y="177"/>
                    <a:pt x="595" y="180"/>
                  </a:cubicBezTo>
                  <a:cubicBezTo>
                    <a:pt x="585" y="186"/>
                    <a:pt x="571" y="191"/>
                    <a:pt x="560" y="184"/>
                  </a:cubicBezTo>
                  <a:cubicBezTo>
                    <a:pt x="553" y="180"/>
                    <a:pt x="546" y="178"/>
                    <a:pt x="541" y="172"/>
                  </a:cubicBezTo>
                  <a:cubicBezTo>
                    <a:pt x="537" y="168"/>
                    <a:pt x="531" y="166"/>
                    <a:pt x="527" y="162"/>
                  </a:cubicBezTo>
                  <a:cubicBezTo>
                    <a:pt x="524" y="160"/>
                    <a:pt x="522" y="157"/>
                    <a:pt x="520" y="155"/>
                  </a:cubicBezTo>
                  <a:cubicBezTo>
                    <a:pt x="515" y="151"/>
                    <a:pt x="507" y="152"/>
                    <a:pt x="502" y="149"/>
                  </a:cubicBezTo>
                  <a:cubicBezTo>
                    <a:pt x="500" y="148"/>
                    <a:pt x="500" y="146"/>
                    <a:pt x="499" y="145"/>
                  </a:cubicBezTo>
                  <a:cubicBezTo>
                    <a:pt x="497" y="144"/>
                    <a:pt x="496" y="145"/>
                    <a:pt x="494" y="144"/>
                  </a:cubicBezTo>
                  <a:cubicBezTo>
                    <a:pt x="490" y="144"/>
                    <a:pt x="487" y="141"/>
                    <a:pt x="484" y="140"/>
                  </a:cubicBezTo>
                  <a:cubicBezTo>
                    <a:pt x="470" y="136"/>
                    <a:pt x="457" y="131"/>
                    <a:pt x="443" y="128"/>
                  </a:cubicBezTo>
                  <a:cubicBezTo>
                    <a:pt x="436" y="126"/>
                    <a:pt x="430" y="125"/>
                    <a:pt x="423" y="126"/>
                  </a:cubicBezTo>
                  <a:cubicBezTo>
                    <a:pt x="416" y="126"/>
                    <a:pt x="408" y="126"/>
                    <a:pt x="402" y="125"/>
                  </a:cubicBezTo>
                  <a:cubicBezTo>
                    <a:pt x="385" y="121"/>
                    <a:pt x="373" y="114"/>
                    <a:pt x="363" y="102"/>
                  </a:cubicBezTo>
                  <a:cubicBezTo>
                    <a:pt x="360" y="97"/>
                    <a:pt x="359" y="93"/>
                    <a:pt x="356" y="88"/>
                  </a:cubicBezTo>
                  <a:cubicBezTo>
                    <a:pt x="354" y="82"/>
                    <a:pt x="352" y="78"/>
                    <a:pt x="352" y="72"/>
                  </a:cubicBezTo>
                  <a:cubicBezTo>
                    <a:pt x="352" y="68"/>
                    <a:pt x="352" y="66"/>
                    <a:pt x="350" y="63"/>
                  </a:cubicBezTo>
                  <a:cubicBezTo>
                    <a:pt x="348" y="59"/>
                    <a:pt x="348" y="56"/>
                    <a:pt x="344" y="53"/>
                  </a:cubicBezTo>
                  <a:cubicBezTo>
                    <a:pt x="339" y="49"/>
                    <a:pt x="333" y="49"/>
                    <a:pt x="326" y="47"/>
                  </a:cubicBezTo>
                  <a:cubicBezTo>
                    <a:pt x="323" y="47"/>
                    <a:pt x="319" y="48"/>
                    <a:pt x="315" y="47"/>
                  </a:cubicBezTo>
                  <a:cubicBezTo>
                    <a:pt x="311" y="46"/>
                    <a:pt x="307" y="44"/>
                    <a:pt x="303" y="43"/>
                  </a:cubicBezTo>
                  <a:cubicBezTo>
                    <a:pt x="295" y="42"/>
                    <a:pt x="290" y="32"/>
                    <a:pt x="283" y="30"/>
                  </a:cubicBezTo>
                  <a:cubicBezTo>
                    <a:pt x="278" y="28"/>
                    <a:pt x="274" y="29"/>
                    <a:pt x="269" y="27"/>
                  </a:cubicBezTo>
                  <a:cubicBezTo>
                    <a:pt x="264" y="25"/>
                    <a:pt x="260" y="25"/>
                    <a:pt x="255" y="25"/>
                  </a:cubicBezTo>
                  <a:cubicBezTo>
                    <a:pt x="246" y="25"/>
                    <a:pt x="240" y="20"/>
                    <a:pt x="232" y="18"/>
                  </a:cubicBezTo>
                  <a:cubicBezTo>
                    <a:pt x="225" y="15"/>
                    <a:pt x="218" y="21"/>
                    <a:pt x="210" y="23"/>
                  </a:cubicBezTo>
                  <a:cubicBezTo>
                    <a:pt x="201" y="26"/>
                    <a:pt x="192" y="24"/>
                    <a:pt x="182" y="23"/>
                  </a:cubicBezTo>
                  <a:cubicBezTo>
                    <a:pt x="174" y="22"/>
                    <a:pt x="168" y="19"/>
                    <a:pt x="162" y="15"/>
                  </a:cubicBezTo>
                  <a:cubicBezTo>
                    <a:pt x="155" y="10"/>
                    <a:pt x="147" y="6"/>
                    <a:pt x="140" y="3"/>
                  </a:cubicBezTo>
                  <a:lnTo>
                    <a:pt x="130" y="0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734A9CE-23F0-4A90-B08D-B41AB3099F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9550" y="2400300"/>
              <a:ext cx="539750" cy="838200"/>
            </a:xfrm>
            <a:custGeom>
              <a:avLst/>
              <a:gdLst>
                <a:gd name="T0" fmla="*/ 414 w 477"/>
                <a:gd name="T1" fmla="*/ 721 h 742"/>
                <a:gd name="T2" fmla="*/ 373 w 477"/>
                <a:gd name="T3" fmla="*/ 709 h 742"/>
                <a:gd name="T4" fmla="*/ 287 w 477"/>
                <a:gd name="T5" fmla="*/ 702 h 742"/>
                <a:gd name="T6" fmla="*/ 215 w 477"/>
                <a:gd name="T7" fmla="*/ 702 h 742"/>
                <a:gd name="T8" fmla="*/ 80 w 477"/>
                <a:gd name="T9" fmla="*/ 685 h 742"/>
                <a:gd name="T10" fmla="*/ 69 w 477"/>
                <a:gd name="T11" fmla="*/ 612 h 742"/>
                <a:gd name="T12" fmla="*/ 26 w 477"/>
                <a:gd name="T13" fmla="*/ 570 h 742"/>
                <a:gd name="T14" fmla="*/ 10 w 477"/>
                <a:gd name="T15" fmla="*/ 526 h 742"/>
                <a:gd name="T16" fmla="*/ 30 w 477"/>
                <a:gd name="T17" fmla="*/ 461 h 742"/>
                <a:gd name="T18" fmla="*/ 77 w 477"/>
                <a:gd name="T19" fmla="*/ 413 h 742"/>
                <a:gd name="T20" fmla="*/ 126 w 477"/>
                <a:gd name="T21" fmla="*/ 392 h 742"/>
                <a:gd name="T22" fmla="*/ 168 w 477"/>
                <a:gd name="T23" fmla="*/ 427 h 742"/>
                <a:gd name="T24" fmla="*/ 203 w 477"/>
                <a:gd name="T25" fmla="*/ 386 h 742"/>
                <a:gd name="T26" fmla="*/ 225 w 477"/>
                <a:gd name="T27" fmla="*/ 329 h 742"/>
                <a:gd name="T28" fmla="*/ 257 w 477"/>
                <a:gd name="T29" fmla="*/ 280 h 742"/>
                <a:gd name="T30" fmla="*/ 287 w 477"/>
                <a:gd name="T31" fmla="*/ 224 h 742"/>
                <a:gd name="T32" fmla="*/ 316 w 477"/>
                <a:gd name="T33" fmla="*/ 144 h 742"/>
                <a:gd name="T34" fmla="*/ 371 w 477"/>
                <a:gd name="T35" fmla="*/ 98 h 742"/>
                <a:gd name="T36" fmla="*/ 357 w 477"/>
                <a:gd name="T37" fmla="*/ 56 h 742"/>
                <a:gd name="T38" fmla="*/ 373 w 477"/>
                <a:gd name="T39" fmla="*/ 14 h 742"/>
                <a:gd name="T40" fmla="*/ 407 w 477"/>
                <a:gd name="T41" fmla="*/ 74 h 742"/>
                <a:gd name="T42" fmla="*/ 404 w 477"/>
                <a:gd name="T43" fmla="*/ 133 h 742"/>
                <a:gd name="T44" fmla="*/ 430 w 477"/>
                <a:gd name="T45" fmla="*/ 210 h 742"/>
                <a:gd name="T46" fmla="*/ 341 w 477"/>
                <a:gd name="T47" fmla="*/ 224 h 742"/>
                <a:gd name="T48" fmla="*/ 403 w 477"/>
                <a:gd name="T49" fmla="*/ 284 h 742"/>
                <a:gd name="T50" fmla="*/ 432 w 477"/>
                <a:gd name="T51" fmla="*/ 365 h 742"/>
                <a:gd name="T52" fmla="*/ 374 w 477"/>
                <a:gd name="T53" fmla="*/ 452 h 742"/>
                <a:gd name="T54" fmla="*/ 377 w 477"/>
                <a:gd name="T55" fmla="*/ 504 h 742"/>
                <a:gd name="T56" fmla="*/ 414 w 477"/>
                <a:gd name="T57" fmla="*/ 581 h 742"/>
                <a:gd name="T58" fmla="*/ 472 w 477"/>
                <a:gd name="T59" fmla="*/ 662 h 742"/>
                <a:gd name="T60" fmla="*/ 470 w 477"/>
                <a:gd name="T61" fmla="*/ 708 h 742"/>
                <a:gd name="T62" fmla="*/ 461 w 477"/>
                <a:gd name="T63" fmla="*/ 708 h 742"/>
                <a:gd name="T64" fmla="*/ 461 w 477"/>
                <a:gd name="T65" fmla="*/ 658 h 742"/>
                <a:gd name="T66" fmla="*/ 391 w 477"/>
                <a:gd name="T67" fmla="*/ 561 h 742"/>
                <a:gd name="T68" fmla="*/ 371 w 477"/>
                <a:gd name="T69" fmla="*/ 480 h 742"/>
                <a:gd name="T70" fmla="*/ 407 w 477"/>
                <a:gd name="T71" fmla="*/ 387 h 742"/>
                <a:gd name="T72" fmla="*/ 415 w 477"/>
                <a:gd name="T73" fmla="*/ 322 h 742"/>
                <a:gd name="T74" fmla="*/ 362 w 477"/>
                <a:gd name="T75" fmla="*/ 263 h 742"/>
                <a:gd name="T76" fmla="*/ 398 w 477"/>
                <a:gd name="T77" fmla="*/ 200 h 742"/>
                <a:gd name="T78" fmla="*/ 400 w 477"/>
                <a:gd name="T79" fmla="*/ 159 h 742"/>
                <a:gd name="T80" fmla="*/ 396 w 477"/>
                <a:gd name="T81" fmla="*/ 82 h 742"/>
                <a:gd name="T82" fmla="*/ 384 w 477"/>
                <a:gd name="T83" fmla="*/ 38 h 742"/>
                <a:gd name="T84" fmla="*/ 353 w 477"/>
                <a:gd name="T85" fmla="*/ 47 h 742"/>
                <a:gd name="T86" fmla="*/ 377 w 477"/>
                <a:gd name="T87" fmla="*/ 91 h 742"/>
                <a:gd name="T88" fmla="*/ 325 w 477"/>
                <a:gd name="T89" fmla="*/ 147 h 742"/>
                <a:gd name="T90" fmla="*/ 297 w 477"/>
                <a:gd name="T91" fmla="*/ 227 h 742"/>
                <a:gd name="T92" fmla="*/ 247 w 477"/>
                <a:gd name="T93" fmla="*/ 295 h 742"/>
                <a:gd name="T94" fmla="*/ 216 w 477"/>
                <a:gd name="T95" fmla="*/ 369 h 742"/>
                <a:gd name="T96" fmla="*/ 197 w 477"/>
                <a:gd name="T97" fmla="*/ 411 h 742"/>
                <a:gd name="T98" fmla="*/ 134 w 477"/>
                <a:gd name="T99" fmla="*/ 397 h 742"/>
                <a:gd name="T100" fmla="*/ 74 w 477"/>
                <a:gd name="T101" fmla="*/ 426 h 742"/>
                <a:gd name="T102" fmla="*/ 32 w 477"/>
                <a:gd name="T103" fmla="*/ 470 h 742"/>
                <a:gd name="T104" fmla="*/ 16 w 477"/>
                <a:gd name="T105" fmla="*/ 538 h 742"/>
                <a:gd name="T106" fmla="*/ 46 w 477"/>
                <a:gd name="T107" fmla="*/ 582 h 742"/>
                <a:gd name="T108" fmla="*/ 81 w 477"/>
                <a:gd name="T109" fmla="*/ 618 h 742"/>
                <a:gd name="T110" fmla="*/ 94 w 477"/>
                <a:gd name="T111" fmla="*/ 699 h 742"/>
                <a:gd name="T112" fmla="*/ 231 w 477"/>
                <a:gd name="T113" fmla="*/ 693 h 742"/>
                <a:gd name="T114" fmla="*/ 300 w 477"/>
                <a:gd name="T115" fmla="*/ 698 h 742"/>
                <a:gd name="T116" fmla="*/ 374 w 477"/>
                <a:gd name="T117" fmla="*/ 699 h 742"/>
                <a:gd name="T118" fmla="*/ 421 w 477"/>
                <a:gd name="T119" fmla="*/ 715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7" h="742">
                  <a:moveTo>
                    <a:pt x="465" y="742"/>
                  </a:moveTo>
                  <a:cubicBezTo>
                    <a:pt x="464" y="742"/>
                    <a:pt x="463" y="742"/>
                    <a:pt x="462" y="742"/>
                  </a:cubicBezTo>
                  <a:cubicBezTo>
                    <a:pt x="458" y="740"/>
                    <a:pt x="457" y="736"/>
                    <a:pt x="457" y="734"/>
                  </a:cubicBezTo>
                  <a:cubicBezTo>
                    <a:pt x="457" y="734"/>
                    <a:pt x="457" y="734"/>
                    <a:pt x="457" y="734"/>
                  </a:cubicBezTo>
                  <a:cubicBezTo>
                    <a:pt x="457" y="734"/>
                    <a:pt x="456" y="734"/>
                    <a:pt x="456" y="734"/>
                  </a:cubicBezTo>
                  <a:cubicBezTo>
                    <a:pt x="454" y="734"/>
                    <a:pt x="452" y="734"/>
                    <a:pt x="451" y="733"/>
                  </a:cubicBezTo>
                  <a:cubicBezTo>
                    <a:pt x="450" y="732"/>
                    <a:pt x="449" y="731"/>
                    <a:pt x="449" y="730"/>
                  </a:cubicBezTo>
                  <a:cubicBezTo>
                    <a:pt x="448" y="730"/>
                    <a:pt x="448" y="729"/>
                    <a:pt x="447" y="729"/>
                  </a:cubicBezTo>
                  <a:cubicBezTo>
                    <a:pt x="446" y="729"/>
                    <a:pt x="446" y="728"/>
                    <a:pt x="445" y="728"/>
                  </a:cubicBezTo>
                  <a:cubicBezTo>
                    <a:pt x="442" y="725"/>
                    <a:pt x="440" y="725"/>
                    <a:pt x="436" y="724"/>
                  </a:cubicBezTo>
                  <a:cubicBezTo>
                    <a:pt x="434" y="724"/>
                    <a:pt x="433" y="723"/>
                    <a:pt x="432" y="723"/>
                  </a:cubicBezTo>
                  <a:cubicBezTo>
                    <a:pt x="429" y="722"/>
                    <a:pt x="430" y="722"/>
                    <a:pt x="426" y="723"/>
                  </a:cubicBezTo>
                  <a:cubicBezTo>
                    <a:pt x="426" y="723"/>
                    <a:pt x="426" y="723"/>
                    <a:pt x="426" y="724"/>
                  </a:cubicBezTo>
                  <a:cubicBezTo>
                    <a:pt x="424" y="724"/>
                    <a:pt x="423" y="725"/>
                    <a:pt x="421" y="725"/>
                  </a:cubicBezTo>
                  <a:cubicBezTo>
                    <a:pt x="418" y="725"/>
                    <a:pt x="415" y="725"/>
                    <a:pt x="414" y="721"/>
                  </a:cubicBezTo>
                  <a:cubicBezTo>
                    <a:pt x="414" y="721"/>
                    <a:pt x="413" y="720"/>
                    <a:pt x="413" y="720"/>
                  </a:cubicBezTo>
                  <a:cubicBezTo>
                    <a:pt x="413" y="719"/>
                    <a:pt x="411" y="718"/>
                    <a:pt x="411" y="718"/>
                  </a:cubicBezTo>
                  <a:cubicBezTo>
                    <a:pt x="411" y="718"/>
                    <a:pt x="410" y="719"/>
                    <a:pt x="409" y="719"/>
                  </a:cubicBezTo>
                  <a:cubicBezTo>
                    <a:pt x="405" y="721"/>
                    <a:pt x="402" y="721"/>
                    <a:pt x="400" y="720"/>
                  </a:cubicBezTo>
                  <a:cubicBezTo>
                    <a:pt x="399" y="720"/>
                    <a:pt x="399" y="720"/>
                    <a:pt x="398" y="719"/>
                  </a:cubicBezTo>
                  <a:cubicBezTo>
                    <a:pt x="397" y="720"/>
                    <a:pt x="396" y="721"/>
                    <a:pt x="394" y="721"/>
                  </a:cubicBezTo>
                  <a:cubicBezTo>
                    <a:pt x="394" y="721"/>
                    <a:pt x="392" y="720"/>
                    <a:pt x="391" y="720"/>
                  </a:cubicBezTo>
                  <a:cubicBezTo>
                    <a:pt x="390" y="719"/>
                    <a:pt x="389" y="717"/>
                    <a:pt x="389" y="716"/>
                  </a:cubicBezTo>
                  <a:cubicBezTo>
                    <a:pt x="388" y="716"/>
                    <a:pt x="388" y="716"/>
                    <a:pt x="387" y="716"/>
                  </a:cubicBezTo>
                  <a:cubicBezTo>
                    <a:pt x="384" y="716"/>
                    <a:pt x="382" y="715"/>
                    <a:pt x="381" y="714"/>
                  </a:cubicBezTo>
                  <a:cubicBezTo>
                    <a:pt x="381" y="714"/>
                    <a:pt x="380" y="714"/>
                    <a:pt x="380" y="714"/>
                  </a:cubicBezTo>
                  <a:cubicBezTo>
                    <a:pt x="379" y="713"/>
                    <a:pt x="378" y="712"/>
                    <a:pt x="377" y="711"/>
                  </a:cubicBezTo>
                  <a:cubicBezTo>
                    <a:pt x="376" y="711"/>
                    <a:pt x="376" y="711"/>
                    <a:pt x="375" y="710"/>
                  </a:cubicBezTo>
                  <a:cubicBezTo>
                    <a:pt x="374" y="709"/>
                    <a:pt x="374" y="709"/>
                    <a:pt x="374" y="709"/>
                  </a:cubicBezTo>
                  <a:cubicBezTo>
                    <a:pt x="374" y="709"/>
                    <a:pt x="373" y="709"/>
                    <a:pt x="373" y="709"/>
                  </a:cubicBezTo>
                  <a:cubicBezTo>
                    <a:pt x="369" y="712"/>
                    <a:pt x="365" y="711"/>
                    <a:pt x="363" y="710"/>
                  </a:cubicBezTo>
                  <a:cubicBezTo>
                    <a:pt x="362" y="710"/>
                    <a:pt x="361" y="710"/>
                    <a:pt x="361" y="710"/>
                  </a:cubicBezTo>
                  <a:cubicBezTo>
                    <a:pt x="359" y="710"/>
                    <a:pt x="358" y="710"/>
                    <a:pt x="357" y="710"/>
                  </a:cubicBezTo>
                  <a:cubicBezTo>
                    <a:pt x="355" y="710"/>
                    <a:pt x="354" y="710"/>
                    <a:pt x="352" y="710"/>
                  </a:cubicBezTo>
                  <a:cubicBezTo>
                    <a:pt x="350" y="710"/>
                    <a:pt x="349" y="710"/>
                    <a:pt x="347" y="710"/>
                  </a:cubicBezTo>
                  <a:cubicBezTo>
                    <a:pt x="342" y="710"/>
                    <a:pt x="342" y="710"/>
                    <a:pt x="342" y="710"/>
                  </a:cubicBezTo>
                  <a:cubicBezTo>
                    <a:pt x="334" y="710"/>
                    <a:pt x="326" y="710"/>
                    <a:pt x="318" y="710"/>
                  </a:cubicBezTo>
                  <a:cubicBezTo>
                    <a:pt x="315" y="710"/>
                    <a:pt x="313" y="710"/>
                    <a:pt x="310" y="710"/>
                  </a:cubicBezTo>
                  <a:cubicBezTo>
                    <a:pt x="305" y="710"/>
                    <a:pt x="305" y="710"/>
                    <a:pt x="305" y="710"/>
                  </a:cubicBezTo>
                  <a:cubicBezTo>
                    <a:pt x="305" y="710"/>
                    <a:pt x="304" y="710"/>
                    <a:pt x="304" y="710"/>
                  </a:cubicBezTo>
                  <a:cubicBezTo>
                    <a:pt x="303" y="710"/>
                    <a:pt x="301" y="710"/>
                    <a:pt x="300" y="710"/>
                  </a:cubicBezTo>
                  <a:cubicBezTo>
                    <a:pt x="298" y="710"/>
                    <a:pt x="294" y="710"/>
                    <a:pt x="292" y="707"/>
                  </a:cubicBezTo>
                  <a:cubicBezTo>
                    <a:pt x="292" y="707"/>
                    <a:pt x="291" y="705"/>
                    <a:pt x="291" y="703"/>
                  </a:cubicBezTo>
                  <a:cubicBezTo>
                    <a:pt x="291" y="703"/>
                    <a:pt x="291" y="703"/>
                    <a:pt x="290" y="703"/>
                  </a:cubicBezTo>
                  <a:cubicBezTo>
                    <a:pt x="289" y="703"/>
                    <a:pt x="288" y="703"/>
                    <a:pt x="287" y="702"/>
                  </a:cubicBezTo>
                  <a:cubicBezTo>
                    <a:pt x="287" y="702"/>
                    <a:pt x="287" y="703"/>
                    <a:pt x="286" y="703"/>
                  </a:cubicBezTo>
                  <a:cubicBezTo>
                    <a:pt x="285" y="704"/>
                    <a:pt x="283" y="705"/>
                    <a:pt x="281" y="705"/>
                  </a:cubicBezTo>
                  <a:cubicBezTo>
                    <a:pt x="278" y="705"/>
                    <a:pt x="275" y="705"/>
                    <a:pt x="272" y="705"/>
                  </a:cubicBezTo>
                  <a:cubicBezTo>
                    <a:pt x="270" y="705"/>
                    <a:pt x="270" y="705"/>
                    <a:pt x="270" y="705"/>
                  </a:cubicBezTo>
                  <a:cubicBezTo>
                    <a:pt x="269" y="704"/>
                    <a:pt x="268" y="704"/>
                    <a:pt x="268" y="704"/>
                  </a:cubicBezTo>
                  <a:cubicBezTo>
                    <a:pt x="267" y="704"/>
                    <a:pt x="267" y="704"/>
                    <a:pt x="267" y="704"/>
                  </a:cubicBezTo>
                  <a:cubicBezTo>
                    <a:pt x="266" y="705"/>
                    <a:pt x="265" y="705"/>
                    <a:pt x="263" y="705"/>
                  </a:cubicBezTo>
                  <a:cubicBezTo>
                    <a:pt x="258" y="705"/>
                    <a:pt x="254" y="704"/>
                    <a:pt x="251" y="703"/>
                  </a:cubicBezTo>
                  <a:cubicBezTo>
                    <a:pt x="248" y="702"/>
                    <a:pt x="246" y="701"/>
                    <a:pt x="243" y="702"/>
                  </a:cubicBezTo>
                  <a:cubicBezTo>
                    <a:pt x="243" y="702"/>
                    <a:pt x="242" y="702"/>
                    <a:pt x="242" y="702"/>
                  </a:cubicBezTo>
                  <a:cubicBezTo>
                    <a:pt x="240" y="702"/>
                    <a:pt x="238" y="701"/>
                    <a:pt x="237" y="700"/>
                  </a:cubicBezTo>
                  <a:cubicBezTo>
                    <a:pt x="237" y="700"/>
                    <a:pt x="236" y="701"/>
                    <a:pt x="235" y="701"/>
                  </a:cubicBezTo>
                  <a:cubicBezTo>
                    <a:pt x="234" y="701"/>
                    <a:pt x="233" y="702"/>
                    <a:pt x="233" y="702"/>
                  </a:cubicBezTo>
                  <a:cubicBezTo>
                    <a:pt x="230" y="703"/>
                    <a:pt x="227" y="702"/>
                    <a:pt x="223" y="702"/>
                  </a:cubicBezTo>
                  <a:cubicBezTo>
                    <a:pt x="221" y="702"/>
                    <a:pt x="218" y="702"/>
                    <a:pt x="215" y="702"/>
                  </a:cubicBezTo>
                  <a:cubicBezTo>
                    <a:pt x="209" y="703"/>
                    <a:pt x="203" y="703"/>
                    <a:pt x="200" y="701"/>
                  </a:cubicBezTo>
                  <a:cubicBezTo>
                    <a:pt x="199" y="701"/>
                    <a:pt x="198" y="700"/>
                    <a:pt x="197" y="700"/>
                  </a:cubicBezTo>
                  <a:cubicBezTo>
                    <a:pt x="197" y="700"/>
                    <a:pt x="197" y="700"/>
                    <a:pt x="196" y="699"/>
                  </a:cubicBezTo>
                  <a:cubicBezTo>
                    <a:pt x="195" y="699"/>
                    <a:pt x="193" y="700"/>
                    <a:pt x="191" y="700"/>
                  </a:cubicBezTo>
                  <a:cubicBezTo>
                    <a:pt x="190" y="700"/>
                    <a:pt x="189" y="700"/>
                    <a:pt x="188" y="700"/>
                  </a:cubicBezTo>
                  <a:cubicBezTo>
                    <a:pt x="185" y="700"/>
                    <a:pt x="183" y="701"/>
                    <a:pt x="182" y="702"/>
                  </a:cubicBezTo>
                  <a:cubicBezTo>
                    <a:pt x="183" y="703"/>
                    <a:pt x="183" y="706"/>
                    <a:pt x="180" y="708"/>
                  </a:cubicBezTo>
                  <a:cubicBezTo>
                    <a:pt x="177" y="711"/>
                    <a:pt x="173" y="710"/>
                    <a:pt x="170" y="710"/>
                  </a:cubicBezTo>
                  <a:cubicBezTo>
                    <a:pt x="170" y="710"/>
                    <a:pt x="169" y="710"/>
                    <a:pt x="169" y="710"/>
                  </a:cubicBezTo>
                  <a:cubicBezTo>
                    <a:pt x="133" y="710"/>
                    <a:pt x="133" y="710"/>
                    <a:pt x="133" y="710"/>
                  </a:cubicBezTo>
                  <a:cubicBezTo>
                    <a:pt x="125" y="710"/>
                    <a:pt x="118" y="710"/>
                    <a:pt x="110" y="710"/>
                  </a:cubicBezTo>
                  <a:cubicBezTo>
                    <a:pt x="103" y="710"/>
                    <a:pt x="103" y="710"/>
                    <a:pt x="103" y="710"/>
                  </a:cubicBezTo>
                  <a:cubicBezTo>
                    <a:pt x="100" y="710"/>
                    <a:pt x="95" y="710"/>
                    <a:pt x="91" y="708"/>
                  </a:cubicBezTo>
                  <a:cubicBezTo>
                    <a:pt x="80" y="704"/>
                    <a:pt x="80" y="695"/>
                    <a:pt x="80" y="688"/>
                  </a:cubicBezTo>
                  <a:cubicBezTo>
                    <a:pt x="80" y="685"/>
                    <a:pt x="80" y="685"/>
                    <a:pt x="80" y="685"/>
                  </a:cubicBezTo>
                  <a:cubicBezTo>
                    <a:pt x="80" y="681"/>
                    <a:pt x="81" y="676"/>
                    <a:pt x="82" y="672"/>
                  </a:cubicBezTo>
                  <a:cubicBezTo>
                    <a:pt x="83" y="671"/>
                    <a:pt x="83" y="669"/>
                    <a:pt x="83" y="667"/>
                  </a:cubicBezTo>
                  <a:cubicBezTo>
                    <a:pt x="84" y="666"/>
                    <a:pt x="84" y="664"/>
                    <a:pt x="84" y="663"/>
                  </a:cubicBezTo>
                  <a:cubicBezTo>
                    <a:pt x="84" y="661"/>
                    <a:pt x="84" y="659"/>
                    <a:pt x="85" y="657"/>
                  </a:cubicBezTo>
                  <a:cubicBezTo>
                    <a:pt x="85" y="654"/>
                    <a:pt x="86" y="652"/>
                    <a:pt x="87" y="650"/>
                  </a:cubicBezTo>
                  <a:cubicBezTo>
                    <a:pt x="88" y="647"/>
                    <a:pt x="89" y="646"/>
                    <a:pt x="88" y="644"/>
                  </a:cubicBezTo>
                  <a:cubicBezTo>
                    <a:pt x="88" y="643"/>
                    <a:pt x="88" y="643"/>
                    <a:pt x="87" y="642"/>
                  </a:cubicBezTo>
                  <a:cubicBezTo>
                    <a:pt x="87" y="641"/>
                    <a:pt x="86" y="639"/>
                    <a:pt x="86" y="637"/>
                  </a:cubicBezTo>
                  <a:cubicBezTo>
                    <a:pt x="84" y="635"/>
                    <a:pt x="83" y="633"/>
                    <a:pt x="82" y="631"/>
                  </a:cubicBezTo>
                  <a:cubicBezTo>
                    <a:pt x="81" y="630"/>
                    <a:pt x="81" y="629"/>
                    <a:pt x="80" y="628"/>
                  </a:cubicBezTo>
                  <a:cubicBezTo>
                    <a:pt x="80" y="628"/>
                    <a:pt x="78" y="627"/>
                    <a:pt x="77" y="627"/>
                  </a:cubicBezTo>
                  <a:cubicBezTo>
                    <a:pt x="74" y="625"/>
                    <a:pt x="70" y="623"/>
                    <a:pt x="70" y="617"/>
                  </a:cubicBezTo>
                  <a:cubicBezTo>
                    <a:pt x="70" y="617"/>
                    <a:pt x="70" y="616"/>
                    <a:pt x="70" y="616"/>
                  </a:cubicBezTo>
                  <a:cubicBezTo>
                    <a:pt x="69" y="615"/>
                    <a:pt x="69" y="615"/>
                    <a:pt x="69" y="614"/>
                  </a:cubicBezTo>
                  <a:cubicBezTo>
                    <a:pt x="69" y="613"/>
                    <a:pt x="69" y="613"/>
                    <a:pt x="69" y="612"/>
                  </a:cubicBezTo>
                  <a:cubicBezTo>
                    <a:pt x="68" y="611"/>
                    <a:pt x="67" y="610"/>
                    <a:pt x="67" y="610"/>
                  </a:cubicBezTo>
                  <a:cubicBezTo>
                    <a:pt x="65" y="607"/>
                    <a:pt x="61" y="602"/>
                    <a:pt x="64" y="597"/>
                  </a:cubicBezTo>
                  <a:cubicBezTo>
                    <a:pt x="64" y="596"/>
                    <a:pt x="64" y="595"/>
                    <a:pt x="64" y="595"/>
                  </a:cubicBezTo>
                  <a:cubicBezTo>
                    <a:pt x="64" y="595"/>
                    <a:pt x="63" y="596"/>
                    <a:pt x="63" y="597"/>
                  </a:cubicBezTo>
                  <a:cubicBezTo>
                    <a:pt x="62" y="598"/>
                    <a:pt x="60" y="599"/>
                    <a:pt x="58" y="599"/>
                  </a:cubicBezTo>
                  <a:cubicBezTo>
                    <a:pt x="55" y="599"/>
                    <a:pt x="52" y="597"/>
                    <a:pt x="51" y="595"/>
                  </a:cubicBezTo>
                  <a:cubicBezTo>
                    <a:pt x="50" y="595"/>
                    <a:pt x="50" y="595"/>
                    <a:pt x="50" y="595"/>
                  </a:cubicBezTo>
                  <a:cubicBezTo>
                    <a:pt x="47" y="595"/>
                    <a:pt x="46" y="594"/>
                    <a:pt x="45" y="592"/>
                  </a:cubicBezTo>
                  <a:cubicBezTo>
                    <a:pt x="45" y="592"/>
                    <a:pt x="44" y="592"/>
                    <a:pt x="44" y="591"/>
                  </a:cubicBezTo>
                  <a:cubicBezTo>
                    <a:pt x="43" y="591"/>
                    <a:pt x="43" y="591"/>
                    <a:pt x="42" y="591"/>
                  </a:cubicBezTo>
                  <a:cubicBezTo>
                    <a:pt x="39" y="590"/>
                    <a:pt x="34" y="587"/>
                    <a:pt x="32" y="585"/>
                  </a:cubicBezTo>
                  <a:cubicBezTo>
                    <a:pt x="29" y="582"/>
                    <a:pt x="29" y="580"/>
                    <a:pt x="29" y="578"/>
                  </a:cubicBezTo>
                  <a:cubicBezTo>
                    <a:pt x="29" y="577"/>
                    <a:pt x="29" y="577"/>
                    <a:pt x="30" y="576"/>
                  </a:cubicBezTo>
                  <a:cubicBezTo>
                    <a:pt x="30" y="576"/>
                    <a:pt x="30" y="576"/>
                    <a:pt x="29" y="574"/>
                  </a:cubicBezTo>
                  <a:cubicBezTo>
                    <a:pt x="28" y="573"/>
                    <a:pt x="27" y="572"/>
                    <a:pt x="26" y="570"/>
                  </a:cubicBezTo>
                  <a:cubicBezTo>
                    <a:pt x="26" y="568"/>
                    <a:pt x="25" y="565"/>
                    <a:pt x="24" y="562"/>
                  </a:cubicBezTo>
                  <a:cubicBezTo>
                    <a:pt x="21" y="561"/>
                    <a:pt x="16" y="560"/>
                    <a:pt x="14" y="560"/>
                  </a:cubicBezTo>
                  <a:cubicBezTo>
                    <a:pt x="13" y="560"/>
                    <a:pt x="12" y="560"/>
                    <a:pt x="12" y="560"/>
                  </a:cubicBezTo>
                  <a:cubicBezTo>
                    <a:pt x="10" y="560"/>
                    <a:pt x="9" y="560"/>
                    <a:pt x="7" y="559"/>
                  </a:cubicBezTo>
                  <a:cubicBezTo>
                    <a:pt x="7" y="559"/>
                    <a:pt x="7" y="559"/>
                    <a:pt x="7" y="559"/>
                  </a:cubicBezTo>
                  <a:cubicBezTo>
                    <a:pt x="7" y="559"/>
                    <a:pt x="7" y="559"/>
                    <a:pt x="6" y="559"/>
                  </a:cubicBezTo>
                  <a:cubicBezTo>
                    <a:pt x="5" y="559"/>
                    <a:pt x="2" y="559"/>
                    <a:pt x="1" y="554"/>
                  </a:cubicBezTo>
                  <a:cubicBezTo>
                    <a:pt x="0" y="553"/>
                    <a:pt x="0" y="551"/>
                    <a:pt x="1" y="549"/>
                  </a:cubicBezTo>
                  <a:cubicBezTo>
                    <a:pt x="0" y="546"/>
                    <a:pt x="3" y="543"/>
                    <a:pt x="4" y="541"/>
                  </a:cubicBezTo>
                  <a:cubicBezTo>
                    <a:pt x="5" y="541"/>
                    <a:pt x="5" y="540"/>
                    <a:pt x="5" y="539"/>
                  </a:cubicBezTo>
                  <a:cubicBezTo>
                    <a:pt x="5" y="538"/>
                    <a:pt x="4" y="536"/>
                    <a:pt x="6" y="534"/>
                  </a:cubicBezTo>
                  <a:cubicBezTo>
                    <a:pt x="6" y="533"/>
                    <a:pt x="7" y="533"/>
                    <a:pt x="8" y="532"/>
                  </a:cubicBezTo>
                  <a:cubicBezTo>
                    <a:pt x="8" y="532"/>
                    <a:pt x="8" y="531"/>
                    <a:pt x="8" y="531"/>
                  </a:cubicBezTo>
                  <a:cubicBezTo>
                    <a:pt x="8" y="529"/>
                    <a:pt x="9" y="528"/>
                    <a:pt x="9" y="527"/>
                  </a:cubicBezTo>
                  <a:cubicBezTo>
                    <a:pt x="10" y="527"/>
                    <a:pt x="10" y="526"/>
                    <a:pt x="10" y="526"/>
                  </a:cubicBezTo>
                  <a:cubicBezTo>
                    <a:pt x="11" y="524"/>
                    <a:pt x="12" y="523"/>
                    <a:pt x="13" y="522"/>
                  </a:cubicBezTo>
                  <a:cubicBezTo>
                    <a:pt x="13" y="521"/>
                    <a:pt x="14" y="520"/>
                    <a:pt x="14" y="519"/>
                  </a:cubicBezTo>
                  <a:cubicBezTo>
                    <a:pt x="15" y="517"/>
                    <a:pt x="16" y="516"/>
                    <a:pt x="17" y="514"/>
                  </a:cubicBezTo>
                  <a:cubicBezTo>
                    <a:pt x="19" y="511"/>
                    <a:pt x="21" y="508"/>
                    <a:pt x="21" y="505"/>
                  </a:cubicBezTo>
                  <a:cubicBezTo>
                    <a:pt x="21" y="501"/>
                    <a:pt x="21" y="497"/>
                    <a:pt x="22" y="494"/>
                  </a:cubicBezTo>
                  <a:cubicBezTo>
                    <a:pt x="22" y="493"/>
                    <a:pt x="22" y="493"/>
                    <a:pt x="22" y="493"/>
                  </a:cubicBezTo>
                  <a:cubicBezTo>
                    <a:pt x="23" y="490"/>
                    <a:pt x="24" y="488"/>
                    <a:pt x="24" y="487"/>
                  </a:cubicBezTo>
                  <a:cubicBezTo>
                    <a:pt x="25" y="486"/>
                    <a:pt x="25" y="486"/>
                    <a:pt x="25" y="485"/>
                  </a:cubicBezTo>
                  <a:cubicBezTo>
                    <a:pt x="24" y="484"/>
                    <a:pt x="22" y="483"/>
                    <a:pt x="21" y="481"/>
                  </a:cubicBezTo>
                  <a:cubicBezTo>
                    <a:pt x="20" y="478"/>
                    <a:pt x="22" y="475"/>
                    <a:pt x="23" y="473"/>
                  </a:cubicBezTo>
                  <a:cubicBezTo>
                    <a:pt x="23" y="473"/>
                    <a:pt x="23" y="473"/>
                    <a:pt x="23" y="473"/>
                  </a:cubicBezTo>
                  <a:cubicBezTo>
                    <a:pt x="22" y="472"/>
                    <a:pt x="22" y="471"/>
                    <a:pt x="22" y="469"/>
                  </a:cubicBezTo>
                  <a:cubicBezTo>
                    <a:pt x="22" y="468"/>
                    <a:pt x="23" y="466"/>
                    <a:pt x="25" y="465"/>
                  </a:cubicBezTo>
                  <a:cubicBezTo>
                    <a:pt x="25" y="465"/>
                    <a:pt x="25" y="465"/>
                    <a:pt x="26" y="464"/>
                  </a:cubicBezTo>
                  <a:cubicBezTo>
                    <a:pt x="27" y="463"/>
                    <a:pt x="28" y="461"/>
                    <a:pt x="30" y="461"/>
                  </a:cubicBezTo>
                  <a:cubicBezTo>
                    <a:pt x="30" y="461"/>
                    <a:pt x="32" y="461"/>
                    <a:pt x="32" y="461"/>
                  </a:cubicBezTo>
                  <a:cubicBezTo>
                    <a:pt x="33" y="460"/>
                    <a:pt x="33" y="459"/>
                    <a:pt x="34" y="458"/>
                  </a:cubicBezTo>
                  <a:cubicBezTo>
                    <a:pt x="37" y="455"/>
                    <a:pt x="40" y="451"/>
                    <a:pt x="44" y="448"/>
                  </a:cubicBezTo>
                  <a:cubicBezTo>
                    <a:pt x="45" y="447"/>
                    <a:pt x="47" y="445"/>
                    <a:pt x="48" y="444"/>
                  </a:cubicBezTo>
                  <a:cubicBezTo>
                    <a:pt x="49" y="443"/>
                    <a:pt x="49" y="442"/>
                    <a:pt x="50" y="441"/>
                  </a:cubicBezTo>
                  <a:cubicBezTo>
                    <a:pt x="51" y="440"/>
                    <a:pt x="52" y="437"/>
                    <a:pt x="54" y="436"/>
                  </a:cubicBezTo>
                  <a:cubicBezTo>
                    <a:pt x="56" y="434"/>
                    <a:pt x="58" y="434"/>
                    <a:pt x="59" y="434"/>
                  </a:cubicBezTo>
                  <a:cubicBezTo>
                    <a:pt x="59" y="434"/>
                    <a:pt x="59" y="433"/>
                    <a:pt x="59" y="433"/>
                  </a:cubicBezTo>
                  <a:cubicBezTo>
                    <a:pt x="60" y="432"/>
                    <a:pt x="61" y="430"/>
                    <a:pt x="63" y="428"/>
                  </a:cubicBezTo>
                  <a:cubicBezTo>
                    <a:pt x="64" y="428"/>
                    <a:pt x="65" y="427"/>
                    <a:pt x="66" y="427"/>
                  </a:cubicBezTo>
                  <a:cubicBezTo>
                    <a:pt x="66" y="426"/>
                    <a:pt x="67" y="425"/>
                    <a:pt x="68" y="424"/>
                  </a:cubicBezTo>
                  <a:cubicBezTo>
                    <a:pt x="70" y="422"/>
                    <a:pt x="72" y="421"/>
                    <a:pt x="75" y="421"/>
                  </a:cubicBezTo>
                  <a:cubicBezTo>
                    <a:pt x="76" y="420"/>
                    <a:pt x="76" y="419"/>
                    <a:pt x="76" y="418"/>
                  </a:cubicBezTo>
                  <a:cubicBezTo>
                    <a:pt x="76" y="417"/>
                    <a:pt x="76" y="416"/>
                    <a:pt x="77" y="415"/>
                  </a:cubicBezTo>
                  <a:cubicBezTo>
                    <a:pt x="77" y="415"/>
                    <a:pt x="77" y="414"/>
                    <a:pt x="77" y="413"/>
                  </a:cubicBezTo>
                  <a:cubicBezTo>
                    <a:pt x="78" y="410"/>
                    <a:pt x="78" y="405"/>
                    <a:pt x="81" y="404"/>
                  </a:cubicBezTo>
                  <a:cubicBezTo>
                    <a:pt x="83" y="403"/>
                    <a:pt x="86" y="403"/>
                    <a:pt x="87" y="404"/>
                  </a:cubicBezTo>
                  <a:cubicBezTo>
                    <a:pt x="87" y="404"/>
                    <a:pt x="88" y="404"/>
                    <a:pt x="88" y="404"/>
                  </a:cubicBezTo>
                  <a:cubicBezTo>
                    <a:pt x="88" y="403"/>
                    <a:pt x="90" y="402"/>
                    <a:pt x="90" y="401"/>
                  </a:cubicBezTo>
                  <a:cubicBezTo>
                    <a:pt x="92" y="400"/>
                    <a:pt x="92" y="400"/>
                    <a:pt x="92" y="400"/>
                  </a:cubicBezTo>
                  <a:cubicBezTo>
                    <a:pt x="92" y="399"/>
                    <a:pt x="93" y="399"/>
                    <a:pt x="94" y="398"/>
                  </a:cubicBezTo>
                  <a:cubicBezTo>
                    <a:pt x="96" y="395"/>
                    <a:pt x="99" y="392"/>
                    <a:pt x="103" y="391"/>
                  </a:cubicBezTo>
                  <a:cubicBezTo>
                    <a:pt x="104" y="390"/>
                    <a:pt x="105" y="390"/>
                    <a:pt x="106" y="390"/>
                  </a:cubicBezTo>
                  <a:cubicBezTo>
                    <a:pt x="107" y="390"/>
                    <a:pt x="111" y="391"/>
                    <a:pt x="112" y="396"/>
                  </a:cubicBezTo>
                  <a:cubicBezTo>
                    <a:pt x="112" y="397"/>
                    <a:pt x="112" y="397"/>
                    <a:pt x="112" y="397"/>
                  </a:cubicBezTo>
                  <a:cubicBezTo>
                    <a:pt x="112" y="398"/>
                    <a:pt x="112" y="398"/>
                    <a:pt x="114" y="398"/>
                  </a:cubicBezTo>
                  <a:cubicBezTo>
                    <a:pt x="123" y="398"/>
                    <a:pt x="123" y="398"/>
                    <a:pt x="123" y="398"/>
                  </a:cubicBezTo>
                  <a:cubicBezTo>
                    <a:pt x="123" y="398"/>
                    <a:pt x="123" y="397"/>
                    <a:pt x="123" y="397"/>
                  </a:cubicBezTo>
                  <a:cubicBezTo>
                    <a:pt x="124" y="396"/>
                    <a:pt x="125" y="395"/>
                    <a:pt x="125" y="395"/>
                  </a:cubicBezTo>
                  <a:cubicBezTo>
                    <a:pt x="125" y="394"/>
                    <a:pt x="125" y="393"/>
                    <a:pt x="126" y="392"/>
                  </a:cubicBezTo>
                  <a:cubicBezTo>
                    <a:pt x="126" y="392"/>
                    <a:pt x="126" y="391"/>
                    <a:pt x="126" y="391"/>
                  </a:cubicBezTo>
                  <a:cubicBezTo>
                    <a:pt x="126" y="389"/>
                    <a:pt x="126" y="387"/>
                    <a:pt x="128" y="385"/>
                  </a:cubicBezTo>
                  <a:cubicBezTo>
                    <a:pt x="129" y="384"/>
                    <a:pt x="130" y="382"/>
                    <a:pt x="132" y="382"/>
                  </a:cubicBezTo>
                  <a:cubicBezTo>
                    <a:pt x="134" y="382"/>
                    <a:pt x="137" y="385"/>
                    <a:pt x="137" y="387"/>
                  </a:cubicBezTo>
                  <a:cubicBezTo>
                    <a:pt x="138" y="387"/>
                    <a:pt x="138" y="388"/>
                    <a:pt x="138" y="388"/>
                  </a:cubicBezTo>
                  <a:cubicBezTo>
                    <a:pt x="138" y="388"/>
                    <a:pt x="138" y="388"/>
                    <a:pt x="138" y="388"/>
                  </a:cubicBezTo>
                  <a:cubicBezTo>
                    <a:pt x="140" y="389"/>
                    <a:pt x="142" y="390"/>
                    <a:pt x="144" y="391"/>
                  </a:cubicBezTo>
                  <a:cubicBezTo>
                    <a:pt x="146" y="392"/>
                    <a:pt x="146" y="392"/>
                    <a:pt x="146" y="392"/>
                  </a:cubicBezTo>
                  <a:cubicBezTo>
                    <a:pt x="150" y="394"/>
                    <a:pt x="152" y="395"/>
                    <a:pt x="154" y="402"/>
                  </a:cubicBezTo>
                  <a:cubicBezTo>
                    <a:pt x="154" y="404"/>
                    <a:pt x="154" y="404"/>
                    <a:pt x="156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60" y="406"/>
                    <a:pt x="163" y="407"/>
                    <a:pt x="165" y="412"/>
                  </a:cubicBezTo>
                  <a:cubicBezTo>
                    <a:pt x="166" y="414"/>
                    <a:pt x="166" y="417"/>
                    <a:pt x="166" y="420"/>
                  </a:cubicBezTo>
                  <a:cubicBezTo>
                    <a:pt x="166" y="421"/>
                    <a:pt x="166" y="426"/>
                    <a:pt x="166" y="427"/>
                  </a:cubicBezTo>
                  <a:cubicBezTo>
                    <a:pt x="167" y="427"/>
                    <a:pt x="167" y="427"/>
                    <a:pt x="168" y="427"/>
                  </a:cubicBezTo>
                  <a:cubicBezTo>
                    <a:pt x="171" y="427"/>
                    <a:pt x="174" y="426"/>
                    <a:pt x="175" y="426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77" y="425"/>
                    <a:pt x="177" y="424"/>
                    <a:pt x="178" y="423"/>
                  </a:cubicBezTo>
                  <a:cubicBezTo>
                    <a:pt x="179" y="419"/>
                    <a:pt x="181" y="417"/>
                    <a:pt x="184" y="417"/>
                  </a:cubicBezTo>
                  <a:cubicBezTo>
                    <a:pt x="185" y="417"/>
                    <a:pt x="185" y="416"/>
                    <a:pt x="185" y="416"/>
                  </a:cubicBezTo>
                  <a:cubicBezTo>
                    <a:pt x="186" y="416"/>
                    <a:pt x="187" y="412"/>
                    <a:pt x="187" y="411"/>
                  </a:cubicBezTo>
                  <a:cubicBezTo>
                    <a:pt x="187" y="410"/>
                    <a:pt x="187" y="409"/>
                    <a:pt x="186" y="408"/>
                  </a:cubicBezTo>
                  <a:cubicBezTo>
                    <a:pt x="186" y="404"/>
                    <a:pt x="187" y="401"/>
                    <a:pt x="189" y="399"/>
                  </a:cubicBezTo>
                  <a:cubicBezTo>
                    <a:pt x="191" y="396"/>
                    <a:pt x="192" y="395"/>
                    <a:pt x="194" y="394"/>
                  </a:cubicBezTo>
                  <a:cubicBezTo>
                    <a:pt x="195" y="394"/>
                    <a:pt x="195" y="393"/>
                    <a:pt x="196" y="393"/>
                  </a:cubicBezTo>
                  <a:cubicBezTo>
                    <a:pt x="197" y="391"/>
                    <a:pt x="199" y="391"/>
                    <a:pt x="200" y="391"/>
                  </a:cubicBezTo>
                  <a:cubicBezTo>
                    <a:pt x="200" y="391"/>
                    <a:pt x="200" y="390"/>
                    <a:pt x="200" y="390"/>
                  </a:cubicBezTo>
                  <a:cubicBezTo>
                    <a:pt x="200" y="390"/>
                    <a:pt x="201" y="389"/>
                    <a:pt x="202" y="388"/>
                  </a:cubicBezTo>
                  <a:cubicBezTo>
                    <a:pt x="203" y="387"/>
                    <a:pt x="203" y="387"/>
                    <a:pt x="204" y="387"/>
                  </a:cubicBezTo>
                  <a:cubicBezTo>
                    <a:pt x="204" y="386"/>
                    <a:pt x="204" y="386"/>
                    <a:pt x="203" y="386"/>
                  </a:cubicBezTo>
                  <a:cubicBezTo>
                    <a:pt x="202" y="384"/>
                    <a:pt x="202" y="384"/>
                    <a:pt x="202" y="384"/>
                  </a:cubicBezTo>
                  <a:cubicBezTo>
                    <a:pt x="202" y="384"/>
                    <a:pt x="201" y="383"/>
                    <a:pt x="201" y="382"/>
                  </a:cubicBezTo>
                  <a:cubicBezTo>
                    <a:pt x="199" y="381"/>
                    <a:pt x="198" y="379"/>
                    <a:pt x="198" y="377"/>
                  </a:cubicBezTo>
                  <a:cubicBezTo>
                    <a:pt x="198" y="377"/>
                    <a:pt x="198" y="377"/>
                    <a:pt x="198" y="376"/>
                  </a:cubicBezTo>
                  <a:cubicBezTo>
                    <a:pt x="198" y="374"/>
                    <a:pt x="199" y="373"/>
                    <a:pt x="201" y="372"/>
                  </a:cubicBezTo>
                  <a:cubicBezTo>
                    <a:pt x="201" y="372"/>
                    <a:pt x="202" y="371"/>
                    <a:pt x="202" y="371"/>
                  </a:cubicBezTo>
                  <a:cubicBezTo>
                    <a:pt x="204" y="368"/>
                    <a:pt x="205" y="366"/>
                    <a:pt x="207" y="364"/>
                  </a:cubicBezTo>
                  <a:cubicBezTo>
                    <a:pt x="208" y="364"/>
                    <a:pt x="209" y="363"/>
                    <a:pt x="209" y="362"/>
                  </a:cubicBezTo>
                  <a:cubicBezTo>
                    <a:pt x="211" y="360"/>
                    <a:pt x="215" y="357"/>
                    <a:pt x="215" y="355"/>
                  </a:cubicBezTo>
                  <a:cubicBezTo>
                    <a:pt x="214" y="354"/>
                    <a:pt x="214" y="353"/>
                    <a:pt x="214" y="351"/>
                  </a:cubicBezTo>
                  <a:cubicBezTo>
                    <a:pt x="214" y="348"/>
                    <a:pt x="216" y="345"/>
                    <a:pt x="217" y="342"/>
                  </a:cubicBezTo>
                  <a:cubicBezTo>
                    <a:pt x="219" y="339"/>
                    <a:pt x="221" y="337"/>
                    <a:pt x="222" y="335"/>
                  </a:cubicBezTo>
                  <a:cubicBezTo>
                    <a:pt x="223" y="334"/>
                    <a:pt x="224" y="333"/>
                    <a:pt x="224" y="332"/>
                  </a:cubicBezTo>
                  <a:cubicBezTo>
                    <a:pt x="225" y="331"/>
                    <a:pt x="225" y="331"/>
                    <a:pt x="225" y="331"/>
                  </a:cubicBezTo>
                  <a:cubicBezTo>
                    <a:pt x="225" y="330"/>
                    <a:pt x="225" y="329"/>
                    <a:pt x="225" y="329"/>
                  </a:cubicBezTo>
                  <a:cubicBezTo>
                    <a:pt x="224" y="327"/>
                    <a:pt x="224" y="324"/>
                    <a:pt x="225" y="321"/>
                  </a:cubicBezTo>
                  <a:cubicBezTo>
                    <a:pt x="227" y="317"/>
                    <a:pt x="227" y="317"/>
                    <a:pt x="227" y="313"/>
                  </a:cubicBezTo>
                  <a:cubicBezTo>
                    <a:pt x="225" y="303"/>
                    <a:pt x="231" y="299"/>
                    <a:pt x="233" y="299"/>
                  </a:cubicBezTo>
                  <a:cubicBezTo>
                    <a:pt x="234" y="298"/>
                    <a:pt x="236" y="298"/>
                    <a:pt x="237" y="298"/>
                  </a:cubicBezTo>
                  <a:cubicBezTo>
                    <a:pt x="237" y="298"/>
                    <a:pt x="237" y="298"/>
                    <a:pt x="237" y="297"/>
                  </a:cubicBezTo>
                  <a:cubicBezTo>
                    <a:pt x="238" y="297"/>
                    <a:pt x="238" y="297"/>
                    <a:pt x="238" y="297"/>
                  </a:cubicBezTo>
                  <a:cubicBezTo>
                    <a:pt x="237" y="297"/>
                    <a:pt x="237" y="297"/>
                    <a:pt x="237" y="296"/>
                  </a:cubicBezTo>
                  <a:cubicBezTo>
                    <a:pt x="237" y="295"/>
                    <a:pt x="236" y="294"/>
                    <a:pt x="236" y="292"/>
                  </a:cubicBezTo>
                  <a:cubicBezTo>
                    <a:pt x="236" y="290"/>
                    <a:pt x="237" y="289"/>
                    <a:pt x="238" y="288"/>
                  </a:cubicBezTo>
                  <a:cubicBezTo>
                    <a:pt x="239" y="287"/>
                    <a:pt x="241" y="287"/>
                    <a:pt x="242" y="287"/>
                  </a:cubicBezTo>
                  <a:cubicBezTo>
                    <a:pt x="243" y="287"/>
                    <a:pt x="244" y="286"/>
                    <a:pt x="246" y="286"/>
                  </a:cubicBezTo>
                  <a:cubicBezTo>
                    <a:pt x="248" y="286"/>
                    <a:pt x="250" y="286"/>
                    <a:pt x="251" y="287"/>
                  </a:cubicBezTo>
                  <a:cubicBezTo>
                    <a:pt x="252" y="287"/>
                    <a:pt x="255" y="285"/>
                    <a:pt x="255" y="285"/>
                  </a:cubicBezTo>
                  <a:cubicBezTo>
                    <a:pt x="255" y="285"/>
                    <a:pt x="256" y="284"/>
                    <a:pt x="256" y="284"/>
                  </a:cubicBezTo>
                  <a:cubicBezTo>
                    <a:pt x="256" y="283"/>
                    <a:pt x="257" y="282"/>
                    <a:pt x="257" y="280"/>
                  </a:cubicBezTo>
                  <a:cubicBezTo>
                    <a:pt x="259" y="279"/>
                    <a:pt x="260" y="278"/>
                    <a:pt x="262" y="278"/>
                  </a:cubicBezTo>
                  <a:cubicBezTo>
                    <a:pt x="263" y="275"/>
                    <a:pt x="263" y="270"/>
                    <a:pt x="263" y="268"/>
                  </a:cubicBezTo>
                  <a:cubicBezTo>
                    <a:pt x="263" y="265"/>
                    <a:pt x="263" y="263"/>
                    <a:pt x="263" y="262"/>
                  </a:cubicBezTo>
                  <a:cubicBezTo>
                    <a:pt x="263" y="259"/>
                    <a:pt x="265" y="256"/>
                    <a:pt x="266" y="253"/>
                  </a:cubicBezTo>
                  <a:cubicBezTo>
                    <a:pt x="267" y="252"/>
                    <a:pt x="267" y="250"/>
                    <a:pt x="268" y="248"/>
                  </a:cubicBezTo>
                  <a:cubicBezTo>
                    <a:pt x="268" y="248"/>
                    <a:pt x="268" y="248"/>
                    <a:pt x="268" y="248"/>
                  </a:cubicBezTo>
                  <a:cubicBezTo>
                    <a:pt x="266" y="248"/>
                    <a:pt x="265" y="247"/>
                    <a:pt x="264" y="245"/>
                  </a:cubicBezTo>
                  <a:cubicBezTo>
                    <a:pt x="264" y="244"/>
                    <a:pt x="264" y="242"/>
                    <a:pt x="265" y="241"/>
                  </a:cubicBezTo>
                  <a:cubicBezTo>
                    <a:pt x="266" y="239"/>
                    <a:pt x="268" y="238"/>
                    <a:pt x="269" y="237"/>
                  </a:cubicBezTo>
                  <a:cubicBezTo>
                    <a:pt x="270" y="237"/>
                    <a:pt x="271" y="236"/>
                    <a:pt x="272" y="236"/>
                  </a:cubicBezTo>
                  <a:cubicBezTo>
                    <a:pt x="274" y="233"/>
                    <a:pt x="276" y="231"/>
                    <a:pt x="279" y="230"/>
                  </a:cubicBezTo>
                  <a:cubicBezTo>
                    <a:pt x="281" y="229"/>
                    <a:pt x="283" y="229"/>
                    <a:pt x="284" y="229"/>
                  </a:cubicBezTo>
                  <a:cubicBezTo>
                    <a:pt x="286" y="229"/>
                    <a:pt x="286" y="229"/>
                    <a:pt x="287" y="228"/>
                  </a:cubicBezTo>
                  <a:cubicBezTo>
                    <a:pt x="287" y="228"/>
                    <a:pt x="287" y="228"/>
                    <a:pt x="287" y="226"/>
                  </a:cubicBezTo>
                  <a:cubicBezTo>
                    <a:pt x="287" y="225"/>
                    <a:pt x="287" y="225"/>
                    <a:pt x="287" y="224"/>
                  </a:cubicBezTo>
                  <a:cubicBezTo>
                    <a:pt x="288" y="222"/>
                    <a:pt x="288" y="221"/>
                    <a:pt x="289" y="219"/>
                  </a:cubicBezTo>
                  <a:cubicBezTo>
                    <a:pt x="289" y="218"/>
                    <a:pt x="289" y="217"/>
                    <a:pt x="290" y="216"/>
                  </a:cubicBezTo>
                  <a:cubicBezTo>
                    <a:pt x="289" y="215"/>
                    <a:pt x="288" y="214"/>
                    <a:pt x="287" y="213"/>
                  </a:cubicBezTo>
                  <a:cubicBezTo>
                    <a:pt x="286" y="210"/>
                    <a:pt x="287" y="207"/>
                    <a:pt x="288" y="206"/>
                  </a:cubicBezTo>
                  <a:cubicBezTo>
                    <a:pt x="288" y="206"/>
                    <a:pt x="288" y="205"/>
                    <a:pt x="288" y="205"/>
                  </a:cubicBezTo>
                  <a:cubicBezTo>
                    <a:pt x="288" y="204"/>
                    <a:pt x="288" y="204"/>
                    <a:pt x="288" y="202"/>
                  </a:cubicBezTo>
                  <a:cubicBezTo>
                    <a:pt x="288" y="201"/>
                    <a:pt x="287" y="198"/>
                    <a:pt x="289" y="195"/>
                  </a:cubicBezTo>
                  <a:cubicBezTo>
                    <a:pt x="291" y="192"/>
                    <a:pt x="295" y="191"/>
                    <a:pt x="297" y="191"/>
                  </a:cubicBezTo>
                  <a:cubicBezTo>
                    <a:pt x="300" y="190"/>
                    <a:pt x="301" y="190"/>
                    <a:pt x="301" y="189"/>
                  </a:cubicBezTo>
                  <a:cubicBezTo>
                    <a:pt x="302" y="188"/>
                    <a:pt x="302" y="184"/>
                    <a:pt x="302" y="182"/>
                  </a:cubicBezTo>
                  <a:cubicBezTo>
                    <a:pt x="302" y="181"/>
                    <a:pt x="302" y="181"/>
                    <a:pt x="302" y="181"/>
                  </a:cubicBezTo>
                  <a:cubicBezTo>
                    <a:pt x="303" y="175"/>
                    <a:pt x="304" y="170"/>
                    <a:pt x="305" y="164"/>
                  </a:cubicBezTo>
                  <a:cubicBezTo>
                    <a:pt x="307" y="158"/>
                    <a:pt x="310" y="154"/>
                    <a:pt x="313" y="149"/>
                  </a:cubicBezTo>
                  <a:cubicBezTo>
                    <a:pt x="314" y="148"/>
                    <a:pt x="314" y="148"/>
                    <a:pt x="314" y="148"/>
                  </a:cubicBezTo>
                  <a:cubicBezTo>
                    <a:pt x="315" y="146"/>
                    <a:pt x="316" y="145"/>
                    <a:pt x="316" y="144"/>
                  </a:cubicBezTo>
                  <a:cubicBezTo>
                    <a:pt x="317" y="142"/>
                    <a:pt x="318" y="141"/>
                    <a:pt x="319" y="140"/>
                  </a:cubicBezTo>
                  <a:cubicBezTo>
                    <a:pt x="320" y="135"/>
                    <a:pt x="321" y="134"/>
                    <a:pt x="324" y="131"/>
                  </a:cubicBezTo>
                  <a:cubicBezTo>
                    <a:pt x="325" y="129"/>
                    <a:pt x="326" y="128"/>
                    <a:pt x="327" y="127"/>
                  </a:cubicBezTo>
                  <a:cubicBezTo>
                    <a:pt x="328" y="125"/>
                    <a:pt x="329" y="123"/>
                    <a:pt x="331" y="121"/>
                  </a:cubicBezTo>
                  <a:cubicBezTo>
                    <a:pt x="331" y="120"/>
                    <a:pt x="331" y="120"/>
                    <a:pt x="331" y="120"/>
                  </a:cubicBezTo>
                  <a:cubicBezTo>
                    <a:pt x="333" y="118"/>
                    <a:pt x="336" y="115"/>
                    <a:pt x="342" y="116"/>
                  </a:cubicBezTo>
                  <a:cubicBezTo>
                    <a:pt x="343" y="117"/>
                    <a:pt x="344" y="117"/>
                    <a:pt x="345" y="117"/>
                  </a:cubicBezTo>
                  <a:cubicBezTo>
                    <a:pt x="346" y="118"/>
                    <a:pt x="347" y="118"/>
                    <a:pt x="347" y="118"/>
                  </a:cubicBezTo>
                  <a:cubicBezTo>
                    <a:pt x="347" y="118"/>
                    <a:pt x="348" y="118"/>
                    <a:pt x="348" y="117"/>
                  </a:cubicBezTo>
                  <a:cubicBezTo>
                    <a:pt x="352" y="114"/>
                    <a:pt x="356" y="111"/>
                    <a:pt x="360" y="109"/>
                  </a:cubicBezTo>
                  <a:cubicBezTo>
                    <a:pt x="362" y="107"/>
                    <a:pt x="364" y="106"/>
                    <a:pt x="366" y="105"/>
                  </a:cubicBezTo>
                  <a:cubicBezTo>
                    <a:pt x="367" y="104"/>
                    <a:pt x="368" y="104"/>
                    <a:pt x="369" y="103"/>
                  </a:cubicBezTo>
                  <a:cubicBezTo>
                    <a:pt x="371" y="101"/>
                    <a:pt x="372" y="101"/>
                    <a:pt x="372" y="100"/>
                  </a:cubicBezTo>
                  <a:cubicBezTo>
                    <a:pt x="372" y="99"/>
                    <a:pt x="372" y="99"/>
                    <a:pt x="372" y="99"/>
                  </a:cubicBezTo>
                  <a:cubicBezTo>
                    <a:pt x="371" y="99"/>
                    <a:pt x="371" y="99"/>
                    <a:pt x="371" y="98"/>
                  </a:cubicBezTo>
                  <a:cubicBezTo>
                    <a:pt x="369" y="98"/>
                    <a:pt x="368" y="97"/>
                    <a:pt x="368" y="95"/>
                  </a:cubicBezTo>
                  <a:cubicBezTo>
                    <a:pt x="366" y="92"/>
                    <a:pt x="368" y="89"/>
                    <a:pt x="369" y="87"/>
                  </a:cubicBezTo>
                  <a:cubicBezTo>
                    <a:pt x="369" y="86"/>
                    <a:pt x="370" y="85"/>
                    <a:pt x="370" y="85"/>
                  </a:cubicBezTo>
                  <a:cubicBezTo>
                    <a:pt x="370" y="84"/>
                    <a:pt x="371" y="82"/>
                    <a:pt x="371" y="81"/>
                  </a:cubicBezTo>
                  <a:cubicBezTo>
                    <a:pt x="371" y="80"/>
                    <a:pt x="372" y="79"/>
                    <a:pt x="372" y="78"/>
                  </a:cubicBezTo>
                  <a:cubicBezTo>
                    <a:pt x="372" y="77"/>
                    <a:pt x="372" y="77"/>
                    <a:pt x="372" y="77"/>
                  </a:cubicBezTo>
                  <a:cubicBezTo>
                    <a:pt x="371" y="77"/>
                    <a:pt x="371" y="75"/>
                    <a:pt x="371" y="74"/>
                  </a:cubicBezTo>
                  <a:cubicBezTo>
                    <a:pt x="371" y="72"/>
                    <a:pt x="371" y="71"/>
                    <a:pt x="371" y="70"/>
                  </a:cubicBezTo>
                  <a:cubicBezTo>
                    <a:pt x="371" y="70"/>
                    <a:pt x="371" y="70"/>
                    <a:pt x="371" y="70"/>
                  </a:cubicBezTo>
                  <a:cubicBezTo>
                    <a:pt x="371" y="68"/>
                    <a:pt x="371" y="67"/>
                    <a:pt x="372" y="65"/>
                  </a:cubicBezTo>
                  <a:cubicBezTo>
                    <a:pt x="371" y="65"/>
                    <a:pt x="369" y="64"/>
                    <a:pt x="368" y="62"/>
                  </a:cubicBezTo>
                  <a:cubicBezTo>
                    <a:pt x="367" y="61"/>
                    <a:pt x="366" y="60"/>
                    <a:pt x="365" y="59"/>
                  </a:cubicBezTo>
                  <a:cubicBezTo>
                    <a:pt x="365" y="58"/>
                    <a:pt x="365" y="57"/>
                    <a:pt x="364" y="57"/>
                  </a:cubicBezTo>
                  <a:cubicBezTo>
                    <a:pt x="363" y="56"/>
                    <a:pt x="361" y="56"/>
                    <a:pt x="359" y="56"/>
                  </a:cubicBezTo>
                  <a:cubicBezTo>
                    <a:pt x="358" y="56"/>
                    <a:pt x="357" y="56"/>
                    <a:pt x="357" y="56"/>
                  </a:cubicBezTo>
                  <a:cubicBezTo>
                    <a:pt x="353" y="57"/>
                    <a:pt x="350" y="57"/>
                    <a:pt x="348" y="56"/>
                  </a:cubicBezTo>
                  <a:cubicBezTo>
                    <a:pt x="342" y="53"/>
                    <a:pt x="343" y="46"/>
                    <a:pt x="344" y="44"/>
                  </a:cubicBezTo>
                  <a:cubicBezTo>
                    <a:pt x="344" y="43"/>
                    <a:pt x="344" y="42"/>
                    <a:pt x="344" y="42"/>
                  </a:cubicBezTo>
                  <a:cubicBezTo>
                    <a:pt x="344" y="38"/>
                    <a:pt x="343" y="33"/>
                    <a:pt x="342" y="29"/>
                  </a:cubicBezTo>
                  <a:cubicBezTo>
                    <a:pt x="341" y="26"/>
                    <a:pt x="341" y="24"/>
                    <a:pt x="340" y="22"/>
                  </a:cubicBezTo>
                  <a:cubicBezTo>
                    <a:pt x="339" y="16"/>
                    <a:pt x="339" y="16"/>
                    <a:pt x="339" y="16"/>
                  </a:cubicBezTo>
                  <a:cubicBezTo>
                    <a:pt x="339" y="13"/>
                    <a:pt x="338" y="11"/>
                    <a:pt x="338" y="8"/>
                  </a:cubicBezTo>
                  <a:cubicBezTo>
                    <a:pt x="337" y="6"/>
                    <a:pt x="337" y="6"/>
                    <a:pt x="337" y="6"/>
                  </a:cubicBezTo>
                  <a:cubicBezTo>
                    <a:pt x="337" y="4"/>
                    <a:pt x="337" y="3"/>
                    <a:pt x="338" y="2"/>
                  </a:cubicBezTo>
                  <a:cubicBezTo>
                    <a:pt x="339" y="0"/>
                    <a:pt x="340" y="0"/>
                    <a:pt x="342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53" y="0"/>
                    <a:pt x="353" y="0"/>
                    <a:pt x="353" y="0"/>
                  </a:cubicBezTo>
                  <a:cubicBezTo>
                    <a:pt x="358" y="0"/>
                    <a:pt x="358" y="0"/>
                    <a:pt x="358" y="0"/>
                  </a:cubicBezTo>
                  <a:cubicBezTo>
                    <a:pt x="362" y="0"/>
                    <a:pt x="367" y="0"/>
                    <a:pt x="371" y="8"/>
                  </a:cubicBezTo>
                  <a:cubicBezTo>
                    <a:pt x="373" y="10"/>
                    <a:pt x="373" y="12"/>
                    <a:pt x="373" y="14"/>
                  </a:cubicBezTo>
                  <a:cubicBezTo>
                    <a:pt x="373" y="15"/>
                    <a:pt x="373" y="15"/>
                    <a:pt x="373" y="15"/>
                  </a:cubicBezTo>
                  <a:cubicBezTo>
                    <a:pt x="373" y="16"/>
                    <a:pt x="374" y="17"/>
                    <a:pt x="374" y="18"/>
                  </a:cubicBezTo>
                  <a:cubicBezTo>
                    <a:pt x="375" y="19"/>
                    <a:pt x="375" y="21"/>
                    <a:pt x="375" y="22"/>
                  </a:cubicBezTo>
                  <a:cubicBezTo>
                    <a:pt x="375" y="22"/>
                    <a:pt x="375" y="22"/>
                    <a:pt x="375" y="22"/>
                  </a:cubicBezTo>
                  <a:cubicBezTo>
                    <a:pt x="388" y="29"/>
                    <a:pt x="388" y="29"/>
                    <a:pt x="388" y="29"/>
                  </a:cubicBezTo>
                  <a:cubicBezTo>
                    <a:pt x="394" y="33"/>
                    <a:pt x="393" y="38"/>
                    <a:pt x="393" y="41"/>
                  </a:cubicBezTo>
                  <a:cubicBezTo>
                    <a:pt x="393" y="42"/>
                    <a:pt x="393" y="43"/>
                    <a:pt x="393" y="43"/>
                  </a:cubicBezTo>
                  <a:cubicBezTo>
                    <a:pt x="393" y="43"/>
                    <a:pt x="393" y="44"/>
                    <a:pt x="393" y="44"/>
                  </a:cubicBezTo>
                  <a:cubicBezTo>
                    <a:pt x="395" y="46"/>
                    <a:pt x="396" y="49"/>
                    <a:pt x="396" y="52"/>
                  </a:cubicBezTo>
                  <a:cubicBezTo>
                    <a:pt x="396" y="54"/>
                    <a:pt x="396" y="55"/>
                    <a:pt x="396" y="57"/>
                  </a:cubicBezTo>
                  <a:cubicBezTo>
                    <a:pt x="396" y="59"/>
                    <a:pt x="396" y="61"/>
                    <a:pt x="396" y="62"/>
                  </a:cubicBezTo>
                  <a:cubicBezTo>
                    <a:pt x="396" y="62"/>
                    <a:pt x="396" y="63"/>
                    <a:pt x="396" y="63"/>
                  </a:cubicBezTo>
                  <a:cubicBezTo>
                    <a:pt x="397" y="63"/>
                    <a:pt x="399" y="63"/>
                    <a:pt x="400" y="63"/>
                  </a:cubicBezTo>
                  <a:cubicBezTo>
                    <a:pt x="404" y="65"/>
                    <a:pt x="405" y="69"/>
                    <a:pt x="405" y="71"/>
                  </a:cubicBezTo>
                  <a:cubicBezTo>
                    <a:pt x="406" y="72"/>
                    <a:pt x="406" y="73"/>
                    <a:pt x="407" y="74"/>
                  </a:cubicBezTo>
                  <a:cubicBezTo>
                    <a:pt x="407" y="74"/>
                    <a:pt x="407" y="74"/>
                    <a:pt x="407" y="75"/>
                  </a:cubicBezTo>
                  <a:cubicBezTo>
                    <a:pt x="407" y="76"/>
                    <a:pt x="406" y="77"/>
                    <a:pt x="406" y="78"/>
                  </a:cubicBezTo>
                  <a:cubicBezTo>
                    <a:pt x="406" y="79"/>
                    <a:pt x="405" y="79"/>
                    <a:pt x="405" y="80"/>
                  </a:cubicBezTo>
                  <a:cubicBezTo>
                    <a:pt x="405" y="80"/>
                    <a:pt x="405" y="81"/>
                    <a:pt x="405" y="81"/>
                  </a:cubicBezTo>
                  <a:cubicBezTo>
                    <a:pt x="406" y="81"/>
                    <a:pt x="409" y="83"/>
                    <a:pt x="409" y="87"/>
                  </a:cubicBezTo>
                  <a:cubicBezTo>
                    <a:pt x="409" y="90"/>
                    <a:pt x="408" y="92"/>
                    <a:pt x="407" y="93"/>
                  </a:cubicBezTo>
                  <a:cubicBezTo>
                    <a:pt x="407" y="94"/>
                    <a:pt x="406" y="94"/>
                    <a:pt x="406" y="94"/>
                  </a:cubicBezTo>
                  <a:cubicBezTo>
                    <a:pt x="406" y="95"/>
                    <a:pt x="407" y="96"/>
                    <a:pt x="408" y="97"/>
                  </a:cubicBezTo>
                  <a:cubicBezTo>
                    <a:pt x="408" y="98"/>
                    <a:pt x="409" y="99"/>
                    <a:pt x="409" y="100"/>
                  </a:cubicBezTo>
                  <a:cubicBezTo>
                    <a:pt x="411" y="105"/>
                    <a:pt x="410" y="107"/>
                    <a:pt x="408" y="109"/>
                  </a:cubicBezTo>
                  <a:cubicBezTo>
                    <a:pt x="408" y="110"/>
                    <a:pt x="408" y="110"/>
                    <a:pt x="408" y="110"/>
                  </a:cubicBezTo>
                  <a:cubicBezTo>
                    <a:pt x="406" y="112"/>
                    <a:pt x="406" y="113"/>
                    <a:pt x="406" y="117"/>
                  </a:cubicBezTo>
                  <a:cubicBezTo>
                    <a:pt x="405" y="119"/>
                    <a:pt x="405" y="121"/>
                    <a:pt x="404" y="122"/>
                  </a:cubicBezTo>
                  <a:cubicBezTo>
                    <a:pt x="404" y="123"/>
                    <a:pt x="404" y="124"/>
                    <a:pt x="404" y="125"/>
                  </a:cubicBezTo>
                  <a:cubicBezTo>
                    <a:pt x="403" y="128"/>
                    <a:pt x="404" y="130"/>
                    <a:pt x="404" y="133"/>
                  </a:cubicBezTo>
                  <a:cubicBezTo>
                    <a:pt x="404" y="135"/>
                    <a:pt x="405" y="136"/>
                    <a:pt x="405" y="137"/>
                  </a:cubicBezTo>
                  <a:cubicBezTo>
                    <a:pt x="405" y="139"/>
                    <a:pt x="405" y="140"/>
                    <a:pt x="406" y="141"/>
                  </a:cubicBezTo>
                  <a:cubicBezTo>
                    <a:pt x="406" y="143"/>
                    <a:pt x="407" y="145"/>
                    <a:pt x="407" y="148"/>
                  </a:cubicBezTo>
                  <a:cubicBezTo>
                    <a:pt x="407" y="150"/>
                    <a:pt x="407" y="152"/>
                    <a:pt x="409" y="155"/>
                  </a:cubicBezTo>
                  <a:cubicBezTo>
                    <a:pt x="409" y="157"/>
                    <a:pt x="410" y="158"/>
                    <a:pt x="411" y="160"/>
                  </a:cubicBezTo>
                  <a:cubicBezTo>
                    <a:pt x="411" y="162"/>
                    <a:pt x="411" y="164"/>
                    <a:pt x="411" y="165"/>
                  </a:cubicBezTo>
                  <a:cubicBezTo>
                    <a:pt x="411" y="166"/>
                    <a:pt x="411" y="166"/>
                    <a:pt x="411" y="166"/>
                  </a:cubicBezTo>
                  <a:cubicBezTo>
                    <a:pt x="416" y="168"/>
                    <a:pt x="418" y="174"/>
                    <a:pt x="419" y="177"/>
                  </a:cubicBezTo>
                  <a:cubicBezTo>
                    <a:pt x="420" y="179"/>
                    <a:pt x="421" y="180"/>
                    <a:pt x="423" y="182"/>
                  </a:cubicBezTo>
                  <a:cubicBezTo>
                    <a:pt x="423" y="183"/>
                    <a:pt x="424" y="184"/>
                    <a:pt x="425" y="185"/>
                  </a:cubicBezTo>
                  <a:cubicBezTo>
                    <a:pt x="427" y="187"/>
                    <a:pt x="429" y="189"/>
                    <a:pt x="430" y="191"/>
                  </a:cubicBezTo>
                  <a:cubicBezTo>
                    <a:pt x="431" y="191"/>
                    <a:pt x="433" y="192"/>
                    <a:pt x="434" y="193"/>
                  </a:cubicBezTo>
                  <a:cubicBezTo>
                    <a:pt x="441" y="198"/>
                    <a:pt x="443" y="199"/>
                    <a:pt x="443" y="203"/>
                  </a:cubicBezTo>
                  <a:cubicBezTo>
                    <a:pt x="443" y="208"/>
                    <a:pt x="438" y="209"/>
                    <a:pt x="431" y="210"/>
                  </a:cubicBezTo>
                  <a:cubicBezTo>
                    <a:pt x="431" y="210"/>
                    <a:pt x="430" y="210"/>
                    <a:pt x="430" y="210"/>
                  </a:cubicBezTo>
                  <a:cubicBezTo>
                    <a:pt x="425" y="212"/>
                    <a:pt x="421" y="210"/>
                    <a:pt x="417" y="209"/>
                  </a:cubicBezTo>
                  <a:cubicBezTo>
                    <a:pt x="416" y="209"/>
                    <a:pt x="414" y="208"/>
                    <a:pt x="412" y="208"/>
                  </a:cubicBezTo>
                  <a:cubicBezTo>
                    <a:pt x="410" y="208"/>
                    <a:pt x="409" y="208"/>
                    <a:pt x="407" y="209"/>
                  </a:cubicBezTo>
                  <a:cubicBezTo>
                    <a:pt x="405" y="209"/>
                    <a:pt x="403" y="210"/>
                    <a:pt x="401" y="210"/>
                  </a:cubicBezTo>
                  <a:cubicBezTo>
                    <a:pt x="399" y="210"/>
                    <a:pt x="398" y="210"/>
                    <a:pt x="396" y="210"/>
                  </a:cubicBezTo>
                  <a:cubicBezTo>
                    <a:pt x="396" y="209"/>
                    <a:pt x="395" y="209"/>
                    <a:pt x="394" y="209"/>
                  </a:cubicBezTo>
                  <a:cubicBezTo>
                    <a:pt x="394" y="209"/>
                    <a:pt x="393" y="209"/>
                    <a:pt x="393" y="209"/>
                  </a:cubicBezTo>
                  <a:cubicBezTo>
                    <a:pt x="389" y="211"/>
                    <a:pt x="385" y="212"/>
                    <a:pt x="380" y="211"/>
                  </a:cubicBezTo>
                  <a:cubicBezTo>
                    <a:pt x="372" y="208"/>
                    <a:pt x="365" y="207"/>
                    <a:pt x="357" y="208"/>
                  </a:cubicBezTo>
                  <a:cubicBezTo>
                    <a:pt x="355" y="208"/>
                    <a:pt x="355" y="208"/>
                    <a:pt x="355" y="208"/>
                  </a:cubicBezTo>
                  <a:cubicBezTo>
                    <a:pt x="354" y="208"/>
                    <a:pt x="353" y="208"/>
                    <a:pt x="353" y="208"/>
                  </a:cubicBezTo>
                  <a:cubicBezTo>
                    <a:pt x="353" y="208"/>
                    <a:pt x="352" y="209"/>
                    <a:pt x="352" y="210"/>
                  </a:cubicBezTo>
                  <a:cubicBezTo>
                    <a:pt x="351" y="212"/>
                    <a:pt x="351" y="213"/>
                    <a:pt x="350" y="215"/>
                  </a:cubicBezTo>
                  <a:cubicBezTo>
                    <a:pt x="348" y="217"/>
                    <a:pt x="346" y="219"/>
                    <a:pt x="344" y="220"/>
                  </a:cubicBezTo>
                  <a:cubicBezTo>
                    <a:pt x="343" y="221"/>
                    <a:pt x="342" y="222"/>
                    <a:pt x="341" y="224"/>
                  </a:cubicBezTo>
                  <a:cubicBezTo>
                    <a:pt x="341" y="224"/>
                    <a:pt x="342" y="224"/>
                    <a:pt x="342" y="225"/>
                  </a:cubicBezTo>
                  <a:cubicBezTo>
                    <a:pt x="343" y="226"/>
                    <a:pt x="344" y="226"/>
                    <a:pt x="345" y="228"/>
                  </a:cubicBezTo>
                  <a:cubicBezTo>
                    <a:pt x="351" y="235"/>
                    <a:pt x="351" y="235"/>
                    <a:pt x="351" y="235"/>
                  </a:cubicBezTo>
                  <a:cubicBezTo>
                    <a:pt x="355" y="239"/>
                    <a:pt x="358" y="243"/>
                    <a:pt x="361" y="247"/>
                  </a:cubicBezTo>
                  <a:cubicBezTo>
                    <a:pt x="362" y="248"/>
                    <a:pt x="363" y="250"/>
                    <a:pt x="363" y="251"/>
                  </a:cubicBezTo>
                  <a:cubicBezTo>
                    <a:pt x="364" y="253"/>
                    <a:pt x="366" y="254"/>
                    <a:pt x="368" y="256"/>
                  </a:cubicBezTo>
                  <a:cubicBezTo>
                    <a:pt x="369" y="257"/>
                    <a:pt x="370" y="258"/>
                    <a:pt x="370" y="258"/>
                  </a:cubicBezTo>
                  <a:cubicBezTo>
                    <a:pt x="375" y="263"/>
                    <a:pt x="380" y="267"/>
                    <a:pt x="385" y="270"/>
                  </a:cubicBezTo>
                  <a:cubicBezTo>
                    <a:pt x="386" y="271"/>
                    <a:pt x="386" y="272"/>
                    <a:pt x="387" y="272"/>
                  </a:cubicBezTo>
                  <a:cubicBezTo>
                    <a:pt x="388" y="273"/>
                    <a:pt x="388" y="273"/>
                    <a:pt x="389" y="274"/>
                  </a:cubicBezTo>
                  <a:cubicBezTo>
                    <a:pt x="391" y="274"/>
                    <a:pt x="392" y="274"/>
                    <a:pt x="394" y="275"/>
                  </a:cubicBezTo>
                  <a:cubicBezTo>
                    <a:pt x="395" y="276"/>
                    <a:pt x="396" y="277"/>
                    <a:pt x="397" y="278"/>
                  </a:cubicBezTo>
                  <a:cubicBezTo>
                    <a:pt x="397" y="279"/>
                    <a:pt x="397" y="279"/>
                    <a:pt x="398" y="279"/>
                  </a:cubicBezTo>
                  <a:cubicBezTo>
                    <a:pt x="399" y="280"/>
                    <a:pt x="400" y="281"/>
                    <a:pt x="401" y="283"/>
                  </a:cubicBezTo>
                  <a:cubicBezTo>
                    <a:pt x="401" y="283"/>
                    <a:pt x="402" y="283"/>
                    <a:pt x="403" y="284"/>
                  </a:cubicBezTo>
                  <a:cubicBezTo>
                    <a:pt x="406" y="286"/>
                    <a:pt x="408" y="288"/>
                    <a:pt x="409" y="290"/>
                  </a:cubicBezTo>
                  <a:cubicBezTo>
                    <a:pt x="409" y="291"/>
                    <a:pt x="410" y="292"/>
                    <a:pt x="412" y="294"/>
                  </a:cubicBezTo>
                  <a:cubicBezTo>
                    <a:pt x="413" y="295"/>
                    <a:pt x="415" y="297"/>
                    <a:pt x="416" y="299"/>
                  </a:cubicBezTo>
                  <a:cubicBezTo>
                    <a:pt x="417" y="302"/>
                    <a:pt x="418" y="305"/>
                    <a:pt x="419" y="307"/>
                  </a:cubicBezTo>
                  <a:cubicBezTo>
                    <a:pt x="420" y="310"/>
                    <a:pt x="421" y="312"/>
                    <a:pt x="422" y="315"/>
                  </a:cubicBezTo>
                  <a:cubicBezTo>
                    <a:pt x="422" y="315"/>
                    <a:pt x="423" y="316"/>
                    <a:pt x="423" y="317"/>
                  </a:cubicBezTo>
                  <a:cubicBezTo>
                    <a:pt x="424" y="318"/>
                    <a:pt x="425" y="320"/>
                    <a:pt x="426" y="323"/>
                  </a:cubicBezTo>
                  <a:cubicBezTo>
                    <a:pt x="427" y="327"/>
                    <a:pt x="428" y="331"/>
                    <a:pt x="430" y="335"/>
                  </a:cubicBezTo>
                  <a:cubicBezTo>
                    <a:pt x="431" y="337"/>
                    <a:pt x="431" y="339"/>
                    <a:pt x="432" y="341"/>
                  </a:cubicBezTo>
                  <a:cubicBezTo>
                    <a:pt x="433" y="342"/>
                    <a:pt x="434" y="342"/>
                    <a:pt x="435" y="343"/>
                  </a:cubicBezTo>
                  <a:cubicBezTo>
                    <a:pt x="437" y="343"/>
                    <a:pt x="438" y="345"/>
                    <a:pt x="438" y="347"/>
                  </a:cubicBezTo>
                  <a:cubicBezTo>
                    <a:pt x="438" y="348"/>
                    <a:pt x="438" y="348"/>
                    <a:pt x="438" y="348"/>
                  </a:cubicBezTo>
                  <a:cubicBezTo>
                    <a:pt x="439" y="352"/>
                    <a:pt x="438" y="356"/>
                    <a:pt x="437" y="357"/>
                  </a:cubicBezTo>
                  <a:cubicBezTo>
                    <a:pt x="436" y="359"/>
                    <a:pt x="435" y="361"/>
                    <a:pt x="434" y="363"/>
                  </a:cubicBezTo>
                  <a:cubicBezTo>
                    <a:pt x="433" y="363"/>
                    <a:pt x="433" y="364"/>
                    <a:pt x="432" y="365"/>
                  </a:cubicBezTo>
                  <a:cubicBezTo>
                    <a:pt x="431" y="366"/>
                    <a:pt x="431" y="366"/>
                    <a:pt x="431" y="366"/>
                  </a:cubicBezTo>
                  <a:cubicBezTo>
                    <a:pt x="431" y="366"/>
                    <a:pt x="431" y="367"/>
                    <a:pt x="430" y="367"/>
                  </a:cubicBezTo>
                  <a:cubicBezTo>
                    <a:pt x="431" y="368"/>
                    <a:pt x="431" y="368"/>
                    <a:pt x="431" y="369"/>
                  </a:cubicBezTo>
                  <a:cubicBezTo>
                    <a:pt x="431" y="369"/>
                    <a:pt x="430" y="370"/>
                    <a:pt x="430" y="370"/>
                  </a:cubicBezTo>
                  <a:cubicBezTo>
                    <a:pt x="429" y="373"/>
                    <a:pt x="426" y="376"/>
                    <a:pt x="423" y="378"/>
                  </a:cubicBezTo>
                  <a:cubicBezTo>
                    <a:pt x="421" y="379"/>
                    <a:pt x="421" y="379"/>
                    <a:pt x="421" y="379"/>
                  </a:cubicBezTo>
                  <a:cubicBezTo>
                    <a:pt x="417" y="382"/>
                    <a:pt x="416" y="383"/>
                    <a:pt x="416" y="385"/>
                  </a:cubicBezTo>
                  <a:cubicBezTo>
                    <a:pt x="416" y="387"/>
                    <a:pt x="416" y="389"/>
                    <a:pt x="415" y="391"/>
                  </a:cubicBezTo>
                  <a:cubicBezTo>
                    <a:pt x="415" y="393"/>
                    <a:pt x="413" y="394"/>
                    <a:pt x="412" y="394"/>
                  </a:cubicBezTo>
                  <a:cubicBezTo>
                    <a:pt x="411" y="396"/>
                    <a:pt x="411" y="398"/>
                    <a:pt x="410" y="400"/>
                  </a:cubicBezTo>
                  <a:cubicBezTo>
                    <a:pt x="409" y="405"/>
                    <a:pt x="407" y="410"/>
                    <a:pt x="403" y="414"/>
                  </a:cubicBezTo>
                  <a:cubicBezTo>
                    <a:pt x="398" y="418"/>
                    <a:pt x="396" y="424"/>
                    <a:pt x="394" y="430"/>
                  </a:cubicBezTo>
                  <a:cubicBezTo>
                    <a:pt x="393" y="433"/>
                    <a:pt x="392" y="437"/>
                    <a:pt x="390" y="441"/>
                  </a:cubicBezTo>
                  <a:cubicBezTo>
                    <a:pt x="388" y="445"/>
                    <a:pt x="383" y="447"/>
                    <a:pt x="379" y="449"/>
                  </a:cubicBezTo>
                  <a:cubicBezTo>
                    <a:pt x="377" y="450"/>
                    <a:pt x="374" y="451"/>
                    <a:pt x="374" y="452"/>
                  </a:cubicBezTo>
                  <a:cubicBezTo>
                    <a:pt x="372" y="454"/>
                    <a:pt x="370" y="456"/>
                    <a:pt x="369" y="456"/>
                  </a:cubicBezTo>
                  <a:cubicBezTo>
                    <a:pt x="369" y="457"/>
                    <a:pt x="369" y="457"/>
                    <a:pt x="368" y="457"/>
                  </a:cubicBezTo>
                  <a:cubicBezTo>
                    <a:pt x="369" y="457"/>
                    <a:pt x="370" y="459"/>
                    <a:pt x="371" y="460"/>
                  </a:cubicBezTo>
                  <a:cubicBezTo>
                    <a:pt x="371" y="460"/>
                    <a:pt x="371" y="460"/>
                    <a:pt x="372" y="460"/>
                  </a:cubicBezTo>
                  <a:cubicBezTo>
                    <a:pt x="373" y="459"/>
                    <a:pt x="374" y="459"/>
                    <a:pt x="375" y="459"/>
                  </a:cubicBezTo>
                  <a:cubicBezTo>
                    <a:pt x="380" y="461"/>
                    <a:pt x="381" y="467"/>
                    <a:pt x="381" y="469"/>
                  </a:cubicBezTo>
                  <a:cubicBezTo>
                    <a:pt x="381" y="470"/>
                    <a:pt x="381" y="470"/>
                    <a:pt x="381" y="471"/>
                  </a:cubicBezTo>
                  <a:cubicBezTo>
                    <a:pt x="381" y="475"/>
                    <a:pt x="381" y="479"/>
                    <a:pt x="380" y="482"/>
                  </a:cubicBezTo>
                  <a:cubicBezTo>
                    <a:pt x="380" y="482"/>
                    <a:pt x="380" y="483"/>
                    <a:pt x="379" y="484"/>
                  </a:cubicBezTo>
                  <a:cubicBezTo>
                    <a:pt x="379" y="484"/>
                    <a:pt x="379" y="484"/>
                    <a:pt x="379" y="485"/>
                  </a:cubicBezTo>
                  <a:cubicBezTo>
                    <a:pt x="380" y="486"/>
                    <a:pt x="380" y="487"/>
                    <a:pt x="381" y="489"/>
                  </a:cubicBezTo>
                  <a:cubicBezTo>
                    <a:pt x="381" y="493"/>
                    <a:pt x="379" y="498"/>
                    <a:pt x="379" y="498"/>
                  </a:cubicBezTo>
                  <a:cubicBezTo>
                    <a:pt x="379" y="500"/>
                    <a:pt x="378" y="501"/>
                    <a:pt x="377" y="502"/>
                  </a:cubicBezTo>
                  <a:cubicBezTo>
                    <a:pt x="377" y="503"/>
                    <a:pt x="376" y="503"/>
                    <a:pt x="376" y="503"/>
                  </a:cubicBezTo>
                  <a:cubicBezTo>
                    <a:pt x="376" y="503"/>
                    <a:pt x="377" y="503"/>
                    <a:pt x="377" y="504"/>
                  </a:cubicBezTo>
                  <a:cubicBezTo>
                    <a:pt x="378" y="504"/>
                    <a:pt x="380" y="505"/>
                    <a:pt x="381" y="506"/>
                  </a:cubicBezTo>
                  <a:cubicBezTo>
                    <a:pt x="384" y="509"/>
                    <a:pt x="384" y="513"/>
                    <a:pt x="384" y="515"/>
                  </a:cubicBezTo>
                  <a:cubicBezTo>
                    <a:pt x="384" y="517"/>
                    <a:pt x="384" y="517"/>
                    <a:pt x="384" y="517"/>
                  </a:cubicBezTo>
                  <a:cubicBezTo>
                    <a:pt x="385" y="520"/>
                    <a:pt x="385" y="522"/>
                    <a:pt x="385" y="524"/>
                  </a:cubicBezTo>
                  <a:cubicBezTo>
                    <a:pt x="386" y="526"/>
                    <a:pt x="386" y="526"/>
                    <a:pt x="386" y="526"/>
                  </a:cubicBezTo>
                  <a:cubicBezTo>
                    <a:pt x="386" y="529"/>
                    <a:pt x="387" y="532"/>
                    <a:pt x="387" y="535"/>
                  </a:cubicBezTo>
                  <a:cubicBezTo>
                    <a:pt x="387" y="537"/>
                    <a:pt x="387" y="537"/>
                    <a:pt x="387" y="537"/>
                  </a:cubicBezTo>
                  <a:cubicBezTo>
                    <a:pt x="387" y="543"/>
                    <a:pt x="387" y="546"/>
                    <a:pt x="392" y="550"/>
                  </a:cubicBezTo>
                  <a:cubicBezTo>
                    <a:pt x="393" y="551"/>
                    <a:pt x="395" y="552"/>
                    <a:pt x="397" y="554"/>
                  </a:cubicBezTo>
                  <a:cubicBezTo>
                    <a:pt x="402" y="557"/>
                    <a:pt x="407" y="561"/>
                    <a:pt x="409" y="569"/>
                  </a:cubicBezTo>
                  <a:cubicBezTo>
                    <a:pt x="410" y="571"/>
                    <a:pt x="410" y="572"/>
                    <a:pt x="410" y="574"/>
                  </a:cubicBezTo>
                  <a:cubicBezTo>
                    <a:pt x="410" y="575"/>
                    <a:pt x="410" y="577"/>
                    <a:pt x="411" y="578"/>
                  </a:cubicBezTo>
                  <a:cubicBezTo>
                    <a:pt x="411" y="578"/>
                    <a:pt x="411" y="579"/>
                    <a:pt x="412" y="579"/>
                  </a:cubicBezTo>
                  <a:cubicBezTo>
                    <a:pt x="412" y="579"/>
                    <a:pt x="412" y="579"/>
                    <a:pt x="412" y="579"/>
                  </a:cubicBezTo>
                  <a:cubicBezTo>
                    <a:pt x="413" y="580"/>
                    <a:pt x="414" y="580"/>
                    <a:pt x="414" y="581"/>
                  </a:cubicBezTo>
                  <a:cubicBezTo>
                    <a:pt x="416" y="583"/>
                    <a:pt x="415" y="586"/>
                    <a:pt x="413" y="588"/>
                  </a:cubicBezTo>
                  <a:cubicBezTo>
                    <a:pt x="411" y="589"/>
                    <a:pt x="410" y="590"/>
                    <a:pt x="408" y="590"/>
                  </a:cubicBezTo>
                  <a:cubicBezTo>
                    <a:pt x="409" y="591"/>
                    <a:pt x="410" y="593"/>
                    <a:pt x="411" y="594"/>
                  </a:cubicBezTo>
                  <a:cubicBezTo>
                    <a:pt x="412" y="595"/>
                    <a:pt x="413" y="597"/>
                    <a:pt x="414" y="598"/>
                  </a:cubicBezTo>
                  <a:cubicBezTo>
                    <a:pt x="416" y="602"/>
                    <a:pt x="419" y="605"/>
                    <a:pt x="421" y="608"/>
                  </a:cubicBezTo>
                  <a:cubicBezTo>
                    <a:pt x="428" y="615"/>
                    <a:pt x="433" y="621"/>
                    <a:pt x="439" y="627"/>
                  </a:cubicBezTo>
                  <a:cubicBezTo>
                    <a:pt x="440" y="628"/>
                    <a:pt x="442" y="630"/>
                    <a:pt x="443" y="632"/>
                  </a:cubicBezTo>
                  <a:cubicBezTo>
                    <a:pt x="445" y="635"/>
                    <a:pt x="449" y="640"/>
                    <a:pt x="451" y="641"/>
                  </a:cubicBezTo>
                  <a:cubicBezTo>
                    <a:pt x="453" y="640"/>
                    <a:pt x="454" y="640"/>
                    <a:pt x="454" y="640"/>
                  </a:cubicBezTo>
                  <a:cubicBezTo>
                    <a:pt x="456" y="640"/>
                    <a:pt x="458" y="641"/>
                    <a:pt x="459" y="642"/>
                  </a:cubicBezTo>
                  <a:cubicBezTo>
                    <a:pt x="462" y="644"/>
                    <a:pt x="463" y="647"/>
                    <a:pt x="463" y="648"/>
                  </a:cubicBezTo>
                  <a:cubicBezTo>
                    <a:pt x="464" y="649"/>
                    <a:pt x="465" y="649"/>
                    <a:pt x="466" y="649"/>
                  </a:cubicBezTo>
                  <a:cubicBezTo>
                    <a:pt x="468" y="651"/>
                    <a:pt x="468" y="652"/>
                    <a:pt x="469" y="654"/>
                  </a:cubicBezTo>
                  <a:cubicBezTo>
                    <a:pt x="469" y="654"/>
                    <a:pt x="470" y="655"/>
                    <a:pt x="470" y="655"/>
                  </a:cubicBezTo>
                  <a:cubicBezTo>
                    <a:pt x="470" y="656"/>
                    <a:pt x="472" y="659"/>
                    <a:pt x="472" y="662"/>
                  </a:cubicBezTo>
                  <a:cubicBezTo>
                    <a:pt x="471" y="664"/>
                    <a:pt x="470" y="665"/>
                    <a:pt x="469" y="666"/>
                  </a:cubicBezTo>
                  <a:cubicBezTo>
                    <a:pt x="469" y="666"/>
                    <a:pt x="469" y="667"/>
                    <a:pt x="470" y="667"/>
                  </a:cubicBezTo>
                  <a:cubicBezTo>
                    <a:pt x="471" y="667"/>
                    <a:pt x="471" y="668"/>
                    <a:pt x="472" y="669"/>
                  </a:cubicBezTo>
                  <a:cubicBezTo>
                    <a:pt x="472" y="672"/>
                    <a:pt x="471" y="673"/>
                    <a:pt x="471" y="674"/>
                  </a:cubicBezTo>
                  <a:cubicBezTo>
                    <a:pt x="471" y="675"/>
                    <a:pt x="471" y="675"/>
                    <a:pt x="471" y="675"/>
                  </a:cubicBezTo>
                  <a:cubicBezTo>
                    <a:pt x="471" y="676"/>
                    <a:pt x="471" y="676"/>
                    <a:pt x="471" y="677"/>
                  </a:cubicBezTo>
                  <a:cubicBezTo>
                    <a:pt x="471" y="678"/>
                    <a:pt x="471" y="679"/>
                    <a:pt x="471" y="680"/>
                  </a:cubicBezTo>
                  <a:cubicBezTo>
                    <a:pt x="471" y="683"/>
                    <a:pt x="471" y="685"/>
                    <a:pt x="471" y="688"/>
                  </a:cubicBezTo>
                  <a:cubicBezTo>
                    <a:pt x="471" y="689"/>
                    <a:pt x="472" y="690"/>
                    <a:pt x="473" y="692"/>
                  </a:cubicBezTo>
                  <a:cubicBezTo>
                    <a:pt x="474" y="693"/>
                    <a:pt x="474" y="694"/>
                    <a:pt x="475" y="695"/>
                  </a:cubicBezTo>
                  <a:cubicBezTo>
                    <a:pt x="475" y="696"/>
                    <a:pt x="475" y="696"/>
                    <a:pt x="475" y="696"/>
                  </a:cubicBezTo>
                  <a:cubicBezTo>
                    <a:pt x="475" y="697"/>
                    <a:pt x="476" y="698"/>
                    <a:pt x="476" y="698"/>
                  </a:cubicBezTo>
                  <a:cubicBezTo>
                    <a:pt x="477" y="699"/>
                    <a:pt x="477" y="700"/>
                    <a:pt x="477" y="701"/>
                  </a:cubicBezTo>
                  <a:cubicBezTo>
                    <a:pt x="477" y="703"/>
                    <a:pt x="476" y="705"/>
                    <a:pt x="475" y="706"/>
                  </a:cubicBezTo>
                  <a:cubicBezTo>
                    <a:pt x="474" y="707"/>
                    <a:pt x="472" y="708"/>
                    <a:pt x="470" y="708"/>
                  </a:cubicBezTo>
                  <a:cubicBezTo>
                    <a:pt x="470" y="708"/>
                    <a:pt x="470" y="708"/>
                    <a:pt x="470" y="708"/>
                  </a:cubicBezTo>
                  <a:cubicBezTo>
                    <a:pt x="470" y="709"/>
                    <a:pt x="470" y="710"/>
                    <a:pt x="469" y="712"/>
                  </a:cubicBezTo>
                  <a:cubicBezTo>
                    <a:pt x="469" y="713"/>
                    <a:pt x="469" y="715"/>
                    <a:pt x="469" y="716"/>
                  </a:cubicBezTo>
                  <a:cubicBezTo>
                    <a:pt x="470" y="717"/>
                    <a:pt x="470" y="718"/>
                    <a:pt x="470" y="719"/>
                  </a:cubicBezTo>
                  <a:cubicBezTo>
                    <a:pt x="473" y="724"/>
                    <a:pt x="477" y="732"/>
                    <a:pt x="473" y="737"/>
                  </a:cubicBezTo>
                  <a:cubicBezTo>
                    <a:pt x="473" y="738"/>
                    <a:pt x="471" y="739"/>
                    <a:pt x="470" y="739"/>
                  </a:cubicBezTo>
                  <a:cubicBezTo>
                    <a:pt x="470" y="739"/>
                    <a:pt x="470" y="739"/>
                    <a:pt x="469" y="739"/>
                  </a:cubicBezTo>
                  <a:cubicBezTo>
                    <a:pt x="468" y="742"/>
                    <a:pt x="465" y="742"/>
                    <a:pt x="465" y="742"/>
                  </a:cubicBezTo>
                  <a:close/>
                  <a:moveTo>
                    <a:pt x="456" y="725"/>
                  </a:moveTo>
                  <a:cubicBezTo>
                    <a:pt x="456" y="725"/>
                    <a:pt x="457" y="725"/>
                    <a:pt x="457" y="725"/>
                  </a:cubicBezTo>
                  <a:cubicBezTo>
                    <a:pt x="459" y="725"/>
                    <a:pt x="461" y="725"/>
                    <a:pt x="463" y="727"/>
                  </a:cubicBezTo>
                  <a:cubicBezTo>
                    <a:pt x="464" y="727"/>
                    <a:pt x="464" y="727"/>
                    <a:pt x="464" y="728"/>
                  </a:cubicBezTo>
                  <a:cubicBezTo>
                    <a:pt x="464" y="726"/>
                    <a:pt x="463" y="724"/>
                    <a:pt x="462" y="723"/>
                  </a:cubicBezTo>
                  <a:cubicBezTo>
                    <a:pt x="461" y="722"/>
                    <a:pt x="461" y="721"/>
                    <a:pt x="461" y="720"/>
                  </a:cubicBezTo>
                  <a:cubicBezTo>
                    <a:pt x="459" y="716"/>
                    <a:pt x="459" y="712"/>
                    <a:pt x="461" y="708"/>
                  </a:cubicBezTo>
                  <a:cubicBezTo>
                    <a:pt x="461" y="707"/>
                    <a:pt x="461" y="705"/>
                    <a:pt x="462" y="703"/>
                  </a:cubicBezTo>
                  <a:cubicBezTo>
                    <a:pt x="462" y="702"/>
                    <a:pt x="464" y="699"/>
                    <a:pt x="466" y="699"/>
                  </a:cubicBezTo>
                  <a:cubicBezTo>
                    <a:pt x="466" y="699"/>
                    <a:pt x="466" y="698"/>
                    <a:pt x="466" y="698"/>
                  </a:cubicBezTo>
                  <a:cubicBezTo>
                    <a:pt x="466" y="698"/>
                    <a:pt x="465" y="697"/>
                    <a:pt x="465" y="696"/>
                  </a:cubicBezTo>
                  <a:cubicBezTo>
                    <a:pt x="464" y="694"/>
                    <a:pt x="463" y="692"/>
                    <a:pt x="462" y="690"/>
                  </a:cubicBezTo>
                  <a:cubicBezTo>
                    <a:pt x="462" y="686"/>
                    <a:pt x="461" y="683"/>
                    <a:pt x="462" y="680"/>
                  </a:cubicBezTo>
                  <a:cubicBezTo>
                    <a:pt x="462" y="679"/>
                    <a:pt x="462" y="679"/>
                    <a:pt x="462" y="678"/>
                  </a:cubicBezTo>
                  <a:cubicBezTo>
                    <a:pt x="462" y="677"/>
                    <a:pt x="461" y="676"/>
                    <a:pt x="461" y="676"/>
                  </a:cubicBezTo>
                  <a:cubicBezTo>
                    <a:pt x="461" y="675"/>
                    <a:pt x="461" y="674"/>
                    <a:pt x="462" y="674"/>
                  </a:cubicBezTo>
                  <a:cubicBezTo>
                    <a:pt x="461" y="673"/>
                    <a:pt x="461" y="672"/>
                    <a:pt x="461" y="671"/>
                  </a:cubicBezTo>
                  <a:cubicBezTo>
                    <a:pt x="460" y="670"/>
                    <a:pt x="460" y="670"/>
                    <a:pt x="461" y="669"/>
                  </a:cubicBezTo>
                  <a:cubicBezTo>
                    <a:pt x="460" y="668"/>
                    <a:pt x="460" y="666"/>
                    <a:pt x="460" y="663"/>
                  </a:cubicBezTo>
                  <a:cubicBezTo>
                    <a:pt x="461" y="662"/>
                    <a:pt x="461" y="661"/>
                    <a:pt x="462" y="660"/>
                  </a:cubicBezTo>
                  <a:cubicBezTo>
                    <a:pt x="462" y="660"/>
                    <a:pt x="462" y="660"/>
                    <a:pt x="462" y="659"/>
                  </a:cubicBezTo>
                  <a:cubicBezTo>
                    <a:pt x="462" y="660"/>
                    <a:pt x="462" y="659"/>
                    <a:pt x="461" y="658"/>
                  </a:cubicBezTo>
                  <a:cubicBezTo>
                    <a:pt x="461" y="658"/>
                    <a:pt x="461" y="658"/>
                    <a:pt x="461" y="657"/>
                  </a:cubicBezTo>
                  <a:cubicBezTo>
                    <a:pt x="459" y="657"/>
                    <a:pt x="458" y="657"/>
                    <a:pt x="457" y="656"/>
                  </a:cubicBezTo>
                  <a:cubicBezTo>
                    <a:pt x="455" y="654"/>
                    <a:pt x="455" y="652"/>
                    <a:pt x="454" y="650"/>
                  </a:cubicBezTo>
                  <a:cubicBezTo>
                    <a:pt x="454" y="650"/>
                    <a:pt x="454" y="649"/>
                    <a:pt x="454" y="649"/>
                  </a:cubicBezTo>
                  <a:cubicBezTo>
                    <a:pt x="451" y="650"/>
                    <a:pt x="450" y="650"/>
                    <a:pt x="448" y="649"/>
                  </a:cubicBezTo>
                  <a:cubicBezTo>
                    <a:pt x="443" y="648"/>
                    <a:pt x="439" y="642"/>
                    <a:pt x="436" y="637"/>
                  </a:cubicBezTo>
                  <a:cubicBezTo>
                    <a:pt x="434" y="636"/>
                    <a:pt x="433" y="634"/>
                    <a:pt x="432" y="633"/>
                  </a:cubicBezTo>
                  <a:cubicBezTo>
                    <a:pt x="427" y="627"/>
                    <a:pt x="421" y="621"/>
                    <a:pt x="415" y="615"/>
                  </a:cubicBezTo>
                  <a:cubicBezTo>
                    <a:pt x="411" y="611"/>
                    <a:pt x="409" y="607"/>
                    <a:pt x="406" y="604"/>
                  </a:cubicBezTo>
                  <a:cubicBezTo>
                    <a:pt x="405" y="602"/>
                    <a:pt x="404" y="601"/>
                    <a:pt x="403" y="599"/>
                  </a:cubicBezTo>
                  <a:cubicBezTo>
                    <a:pt x="394" y="588"/>
                    <a:pt x="398" y="584"/>
                    <a:pt x="399" y="583"/>
                  </a:cubicBezTo>
                  <a:cubicBezTo>
                    <a:pt x="400" y="582"/>
                    <a:pt x="401" y="581"/>
                    <a:pt x="402" y="581"/>
                  </a:cubicBezTo>
                  <a:cubicBezTo>
                    <a:pt x="401" y="579"/>
                    <a:pt x="401" y="576"/>
                    <a:pt x="401" y="574"/>
                  </a:cubicBezTo>
                  <a:cubicBezTo>
                    <a:pt x="401" y="573"/>
                    <a:pt x="401" y="572"/>
                    <a:pt x="401" y="571"/>
                  </a:cubicBezTo>
                  <a:cubicBezTo>
                    <a:pt x="399" y="567"/>
                    <a:pt x="396" y="564"/>
                    <a:pt x="391" y="561"/>
                  </a:cubicBezTo>
                  <a:cubicBezTo>
                    <a:pt x="389" y="560"/>
                    <a:pt x="388" y="559"/>
                    <a:pt x="386" y="557"/>
                  </a:cubicBezTo>
                  <a:cubicBezTo>
                    <a:pt x="378" y="551"/>
                    <a:pt x="378" y="544"/>
                    <a:pt x="378" y="537"/>
                  </a:cubicBezTo>
                  <a:cubicBezTo>
                    <a:pt x="378" y="535"/>
                    <a:pt x="378" y="535"/>
                    <a:pt x="378" y="535"/>
                  </a:cubicBezTo>
                  <a:cubicBezTo>
                    <a:pt x="378" y="533"/>
                    <a:pt x="377" y="531"/>
                    <a:pt x="376" y="528"/>
                  </a:cubicBezTo>
                  <a:cubicBezTo>
                    <a:pt x="376" y="526"/>
                    <a:pt x="376" y="526"/>
                    <a:pt x="376" y="526"/>
                  </a:cubicBezTo>
                  <a:cubicBezTo>
                    <a:pt x="375" y="523"/>
                    <a:pt x="375" y="521"/>
                    <a:pt x="375" y="518"/>
                  </a:cubicBezTo>
                  <a:cubicBezTo>
                    <a:pt x="375" y="517"/>
                    <a:pt x="375" y="516"/>
                    <a:pt x="375" y="515"/>
                  </a:cubicBezTo>
                  <a:cubicBezTo>
                    <a:pt x="375" y="514"/>
                    <a:pt x="375" y="513"/>
                    <a:pt x="375" y="513"/>
                  </a:cubicBezTo>
                  <a:cubicBezTo>
                    <a:pt x="375" y="513"/>
                    <a:pt x="374" y="512"/>
                    <a:pt x="373" y="512"/>
                  </a:cubicBezTo>
                  <a:cubicBezTo>
                    <a:pt x="371" y="511"/>
                    <a:pt x="368" y="510"/>
                    <a:pt x="367" y="506"/>
                  </a:cubicBezTo>
                  <a:cubicBezTo>
                    <a:pt x="365" y="502"/>
                    <a:pt x="368" y="499"/>
                    <a:pt x="369" y="497"/>
                  </a:cubicBezTo>
                  <a:cubicBezTo>
                    <a:pt x="370" y="496"/>
                    <a:pt x="370" y="496"/>
                    <a:pt x="370" y="495"/>
                  </a:cubicBezTo>
                  <a:cubicBezTo>
                    <a:pt x="371" y="493"/>
                    <a:pt x="372" y="491"/>
                    <a:pt x="371" y="490"/>
                  </a:cubicBezTo>
                  <a:cubicBezTo>
                    <a:pt x="370" y="488"/>
                    <a:pt x="369" y="486"/>
                    <a:pt x="370" y="484"/>
                  </a:cubicBezTo>
                  <a:cubicBezTo>
                    <a:pt x="370" y="482"/>
                    <a:pt x="370" y="481"/>
                    <a:pt x="371" y="480"/>
                  </a:cubicBezTo>
                  <a:cubicBezTo>
                    <a:pt x="371" y="480"/>
                    <a:pt x="371" y="479"/>
                    <a:pt x="371" y="479"/>
                  </a:cubicBezTo>
                  <a:cubicBezTo>
                    <a:pt x="372" y="477"/>
                    <a:pt x="372" y="475"/>
                    <a:pt x="372" y="471"/>
                  </a:cubicBezTo>
                  <a:cubicBezTo>
                    <a:pt x="372" y="471"/>
                    <a:pt x="372" y="471"/>
                    <a:pt x="372" y="470"/>
                  </a:cubicBezTo>
                  <a:cubicBezTo>
                    <a:pt x="372" y="470"/>
                    <a:pt x="372" y="470"/>
                    <a:pt x="372" y="469"/>
                  </a:cubicBezTo>
                  <a:cubicBezTo>
                    <a:pt x="368" y="470"/>
                    <a:pt x="367" y="469"/>
                    <a:pt x="365" y="467"/>
                  </a:cubicBezTo>
                  <a:cubicBezTo>
                    <a:pt x="362" y="465"/>
                    <a:pt x="359" y="459"/>
                    <a:pt x="360" y="454"/>
                  </a:cubicBezTo>
                  <a:cubicBezTo>
                    <a:pt x="361" y="451"/>
                    <a:pt x="363" y="449"/>
                    <a:pt x="364" y="448"/>
                  </a:cubicBezTo>
                  <a:cubicBezTo>
                    <a:pt x="365" y="448"/>
                    <a:pt x="365" y="448"/>
                    <a:pt x="365" y="448"/>
                  </a:cubicBezTo>
                  <a:cubicBezTo>
                    <a:pt x="367" y="444"/>
                    <a:pt x="372" y="442"/>
                    <a:pt x="376" y="440"/>
                  </a:cubicBezTo>
                  <a:cubicBezTo>
                    <a:pt x="378" y="439"/>
                    <a:pt x="381" y="438"/>
                    <a:pt x="382" y="436"/>
                  </a:cubicBezTo>
                  <a:cubicBezTo>
                    <a:pt x="383" y="433"/>
                    <a:pt x="384" y="430"/>
                    <a:pt x="386" y="427"/>
                  </a:cubicBezTo>
                  <a:cubicBezTo>
                    <a:pt x="388" y="420"/>
                    <a:pt x="390" y="413"/>
                    <a:pt x="397" y="407"/>
                  </a:cubicBezTo>
                  <a:cubicBezTo>
                    <a:pt x="399" y="405"/>
                    <a:pt x="400" y="401"/>
                    <a:pt x="402" y="397"/>
                  </a:cubicBezTo>
                  <a:cubicBezTo>
                    <a:pt x="402" y="395"/>
                    <a:pt x="403" y="393"/>
                    <a:pt x="404" y="391"/>
                  </a:cubicBezTo>
                  <a:cubicBezTo>
                    <a:pt x="404" y="389"/>
                    <a:pt x="406" y="388"/>
                    <a:pt x="407" y="387"/>
                  </a:cubicBezTo>
                  <a:cubicBezTo>
                    <a:pt x="407" y="386"/>
                    <a:pt x="406" y="385"/>
                    <a:pt x="407" y="384"/>
                  </a:cubicBezTo>
                  <a:cubicBezTo>
                    <a:pt x="408" y="377"/>
                    <a:pt x="412" y="374"/>
                    <a:pt x="416" y="372"/>
                  </a:cubicBezTo>
                  <a:cubicBezTo>
                    <a:pt x="417" y="370"/>
                    <a:pt x="417" y="370"/>
                    <a:pt x="417" y="370"/>
                  </a:cubicBezTo>
                  <a:cubicBezTo>
                    <a:pt x="418" y="370"/>
                    <a:pt x="420" y="369"/>
                    <a:pt x="421" y="368"/>
                  </a:cubicBezTo>
                  <a:cubicBezTo>
                    <a:pt x="421" y="367"/>
                    <a:pt x="421" y="365"/>
                    <a:pt x="421" y="365"/>
                  </a:cubicBezTo>
                  <a:cubicBezTo>
                    <a:pt x="422" y="363"/>
                    <a:pt x="423" y="362"/>
                    <a:pt x="424" y="361"/>
                  </a:cubicBezTo>
                  <a:cubicBezTo>
                    <a:pt x="424" y="360"/>
                    <a:pt x="424" y="360"/>
                    <a:pt x="424" y="360"/>
                  </a:cubicBezTo>
                  <a:cubicBezTo>
                    <a:pt x="425" y="359"/>
                    <a:pt x="426" y="358"/>
                    <a:pt x="426" y="357"/>
                  </a:cubicBezTo>
                  <a:cubicBezTo>
                    <a:pt x="427" y="356"/>
                    <a:pt x="428" y="355"/>
                    <a:pt x="429" y="353"/>
                  </a:cubicBezTo>
                  <a:cubicBezTo>
                    <a:pt x="429" y="352"/>
                    <a:pt x="429" y="351"/>
                    <a:pt x="429" y="350"/>
                  </a:cubicBezTo>
                  <a:cubicBezTo>
                    <a:pt x="429" y="350"/>
                    <a:pt x="429" y="350"/>
                    <a:pt x="428" y="350"/>
                  </a:cubicBezTo>
                  <a:cubicBezTo>
                    <a:pt x="427" y="349"/>
                    <a:pt x="424" y="348"/>
                    <a:pt x="423" y="344"/>
                  </a:cubicBezTo>
                  <a:cubicBezTo>
                    <a:pt x="422" y="342"/>
                    <a:pt x="422" y="340"/>
                    <a:pt x="421" y="338"/>
                  </a:cubicBezTo>
                  <a:cubicBezTo>
                    <a:pt x="420" y="334"/>
                    <a:pt x="418" y="329"/>
                    <a:pt x="417" y="324"/>
                  </a:cubicBezTo>
                  <a:cubicBezTo>
                    <a:pt x="417" y="324"/>
                    <a:pt x="416" y="323"/>
                    <a:pt x="415" y="322"/>
                  </a:cubicBezTo>
                  <a:cubicBezTo>
                    <a:pt x="415" y="321"/>
                    <a:pt x="414" y="320"/>
                    <a:pt x="413" y="319"/>
                  </a:cubicBezTo>
                  <a:cubicBezTo>
                    <a:pt x="412" y="316"/>
                    <a:pt x="411" y="313"/>
                    <a:pt x="410" y="310"/>
                  </a:cubicBezTo>
                  <a:cubicBezTo>
                    <a:pt x="409" y="308"/>
                    <a:pt x="408" y="306"/>
                    <a:pt x="407" y="303"/>
                  </a:cubicBezTo>
                  <a:cubicBezTo>
                    <a:pt x="407" y="302"/>
                    <a:pt x="406" y="301"/>
                    <a:pt x="405" y="300"/>
                  </a:cubicBezTo>
                  <a:cubicBezTo>
                    <a:pt x="403" y="298"/>
                    <a:pt x="402" y="297"/>
                    <a:pt x="400" y="294"/>
                  </a:cubicBezTo>
                  <a:cubicBezTo>
                    <a:pt x="400" y="293"/>
                    <a:pt x="399" y="292"/>
                    <a:pt x="399" y="292"/>
                  </a:cubicBezTo>
                  <a:cubicBezTo>
                    <a:pt x="397" y="292"/>
                    <a:pt x="395" y="292"/>
                    <a:pt x="393" y="290"/>
                  </a:cubicBezTo>
                  <a:cubicBezTo>
                    <a:pt x="392" y="289"/>
                    <a:pt x="392" y="287"/>
                    <a:pt x="392" y="286"/>
                  </a:cubicBezTo>
                  <a:cubicBezTo>
                    <a:pt x="391" y="285"/>
                    <a:pt x="390" y="284"/>
                    <a:pt x="390" y="284"/>
                  </a:cubicBezTo>
                  <a:cubicBezTo>
                    <a:pt x="389" y="284"/>
                    <a:pt x="389" y="283"/>
                    <a:pt x="389" y="283"/>
                  </a:cubicBezTo>
                  <a:cubicBezTo>
                    <a:pt x="388" y="283"/>
                    <a:pt x="386" y="283"/>
                    <a:pt x="385" y="282"/>
                  </a:cubicBezTo>
                  <a:cubicBezTo>
                    <a:pt x="383" y="281"/>
                    <a:pt x="382" y="280"/>
                    <a:pt x="381" y="279"/>
                  </a:cubicBezTo>
                  <a:cubicBezTo>
                    <a:pt x="379" y="278"/>
                    <a:pt x="379" y="278"/>
                    <a:pt x="379" y="278"/>
                  </a:cubicBezTo>
                  <a:cubicBezTo>
                    <a:pt x="374" y="274"/>
                    <a:pt x="369" y="270"/>
                    <a:pt x="364" y="265"/>
                  </a:cubicBezTo>
                  <a:cubicBezTo>
                    <a:pt x="363" y="264"/>
                    <a:pt x="362" y="264"/>
                    <a:pt x="362" y="263"/>
                  </a:cubicBezTo>
                  <a:cubicBezTo>
                    <a:pt x="359" y="261"/>
                    <a:pt x="357" y="259"/>
                    <a:pt x="355" y="256"/>
                  </a:cubicBezTo>
                  <a:cubicBezTo>
                    <a:pt x="354" y="255"/>
                    <a:pt x="354" y="254"/>
                    <a:pt x="354" y="253"/>
                  </a:cubicBezTo>
                  <a:cubicBezTo>
                    <a:pt x="351" y="249"/>
                    <a:pt x="348" y="245"/>
                    <a:pt x="344" y="241"/>
                  </a:cubicBezTo>
                  <a:cubicBezTo>
                    <a:pt x="338" y="233"/>
                    <a:pt x="338" y="233"/>
                    <a:pt x="338" y="233"/>
                  </a:cubicBezTo>
                  <a:cubicBezTo>
                    <a:pt x="337" y="233"/>
                    <a:pt x="337" y="232"/>
                    <a:pt x="336" y="231"/>
                  </a:cubicBezTo>
                  <a:cubicBezTo>
                    <a:pt x="335" y="231"/>
                    <a:pt x="335" y="230"/>
                    <a:pt x="334" y="230"/>
                  </a:cubicBezTo>
                  <a:cubicBezTo>
                    <a:pt x="331" y="228"/>
                    <a:pt x="331" y="225"/>
                    <a:pt x="331" y="223"/>
                  </a:cubicBezTo>
                  <a:cubicBezTo>
                    <a:pt x="332" y="218"/>
                    <a:pt x="336" y="216"/>
                    <a:pt x="338" y="213"/>
                  </a:cubicBezTo>
                  <a:cubicBezTo>
                    <a:pt x="340" y="212"/>
                    <a:pt x="341" y="211"/>
                    <a:pt x="342" y="210"/>
                  </a:cubicBezTo>
                  <a:cubicBezTo>
                    <a:pt x="342" y="209"/>
                    <a:pt x="343" y="208"/>
                    <a:pt x="343" y="207"/>
                  </a:cubicBezTo>
                  <a:cubicBezTo>
                    <a:pt x="346" y="200"/>
                    <a:pt x="349" y="199"/>
                    <a:pt x="354" y="199"/>
                  </a:cubicBezTo>
                  <a:cubicBezTo>
                    <a:pt x="357" y="198"/>
                    <a:pt x="357" y="198"/>
                    <a:pt x="357" y="198"/>
                  </a:cubicBezTo>
                  <a:cubicBezTo>
                    <a:pt x="366" y="198"/>
                    <a:pt x="373" y="199"/>
                    <a:pt x="382" y="202"/>
                  </a:cubicBezTo>
                  <a:cubicBezTo>
                    <a:pt x="385" y="202"/>
                    <a:pt x="387" y="202"/>
                    <a:pt x="390" y="201"/>
                  </a:cubicBezTo>
                  <a:cubicBezTo>
                    <a:pt x="394" y="199"/>
                    <a:pt x="396" y="200"/>
                    <a:pt x="398" y="200"/>
                  </a:cubicBezTo>
                  <a:cubicBezTo>
                    <a:pt x="399" y="201"/>
                    <a:pt x="400" y="201"/>
                    <a:pt x="400" y="201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402" y="201"/>
                    <a:pt x="403" y="200"/>
                    <a:pt x="404" y="200"/>
                  </a:cubicBezTo>
                  <a:cubicBezTo>
                    <a:pt x="407" y="199"/>
                    <a:pt x="410" y="198"/>
                    <a:pt x="414" y="199"/>
                  </a:cubicBezTo>
                  <a:cubicBezTo>
                    <a:pt x="416" y="199"/>
                    <a:pt x="418" y="200"/>
                    <a:pt x="420" y="200"/>
                  </a:cubicBezTo>
                  <a:cubicBezTo>
                    <a:pt x="423" y="201"/>
                    <a:pt x="425" y="202"/>
                    <a:pt x="428" y="201"/>
                  </a:cubicBezTo>
                  <a:cubicBezTo>
                    <a:pt x="428" y="201"/>
                    <a:pt x="428" y="201"/>
                    <a:pt x="429" y="201"/>
                  </a:cubicBezTo>
                  <a:cubicBezTo>
                    <a:pt x="426" y="199"/>
                    <a:pt x="425" y="198"/>
                    <a:pt x="424" y="197"/>
                  </a:cubicBezTo>
                  <a:cubicBezTo>
                    <a:pt x="422" y="195"/>
                    <a:pt x="420" y="193"/>
                    <a:pt x="418" y="191"/>
                  </a:cubicBezTo>
                  <a:cubicBezTo>
                    <a:pt x="417" y="190"/>
                    <a:pt x="417" y="189"/>
                    <a:pt x="416" y="188"/>
                  </a:cubicBezTo>
                  <a:cubicBezTo>
                    <a:pt x="414" y="186"/>
                    <a:pt x="412" y="184"/>
                    <a:pt x="411" y="180"/>
                  </a:cubicBezTo>
                  <a:cubicBezTo>
                    <a:pt x="410" y="179"/>
                    <a:pt x="409" y="175"/>
                    <a:pt x="407" y="174"/>
                  </a:cubicBezTo>
                  <a:cubicBezTo>
                    <a:pt x="400" y="173"/>
                    <a:pt x="401" y="166"/>
                    <a:pt x="402" y="164"/>
                  </a:cubicBezTo>
                  <a:cubicBezTo>
                    <a:pt x="402" y="163"/>
                    <a:pt x="402" y="163"/>
                    <a:pt x="402" y="163"/>
                  </a:cubicBezTo>
                  <a:cubicBezTo>
                    <a:pt x="402" y="161"/>
                    <a:pt x="401" y="160"/>
                    <a:pt x="400" y="159"/>
                  </a:cubicBezTo>
                  <a:cubicBezTo>
                    <a:pt x="399" y="156"/>
                    <a:pt x="397" y="152"/>
                    <a:pt x="397" y="148"/>
                  </a:cubicBezTo>
                  <a:cubicBezTo>
                    <a:pt x="398" y="146"/>
                    <a:pt x="397" y="145"/>
                    <a:pt x="397" y="144"/>
                  </a:cubicBezTo>
                  <a:cubicBezTo>
                    <a:pt x="396" y="142"/>
                    <a:pt x="396" y="140"/>
                    <a:pt x="395" y="138"/>
                  </a:cubicBezTo>
                  <a:cubicBezTo>
                    <a:pt x="395" y="137"/>
                    <a:pt x="395" y="136"/>
                    <a:pt x="395" y="134"/>
                  </a:cubicBezTo>
                  <a:cubicBezTo>
                    <a:pt x="395" y="131"/>
                    <a:pt x="394" y="128"/>
                    <a:pt x="395" y="124"/>
                  </a:cubicBezTo>
                  <a:cubicBezTo>
                    <a:pt x="395" y="123"/>
                    <a:pt x="395" y="121"/>
                    <a:pt x="396" y="120"/>
                  </a:cubicBezTo>
                  <a:cubicBezTo>
                    <a:pt x="396" y="118"/>
                    <a:pt x="396" y="117"/>
                    <a:pt x="396" y="116"/>
                  </a:cubicBezTo>
                  <a:cubicBezTo>
                    <a:pt x="397" y="112"/>
                    <a:pt x="397" y="109"/>
                    <a:pt x="400" y="105"/>
                  </a:cubicBezTo>
                  <a:cubicBezTo>
                    <a:pt x="401" y="104"/>
                    <a:pt x="401" y="104"/>
                    <a:pt x="401" y="104"/>
                  </a:cubicBezTo>
                  <a:cubicBezTo>
                    <a:pt x="401" y="104"/>
                    <a:pt x="401" y="104"/>
                    <a:pt x="401" y="104"/>
                  </a:cubicBezTo>
                  <a:cubicBezTo>
                    <a:pt x="400" y="103"/>
                    <a:pt x="400" y="103"/>
                    <a:pt x="400" y="102"/>
                  </a:cubicBezTo>
                  <a:cubicBezTo>
                    <a:pt x="399" y="100"/>
                    <a:pt x="397" y="97"/>
                    <a:pt x="397" y="94"/>
                  </a:cubicBezTo>
                  <a:cubicBezTo>
                    <a:pt x="397" y="91"/>
                    <a:pt x="398" y="90"/>
                    <a:pt x="399" y="89"/>
                  </a:cubicBezTo>
                  <a:cubicBezTo>
                    <a:pt x="399" y="88"/>
                    <a:pt x="399" y="88"/>
                    <a:pt x="399" y="87"/>
                  </a:cubicBezTo>
                  <a:cubicBezTo>
                    <a:pt x="398" y="87"/>
                    <a:pt x="396" y="85"/>
                    <a:pt x="396" y="82"/>
                  </a:cubicBezTo>
                  <a:cubicBezTo>
                    <a:pt x="395" y="80"/>
                    <a:pt x="396" y="78"/>
                    <a:pt x="396" y="77"/>
                  </a:cubicBezTo>
                  <a:cubicBezTo>
                    <a:pt x="397" y="76"/>
                    <a:pt x="397" y="76"/>
                    <a:pt x="397" y="76"/>
                  </a:cubicBezTo>
                  <a:cubicBezTo>
                    <a:pt x="397" y="76"/>
                    <a:pt x="397" y="76"/>
                    <a:pt x="397" y="75"/>
                  </a:cubicBezTo>
                  <a:cubicBezTo>
                    <a:pt x="396" y="73"/>
                    <a:pt x="396" y="73"/>
                    <a:pt x="396" y="73"/>
                  </a:cubicBezTo>
                  <a:cubicBezTo>
                    <a:pt x="396" y="73"/>
                    <a:pt x="396" y="73"/>
                    <a:pt x="396" y="73"/>
                  </a:cubicBezTo>
                  <a:cubicBezTo>
                    <a:pt x="396" y="73"/>
                    <a:pt x="396" y="73"/>
                    <a:pt x="395" y="73"/>
                  </a:cubicBezTo>
                  <a:cubicBezTo>
                    <a:pt x="395" y="73"/>
                    <a:pt x="395" y="73"/>
                    <a:pt x="395" y="73"/>
                  </a:cubicBezTo>
                  <a:cubicBezTo>
                    <a:pt x="395" y="73"/>
                    <a:pt x="394" y="72"/>
                    <a:pt x="393" y="72"/>
                  </a:cubicBezTo>
                  <a:cubicBezTo>
                    <a:pt x="390" y="71"/>
                    <a:pt x="388" y="68"/>
                    <a:pt x="387" y="64"/>
                  </a:cubicBezTo>
                  <a:cubicBezTo>
                    <a:pt x="387" y="61"/>
                    <a:pt x="387" y="59"/>
                    <a:pt x="387" y="56"/>
                  </a:cubicBezTo>
                  <a:cubicBezTo>
                    <a:pt x="387" y="55"/>
                    <a:pt x="387" y="54"/>
                    <a:pt x="387" y="53"/>
                  </a:cubicBezTo>
                  <a:cubicBezTo>
                    <a:pt x="387" y="51"/>
                    <a:pt x="386" y="50"/>
                    <a:pt x="386" y="49"/>
                  </a:cubicBezTo>
                  <a:cubicBezTo>
                    <a:pt x="385" y="48"/>
                    <a:pt x="384" y="47"/>
                    <a:pt x="384" y="45"/>
                  </a:cubicBezTo>
                  <a:cubicBezTo>
                    <a:pt x="383" y="43"/>
                    <a:pt x="384" y="42"/>
                    <a:pt x="384" y="40"/>
                  </a:cubicBezTo>
                  <a:cubicBezTo>
                    <a:pt x="384" y="39"/>
                    <a:pt x="384" y="38"/>
                    <a:pt x="384" y="38"/>
                  </a:cubicBezTo>
                  <a:cubicBezTo>
                    <a:pt x="371" y="30"/>
                    <a:pt x="371" y="30"/>
                    <a:pt x="371" y="30"/>
                  </a:cubicBezTo>
                  <a:cubicBezTo>
                    <a:pt x="370" y="30"/>
                    <a:pt x="367" y="29"/>
                    <a:pt x="366" y="26"/>
                  </a:cubicBezTo>
                  <a:cubicBezTo>
                    <a:pt x="365" y="25"/>
                    <a:pt x="365" y="23"/>
                    <a:pt x="365" y="22"/>
                  </a:cubicBezTo>
                  <a:cubicBezTo>
                    <a:pt x="365" y="20"/>
                    <a:pt x="364" y="19"/>
                    <a:pt x="364" y="17"/>
                  </a:cubicBezTo>
                  <a:cubicBezTo>
                    <a:pt x="363" y="16"/>
                    <a:pt x="363" y="14"/>
                    <a:pt x="363" y="14"/>
                  </a:cubicBezTo>
                  <a:cubicBezTo>
                    <a:pt x="363" y="13"/>
                    <a:pt x="363" y="12"/>
                    <a:pt x="363" y="12"/>
                  </a:cubicBezTo>
                  <a:cubicBezTo>
                    <a:pt x="362" y="9"/>
                    <a:pt x="361" y="9"/>
                    <a:pt x="358" y="9"/>
                  </a:cubicBezTo>
                  <a:cubicBezTo>
                    <a:pt x="353" y="9"/>
                    <a:pt x="353" y="9"/>
                    <a:pt x="353" y="9"/>
                  </a:cubicBezTo>
                  <a:cubicBezTo>
                    <a:pt x="348" y="9"/>
                    <a:pt x="348" y="9"/>
                    <a:pt x="348" y="9"/>
                  </a:cubicBezTo>
                  <a:cubicBezTo>
                    <a:pt x="348" y="11"/>
                    <a:pt x="348" y="13"/>
                    <a:pt x="348" y="14"/>
                  </a:cubicBezTo>
                  <a:cubicBezTo>
                    <a:pt x="350" y="20"/>
                    <a:pt x="350" y="20"/>
                    <a:pt x="350" y="20"/>
                  </a:cubicBezTo>
                  <a:cubicBezTo>
                    <a:pt x="350" y="22"/>
                    <a:pt x="350" y="24"/>
                    <a:pt x="351" y="27"/>
                  </a:cubicBezTo>
                  <a:cubicBezTo>
                    <a:pt x="352" y="31"/>
                    <a:pt x="353" y="36"/>
                    <a:pt x="354" y="41"/>
                  </a:cubicBezTo>
                  <a:cubicBezTo>
                    <a:pt x="354" y="43"/>
                    <a:pt x="353" y="45"/>
                    <a:pt x="353" y="46"/>
                  </a:cubicBezTo>
                  <a:cubicBezTo>
                    <a:pt x="353" y="46"/>
                    <a:pt x="353" y="47"/>
                    <a:pt x="353" y="47"/>
                  </a:cubicBezTo>
                  <a:cubicBezTo>
                    <a:pt x="354" y="47"/>
                    <a:pt x="355" y="47"/>
                    <a:pt x="356" y="47"/>
                  </a:cubicBezTo>
                  <a:cubicBezTo>
                    <a:pt x="357" y="47"/>
                    <a:pt x="358" y="47"/>
                    <a:pt x="359" y="47"/>
                  </a:cubicBezTo>
                  <a:cubicBezTo>
                    <a:pt x="362" y="47"/>
                    <a:pt x="365" y="47"/>
                    <a:pt x="369" y="48"/>
                  </a:cubicBezTo>
                  <a:cubicBezTo>
                    <a:pt x="372" y="50"/>
                    <a:pt x="373" y="53"/>
                    <a:pt x="374" y="55"/>
                  </a:cubicBezTo>
                  <a:cubicBezTo>
                    <a:pt x="374" y="55"/>
                    <a:pt x="374" y="56"/>
                    <a:pt x="375" y="56"/>
                  </a:cubicBezTo>
                  <a:cubicBezTo>
                    <a:pt x="375" y="57"/>
                    <a:pt x="376" y="57"/>
                    <a:pt x="376" y="57"/>
                  </a:cubicBezTo>
                  <a:cubicBezTo>
                    <a:pt x="378" y="58"/>
                    <a:pt x="381" y="59"/>
                    <a:pt x="382" y="62"/>
                  </a:cubicBezTo>
                  <a:cubicBezTo>
                    <a:pt x="383" y="65"/>
                    <a:pt x="381" y="68"/>
                    <a:pt x="381" y="69"/>
                  </a:cubicBezTo>
                  <a:cubicBezTo>
                    <a:pt x="381" y="70"/>
                    <a:pt x="380" y="72"/>
                    <a:pt x="380" y="73"/>
                  </a:cubicBezTo>
                  <a:cubicBezTo>
                    <a:pt x="380" y="73"/>
                    <a:pt x="380" y="74"/>
                    <a:pt x="380" y="74"/>
                  </a:cubicBezTo>
                  <a:cubicBezTo>
                    <a:pt x="381" y="75"/>
                    <a:pt x="381" y="77"/>
                    <a:pt x="381" y="79"/>
                  </a:cubicBezTo>
                  <a:cubicBezTo>
                    <a:pt x="381" y="81"/>
                    <a:pt x="380" y="83"/>
                    <a:pt x="380" y="84"/>
                  </a:cubicBezTo>
                  <a:cubicBezTo>
                    <a:pt x="379" y="85"/>
                    <a:pt x="379" y="86"/>
                    <a:pt x="379" y="87"/>
                  </a:cubicBezTo>
                  <a:cubicBezTo>
                    <a:pt x="379" y="88"/>
                    <a:pt x="378" y="90"/>
                    <a:pt x="377" y="91"/>
                  </a:cubicBezTo>
                  <a:cubicBezTo>
                    <a:pt x="377" y="91"/>
                    <a:pt x="377" y="91"/>
                    <a:pt x="377" y="91"/>
                  </a:cubicBezTo>
                  <a:cubicBezTo>
                    <a:pt x="378" y="92"/>
                    <a:pt x="378" y="92"/>
                    <a:pt x="379" y="93"/>
                  </a:cubicBezTo>
                  <a:cubicBezTo>
                    <a:pt x="380" y="96"/>
                    <a:pt x="381" y="97"/>
                    <a:pt x="381" y="100"/>
                  </a:cubicBezTo>
                  <a:cubicBezTo>
                    <a:pt x="381" y="107"/>
                    <a:pt x="377" y="109"/>
                    <a:pt x="374" y="111"/>
                  </a:cubicBezTo>
                  <a:cubicBezTo>
                    <a:pt x="373" y="111"/>
                    <a:pt x="372" y="112"/>
                    <a:pt x="372" y="112"/>
                  </a:cubicBezTo>
                  <a:cubicBezTo>
                    <a:pt x="370" y="114"/>
                    <a:pt x="367" y="115"/>
                    <a:pt x="365" y="117"/>
                  </a:cubicBezTo>
                  <a:cubicBezTo>
                    <a:pt x="361" y="119"/>
                    <a:pt x="357" y="121"/>
                    <a:pt x="355" y="124"/>
                  </a:cubicBezTo>
                  <a:cubicBezTo>
                    <a:pt x="350" y="128"/>
                    <a:pt x="346" y="127"/>
                    <a:pt x="342" y="126"/>
                  </a:cubicBezTo>
                  <a:cubicBezTo>
                    <a:pt x="341" y="126"/>
                    <a:pt x="341" y="126"/>
                    <a:pt x="340" y="126"/>
                  </a:cubicBezTo>
                  <a:cubicBezTo>
                    <a:pt x="339" y="125"/>
                    <a:pt x="339" y="125"/>
                    <a:pt x="339" y="125"/>
                  </a:cubicBezTo>
                  <a:cubicBezTo>
                    <a:pt x="339" y="125"/>
                    <a:pt x="339" y="126"/>
                    <a:pt x="338" y="126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36" y="128"/>
                    <a:pt x="335" y="130"/>
                    <a:pt x="335" y="131"/>
                  </a:cubicBezTo>
                  <a:cubicBezTo>
                    <a:pt x="333" y="133"/>
                    <a:pt x="332" y="135"/>
                    <a:pt x="331" y="137"/>
                  </a:cubicBezTo>
                  <a:cubicBezTo>
                    <a:pt x="329" y="139"/>
                    <a:pt x="329" y="139"/>
                    <a:pt x="329" y="141"/>
                  </a:cubicBezTo>
                  <a:cubicBezTo>
                    <a:pt x="328" y="145"/>
                    <a:pt x="326" y="146"/>
                    <a:pt x="325" y="147"/>
                  </a:cubicBezTo>
                  <a:cubicBezTo>
                    <a:pt x="324" y="150"/>
                    <a:pt x="323" y="151"/>
                    <a:pt x="322" y="153"/>
                  </a:cubicBezTo>
                  <a:cubicBezTo>
                    <a:pt x="321" y="154"/>
                    <a:pt x="321" y="154"/>
                    <a:pt x="321" y="154"/>
                  </a:cubicBezTo>
                  <a:cubicBezTo>
                    <a:pt x="318" y="158"/>
                    <a:pt x="316" y="162"/>
                    <a:pt x="314" y="166"/>
                  </a:cubicBezTo>
                  <a:cubicBezTo>
                    <a:pt x="313" y="172"/>
                    <a:pt x="312" y="177"/>
                    <a:pt x="312" y="182"/>
                  </a:cubicBezTo>
                  <a:cubicBezTo>
                    <a:pt x="311" y="183"/>
                    <a:pt x="311" y="183"/>
                    <a:pt x="311" y="183"/>
                  </a:cubicBezTo>
                  <a:cubicBezTo>
                    <a:pt x="311" y="186"/>
                    <a:pt x="311" y="190"/>
                    <a:pt x="309" y="193"/>
                  </a:cubicBezTo>
                  <a:cubicBezTo>
                    <a:pt x="307" y="198"/>
                    <a:pt x="302" y="199"/>
                    <a:pt x="299" y="200"/>
                  </a:cubicBezTo>
                  <a:cubicBezTo>
                    <a:pt x="298" y="200"/>
                    <a:pt x="298" y="200"/>
                    <a:pt x="297" y="200"/>
                  </a:cubicBezTo>
                  <a:cubicBezTo>
                    <a:pt x="297" y="201"/>
                    <a:pt x="297" y="201"/>
                    <a:pt x="297" y="202"/>
                  </a:cubicBezTo>
                  <a:cubicBezTo>
                    <a:pt x="298" y="204"/>
                    <a:pt x="298" y="205"/>
                    <a:pt x="297" y="208"/>
                  </a:cubicBezTo>
                  <a:cubicBezTo>
                    <a:pt x="297" y="209"/>
                    <a:pt x="296" y="209"/>
                    <a:pt x="296" y="209"/>
                  </a:cubicBezTo>
                  <a:cubicBezTo>
                    <a:pt x="297" y="210"/>
                    <a:pt x="298" y="211"/>
                    <a:pt x="299" y="213"/>
                  </a:cubicBezTo>
                  <a:cubicBezTo>
                    <a:pt x="299" y="216"/>
                    <a:pt x="298" y="219"/>
                    <a:pt x="297" y="222"/>
                  </a:cubicBezTo>
                  <a:cubicBezTo>
                    <a:pt x="297" y="223"/>
                    <a:pt x="297" y="224"/>
                    <a:pt x="297" y="225"/>
                  </a:cubicBezTo>
                  <a:cubicBezTo>
                    <a:pt x="297" y="227"/>
                    <a:pt x="297" y="227"/>
                    <a:pt x="297" y="227"/>
                  </a:cubicBezTo>
                  <a:cubicBezTo>
                    <a:pt x="296" y="229"/>
                    <a:pt x="296" y="233"/>
                    <a:pt x="292" y="236"/>
                  </a:cubicBezTo>
                  <a:cubicBezTo>
                    <a:pt x="289" y="238"/>
                    <a:pt x="287" y="238"/>
                    <a:pt x="285" y="238"/>
                  </a:cubicBezTo>
                  <a:cubicBezTo>
                    <a:pt x="284" y="238"/>
                    <a:pt x="283" y="238"/>
                    <a:pt x="282" y="238"/>
                  </a:cubicBezTo>
                  <a:cubicBezTo>
                    <a:pt x="281" y="239"/>
                    <a:pt x="280" y="239"/>
                    <a:pt x="279" y="241"/>
                  </a:cubicBezTo>
                  <a:cubicBezTo>
                    <a:pt x="278" y="242"/>
                    <a:pt x="277" y="243"/>
                    <a:pt x="276" y="244"/>
                  </a:cubicBezTo>
                  <a:cubicBezTo>
                    <a:pt x="277" y="245"/>
                    <a:pt x="277" y="247"/>
                    <a:pt x="277" y="249"/>
                  </a:cubicBezTo>
                  <a:cubicBezTo>
                    <a:pt x="277" y="252"/>
                    <a:pt x="275" y="255"/>
                    <a:pt x="274" y="257"/>
                  </a:cubicBezTo>
                  <a:cubicBezTo>
                    <a:pt x="273" y="259"/>
                    <a:pt x="272" y="261"/>
                    <a:pt x="272" y="263"/>
                  </a:cubicBezTo>
                  <a:cubicBezTo>
                    <a:pt x="272" y="264"/>
                    <a:pt x="272" y="266"/>
                    <a:pt x="272" y="267"/>
                  </a:cubicBezTo>
                  <a:cubicBezTo>
                    <a:pt x="272" y="273"/>
                    <a:pt x="272" y="281"/>
                    <a:pt x="268" y="285"/>
                  </a:cubicBezTo>
                  <a:cubicBezTo>
                    <a:pt x="267" y="286"/>
                    <a:pt x="266" y="287"/>
                    <a:pt x="264" y="287"/>
                  </a:cubicBezTo>
                  <a:cubicBezTo>
                    <a:pt x="264" y="287"/>
                    <a:pt x="264" y="287"/>
                    <a:pt x="264" y="287"/>
                  </a:cubicBezTo>
                  <a:cubicBezTo>
                    <a:pt x="264" y="288"/>
                    <a:pt x="263" y="291"/>
                    <a:pt x="261" y="292"/>
                  </a:cubicBezTo>
                  <a:cubicBezTo>
                    <a:pt x="260" y="293"/>
                    <a:pt x="255" y="296"/>
                    <a:pt x="253" y="296"/>
                  </a:cubicBezTo>
                  <a:cubicBezTo>
                    <a:pt x="252" y="296"/>
                    <a:pt x="249" y="296"/>
                    <a:pt x="247" y="295"/>
                  </a:cubicBezTo>
                  <a:cubicBezTo>
                    <a:pt x="247" y="295"/>
                    <a:pt x="247" y="295"/>
                    <a:pt x="247" y="295"/>
                  </a:cubicBezTo>
                  <a:cubicBezTo>
                    <a:pt x="247" y="298"/>
                    <a:pt x="247" y="300"/>
                    <a:pt x="245" y="303"/>
                  </a:cubicBezTo>
                  <a:cubicBezTo>
                    <a:pt x="243" y="305"/>
                    <a:pt x="242" y="307"/>
                    <a:pt x="240" y="308"/>
                  </a:cubicBezTo>
                  <a:cubicBezTo>
                    <a:pt x="239" y="308"/>
                    <a:pt x="238" y="308"/>
                    <a:pt x="237" y="308"/>
                  </a:cubicBezTo>
                  <a:cubicBezTo>
                    <a:pt x="237" y="308"/>
                    <a:pt x="236" y="308"/>
                    <a:pt x="236" y="308"/>
                  </a:cubicBezTo>
                  <a:cubicBezTo>
                    <a:pt x="236" y="309"/>
                    <a:pt x="236" y="310"/>
                    <a:pt x="236" y="312"/>
                  </a:cubicBezTo>
                  <a:cubicBezTo>
                    <a:pt x="237" y="317"/>
                    <a:pt x="237" y="319"/>
                    <a:pt x="234" y="325"/>
                  </a:cubicBezTo>
                  <a:cubicBezTo>
                    <a:pt x="234" y="325"/>
                    <a:pt x="234" y="326"/>
                    <a:pt x="234" y="327"/>
                  </a:cubicBezTo>
                  <a:cubicBezTo>
                    <a:pt x="234" y="328"/>
                    <a:pt x="234" y="329"/>
                    <a:pt x="234" y="331"/>
                  </a:cubicBezTo>
                  <a:cubicBezTo>
                    <a:pt x="234" y="335"/>
                    <a:pt x="233" y="337"/>
                    <a:pt x="231" y="338"/>
                  </a:cubicBezTo>
                  <a:cubicBezTo>
                    <a:pt x="231" y="339"/>
                    <a:pt x="230" y="339"/>
                    <a:pt x="230" y="340"/>
                  </a:cubicBezTo>
                  <a:cubicBezTo>
                    <a:pt x="228" y="342"/>
                    <a:pt x="227" y="344"/>
                    <a:pt x="225" y="347"/>
                  </a:cubicBezTo>
                  <a:cubicBezTo>
                    <a:pt x="224" y="348"/>
                    <a:pt x="223" y="350"/>
                    <a:pt x="223" y="352"/>
                  </a:cubicBezTo>
                  <a:cubicBezTo>
                    <a:pt x="224" y="353"/>
                    <a:pt x="224" y="354"/>
                    <a:pt x="224" y="356"/>
                  </a:cubicBezTo>
                  <a:cubicBezTo>
                    <a:pt x="224" y="361"/>
                    <a:pt x="220" y="365"/>
                    <a:pt x="216" y="369"/>
                  </a:cubicBezTo>
                  <a:cubicBezTo>
                    <a:pt x="214" y="371"/>
                    <a:pt x="214" y="371"/>
                    <a:pt x="214" y="371"/>
                  </a:cubicBezTo>
                  <a:cubicBezTo>
                    <a:pt x="212" y="372"/>
                    <a:pt x="211" y="374"/>
                    <a:pt x="210" y="376"/>
                  </a:cubicBezTo>
                  <a:cubicBezTo>
                    <a:pt x="210" y="377"/>
                    <a:pt x="209" y="377"/>
                    <a:pt x="209" y="378"/>
                  </a:cubicBezTo>
                  <a:cubicBezTo>
                    <a:pt x="209" y="378"/>
                    <a:pt x="209" y="378"/>
                    <a:pt x="209" y="378"/>
                  </a:cubicBezTo>
                  <a:cubicBezTo>
                    <a:pt x="211" y="380"/>
                    <a:pt x="211" y="380"/>
                    <a:pt x="211" y="380"/>
                  </a:cubicBezTo>
                  <a:cubicBezTo>
                    <a:pt x="212" y="381"/>
                    <a:pt x="213" y="383"/>
                    <a:pt x="214" y="385"/>
                  </a:cubicBezTo>
                  <a:cubicBezTo>
                    <a:pt x="216" y="386"/>
                    <a:pt x="216" y="388"/>
                    <a:pt x="215" y="390"/>
                  </a:cubicBezTo>
                  <a:cubicBezTo>
                    <a:pt x="214" y="393"/>
                    <a:pt x="211" y="394"/>
                    <a:pt x="209" y="394"/>
                  </a:cubicBezTo>
                  <a:cubicBezTo>
                    <a:pt x="209" y="395"/>
                    <a:pt x="208" y="395"/>
                    <a:pt x="208" y="395"/>
                  </a:cubicBezTo>
                  <a:cubicBezTo>
                    <a:pt x="207" y="396"/>
                    <a:pt x="207" y="397"/>
                    <a:pt x="205" y="398"/>
                  </a:cubicBezTo>
                  <a:cubicBezTo>
                    <a:pt x="204" y="399"/>
                    <a:pt x="203" y="400"/>
                    <a:pt x="202" y="400"/>
                  </a:cubicBezTo>
                  <a:cubicBezTo>
                    <a:pt x="201" y="401"/>
                    <a:pt x="200" y="402"/>
                    <a:pt x="199" y="402"/>
                  </a:cubicBezTo>
                  <a:cubicBezTo>
                    <a:pt x="198" y="403"/>
                    <a:pt x="197" y="403"/>
                    <a:pt x="197" y="404"/>
                  </a:cubicBezTo>
                  <a:cubicBezTo>
                    <a:pt x="195" y="406"/>
                    <a:pt x="195" y="406"/>
                    <a:pt x="195" y="407"/>
                  </a:cubicBezTo>
                  <a:cubicBezTo>
                    <a:pt x="196" y="407"/>
                    <a:pt x="197" y="409"/>
                    <a:pt x="197" y="411"/>
                  </a:cubicBezTo>
                  <a:cubicBezTo>
                    <a:pt x="197" y="414"/>
                    <a:pt x="195" y="422"/>
                    <a:pt x="190" y="424"/>
                  </a:cubicBezTo>
                  <a:cubicBezTo>
                    <a:pt x="189" y="425"/>
                    <a:pt x="187" y="425"/>
                    <a:pt x="187" y="426"/>
                  </a:cubicBezTo>
                  <a:cubicBezTo>
                    <a:pt x="187" y="426"/>
                    <a:pt x="187" y="426"/>
                    <a:pt x="187" y="426"/>
                  </a:cubicBezTo>
                  <a:cubicBezTo>
                    <a:pt x="185" y="431"/>
                    <a:pt x="184" y="434"/>
                    <a:pt x="177" y="435"/>
                  </a:cubicBezTo>
                  <a:cubicBezTo>
                    <a:pt x="176" y="436"/>
                    <a:pt x="171" y="436"/>
                    <a:pt x="168" y="436"/>
                  </a:cubicBezTo>
                  <a:cubicBezTo>
                    <a:pt x="165" y="436"/>
                    <a:pt x="163" y="436"/>
                    <a:pt x="162" y="435"/>
                  </a:cubicBezTo>
                  <a:cubicBezTo>
                    <a:pt x="156" y="432"/>
                    <a:pt x="156" y="425"/>
                    <a:pt x="157" y="420"/>
                  </a:cubicBezTo>
                  <a:cubicBezTo>
                    <a:pt x="157" y="418"/>
                    <a:pt x="157" y="416"/>
                    <a:pt x="156" y="415"/>
                  </a:cubicBezTo>
                  <a:cubicBezTo>
                    <a:pt x="156" y="414"/>
                    <a:pt x="155" y="414"/>
                    <a:pt x="155" y="414"/>
                  </a:cubicBezTo>
                  <a:cubicBezTo>
                    <a:pt x="154" y="414"/>
                    <a:pt x="154" y="414"/>
                    <a:pt x="153" y="414"/>
                  </a:cubicBezTo>
                  <a:cubicBezTo>
                    <a:pt x="147" y="412"/>
                    <a:pt x="146" y="409"/>
                    <a:pt x="145" y="404"/>
                  </a:cubicBezTo>
                  <a:cubicBezTo>
                    <a:pt x="144" y="402"/>
                    <a:pt x="144" y="402"/>
                    <a:pt x="142" y="401"/>
                  </a:cubicBezTo>
                  <a:cubicBezTo>
                    <a:pt x="139" y="400"/>
                    <a:pt x="139" y="400"/>
                    <a:pt x="139" y="400"/>
                  </a:cubicBezTo>
                  <a:cubicBezTo>
                    <a:pt x="138" y="399"/>
                    <a:pt x="136" y="398"/>
                    <a:pt x="134" y="397"/>
                  </a:cubicBezTo>
                  <a:cubicBezTo>
                    <a:pt x="134" y="397"/>
                    <a:pt x="134" y="397"/>
                    <a:pt x="134" y="397"/>
                  </a:cubicBezTo>
                  <a:cubicBezTo>
                    <a:pt x="133" y="399"/>
                    <a:pt x="132" y="400"/>
                    <a:pt x="132" y="401"/>
                  </a:cubicBezTo>
                  <a:cubicBezTo>
                    <a:pt x="131" y="406"/>
                    <a:pt x="127" y="407"/>
                    <a:pt x="125" y="407"/>
                  </a:cubicBezTo>
                  <a:cubicBezTo>
                    <a:pt x="114" y="408"/>
                    <a:pt x="114" y="408"/>
                    <a:pt x="114" y="408"/>
                  </a:cubicBezTo>
                  <a:cubicBezTo>
                    <a:pt x="112" y="408"/>
                    <a:pt x="106" y="408"/>
                    <a:pt x="103" y="401"/>
                  </a:cubicBezTo>
                  <a:cubicBezTo>
                    <a:pt x="102" y="402"/>
                    <a:pt x="101" y="403"/>
                    <a:pt x="101" y="404"/>
                  </a:cubicBezTo>
                  <a:cubicBezTo>
                    <a:pt x="100" y="405"/>
                    <a:pt x="99" y="406"/>
                    <a:pt x="98" y="407"/>
                  </a:cubicBezTo>
                  <a:cubicBezTo>
                    <a:pt x="97" y="408"/>
                    <a:pt x="97" y="408"/>
                    <a:pt x="97" y="408"/>
                  </a:cubicBezTo>
                  <a:cubicBezTo>
                    <a:pt x="95" y="410"/>
                    <a:pt x="92" y="412"/>
                    <a:pt x="90" y="413"/>
                  </a:cubicBezTo>
                  <a:cubicBezTo>
                    <a:pt x="89" y="413"/>
                    <a:pt x="87" y="413"/>
                    <a:pt x="86" y="413"/>
                  </a:cubicBezTo>
                  <a:cubicBezTo>
                    <a:pt x="86" y="414"/>
                    <a:pt x="86" y="414"/>
                    <a:pt x="86" y="415"/>
                  </a:cubicBezTo>
                  <a:cubicBezTo>
                    <a:pt x="86" y="416"/>
                    <a:pt x="86" y="417"/>
                    <a:pt x="86" y="417"/>
                  </a:cubicBezTo>
                  <a:cubicBezTo>
                    <a:pt x="85" y="418"/>
                    <a:pt x="85" y="419"/>
                    <a:pt x="85" y="419"/>
                  </a:cubicBezTo>
                  <a:cubicBezTo>
                    <a:pt x="84" y="425"/>
                    <a:pt x="83" y="428"/>
                    <a:pt x="81" y="430"/>
                  </a:cubicBezTo>
                  <a:cubicBezTo>
                    <a:pt x="79" y="430"/>
                    <a:pt x="77" y="431"/>
                    <a:pt x="75" y="431"/>
                  </a:cubicBezTo>
                  <a:cubicBezTo>
                    <a:pt x="74" y="426"/>
                    <a:pt x="74" y="426"/>
                    <a:pt x="74" y="426"/>
                  </a:cubicBezTo>
                  <a:cubicBezTo>
                    <a:pt x="74" y="431"/>
                    <a:pt x="74" y="431"/>
                    <a:pt x="74" y="431"/>
                  </a:cubicBezTo>
                  <a:cubicBezTo>
                    <a:pt x="74" y="432"/>
                    <a:pt x="74" y="433"/>
                    <a:pt x="72" y="434"/>
                  </a:cubicBezTo>
                  <a:cubicBezTo>
                    <a:pt x="70" y="435"/>
                    <a:pt x="69" y="436"/>
                    <a:pt x="68" y="436"/>
                  </a:cubicBezTo>
                  <a:cubicBezTo>
                    <a:pt x="68" y="436"/>
                    <a:pt x="67" y="437"/>
                    <a:pt x="67" y="437"/>
                  </a:cubicBezTo>
                  <a:cubicBezTo>
                    <a:pt x="66" y="439"/>
                    <a:pt x="65" y="441"/>
                    <a:pt x="63" y="442"/>
                  </a:cubicBezTo>
                  <a:cubicBezTo>
                    <a:pt x="61" y="443"/>
                    <a:pt x="60" y="443"/>
                    <a:pt x="59" y="443"/>
                  </a:cubicBezTo>
                  <a:cubicBezTo>
                    <a:pt x="59" y="444"/>
                    <a:pt x="59" y="445"/>
                    <a:pt x="58" y="445"/>
                  </a:cubicBezTo>
                  <a:cubicBezTo>
                    <a:pt x="57" y="447"/>
                    <a:pt x="56" y="449"/>
                    <a:pt x="55" y="450"/>
                  </a:cubicBezTo>
                  <a:cubicBezTo>
                    <a:pt x="53" y="452"/>
                    <a:pt x="52" y="454"/>
                    <a:pt x="50" y="455"/>
                  </a:cubicBezTo>
                  <a:cubicBezTo>
                    <a:pt x="47" y="458"/>
                    <a:pt x="43" y="461"/>
                    <a:pt x="41" y="465"/>
                  </a:cubicBezTo>
                  <a:cubicBezTo>
                    <a:pt x="41" y="465"/>
                    <a:pt x="40" y="465"/>
                    <a:pt x="40" y="466"/>
                  </a:cubicBezTo>
                  <a:cubicBezTo>
                    <a:pt x="39" y="468"/>
                    <a:pt x="39" y="469"/>
                    <a:pt x="38" y="470"/>
                  </a:cubicBezTo>
                  <a:cubicBezTo>
                    <a:pt x="37" y="470"/>
                    <a:pt x="35" y="470"/>
                    <a:pt x="34" y="470"/>
                  </a:cubicBezTo>
                  <a:cubicBezTo>
                    <a:pt x="34" y="470"/>
                    <a:pt x="33" y="470"/>
                    <a:pt x="33" y="470"/>
                  </a:cubicBezTo>
                  <a:cubicBezTo>
                    <a:pt x="33" y="470"/>
                    <a:pt x="32" y="470"/>
                    <a:pt x="32" y="470"/>
                  </a:cubicBezTo>
                  <a:cubicBezTo>
                    <a:pt x="33" y="471"/>
                    <a:pt x="33" y="471"/>
                    <a:pt x="33" y="472"/>
                  </a:cubicBezTo>
                  <a:cubicBezTo>
                    <a:pt x="33" y="475"/>
                    <a:pt x="31" y="476"/>
                    <a:pt x="31" y="478"/>
                  </a:cubicBezTo>
                  <a:cubicBezTo>
                    <a:pt x="31" y="478"/>
                    <a:pt x="31" y="478"/>
                    <a:pt x="31" y="478"/>
                  </a:cubicBezTo>
                  <a:cubicBezTo>
                    <a:pt x="33" y="479"/>
                    <a:pt x="35" y="482"/>
                    <a:pt x="35" y="487"/>
                  </a:cubicBezTo>
                  <a:cubicBezTo>
                    <a:pt x="34" y="489"/>
                    <a:pt x="33" y="490"/>
                    <a:pt x="32" y="492"/>
                  </a:cubicBezTo>
                  <a:cubicBezTo>
                    <a:pt x="32" y="493"/>
                    <a:pt x="31" y="493"/>
                    <a:pt x="31" y="494"/>
                  </a:cubicBezTo>
                  <a:cubicBezTo>
                    <a:pt x="31" y="495"/>
                    <a:pt x="31" y="495"/>
                    <a:pt x="31" y="495"/>
                  </a:cubicBezTo>
                  <a:cubicBezTo>
                    <a:pt x="31" y="498"/>
                    <a:pt x="30" y="501"/>
                    <a:pt x="30" y="505"/>
                  </a:cubicBezTo>
                  <a:cubicBezTo>
                    <a:pt x="30" y="511"/>
                    <a:pt x="27" y="515"/>
                    <a:pt x="25" y="519"/>
                  </a:cubicBezTo>
                  <a:cubicBezTo>
                    <a:pt x="24" y="520"/>
                    <a:pt x="23" y="522"/>
                    <a:pt x="23" y="523"/>
                  </a:cubicBezTo>
                  <a:cubicBezTo>
                    <a:pt x="22" y="525"/>
                    <a:pt x="21" y="526"/>
                    <a:pt x="20" y="527"/>
                  </a:cubicBezTo>
                  <a:cubicBezTo>
                    <a:pt x="20" y="528"/>
                    <a:pt x="19" y="529"/>
                    <a:pt x="19" y="530"/>
                  </a:cubicBezTo>
                  <a:cubicBezTo>
                    <a:pt x="18" y="531"/>
                    <a:pt x="18" y="531"/>
                    <a:pt x="18" y="532"/>
                  </a:cubicBezTo>
                  <a:cubicBezTo>
                    <a:pt x="17" y="532"/>
                    <a:pt x="17" y="533"/>
                    <a:pt x="17" y="534"/>
                  </a:cubicBezTo>
                  <a:cubicBezTo>
                    <a:pt x="17" y="534"/>
                    <a:pt x="17" y="536"/>
                    <a:pt x="16" y="538"/>
                  </a:cubicBezTo>
                  <a:cubicBezTo>
                    <a:pt x="15" y="538"/>
                    <a:pt x="15" y="539"/>
                    <a:pt x="14" y="539"/>
                  </a:cubicBezTo>
                  <a:cubicBezTo>
                    <a:pt x="14" y="540"/>
                    <a:pt x="14" y="540"/>
                    <a:pt x="14" y="540"/>
                  </a:cubicBezTo>
                  <a:cubicBezTo>
                    <a:pt x="14" y="540"/>
                    <a:pt x="14" y="541"/>
                    <a:pt x="14" y="541"/>
                  </a:cubicBezTo>
                  <a:cubicBezTo>
                    <a:pt x="14" y="543"/>
                    <a:pt x="13" y="544"/>
                    <a:pt x="13" y="545"/>
                  </a:cubicBezTo>
                  <a:cubicBezTo>
                    <a:pt x="13" y="546"/>
                    <a:pt x="12" y="546"/>
                    <a:pt x="12" y="546"/>
                  </a:cubicBezTo>
                  <a:cubicBezTo>
                    <a:pt x="12" y="547"/>
                    <a:pt x="13" y="548"/>
                    <a:pt x="12" y="549"/>
                  </a:cubicBezTo>
                  <a:cubicBezTo>
                    <a:pt x="13" y="550"/>
                    <a:pt x="14" y="550"/>
                    <a:pt x="14" y="551"/>
                  </a:cubicBezTo>
                  <a:cubicBezTo>
                    <a:pt x="20" y="551"/>
                    <a:pt x="29" y="554"/>
                    <a:pt x="30" y="554"/>
                  </a:cubicBezTo>
                  <a:cubicBezTo>
                    <a:pt x="32" y="555"/>
                    <a:pt x="34" y="557"/>
                    <a:pt x="33" y="559"/>
                  </a:cubicBezTo>
                  <a:cubicBezTo>
                    <a:pt x="33" y="561"/>
                    <a:pt x="34" y="565"/>
                    <a:pt x="35" y="567"/>
                  </a:cubicBezTo>
                  <a:cubicBezTo>
                    <a:pt x="35" y="568"/>
                    <a:pt x="36" y="568"/>
                    <a:pt x="36" y="569"/>
                  </a:cubicBezTo>
                  <a:cubicBezTo>
                    <a:pt x="37" y="571"/>
                    <a:pt x="39" y="573"/>
                    <a:pt x="39" y="577"/>
                  </a:cubicBezTo>
                  <a:cubicBezTo>
                    <a:pt x="39" y="578"/>
                    <a:pt x="39" y="578"/>
                    <a:pt x="39" y="579"/>
                  </a:cubicBezTo>
                  <a:cubicBezTo>
                    <a:pt x="40" y="580"/>
                    <a:pt x="44" y="582"/>
                    <a:pt x="45" y="582"/>
                  </a:cubicBezTo>
                  <a:cubicBezTo>
                    <a:pt x="46" y="582"/>
                    <a:pt x="46" y="582"/>
                    <a:pt x="46" y="582"/>
                  </a:cubicBezTo>
                  <a:cubicBezTo>
                    <a:pt x="47" y="582"/>
                    <a:pt x="48" y="582"/>
                    <a:pt x="50" y="583"/>
                  </a:cubicBezTo>
                  <a:cubicBezTo>
                    <a:pt x="51" y="581"/>
                    <a:pt x="53" y="581"/>
                    <a:pt x="55" y="581"/>
                  </a:cubicBezTo>
                  <a:cubicBezTo>
                    <a:pt x="57" y="581"/>
                    <a:pt x="59" y="583"/>
                    <a:pt x="59" y="586"/>
                  </a:cubicBezTo>
                  <a:cubicBezTo>
                    <a:pt x="59" y="586"/>
                    <a:pt x="59" y="586"/>
                    <a:pt x="59" y="586"/>
                  </a:cubicBezTo>
                  <a:cubicBezTo>
                    <a:pt x="65" y="581"/>
                    <a:pt x="69" y="581"/>
                    <a:pt x="72" y="584"/>
                  </a:cubicBezTo>
                  <a:cubicBezTo>
                    <a:pt x="75" y="588"/>
                    <a:pt x="74" y="595"/>
                    <a:pt x="73" y="600"/>
                  </a:cubicBezTo>
                  <a:cubicBezTo>
                    <a:pt x="73" y="601"/>
                    <a:pt x="72" y="601"/>
                    <a:pt x="72" y="601"/>
                  </a:cubicBezTo>
                  <a:cubicBezTo>
                    <a:pt x="73" y="602"/>
                    <a:pt x="74" y="603"/>
                    <a:pt x="74" y="604"/>
                  </a:cubicBezTo>
                  <a:cubicBezTo>
                    <a:pt x="75" y="605"/>
                    <a:pt x="76" y="607"/>
                    <a:pt x="77" y="608"/>
                  </a:cubicBezTo>
                  <a:cubicBezTo>
                    <a:pt x="78" y="608"/>
                    <a:pt x="78" y="608"/>
                    <a:pt x="78" y="608"/>
                  </a:cubicBezTo>
                  <a:cubicBezTo>
                    <a:pt x="80" y="607"/>
                    <a:pt x="83" y="606"/>
                    <a:pt x="86" y="607"/>
                  </a:cubicBezTo>
                  <a:cubicBezTo>
                    <a:pt x="88" y="608"/>
                    <a:pt x="89" y="610"/>
                    <a:pt x="89" y="612"/>
                  </a:cubicBezTo>
                  <a:cubicBezTo>
                    <a:pt x="89" y="614"/>
                    <a:pt x="87" y="616"/>
                    <a:pt x="85" y="616"/>
                  </a:cubicBezTo>
                  <a:cubicBezTo>
                    <a:pt x="83" y="616"/>
                    <a:pt x="81" y="617"/>
                    <a:pt x="80" y="618"/>
                  </a:cubicBezTo>
                  <a:cubicBezTo>
                    <a:pt x="80" y="618"/>
                    <a:pt x="81" y="618"/>
                    <a:pt x="81" y="618"/>
                  </a:cubicBezTo>
                  <a:cubicBezTo>
                    <a:pt x="83" y="619"/>
                    <a:pt x="85" y="620"/>
                    <a:pt x="87" y="622"/>
                  </a:cubicBezTo>
                  <a:cubicBezTo>
                    <a:pt x="88" y="623"/>
                    <a:pt x="89" y="624"/>
                    <a:pt x="90" y="626"/>
                  </a:cubicBezTo>
                  <a:cubicBezTo>
                    <a:pt x="90" y="627"/>
                    <a:pt x="91" y="629"/>
                    <a:pt x="92" y="630"/>
                  </a:cubicBezTo>
                  <a:cubicBezTo>
                    <a:pt x="94" y="630"/>
                    <a:pt x="95" y="631"/>
                    <a:pt x="96" y="633"/>
                  </a:cubicBezTo>
                  <a:cubicBezTo>
                    <a:pt x="97" y="634"/>
                    <a:pt x="96" y="636"/>
                    <a:pt x="95" y="637"/>
                  </a:cubicBezTo>
                  <a:cubicBezTo>
                    <a:pt x="95" y="638"/>
                    <a:pt x="96" y="638"/>
                    <a:pt x="96" y="639"/>
                  </a:cubicBezTo>
                  <a:cubicBezTo>
                    <a:pt x="96" y="640"/>
                    <a:pt x="96" y="640"/>
                    <a:pt x="97" y="641"/>
                  </a:cubicBezTo>
                  <a:cubicBezTo>
                    <a:pt x="99" y="647"/>
                    <a:pt x="97" y="651"/>
                    <a:pt x="95" y="654"/>
                  </a:cubicBezTo>
                  <a:cubicBezTo>
                    <a:pt x="95" y="655"/>
                    <a:pt x="94" y="657"/>
                    <a:pt x="94" y="659"/>
                  </a:cubicBezTo>
                  <a:cubicBezTo>
                    <a:pt x="93" y="660"/>
                    <a:pt x="93" y="662"/>
                    <a:pt x="93" y="663"/>
                  </a:cubicBezTo>
                  <a:cubicBezTo>
                    <a:pt x="93" y="665"/>
                    <a:pt x="93" y="667"/>
                    <a:pt x="92" y="669"/>
                  </a:cubicBezTo>
                  <a:cubicBezTo>
                    <a:pt x="92" y="671"/>
                    <a:pt x="92" y="673"/>
                    <a:pt x="91" y="675"/>
                  </a:cubicBezTo>
                  <a:cubicBezTo>
                    <a:pt x="90" y="678"/>
                    <a:pt x="89" y="682"/>
                    <a:pt x="89" y="685"/>
                  </a:cubicBezTo>
                  <a:cubicBezTo>
                    <a:pt x="89" y="688"/>
                    <a:pt x="89" y="688"/>
                    <a:pt x="89" y="688"/>
                  </a:cubicBezTo>
                  <a:cubicBezTo>
                    <a:pt x="89" y="695"/>
                    <a:pt x="89" y="697"/>
                    <a:pt x="94" y="699"/>
                  </a:cubicBezTo>
                  <a:cubicBezTo>
                    <a:pt x="97" y="700"/>
                    <a:pt x="100" y="700"/>
                    <a:pt x="103" y="700"/>
                  </a:cubicBezTo>
                  <a:cubicBezTo>
                    <a:pt x="110" y="700"/>
                    <a:pt x="110" y="700"/>
                    <a:pt x="110" y="700"/>
                  </a:cubicBezTo>
                  <a:cubicBezTo>
                    <a:pt x="118" y="700"/>
                    <a:pt x="125" y="700"/>
                    <a:pt x="133" y="700"/>
                  </a:cubicBezTo>
                  <a:cubicBezTo>
                    <a:pt x="169" y="700"/>
                    <a:pt x="169" y="700"/>
                    <a:pt x="169" y="700"/>
                  </a:cubicBezTo>
                  <a:cubicBezTo>
                    <a:pt x="169" y="700"/>
                    <a:pt x="170" y="700"/>
                    <a:pt x="171" y="700"/>
                  </a:cubicBezTo>
                  <a:cubicBezTo>
                    <a:pt x="172" y="701"/>
                    <a:pt x="172" y="701"/>
                    <a:pt x="173" y="701"/>
                  </a:cubicBezTo>
                  <a:cubicBezTo>
                    <a:pt x="173" y="700"/>
                    <a:pt x="173" y="700"/>
                    <a:pt x="173" y="700"/>
                  </a:cubicBezTo>
                  <a:cubicBezTo>
                    <a:pt x="175" y="692"/>
                    <a:pt x="186" y="691"/>
                    <a:pt x="187" y="691"/>
                  </a:cubicBezTo>
                  <a:cubicBezTo>
                    <a:pt x="188" y="691"/>
                    <a:pt x="189" y="691"/>
                    <a:pt x="190" y="691"/>
                  </a:cubicBezTo>
                  <a:cubicBezTo>
                    <a:pt x="193" y="690"/>
                    <a:pt x="196" y="690"/>
                    <a:pt x="198" y="690"/>
                  </a:cubicBezTo>
                  <a:cubicBezTo>
                    <a:pt x="199" y="691"/>
                    <a:pt x="201" y="691"/>
                    <a:pt x="202" y="692"/>
                  </a:cubicBezTo>
                  <a:cubicBezTo>
                    <a:pt x="202" y="692"/>
                    <a:pt x="202" y="692"/>
                    <a:pt x="203" y="693"/>
                  </a:cubicBezTo>
                  <a:cubicBezTo>
                    <a:pt x="205" y="693"/>
                    <a:pt x="210" y="693"/>
                    <a:pt x="214" y="693"/>
                  </a:cubicBezTo>
                  <a:cubicBezTo>
                    <a:pt x="218" y="693"/>
                    <a:pt x="221" y="693"/>
                    <a:pt x="224" y="693"/>
                  </a:cubicBezTo>
                  <a:cubicBezTo>
                    <a:pt x="226" y="693"/>
                    <a:pt x="229" y="693"/>
                    <a:pt x="231" y="693"/>
                  </a:cubicBezTo>
                  <a:cubicBezTo>
                    <a:pt x="231" y="693"/>
                    <a:pt x="232" y="693"/>
                    <a:pt x="232" y="692"/>
                  </a:cubicBezTo>
                  <a:cubicBezTo>
                    <a:pt x="234" y="692"/>
                    <a:pt x="236" y="691"/>
                    <a:pt x="238" y="691"/>
                  </a:cubicBezTo>
                  <a:cubicBezTo>
                    <a:pt x="238" y="691"/>
                    <a:pt x="239" y="691"/>
                    <a:pt x="240" y="691"/>
                  </a:cubicBezTo>
                  <a:cubicBezTo>
                    <a:pt x="241" y="692"/>
                    <a:pt x="242" y="692"/>
                    <a:pt x="242" y="692"/>
                  </a:cubicBezTo>
                  <a:cubicBezTo>
                    <a:pt x="243" y="692"/>
                    <a:pt x="244" y="692"/>
                    <a:pt x="245" y="692"/>
                  </a:cubicBezTo>
                  <a:cubicBezTo>
                    <a:pt x="248" y="692"/>
                    <a:pt x="251" y="693"/>
                    <a:pt x="254" y="694"/>
                  </a:cubicBezTo>
                  <a:cubicBezTo>
                    <a:pt x="257" y="695"/>
                    <a:pt x="259" y="696"/>
                    <a:pt x="262" y="696"/>
                  </a:cubicBezTo>
                  <a:cubicBezTo>
                    <a:pt x="263" y="695"/>
                    <a:pt x="265" y="695"/>
                    <a:pt x="266" y="695"/>
                  </a:cubicBezTo>
                  <a:cubicBezTo>
                    <a:pt x="268" y="695"/>
                    <a:pt x="269" y="695"/>
                    <a:pt x="270" y="695"/>
                  </a:cubicBezTo>
                  <a:cubicBezTo>
                    <a:pt x="272" y="695"/>
                    <a:pt x="272" y="695"/>
                    <a:pt x="272" y="695"/>
                  </a:cubicBezTo>
                  <a:cubicBezTo>
                    <a:pt x="275" y="695"/>
                    <a:pt x="278" y="696"/>
                    <a:pt x="280" y="696"/>
                  </a:cubicBezTo>
                  <a:cubicBezTo>
                    <a:pt x="281" y="695"/>
                    <a:pt x="281" y="695"/>
                    <a:pt x="282" y="695"/>
                  </a:cubicBezTo>
                  <a:cubicBezTo>
                    <a:pt x="284" y="694"/>
                    <a:pt x="287" y="692"/>
                    <a:pt x="291" y="694"/>
                  </a:cubicBezTo>
                  <a:cubicBezTo>
                    <a:pt x="291" y="694"/>
                    <a:pt x="292" y="694"/>
                    <a:pt x="292" y="694"/>
                  </a:cubicBezTo>
                  <a:cubicBezTo>
                    <a:pt x="295" y="695"/>
                    <a:pt x="298" y="695"/>
                    <a:pt x="300" y="698"/>
                  </a:cubicBezTo>
                  <a:cubicBezTo>
                    <a:pt x="300" y="699"/>
                    <a:pt x="301" y="700"/>
                    <a:pt x="301" y="701"/>
                  </a:cubicBezTo>
                  <a:cubicBezTo>
                    <a:pt x="301" y="701"/>
                    <a:pt x="302" y="701"/>
                    <a:pt x="303" y="701"/>
                  </a:cubicBezTo>
                  <a:cubicBezTo>
                    <a:pt x="304" y="701"/>
                    <a:pt x="305" y="701"/>
                    <a:pt x="306" y="701"/>
                  </a:cubicBezTo>
                  <a:cubicBezTo>
                    <a:pt x="310" y="701"/>
                    <a:pt x="310" y="701"/>
                    <a:pt x="310" y="701"/>
                  </a:cubicBezTo>
                  <a:cubicBezTo>
                    <a:pt x="313" y="701"/>
                    <a:pt x="316" y="701"/>
                    <a:pt x="318" y="701"/>
                  </a:cubicBezTo>
                  <a:cubicBezTo>
                    <a:pt x="326" y="701"/>
                    <a:pt x="334" y="701"/>
                    <a:pt x="342" y="701"/>
                  </a:cubicBezTo>
                  <a:cubicBezTo>
                    <a:pt x="347" y="701"/>
                    <a:pt x="347" y="701"/>
                    <a:pt x="347" y="701"/>
                  </a:cubicBezTo>
                  <a:cubicBezTo>
                    <a:pt x="349" y="701"/>
                    <a:pt x="350" y="701"/>
                    <a:pt x="352" y="701"/>
                  </a:cubicBezTo>
                  <a:cubicBezTo>
                    <a:pt x="353" y="701"/>
                    <a:pt x="355" y="701"/>
                    <a:pt x="356" y="701"/>
                  </a:cubicBezTo>
                  <a:cubicBezTo>
                    <a:pt x="357" y="701"/>
                    <a:pt x="359" y="700"/>
                    <a:pt x="360" y="700"/>
                  </a:cubicBezTo>
                  <a:cubicBezTo>
                    <a:pt x="363" y="700"/>
                    <a:pt x="365" y="701"/>
                    <a:pt x="366" y="702"/>
                  </a:cubicBezTo>
                  <a:cubicBezTo>
                    <a:pt x="367" y="702"/>
                    <a:pt x="367" y="702"/>
                    <a:pt x="367" y="702"/>
                  </a:cubicBezTo>
                  <a:cubicBezTo>
                    <a:pt x="367" y="702"/>
                    <a:pt x="368" y="702"/>
                    <a:pt x="368" y="702"/>
                  </a:cubicBezTo>
                  <a:cubicBezTo>
                    <a:pt x="369" y="701"/>
                    <a:pt x="370" y="701"/>
                    <a:pt x="370" y="700"/>
                  </a:cubicBezTo>
                  <a:cubicBezTo>
                    <a:pt x="371" y="700"/>
                    <a:pt x="372" y="699"/>
                    <a:pt x="374" y="699"/>
                  </a:cubicBezTo>
                  <a:cubicBezTo>
                    <a:pt x="376" y="699"/>
                    <a:pt x="378" y="700"/>
                    <a:pt x="379" y="701"/>
                  </a:cubicBezTo>
                  <a:cubicBezTo>
                    <a:pt x="380" y="702"/>
                    <a:pt x="380" y="702"/>
                    <a:pt x="380" y="702"/>
                  </a:cubicBezTo>
                  <a:cubicBezTo>
                    <a:pt x="380" y="702"/>
                    <a:pt x="381" y="703"/>
                    <a:pt x="381" y="703"/>
                  </a:cubicBezTo>
                  <a:cubicBezTo>
                    <a:pt x="381" y="703"/>
                    <a:pt x="381" y="703"/>
                    <a:pt x="382" y="703"/>
                  </a:cubicBezTo>
                  <a:cubicBezTo>
                    <a:pt x="383" y="703"/>
                    <a:pt x="384" y="703"/>
                    <a:pt x="385" y="704"/>
                  </a:cubicBezTo>
                  <a:cubicBezTo>
                    <a:pt x="386" y="705"/>
                    <a:pt x="387" y="706"/>
                    <a:pt x="387" y="706"/>
                  </a:cubicBezTo>
                  <a:cubicBezTo>
                    <a:pt x="388" y="706"/>
                    <a:pt x="389" y="705"/>
                    <a:pt x="391" y="705"/>
                  </a:cubicBezTo>
                  <a:cubicBezTo>
                    <a:pt x="393" y="705"/>
                    <a:pt x="395" y="706"/>
                    <a:pt x="395" y="706"/>
                  </a:cubicBezTo>
                  <a:cubicBezTo>
                    <a:pt x="396" y="707"/>
                    <a:pt x="397" y="708"/>
                    <a:pt x="397" y="709"/>
                  </a:cubicBezTo>
                  <a:cubicBezTo>
                    <a:pt x="400" y="709"/>
                    <a:pt x="402" y="710"/>
                    <a:pt x="403" y="711"/>
                  </a:cubicBezTo>
                  <a:cubicBezTo>
                    <a:pt x="403" y="711"/>
                    <a:pt x="403" y="712"/>
                    <a:pt x="404" y="712"/>
                  </a:cubicBezTo>
                  <a:cubicBezTo>
                    <a:pt x="404" y="712"/>
                    <a:pt x="404" y="711"/>
                    <a:pt x="404" y="711"/>
                  </a:cubicBezTo>
                  <a:cubicBezTo>
                    <a:pt x="406" y="710"/>
                    <a:pt x="411" y="708"/>
                    <a:pt x="415" y="709"/>
                  </a:cubicBezTo>
                  <a:cubicBezTo>
                    <a:pt x="417" y="710"/>
                    <a:pt x="418" y="712"/>
                    <a:pt x="420" y="714"/>
                  </a:cubicBezTo>
                  <a:cubicBezTo>
                    <a:pt x="420" y="714"/>
                    <a:pt x="421" y="715"/>
                    <a:pt x="421" y="715"/>
                  </a:cubicBezTo>
                  <a:cubicBezTo>
                    <a:pt x="421" y="715"/>
                    <a:pt x="421" y="715"/>
                    <a:pt x="421" y="715"/>
                  </a:cubicBezTo>
                  <a:cubicBezTo>
                    <a:pt x="422" y="715"/>
                    <a:pt x="423" y="715"/>
                    <a:pt x="423" y="715"/>
                  </a:cubicBezTo>
                  <a:cubicBezTo>
                    <a:pt x="427" y="713"/>
                    <a:pt x="430" y="713"/>
                    <a:pt x="434" y="714"/>
                  </a:cubicBezTo>
                  <a:cubicBezTo>
                    <a:pt x="435" y="714"/>
                    <a:pt x="437" y="715"/>
                    <a:pt x="438" y="715"/>
                  </a:cubicBezTo>
                  <a:cubicBezTo>
                    <a:pt x="442" y="716"/>
                    <a:pt x="446" y="717"/>
                    <a:pt x="451" y="720"/>
                  </a:cubicBezTo>
                  <a:cubicBezTo>
                    <a:pt x="451" y="721"/>
                    <a:pt x="451" y="721"/>
                    <a:pt x="452" y="721"/>
                  </a:cubicBezTo>
                  <a:cubicBezTo>
                    <a:pt x="452" y="721"/>
                    <a:pt x="453" y="722"/>
                    <a:pt x="454" y="723"/>
                  </a:cubicBezTo>
                  <a:cubicBezTo>
                    <a:pt x="455" y="723"/>
                    <a:pt x="455" y="724"/>
                    <a:pt x="456" y="72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221BF090-DD72-4587-839F-125EF8A57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138" y="2403475"/>
              <a:ext cx="534988" cy="830263"/>
            </a:xfrm>
            <a:custGeom>
              <a:avLst/>
              <a:gdLst>
                <a:gd name="T0" fmla="*/ 393 w 472"/>
                <a:gd name="T1" fmla="*/ 65 h 735"/>
                <a:gd name="T2" fmla="*/ 398 w 472"/>
                <a:gd name="T3" fmla="*/ 78 h 735"/>
                <a:gd name="T4" fmla="*/ 399 w 472"/>
                <a:gd name="T5" fmla="*/ 114 h 735"/>
                <a:gd name="T6" fmla="*/ 406 w 472"/>
                <a:gd name="T7" fmla="*/ 167 h 735"/>
                <a:gd name="T8" fmla="*/ 427 w 472"/>
                <a:gd name="T9" fmla="*/ 203 h 735"/>
                <a:gd name="T10" fmla="*/ 355 w 472"/>
                <a:gd name="T11" fmla="*/ 200 h 735"/>
                <a:gd name="T12" fmla="*/ 339 w 472"/>
                <a:gd name="T13" fmla="*/ 227 h 735"/>
                <a:gd name="T14" fmla="*/ 385 w 472"/>
                <a:gd name="T15" fmla="*/ 275 h 735"/>
                <a:gd name="T16" fmla="*/ 403 w 472"/>
                <a:gd name="T17" fmla="*/ 289 h 735"/>
                <a:gd name="T18" fmla="*/ 430 w 472"/>
                <a:gd name="T19" fmla="*/ 343 h 735"/>
                <a:gd name="T20" fmla="*/ 424 w 472"/>
                <a:gd name="T21" fmla="*/ 365 h 735"/>
                <a:gd name="T22" fmla="*/ 398 w 472"/>
                <a:gd name="T23" fmla="*/ 408 h 735"/>
                <a:gd name="T24" fmla="*/ 369 w 472"/>
                <a:gd name="T25" fmla="*/ 462 h 735"/>
                <a:gd name="T26" fmla="*/ 374 w 472"/>
                <a:gd name="T27" fmla="*/ 486 h 735"/>
                <a:gd name="T28" fmla="*/ 378 w 472"/>
                <a:gd name="T29" fmla="*/ 522 h 735"/>
                <a:gd name="T30" fmla="*/ 407 w 472"/>
                <a:gd name="T31" fmla="*/ 580 h 735"/>
                <a:gd name="T32" fmla="*/ 434 w 472"/>
                <a:gd name="T33" fmla="*/ 627 h 735"/>
                <a:gd name="T34" fmla="*/ 464 w 472"/>
                <a:gd name="T35" fmla="*/ 654 h 735"/>
                <a:gd name="T36" fmla="*/ 465 w 472"/>
                <a:gd name="T37" fmla="*/ 668 h 735"/>
                <a:gd name="T38" fmla="*/ 470 w 472"/>
                <a:gd name="T39" fmla="*/ 697 h 735"/>
                <a:gd name="T40" fmla="*/ 463 w 472"/>
                <a:gd name="T41" fmla="*/ 715 h 735"/>
                <a:gd name="T42" fmla="*/ 452 w 472"/>
                <a:gd name="T43" fmla="*/ 726 h 735"/>
                <a:gd name="T44" fmla="*/ 419 w 472"/>
                <a:gd name="T45" fmla="*/ 718 h 735"/>
                <a:gd name="T46" fmla="*/ 396 w 472"/>
                <a:gd name="T47" fmla="*/ 711 h 735"/>
                <a:gd name="T48" fmla="*/ 379 w 472"/>
                <a:gd name="T49" fmla="*/ 706 h 735"/>
                <a:gd name="T50" fmla="*/ 350 w 472"/>
                <a:gd name="T51" fmla="*/ 703 h 735"/>
                <a:gd name="T52" fmla="*/ 287 w 472"/>
                <a:gd name="T53" fmla="*/ 695 h 735"/>
                <a:gd name="T54" fmla="*/ 250 w 472"/>
                <a:gd name="T55" fmla="*/ 695 h 735"/>
                <a:gd name="T56" fmla="*/ 199 w 472"/>
                <a:gd name="T57" fmla="*/ 694 h 735"/>
                <a:gd name="T58" fmla="*/ 167 w 472"/>
                <a:gd name="T59" fmla="*/ 702 h 735"/>
                <a:gd name="T60" fmla="*/ 86 w 472"/>
                <a:gd name="T61" fmla="*/ 665 h 735"/>
                <a:gd name="T62" fmla="*/ 72 w 472"/>
                <a:gd name="T63" fmla="*/ 614 h 735"/>
                <a:gd name="T64" fmla="*/ 66 w 472"/>
                <a:gd name="T65" fmla="*/ 596 h 735"/>
                <a:gd name="T66" fmla="*/ 50 w 472"/>
                <a:gd name="T67" fmla="*/ 586 h 735"/>
                <a:gd name="T68" fmla="*/ 32 w 472"/>
                <a:gd name="T69" fmla="*/ 573 h 735"/>
                <a:gd name="T70" fmla="*/ 8 w 472"/>
                <a:gd name="T71" fmla="*/ 550 h 735"/>
                <a:gd name="T72" fmla="*/ 7 w 472"/>
                <a:gd name="T73" fmla="*/ 537 h 735"/>
                <a:gd name="T74" fmla="*/ 17 w 472"/>
                <a:gd name="T75" fmla="*/ 518 h 735"/>
                <a:gd name="T76" fmla="*/ 26 w 472"/>
                <a:gd name="T77" fmla="*/ 469 h 735"/>
                <a:gd name="T78" fmla="*/ 49 w 472"/>
                <a:gd name="T79" fmla="*/ 444 h 735"/>
                <a:gd name="T80" fmla="*/ 69 w 472"/>
                <a:gd name="T81" fmla="*/ 424 h 735"/>
                <a:gd name="T82" fmla="*/ 93 w 472"/>
                <a:gd name="T83" fmla="*/ 400 h 735"/>
                <a:gd name="T84" fmla="*/ 125 w 472"/>
                <a:gd name="T85" fmla="*/ 396 h 735"/>
                <a:gd name="T86" fmla="*/ 134 w 472"/>
                <a:gd name="T87" fmla="*/ 389 h 735"/>
                <a:gd name="T88" fmla="*/ 162 w 472"/>
                <a:gd name="T89" fmla="*/ 428 h 735"/>
                <a:gd name="T90" fmla="*/ 189 w 472"/>
                <a:gd name="T91" fmla="*/ 404 h 735"/>
                <a:gd name="T92" fmla="*/ 209 w 472"/>
                <a:gd name="T93" fmla="*/ 384 h 735"/>
                <a:gd name="T94" fmla="*/ 218 w 472"/>
                <a:gd name="T95" fmla="*/ 352 h 735"/>
                <a:gd name="T96" fmla="*/ 228 w 472"/>
                <a:gd name="T97" fmla="*/ 320 h 735"/>
                <a:gd name="T98" fmla="*/ 239 w 472"/>
                <a:gd name="T99" fmla="*/ 289 h 735"/>
                <a:gd name="T100" fmla="*/ 263 w 472"/>
                <a:gd name="T101" fmla="*/ 279 h 735"/>
                <a:gd name="T102" fmla="*/ 279 w 472"/>
                <a:gd name="T103" fmla="*/ 231 h 735"/>
                <a:gd name="T104" fmla="*/ 290 w 472"/>
                <a:gd name="T105" fmla="*/ 204 h 735"/>
                <a:gd name="T106" fmla="*/ 308 w 472"/>
                <a:gd name="T107" fmla="*/ 162 h 735"/>
                <a:gd name="T108" fmla="*/ 332 w 472"/>
                <a:gd name="T109" fmla="*/ 121 h 735"/>
                <a:gd name="T110" fmla="*/ 373 w 472"/>
                <a:gd name="T111" fmla="*/ 93 h 735"/>
                <a:gd name="T112" fmla="*/ 374 w 472"/>
                <a:gd name="T113" fmla="*/ 67 h 735"/>
                <a:gd name="T114" fmla="*/ 348 w 472"/>
                <a:gd name="T115" fmla="*/ 49 h 735"/>
                <a:gd name="T116" fmla="*/ 351 w 472"/>
                <a:gd name="T117" fmla="*/ 2 h 735"/>
                <a:gd name="T118" fmla="*/ 371 w 472"/>
                <a:gd name="T119" fmla="*/ 23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72" h="735">
                  <a:moveTo>
                    <a:pt x="384" y="30"/>
                  </a:moveTo>
                  <a:cubicBezTo>
                    <a:pt x="389" y="33"/>
                    <a:pt x="386" y="38"/>
                    <a:pt x="386" y="41"/>
                  </a:cubicBezTo>
                  <a:cubicBezTo>
                    <a:pt x="387" y="43"/>
                    <a:pt x="389" y="46"/>
                    <a:pt x="390" y="49"/>
                  </a:cubicBezTo>
                  <a:cubicBezTo>
                    <a:pt x="390" y="53"/>
                    <a:pt x="389" y="57"/>
                    <a:pt x="390" y="60"/>
                  </a:cubicBezTo>
                  <a:cubicBezTo>
                    <a:pt x="390" y="61"/>
                    <a:pt x="391" y="64"/>
                    <a:pt x="393" y="65"/>
                  </a:cubicBezTo>
                  <a:cubicBezTo>
                    <a:pt x="394" y="65"/>
                    <a:pt x="395" y="64"/>
                    <a:pt x="396" y="64"/>
                  </a:cubicBezTo>
                  <a:cubicBezTo>
                    <a:pt x="399" y="65"/>
                    <a:pt x="399" y="69"/>
                    <a:pt x="399" y="71"/>
                  </a:cubicBezTo>
                  <a:cubicBezTo>
                    <a:pt x="399" y="71"/>
                    <a:pt x="400" y="71"/>
                    <a:pt x="400" y="72"/>
                  </a:cubicBezTo>
                  <a:cubicBezTo>
                    <a:pt x="400" y="73"/>
                    <a:pt x="399" y="73"/>
                    <a:pt x="399" y="73"/>
                  </a:cubicBezTo>
                  <a:cubicBezTo>
                    <a:pt x="399" y="75"/>
                    <a:pt x="398" y="77"/>
                    <a:pt x="398" y="78"/>
                  </a:cubicBezTo>
                  <a:cubicBezTo>
                    <a:pt x="399" y="82"/>
                    <a:pt x="402" y="81"/>
                    <a:pt x="402" y="84"/>
                  </a:cubicBezTo>
                  <a:cubicBezTo>
                    <a:pt x="402" y="87"/>
                    <a:pt x="400" y="88"/>
                    <a:pt x="400" y="91"/>
                  </a:cubicBezTo>
                  <a:cubicBezTo>
                    <a:pt x="399" y="94"/>
                    <a:pt x="402" y="97"/>
                    <a:pt x="403" y="99"/>
                  </a:cubicBezTo>
                  <a:cubicBezTo>
                    <a:pt x="404" y="102"/>
                    <a:pt x="403" y="102"/>
                    <a:pt x="402" y="105"/>
                  </a:cubicBezTo>
                  <a:cubicBezTo>
                    <a:pt x="400" y="108"/>
                    <a:pt x="399" y="110"/>
                    <a:pt x="399" y="114"/>
                  </a:cubicBezTo>
                  <a:cubicBezTo>
                    <a:pt x="399" y="117"/>
                    <a:pt x="397" y="119"/>
                    <a:pt x="397" y="122"/>
                  </a:cubicBezTo>
                  <a:cubicBezTo>
                    <a:pt x="396" y="126"/>
                    <a:pt x="398" y="131"/>
                    <a:pt x="398" y="135"/>
                  </a:cubicBezTo>
                  <a:cubicBezTo>
                    <a:pt x="398" y="139"/>
                    <a:pt x="400" y="141"/>
                    <a:pt x="400" y="145"/>
                  </a:cubicBezTo>
                  <a:cubicBezTo>
                    <a:pt x="400" y="150"/>
                    <a:pt x="403" y="154"/>
                    <a:pt x="404" y="158"/>
                  </a:cubicBezTo>
                  <a:cubicBezTo>
                    <a:pt x="405" y="161"/>
                    <a:pt x="402" y="166"/>
                    <a:pt x="406" y="167"/>
                  </a:cubicBezTo>
                  <a:cubicBezTo>
                    <a:pt x="410" y="168"/>
                    <a:pt x="412" y="172"/>
                    <a:pt x="413" y="176"/>
                  </a:cubicBezTo>
                  <a:cubicBezTo>
                    <a:pt x="415" y="180"/>
                    <a:pt x="416" y="181"/>
                    <a:pt x="420" y="185"/>
                  </a:cubicBezTo>
                  <a:cubicBezTo>
                    <a:pt x="421" y="187"/>
                    <a:pt x="423" y="189"/>
                    <a:pt x="425" y="191"/>
                  </a:cubicBezTo>
                  <a:cubicBezTo>
                    <a:pt x="426" y="192"/>
                    <a:pt x="437" y="198"/>
                    <a:pt x="437" y="200"/>
                  </a:cubicBezTo>
                  <a:cubicBezTo>
                    <a:pt x="437" y="201"/>
                    <a:pt x="428" y="202"/>
                    <a:pt x="427" y="203"/>
                  </a:cubicBezTo>
                  <a:cubicBezTo>
                    <a:pt x="421" y="204"/>
                    <a:pt x="417" y="201"/>
                    <a:pt x="411" y="200"/>
                  </a:cubicBezTo>
                  <a:cubicBezTo>
                    <a:pt x="406" y="199"/>
                    <a:pt x="403" y="203"/>
                    <a:pt x="398" y="203"/>
                  </a:cubicBezTo>
                  <a:cubicBezTo>
                    <a:pt x="396" y="202"/>
                    <a:pt x="393" y="201"/>
                    <a:pt x="390" y="202"/>
                  </a:cubicBezTo>
                  <a:cubicBezTo>
                    <a:pt x="386" y="203"/>
                    <a:pt x="383" y="204"/>
                    <a:pt x="379" y="203"/>
                  </a:cubicBezTo>
                  <a:cubicBezTo>
                    <a:pt x="371" y="201"/>
                    <a:pt x="364" y="199"/>
                    <a:pt x="355" y="200"/>
                  </a:cubicBezTo>
                  <a:cubicBezTo>
                    <a:pt x="349" y="200"/>
                    <a:pt x="348" y="200"/>
                    <a:pt x="346" y="205"/>
                  </a:cubicBezTo>
                  <a:cubicBezTo>
                    <a:pt x="345" y="207"/>
                    <a:pt x="345" y="208"/>
                    <a:pt x="344" y="209"/>
                  </a:cubicBezTo>
                  <a:cubicBezTo>
                    <a:pt x="341" y="213"/>
                    <a:pt x="335" y="216"/>
                    <a:pt x="334" y="221"/>
                  </a:cubicBezTo>
                  <a:cubicBezTo>
                    <a:pt x="334" y="223"/>
                    <a:pt x="334" y="222"/>
                    <a:pt x="336" y="224"/>
                  </a:cubicBezTo>
                  <a:cubicBezTo>
                    <a:pt x="337" y="225"/>
                    <a:pt x="338" y="226"/>
                    <a:pt x="339" y="227"/>
                  </a:cubicBezTo>
                  <a:cubicBezTo>
                    <a:pt x="345" y="234"/>
                    <a:pt x="350" y="240"/>
                    <a:pt x="355" y="247"/>
                  </a:cubicBezTo>
                  <a:cubicBezTo>
                    <a:pt x="357" y="248"/>
                    <a:pt x="356" y="249"/>
                    <a:pt x="357" y="251"/>
                  </a:cubicBezTo>
                  <a:cubicBezTo>
                    <a:pt x="359" y="254"/>
                    <a:pt x="363" y="256"/>
                    <a:pt x="365" y="259"/>
                  </a:cubicBezTo>
                  <a:cubicBezTo>
                    <a:pt x="370" y="263"/>
                    <a:pt x="375" y="267"/>
                    <a:pt x="380" y="271"/>
                  </a:cubicBezTo>
                  <a:cubicBezTo>
                    <a:pt x="382" y="272"/>
                    <a:pt x="383" y="274"/>
                    <a:pt x="385" y="275"/>
                  </a:cubicBezTo>
                  <a:cubicBezTo>
                    <a:pt x="386" y="276"/>
                    <a:pt x="388" y="275"/>
                    <a:pt x="389" y="276"/>
                  </a:cubicBezTo>
                  <a:cubicBezTo>
                    <a:pt x="391" y="277"/>
                    <a:pt x="392" y="279"/>
                    <a:pt x="393" y="280"/>
                  </a:cubicBezTo>
                  <a:cubicBezTo>
                    <a:pt x="395" y="281"/>
                    <a:pt x="394" y="283"/>
                    <a:pt x="395" y="284"/>
                  </a:cubicBezTo>
                  <a:cubicBezTo>
                    <a:pt x="396" y="285"/>
                    <a:pt x="398" y="284"/>
                    <a:pt x="399" y="285"/>
                  </a:cubicBezTo>
                  <a:cubicBezTo>
                    <a:pt x="401" y="286"/>
                    <a:pt x="402" y="287"/>
                    <a:pt x="403" y="289"/>
                  </a:cubicBezTo>
                  <a:cubicBezTo>
                    <a:pt x="404" y="293"/>
                    <a:pt x="408" y="295"/>
                    <a:pt x="410" y="299"/>
                  </a:cubicBezTo>
                  <a:cubicBezTo>
                    <a:pt x="412" y="304"/>
                    <a:pt x="413" y="309"/>
                    <a:pt x="416" y="314"/>
                  </a:cubicBezTo>
                  <a:cubicBezTo>
                    <a:pt x="417" y="316"/>
                    <a:pt x="419" y="318"/>
                    <a:pt x="419" y="321"/>
                  </a:cubicBezTo>
                  <a:cubicBezTo>
                    <a:pt x="421" y="327"/>
                    <a:pt x="423" y="333"/>
                    <a:pt x="425" y="339"/>
                  </a:cubicBezTo>
                  <a:cubicBezTo>
                    <a:pt x="426" y="342"/>
                    <a:pt x="428" y="342"/>
                    <a:pt x="430" y="343"/>
                  </a:cubicBezTo>
                  <a:cubicBezTo>
                    <a:pt x="432" y="345"/>
                    <a:pt x="431" y="343"/>
                    <a:pt x="432" y="346"/>
                  </a:cubicBezTo>
                  <a:cubicBezTo>
                    <a:pt x="432" y="348"/>
                    <a:pt x="432" y="350"/>
                    <a:pt x="431" y="352"/>
                  </a:cubicBezTo>
                  <a:cubicBezTo>
                    <a:pt x="430" y="355"/>
                    <a:pt x="428" y="357"/>
                    <a:pt x="426" y="359"/>
                  </a:cubicBezTo>
                  <a:cubicBezTo>
                    <a:pt x="425" y="361"/>
                    <a:pt x="424" y="362"/>
                    <a:pt x="423" y="364"/>
                  </a:cubicBezTo>
                  <a:cubicBezTo>
                    <a:pt x="423" y="365"/>
                    <a:pt x="424" y="365"/>
                    <a:pt x="424" y="365"/>
                  </a:cubicBezTo>
                  <a:cubicBezTo>
                    <a:pt x="423" y="368"/>
                    <a:pt x="419" y="370"/>
                    <a:pt x="416" y="372"/>
                  </a:cubicBezTo>
                  <a:cubicBezTo>
                    <a:pt x="413" y="375"/>
                    <a:pt x="410" y="377"/>
                    <a:pt x="409" y="382"/>
                  </a:cubicBezTo>
                  <a:cubicBezTo>
                    <a:pt x="409" y="383"/>
                    <a:pt x="410" y="385"/>
                    <a:pt x="409" y="386"/>
                  </a:cubicBezTo>
                  <a:cubicBezTo>
                    <a:pt x="408" y="388"/>
                    <a:pt x="407" y="388"/>
                    <a:pt x="406" y="390"/>
                  </a:cubicBezTo>
                  <a:cubicBezTo>
                    <a:pt x="403" y="396"/>
                    <a:pt x="403" y="403"/>
                    <a:pt x="398" y="408"/>
                  </a:cubicBezTo>
                  <a:cubicBezTo>
                    <a:pt x="389" y="415"/>
                    <a:pt x="389" y="426"/>
                    <a:pt x="384" y="435"/>
                  </a:cubicBezTo>
                  <a:cubicBezTo>
                    <a:pt x="381" y="442"/>
                    <a:pt x="370" y="441"/>
                    <a:pt x="367" y="447"/>
                  </a:cubicBezTo>
                  <a:cubicBezTo>
                    <a:pt x="366" y="450"/>
                    <a:pt x="363" y="449"/>
                    <a:pt x="362" y="452"/>
                  </a:cubicBezTo>
                  <a:cubicBezTo>
                    <a:pt x="362" y="455"/>
                    <a:pt x="364" y="459"/>
                    <a:pt x="366" y="461"/>
                  </a:cubicBezTo>
                  <a:cubicBezTo>
                    <a:pt x="367" y="462"/>
                    <a:pt x="367" y="462"/>
                    <a:pt x="369" y="462"/>
                  </a:cubicBezTo>
                  <a:cubicBezTo>
                    <a:pt x="369" y="462"/>
                    <a:pt x="372" y="461"/>
                    <a:pt x="372" y="461"/>
                  </a:cubicBezTo>
                  <a:cubicBezTo>
                    <a:pt x="375" y="461"/>
                    <a:pt x="374" y="466"/>
                    <a:pt x="374" y="468"/>
                  </a:cubicBezTo>
                  <a:cubicBezTo>
                    <a:pt x="375" y="471"/>
                    <a:pt x="374" y="474"/>
                    <a:pt x="374" y="477"/>
                  </a:cubicBezTo>
                  <a:cubicBezTo>
                    <a:pt x="373" y="479"/>
                    <a:pt x="372" y="480"/>
                    <a:pt x="372" y="481"/>
                  </a:cubicBezTo>
                  <a:cubicBezTo>
                    <a:pt x="372" y="483"/>
                    <a:pt x="374" y="484"/>
                    <a:pt x="374" y="486"/>
                  </a:cubicBezTo>
                  <a:cubicBezTo>
                    <a:pt x="374" y="488"/>
                    <a:pt x="373" y="492"/>
                    <a:pt x="373" y="494"/>
                  </a:cubicBezTo>
                  <a:cubicBezTo>
                    <a:pt x="372" y="496"/>
                    <a:pt x="368" y="499"/>
                    <a:pt x="369" y="502"/>
                  </a:cubicBezTo>
                  <a:cubicBezTo>
                    <a:pt x="370" y="505"/>
                    <a:pt x="374" y="505"/>
                    <a:pt x="376" y="506"/>
                  </a:cubicBezTo>
                  <a:cubicBezTo>
                    <a:pt x="378" y="509"/>
                    <a:pt x="378" y="512"/>
                    <a:pt x="378" y="514"/>
                  </a:cubicBezTo>
                  <a:cubicBezTo>
                    <a:pt x="378" y="517"/>
                    <a:pt x="378" y="519"/>
                    <a:pt x="378" y="522"/>
                  </a:cubicBezTo>
                  <a:cubicBezTo>
                    <a:pt x="379" y="525"/>
                    <a:pt x="380" y="529"/>
                    <a:pt x="380" y="532"/>
                  </a:cubicBezTo>
                  <a:cubicBezTo>
                    <a:pt x="380" y="540"/>
                    <a:pt x="380" y="545"/>
                    <a:pt x="387" y="551"/>
                  </a:cubicBezTo>
                  <a:cubicBezTo>
                    <a:pt x="393" y="556"/>
                    <a:pt x="401" y="559"/>
                    <a:pt x="403" y="567"/>
                  </a:cubicBezTo>
                  <a:cubicBezTo>
                    <a:pt x="404" y="570"/>
                    <a:pt x="403" y="573"/>
                    <a:pt x="404" y="577"/>
                  </a:cubicBezTo>
                  <a:cubicBezTo>
                    <a:pt x="405" y="578"/>
                    <a:pt x="406" y="579"/>
                    <a:pt x="407" y="580"/>
                  </a:cubicBezTo>
                  <a:cubicBezTo>
                    <a:pt x="408" y="582"/>
                    <a:pt x="409" y="580"/>
                    <a:pt x="407" y="582"/>
                  </a:cubicBezTo>
                  <a:cubicBezTo>
                    <a:pt x="406" y="584"/>
                    <a:pt x="401" y="582"/>
                    <a:pt x="400" y="583"/>
                  </a:cubicBezTo>
                  <a:cubicBezTo>
                    <a:pt x="399" y="585"/>
                    <a:pt x="403" y="592"/>
                    <a:pt x="405" y="594"/>
                  </a:cubicBezTo>
                  <a:cubicBezTo>
                    <a:pt x="409" y="599"/>
                    <a:pt x="412" y="604"/>
                    <a:pt x="416" y="608"/>
                  </a:cubicBezTo>
                  <a:cubicBezTo>
                    <a:pt x="422" y="615"/>
                    <a:pt x="428" y="621"/>
                    <a:pt x="434" y="627"/>
                  </a:cubicBezTo>
                  <a:cubicBezTo>
                    <a:pt x="437" y="631"/>
                    <a:pt x="442" y="640"/>
                    <a:pt x="448" y="642"/>
                  </a:cubicBezTo>
                  <a:cubicBezTo>
                    <a:pt x="450" y="643"/>
                    <a:pt x="452" y="641"/>
                    <a:pt x="455" y="643"/>
                  </a:cubicBezTo>
                  <a:cubicBezTo>
                    <a:pt x="457" y="645"/>
                    <a:pt x="456" y="648"/>
                    <a:pt x="458" y="650"/>
                  </a:cubicBezTo>
                  <a:cubicBezTo>
                    <a:pt x="458" y="650"/>
                    <a:pt x="460" y="650"/>
                    <a:pt x="461" y="650"/>
                  </a:cubicBezTo>
                  <a:cubicBezTo>
                    <a:pt x="462" y="651"/>
                    <a:pt x="463" y="653"/>
                    <a:pt x="464" y="654"/>
                  </a:cubicBezTo>
                  <a:cubicBezTo>
                    <a:pt x="464" y="655"/>
                    <a:pt x="465" y="658"/>
                    <a:pt x="465" y="658"/>
                  </a:cubicBezTo>
                  <a:cubicBezTo>
                    <a:pt x="465" y="660"/>
                    <a:pt x="463" y="660"/>
                    <a:pt x="463" y="661"/>
                  </a:cubicBezTo>
                  <a:cubicBezTo>
                    <a:pt x="462" y="663"/>
                    <a:pt x="463" y="664"/>
                    <a:pt x="463" y="665"/>
                  </a:cubicBezTo>
                  <a:cubicBezTo>
                    <a:pt x="463" y="666"/>
                    <a:pt x="463" y="667"/>
                    <a:pt x="463" y="668"/>
                  </a:cubicBezTo>
                  <a:cubicBezTo>
                    <a:pt x="463" y="668"/>
                    <a:pt x="465" y="667"/>
                    <a:pt x="465" y="668"/>
                  </a:cubicBezTo>
                  <a:cubicBezTo>
                    <a:pt x="465" y="669"/>
                    <a:pt x="464" y="671"/>
                    <a:pt x="464" y="673"/>
                  </a:cubicBezTo>
                  <a:cubicBezTo>
                    <a:pt x="464" y="674"/>
                    <a:pt x="465" y="676"/>
                    <a:pt x="464" y="677"/>
                  </a:cubicBezTo>
                  <a:cubicBezTo>
                    <a:pt x="464" y="680"/>
                    <a:pt x="464" y="683"/>
                    <a:pt x="465" y="686"/>
                  </a:cubicBezTo>
                  <a:cubicBezTo>
                    <a:pt x="465" y="689"/>
                    <a:pt x="467" y="691"/>
                    <a:pt x="468" y="694"/>
                  </a:cubicBezTo>
                  <a:cubicBezTo>
                    <a:pt x="469" y="695"/>
                    <a:pt x="469" y="696"/>
                    <a:pt x="470" y="697"/>
                  </a:cubicBezTo>
                  <a:cubicBezTo>
                    <a:pt x="470" y="699"/>
                    <a:pt x="472" y="698"/>
                    <a:pt x="470" y="700"/>
                  </a:cubicBezTo>
                  <a:cubicBezTo>
                    <a:pt x="469" y="701"/>
                    <a:pt x="468" y="700"/>
                    <a:pt x="467" y="700"/>
                  </a:cubicBezTo>
                  <a:cubicBezTo>
                    <a:pt x="465" y="701"/>
                    <a:pt x="465" y="700"/>
                    <a:pt x="464" y="702"/>
                  </a:cubicBezTo>
                  <a:cubicBezTo>
                    <a:pt x="463" y="704"/>
                    <a:pt x="464" y="705"/>
                    <a:pt x="463" y="707"/>
                  </a:cubicBezTo>
                  <a:cubicBezTo>
                    <a:pt x="462" y="709"/>
                    <a:pt x="462" y="713"/>
                    <a:pt x="463" y="715"/>
                  </a:cubicBezTo>
                  <a:cubicBezTo>
                    <a:pt x="464" y="718"/>
                    <a:pt x="470" y="728"/>
                    <a:pt x="467" y="731"/>
                  </a:cubicBezTo>
                  <a:cubicBezTo>
                    <a:pt x="468" y="730"/>
                    <a:pt x="464" y="732"/>
                    <a:pt x="464" y="732"/>
                  </a:cubicBezTo>
                  <a:cubicBezTo>
                    <a:pt x="463" y="733"/>
                    <a:pt x="464" y="735"/>
                    <a:pt x="462" y="734"/>
                  </a:cubicBezTo>
                  <a:cubicBezTo>
                    <a:pt x="459" y="733"/>
                    <a:pt x="460" y="729"/>
                    <a:pt x="459" y="727"/>
                  </a:cubicBezTo>
                  <a:cubicBezTo>
                    <a:pt x="457" y="726"/>
                    <a:pt x="453" y="727"/>
                    <a:pt x="452" y="726"/>
                  </a:cubicBezTo>
                  <a:cubicBezTo>
                    <a:pt x="451" y="726"/>
                    <a:pt x="450" y="724"/>
                    <a:pt x="449" y="723"/>
                  </a:cubicBezTo>
                  <a:cubicBezTo>
                    <a:pt x="448" y="722"/>
                    <a:pt x="447" y="722"/>
                    <a:pt x="446" y="721"/>
                  </a:cubicBezTo>
                  <a:cubicBezTo>
                    <a:pt x="441" y="717"/>
                    <a:pt x="437" y="717"/>
                    <a:pt x="431" y="715"/>
                  </a:cubicBezTo>
                  <a:cubicBezTo>
                    <a:pt x="428" y="715"/>
                    <a:pt x="426" y="715"/>
                    <a:pt x="423" y="716"/>
                  </a:cubicBezTo>
                  <a:cubicBezTo>
                    <a:pt x="422" y="716"/>
                    <a:pt x="420" y="718"/>
                    <a:pt x="419" y="718"/>
                  </a:cubicBezTo>
                  <a:cubicBezTo>
                    <a:pt x="416" y="718"/>
                    <a:pt x="416" y="716"/>
                    <a:pt x="416" y="715"/>
                  </a:cubicBezTo>
                  <a:cubicBezTo>
                    <a:pt x="415" y="714"/>
                    <a:pt x="412" y="711"/>
                    <a:pt x="411" y="711"/>
                  </a:cubicBezTo>
                  <a:cubicBezTo>
                    <a:pt x="409" y="710"/>
                    <a:pt x="406" y="711"/>
                    <a:pt x="405" y="712"/>
                  </a:cubicBezTo>
                  <a:cubicBezTo>
                    <a:pt x="402" y="714"/>
                    <a:pt x="402" y="714"/>
                    <a:pt x="399" y="712"/>
                  </a:cubicBezTo>
                  <a:cubicBezTo>
                    <a:pt x="398" y="712"/>
                    <a:pt x="397" y="711"/>
                    <a:pt x="396" y="711"/>
                  </a:cubicBezTo>
                  <a:cubicBezTo>
                    <a:pt x="395" y="711"/>
                    <a:pt x="393" y="714"/>
                    <a:pt x="392" y="713"/>
                  </a:cubicBezTo>
                  <a:cubicBezTo>
                    <a:pt x="390" y="712"/>
                    <a:pt x="392" y="709"/>
                    <a:pt x="390" y="707"/>
                  </a:cubicBezTo>
                  <a:cubicBezTo>
                    <a:pt x="388" y="705"/>
                    <a:pt x="389" y="709"/>
                    <a:pt x="384" y="709"/>
                  </a:cubicBezTo>
                  <a:cubicBezTo>
                    <a:pt x="382" y="708"/>
                    <a:pt x="382" y="706"/>
                    <a:pt x="380" y="705"/>
                  </a:cubicBezTo>
                  <a:cubicBezTo>
                    <a:pt x="381" y="705"/>
                    <a:pt x="380" y="706"/>
                    <a:pt x="379" y="706"/>
                  </a:cubicBezTo>
                  <a:cubicBezTo>
                    <a:pt x="379" y="706"/>
                    <a:pt x="378" y="705"/>
                    <a:pt x="378" y="705"/>
                  </a:cubicBezTo>
                  <a:cubicBezTo>
                    <a:pt x="376" y="704"/>
                    <a:pt x="376" y="704"/>
                    <a:pt x="375" y="703"/>
                  </a:cubicBezTo>
                  <a:cubicBezTo>
                    <a:pt x="371" y="699"/>
                    <a:pt x="373" y="700"/>
                    <a:pt x="369" y="702"/>
                  </a:cubicBezTo>
                  <a:cubicBezTo>
                    <a:pt x="364" y="706"/>
                    <a:pt x="363" y="702"/>
                    <a:pt x="359" y="702"/>
                  </a:cubicBezTo>
                  <a:cubicBezTo>
                    <a:pt x="356" y="702"/>
                    <a:pt x="353" y="703"/>
                    <a:pt x="350" y="703"/>
                  </a:cubicBezTo>
                  <a:cubicBezTo>
                    <a:pt x="346" y="703"/>
                    <a:pt x="343" y="703"/>
                    <a:pt x="340" y="703"/>
                  </a:cubicBezTo>
                  <a:cubicBezTo>
                    <a:pt x="332" y="703"/>
                    <a:pt x="324" y="702"/>
                    <a:pt x="316" y="702"/>
                  </a:cubicBezTo>
                  <a:cubicBezTo>
                    <a:pt x="312" y="702"/>
                    <a:pt x="308" y="702"/>
                    <a:pt x="304" y="702"/>
                  </a:cubicBezTo>
                  <a:cubicBezTo>
                    <a:pt x="301" y="702"/>
                    <a:pt x="293" y="704"/>
                    <a:pt x="294" y="700"/>
                  </a:cubicBezTo>
                  <a:cubicBezTo>
                    <a:pt x="295" y="696"/>
                    <a:pt x="289" y="696"/>
                    <a:pt x="287" y="695"/>
                  </a:cubicBezTo>
                  <a:cubicBezTo>
                    <a:pt x="284" y="694"/>
                    <a:pt x="282" y="697"/>
                    <a:pt x="279" y="697"/>
                  </a:cubicBezTo>
                  <a:cubicBezTo>
                    <a:pt x="276" y="697"/>
                    <a:pt x="271" y="697"/>
                    <a:pt x="268" y="697"/>
                  </a:cubicBezTo>
                  <a:cubicBezTo>
                    <a:pt x="267" y="697"/>
                    <a:pt x="266" y="696"/>
                    <a:pt x="264" y="696"/>
                  </a:cubicBezTo>
                  <a:cubicBezTo>
                    <a:pt x="263" y="696"/>
                    <a:pt x="262" y="698"/>
                    <a:pt x="261" y="698"/>
                  </a:cubicBezTo>
                  <a:cubicBezTo>
                    <a:pt x="257" y="697"/>
                    <a:pt x="253" y="696"/>
                    <a:pt x="250" y="695"/>
                  </a:cubicBezTo>
                  <a:cubicBezTo>
                    <a:pt x="247" y="694"/>
                    <a:pt x="244" y="693"/>
                    <a:pt x="240" y="694"/>
                  </a:cubicBezTo>
                  <a:cubicBezTo>
                    <a:pt x="238" y="694"/>
                    <a:pt x="238" y="693"/>
                    <a:pt x="236" y="693"/>
                  </a:cubicBezTo>
                  <a:cubicBezTo>
                    <a:pt x="235" y="692"/>
                    <a:pt x="231" y="694"/>
                    <a:pt x="230" y="694"/>
                  </a:cubicBezTo>
                  <a:cubicBezTo>
                    <a:pt x="226" y="695"/>
                    <a:pt x="222" y="694"/>
                    <a:pt x="218" y="694"/>
                  </a:cubicBezTo>
                  <a:cubicBezTo>
                    <a:pt x="212" y="694"/>
                    <a:pt x="204" y="696"/>
                    <a:pt x="199" y="694"/>
                  </a:cubicBezTo>
                  <a:cubicBezTo>
                    <a:pt x="198" y="693"/>
                    <a:pt x="197" y="692"/>
                    <a:pt x="195" y="692"/>
                  </a:cubicBezTo>
                  <a:cubicBezTo>
                    <a:pt x="193" y="692"/>
                    <a:pt x="188" y="693"/>
                    <a:pt x="185" y="693"/>
                  </a:cubicBezTo>
                  <a:cubicBezTo>
                    <a:pt x="185" y="693"/>
                    <a:pt x="177" y="693"/>
                    <a:pt x="176" y="698"/>
                  </a:cubicBezTo>
                  <a:cubicBezTo>
                    <a:pt x="176" y="699"/>
                    <a:pt x="176" y="701"/>
                    <a:pt x="175" y="702"/>
                  </a:cubicBezTo>
                  <a:cubicBezTo>
                    <a:pt x="174" y="703"/>
                    <a:pt x="168" y="702"/>
                    <a:pt x="167" y="702"/>
                  </a:cubicBezTo>
                  <a:cubicBezTo>
                    <a:pt x="155" y="702"/>
                    <a:pt x="143" y="702"/>
                    <a:pt x="131" y="702"/>
                  </a:cubicBezTo>
                  <a:cubicBezTo>
                    <a:pt x="123" y="702"/>
                    <a:pt x="116" y="702"/>
                    <a:pt x="108" y="702"/>
                  </a:cubicBezTo>
                  <a:cubicBezTo>
                    <a:pt x="103" y="702"/>
                    <a:pt x="96" y="703"/>
                    <a:pt x="91" y="701"/>
                  </a:cubicBezTo>
                  <a:cubicBezTo>
                    <a:pt x="81" y="697"/>
                    <a:pt x="83" y="690"/>
                    <a:pt x="83" y="682"/>
                  </a:cubicBezTo>
                  <a:cubicBezTo>
                    <a:pt x="83" y="676"/>
                    <a:pt x="85" y="671"/>
                    <a:pt x="86" y="665"/>
                  </a:cubicBezTo>
                  <a:cubicBezTo>
                    <a:pt x="87" y="662"/>
                    <a:pt x="86" y="658"/>
                    <a:pt x="87" y="655"/>
                  </a:cubicBezTo>
                  <a:cubicBezTo>
                    <a:pt x="88" y="648"/>
                    <a:pt x="92" y="646"/>
                    <a:pt x="90" y="639"/>
                  </a:cubicBezTo>
                  <a:cubicBezTo>
                    <a:pt x="90" y="637"/>
                    <a:pt x="87" y="633"/>
                    <a:pt x="89" y="631"/>
                  </a:cubicBezTo>
                  <a:cubicBezTo>
                    <a:pt x="86" y="632"/>
                    <a:pt x="83" y="624"/>
                    <a:pt x="81" y="622"/>
                  </a:cubicBezTo>
                  <a:cubicBezTo>
                    <a:pt x="78" y="619"/>
                    <a:pt x="72" y="619"/>
                    <a:pt x="72" y="614"/>
                  </a:cubicBezTo>
                  <a:cubicBezTo>
                    <a:pt x="72" y="611"/>
                    <a:pt x="79" y="609"/>
                    <a:pt x="82" y="608"/>
                  </a:cubicBezTo>
                  <a:cubicBezTo>
                    <a:pt x="80" y="607"/>
                    <a:pt x="78" y="609"/>
                    <a:pt x="76" y="610"/>
                  </a:cubicBezTo>
                  <a:cubicBezTo>
                    <a:pt x="75" y="610"/>
                    <a:pt x="73" y="611"/>
                    <a:pt x="72" y="610"/>
                  </a:cubicBezTo>
                  <a:cubicBezTo>
                    <a:pt x="70" y="609"/>
                    <a:pt x="72" y="610"/>
                    <a:pt x="72" y="608"/>
                  </a:cubicBezTo>
                  <a:cubicBezTo>
                    <a:pt x="70" y="604"/>
                    <a:pt x="63" y="599"/>
                    <a:pt x="66" y="596"/>
                  </a:cubicBezTo>
                  <a:cubicBezTo>
                    <a:pt x="66" y="596"/>
                    <a:pt x="72" y="571"/>
                    <a:pt x="57" y="591"/>
                  </a:cubicBezTo>
                  <a:cubicBezTo>
                    <a:pt x="56" y="592"/>
                    <a:pt x="53" y="590"/>
                    <a:pt x="52" y="588"/>
                  </a:cubicBezTo>
                  <a:cubicBezTo>
                    <a:pt x="51" y="586"/>
                    <a:pt x="52" y="586"/>
                    <a:pt x="52" y="584"/>
                  </a:cubicBezTo>
                  <a:cubicBezTo>
                    <a:pt x="52" y="584"/>
                    <a:pt x="53" y="583"/>
                    <a:pt x="53" y="583"/>
                  </a:cubicBezTo>
                  <a:cubicBezTo>
                    <a:pt x="50" y="582"/>
                    <a:pt x="51" y="585"/>
                    <a:pt x="50" y="586"/>
                  </a:cubicBezTo>
                  <a:cubicBezTo>
                    <a:pt x="49" y="586"/>
                    <a:pt x="49" y="587"/>
                    <a:pt x="48" y="587"/>
                  </a:cubicBezTo>
                  <a:cubicBezTo>
                    <a:pt x="45" y="587"/>
                    <a:pt x="47" y="585"/>
                    <a:pt x="46" y="585"/>
                  </a:cubicBezTo>
                  <a:cubicBezTo>
                    <a:pt x="44" y="583"/>
                    <a:pt x="43" y="584"/>
                    <a:pt x="41" y="584"/>
                  </a:cubicBezTo>
                  <a:cubicBezTo>
                    <a:pt x="40" y="583"/>
                    <a:pt x="34" y="580"/>
                    <a:pt x="33" y="579"/>
                  </a:cubicBezTo>
                  <a:cubicBezTo>
                    <a:pt x="31" y="577"/>
                    <a:pt x="32" y="577"/>
                    <a:pt x="32" y="573"/>
                  </a:cubicBezTo>
                  <a:cubicBezTo>
                    <a:pt x="32" y="570"/>
                    <a:pt x="30" y="569"/>
                    <a:pt x="29" y="566"/>
                  </a:cubicBezTo>
                  <a:cubicBezTo>
                    <a:pt x="28" y="563"/>
                    <a:pt x="27" y="559"/>
                    <a:pt x="27" y="556"/>
                  </a:cubicBezTo>
                  <a:cubicBezTo>
                    <a:pt x="27" y="556"/>
                    <a:pt x="16" y="552"/>
                    <a:pt x="11" y="553"/>
                  </a:cubicBezTo>
                  <a:cubicBezTo>
                    <a:pt x="9" y="553"/>
                    <a:pt x="8" y="553"/>
                    <a:pt x="7" y="552"/>
                  </a:cubicBezTo>
                  <a:cubicBezTo>
                    <a:pt x="7" y="552"/>
                    <a:pt x="9" y="551"/>
                    <a:pt x="8" y="550"/>
                  </a:cubicBezTo>
                  <a:cubicBezTo>
                    <a:pt x="7" y="550"/>
                    <a:pt x="6" y="551"/>
                    <a:pt x="6" y="551"/>
                  </a:cubicBezTo>
                  <a:cubicBezTo>
                    <a:pt x="5" y="551"/>
                    <a:pt x="4" y="553"/>
                    <a:pt x="3" y="550"/>
                  </a:cubicBezTo>
                  <a:cubicBezTo>
                    <a:pt x="2" y="548"/>
                    <a:pt x="5" y="548"/>
                    <a:pt x="6" y="546"/>
                  </a:cubicBezTo>
                  <a:cubicBezTo>
                    <a:pt x="0" y="547"/>
                    <a:pt x="6" y="541"/>
                    <a:pt x="7" y="540"/>
                  </a:cubicBezTo>
                  <a:cubicBezTo>
                    <a:pt x="7" y="539"/>
                    <a:pt x="7" y="538"/>
                    <a:pt x="7" y="537"/>
                  </a:cubicBezTo>
                  <a:cubicBezTo>
                    <a:pt x="8" y="536"/>
                    <a:pt x="7" y="534"/>
                    <a:pt x="8" y="534"/>
                  </a:cubicBezTo>
                  <a:cubicBezTo>
                    <a:pt x="8" y="533"/>
                    <a:pt x="10" y="533"/>
                    <a:pt x="10" y="532"/>
                  </a:cubicBezTo>
                  <a:cubicBezTo>
                    <a:pt x="11" y="531"/>
                    <a:pt x="10" y="530"/>
                    <a:pt x="10" y="529"/>
                  </a:cubicBezTo>
                  <a:cubicBezTo>
                    <a:pt x="11" y="527"/>
                    <a:pt x="12" y="527"/>
                    <a:pt x="12" y="525"/>
                  </a:cubicBezTo>
                  <a:cubicBezTo>
                    <a:pt x="13" y="522"/>
                    <a:pt x="15" y="521"/>
                    <a:pt x="17" y="518"/>
                  </a:cubicBezTo>
                  <a:cubicBezTo>
                    <a:pt x="19" y="512"/>
                    <a:pt x="23" y="508"/>
                    <a:pt x="23" y="502"/>
                  </a:cubicBezTo>
                  <a:cubicBezTo>
                    <a:pt x="24" y="498"/>
                    <a:pt x="24" y="494"/>
                    <a:pt x="25" y="490"/>
                  </a:cubicBezTo>
                  <a:cubicBezTo>
                    <a:pt x="25" y="487"/>
                    <a:pt x="28" y="486"/>
                    <a:pt x="28" y="483"/>
                  </a:cubicBezTo>
                  <a:cubicBezTo>
                    <a:pt x="29" y="479"/>
                    <a:pt x="25" y="479"/>
                    <a:pt x="24" y="476"/>
                  </a:cubicBezTo>
                  <a:cubicBezTo>
                    <a:pt x="23" y="474"/>
                    <a:pt x="26" y="472"/>
                    <a:pt x="26" y="469"/>
                  </a:cubicBezTo>
                  <a:cubicBezTo>
                    <a:pt x="26" y="468"/>
                    <a:pt x="24" y="467"/>
                    <a:pt x="26" y="466"/>
                  </a:cubicBezTo>
                  <a:cubicBezTo>
                    <a:pt x="26" y="465"/>
                    <a:pt x="28" y="463"/>
                    <a:pt x="29" y="462"/>
                  </a:cubicBezTo>
                  <a:cubicBezTo>
                    <a:pt x="30" y="462"/>
                    <a:pt x="32" y="463"/>
                    <a:pt x="33" y="463"/>
                  </a:cubicBezTo>
                  <a:cubicBezTo>
                    <a:pt x="33" y="462"/>
                    <a:pt x="35" y="459"/>
                    <a:pt x="35" y="459"/>
                  </a:cubicBezTo>
                  <a:cubicBezTo>
                    <a:pt x="39" y="453"/>
                    <a:pt x="45" y="449"/>
                    <a:pt x="49" y="444"/>
                  </a:cubicBezTo>
                  <a:cubicBezTo>
                    <a:pt x="52" y="442"/>
                    <a:pt x="52" y="438"/>
                    <a:pt x="55" y="436"/>
                  </a:cubicBezTo>
                  <a:cubicBezTo>
                    <a:pt x="56" y="435"/>
                    <a:pt x="57" y="436"/>
                    <a:pt x="59" y="435"/>
                  </a:cubicBezTo>
                  <a:cubicBezTo>
                    <a:pt x="61" y="434"/>
                    <a:pt x="61" y="431"/>
                    <a:pt x="63" y="429"/>
                  </a:cubicBezTo>
                  <a:cubicBezTo>
                    <a:pt x="64" y="429"/>
                    <a:pt x="66" y="429"/>
                    <a:pt x="67" y="428"/>
                  </a:cubicBezTo>
                  <a:cubicBezTo>
                    <a:pt x="68" y="427"/>
                    <a:pt x="68" y="425"/>
                    <a:pt x="69" y="424"/>
                  </a:cubicBezTo>
                  <a:cubicBezTo>
                    <a:pt x="72" y="422"/>
                    <a:pt x="74" y="424"/>
                    <a:pt x="76" y="423"/>
                  </a:cubicBezTo>
                  <a:cubicBezTo>
                    <a:pt x="78" y="422"/>
                    <a:pt x="78" y="415"/>
                    <a:pt x="79" y="413"/>
                  </a:cubicBezTo>
                  <a:cubicBezTo>
                    <a:pt x="80" y="411"/>
                    <a:pt x="80" y="406"/>
                    <a:pt x="82" y="405"/>
                  </a:cubicBezTo>
                  <a:cubicBezTo>
                    <a:pt x="82" y="404"/>
                    <a:pt x="85" y="406"/>
                    <a:pt x="86" y="406"/>
                  </a:cubicBezTo>
                  <a:cubicBezTo>
                    <a:pt x="88" y="405"/>
                    <a:pt x="91" y="402"/>
                    <a:pt x="93" y="400"/>
                  </a:cubicBezTo>
                  <a:cubicBezTo>
                    <a:pt x="95" y="398"/>
                    <a:pt x="99" y="393"/>
                    <a:pt x="102" y="392"/>
                  </a:cubicBezTo>
                  <a:cubicBezTo>
                    <a:pt x="106" y="391"/>
                    <a:pt x="104" y="393"/>
                    <a:pt x="105" y="396"/>
                  </a:cubicBezTo>
                  <a:cubicBezTo>
                    <a:pt x="107" y="401"/>
                    <a:pt x="111" y="400"/>
                    <a:pt x="116" y="400"/>
                  </a:cubicBezTo>
                  <a:cubicBezTo>
                    <a:pt x="118" y="400"/>
                    <a:pt x="120" y="400"/>
                    <a:pt x="123" y="400"/>
                  </a:cubicBezTo>
                  <a:cubicBezTo>
                    <a:pt x="125" y="400"/>
                    <a:pt x="124" y="398"/>
                    <a:pt x="125" y="396"/>
                  </a:cubicBezTo>
                  <a:cubicBezTo>
                    <a:pt x="126" y="395"/>
                    <a:pt x="127" y="395"/>
                    <a:pt x="128" y="393"/>
                  </a:cubicBezTo>
                  <a:cubicBezTo>
                    <a:pt x="128" y="392"/>
                    <a:pt x="128" y="390"/>
                    <a:pt x="128" y="389"/>
                  </a:cubicBezTo>
                  <a:cubicBezTo>
                    <a:pt x="129" y="388"/>
                    <a:pt x="128" y="386"/>
                    <a:pt x="129" y="385"/>
                  </a:cubicBezTo>
                  <a:cubicBezTo>
                    <a:pt x="131" y="383"/>
                    <a:pt x="130" y="385"/>
                    <a:pt x="131" y="387"/>
                  </a:cubicBezTo>
                  <a:cubicBezTo>
                    <a:pt x="132" y="388"/>
                    <a:pt x="132" y="388"/>
                    <a:pt x="134" y="389"/>
                  </a:cubicBezTo>
                  <a:cubicBezTo>
                    <a:pt x="136" y="390"/>
                    <a:pt x="138" y="392"/>
                    <a:pt x="140" y="392"/>
                  </a:cubicBezTo>
                  <a:cubicBezTo>
                    <a:pt x="144" y="395"/>
                    <a:pt x="145" y="394"/>
                    <a:pt x="147" y="400"/>
                  </a:cubicBezTo>
                  <a:cubicBezTo>
                    <a:pt x="148" y="404"/>
                    <a:pt x="149" y="405"/>
                    <a:pt x="153" y="406"/>
                  </a:cubicBezTo>
                  <a:cubicBezTo>
                    <a:pt x="156" y="407"/>
                    <a:pt x="157" y="407"/>
                    <a:pt x="159" y="410"/>
                  </a:cubicBezTo>
                  <a:cubicBezTo>
                    <a:pt x="160" y="415"/>
                    <a:pt x="157" y="425"/>
                    <a:pt x="162" y="428"/>
                  </a:cubicBezTo>
                  <a:cubicBezTo>
                    <a:pt x="164" y="429"/>
                    <a:pt x="172" y="428"/>
                    <a:pt x="174" y="428"/>
                  </a:cubicBezTo>
                  <a:cubicBezTo>
                    <a:pt x="179" y="427"/>
                    <a:pt x="179" y="425"/>
                    <a:pt x="180" y="422"/>
                  </a:cubicBezTo>
                  <a:cubicBezTo>
                    <a:pt x="181" y="417"/>
                    <a:pt x="182" y="419"/>
                    <a:pt x="186" y="417"/>
                  </a:cubicBezTo>
                  <a:cubicBezTo>
                    <a:pt x="188" y="416"/>
                    <a:pt x="190" y="410"/>
                    <a:pt x="190" y="408"/>
                  </a:cubicBezTo>
                  <a:cubicBezTo>
                    <a:pt x="190" y="406"/>
                    <a:pt x="189" y="405"/>
                    <a:pt x="189" y="404"/>
                  </a:cubicBezTo>
                  <a:cubicBezTo>
                    <a:pt x="189" y="402"/>
                    <a:pt x="189" y="401"/>
                    <a:pt x="191" y="398"/>
                  </a:cubicBezTo>
                  <a:cubicBezTo>
                    <a:pt x="193" y="396"/>
                    <a:pt x="195" y="395"/>
                    <a:pt x="197" y="393"/>
                  </a:cubicBezTo>
                  <a:cubicBezTo>
                    <a:pt x="198" y="392"/>
                    <a:pt x="200" y="392"/>
                    <a:pt x="200" y="392"/>
                  </a:cubicBezTo>
                  <a:cubicBezTo>
                    <a:pt x="202" y="391"/>
                    <a:pt x="202" y="389"/>
                    <a:pt x="203" y="388"/>
                  </a:cubicBezTo>
                  <a:cubicBezTo>
                    <a:pt x="205" y="387"/>
                    <a:pt x="210" y="387"/>
                    <a:pt x="209" y="384"/>
                  </a:cubicBezTo>
                  <a:cubicBezTo>
                    <a:pt x="207" y="382"/>
                    <a:pt x="205" y="380"/>
                    <a:pt x="204" y="378"/>
                  </a:cubicBezTo>
                  <a:cubicBezTo>
                    <a:pt x="203" y="377"/>
                    <a:pt x="200" y="375"/>
                    <a:pt x="200" y="374"/>
                  </a:cubicBezTo>
                  <a:cubicBezTo>
                    <a:pt x="200" y="374"/>
                    <a:pt x="203" y="372"/>
                    <a:pt x="204" y="371"/>
                  </a:cubicBezTo>
                  <a:cubicBezTo>
                    <a:pt x="206" y="368"/>
                    <a:pt x="207" y="366"/>
                    <a:pt x="209" y="364"/>
                  </a:cubicBezTo>
                  <a:cubicBezTo>
                    <a:pt x="212" y="361"/>
                    <a:pt x="217" y="356"/>
                    <a:pt x="218" y="352"/>
                  </a:cubicBezTo>
                  <a:cubicBezTo>
                    <a:pt x="218" y="351"/>
                    <a:pt x="217" y="350"/>
                    <a:pt x="217" y="348"/>
                  </a:cubicBezTo>
                  <a:cubicBezTo>
                    <a:pt x="217" y="346"/>
                    <a:pt x="218" y="343"/>
                    <a:pt x="219" y="341"/>
                  </a:cubicBezTo>
                  <a:cubicBezTo>
                    <a:pt x="221" y="339"/>
                    <a:pt x="223" y="336"/>
                    <a:pt x="224" y="334"/>
                  </a:cubicBezTo>
                  <a:cubicBezTo>
                    <a:pt x="226" y="331"/>
                    <a:pt x="228" y="331"/>
                    <a:pt x="228" y="328"/>
                  </a:cubicBezTo>
                  <a:cubicBezTo>
                    <a:pt x="228" y="325"/>
                    <a:pt x="226" y="322"/>
                    <a:pt x="228" y="320"/>
                  </a:cubicBezTo>
                  <a:cubicBezTo>
                    <a:pt x="230" y="315"/>
                    <a:pt x="230" y="314"/>
                    <a:pt x="229" y="309"/>
                  </a:cubicBezTo>
                  <a:cubicBezTo>
                    <a:pt x="229" y="306"/>
                    <a:pt x="229" y="301"/>
                    <a:pt x="233" y="300"/>
                  </a:cubicBezTo>
                  <a:cubicBezTo>
                    <a:pt x="234" y="299"/>
                    <a:pt x="235" y="301"/>
                    <a:pt x="236" y="300"/>
                  </a:cubicBezTo>
                  <a:cubicBezTo>
                    <a:pt x="237" y="300"/>
                    <a:pt x="239" y="297"/>
                    <a:pt x="240" y="297"/>
                  </a:cubicBezTo>
                  <a:cubicBezTo>
                    <a:pt x="242" y="294"/>
                    <a:pt x="239" y="291"/>
                    <a:pt x="239" y="289"/>
                  </a:cubicBezTo>
                  <a:cubicBezTo>
                    <a:pt x="242" y="290"/>
                    <a:pt x="242" y="288"/>
                    <a:pt x="244" y="287"/>
                  </a:cubicBezTo>
                  <a:cubicBezTo>
                    <a:pt x="247" y="287"/>
                    <a:pt x="248" y="289"/>
                    <a:pt x="250" y="288"/>
                  </a:cubicBezTo>
                  <a:cubicBezTo>
                    <a:pt x="251" y="288"/>
                    <a:pt x="255" y="286"/>
                    <a:pt x="256" y="285"/>
                  </a:cubicBezTo>
                  <a:cubicBezTo>
                    <a:pt x="258" y="284"/>
                    <a:pt x="258" y="282"/>
                    <a:pt x="259" y="280"/>
                  </a:cubicBezTo>
                  <a:cubicBezTo>
                    <a:pt x="260" y="278"/>
                    <a:pt x="261" y="280"/>
                    <a:pt x="263" y="279"/>
                  </a:cubicBezTo>
                  <a:cubicBezTo>
                    <a:pt x="267" y="275"/>
                    <a:pt x="265" y="264"/>
                    <a:pt x="266" y="259"/>
                  </a:cubicBezTo>
                  <a:cubicBezTo>
                    <a:pt x="266" y="255"/>
                    <a:pt x="270" y="251"/>
                    <a:pt x="270" y="246"/>
                  </a:cubicBezTo>
                  <a:cubicBezTo>
                    <a:pt x="271" y="242"/>
                    <a:pt x="269" y="242"/>
                    <a:pt x="266" y="241"/>
                  </a:cubicBezTo>
                  <a:cubicBezTo>
                    <a:pt x="268" y="238"/>
                    <a:pt x="272" y="238"/>
                    <a:pt x="273" y="235"/>
                  </a:cubicBezTo>
                  <a:cubicBezTo>
                    <a:pt x="275" y="233"/>
                    <a:pt x="276" y="232"/>
                    <a:pt x="279" y="231"/>
                  </a:cubicBezTo>
                  <a:cubicBezTo>
                    <a:pt x="282" y="230"/>
                    <a:pt x="285" y="231"/>
                    <a:pt x="287" y="229"/>
                  </a:cubicBezTo>
                  <a:cubicBezTo>
                    <a:pt x="290" y="227"/>
                    <a:pt x="290" y="224"/>
                    <a:pt x="290" y="222"/>
                  </a:cubicBezTo>
                  <a:cubicBezTo>
                    <a:pt x="290" y="219"/>
                    <a:pt x="293" y="214"/>
                    <a:pt x="292" y="211"/>
                  </a:cubicBezTo>
                  <a:cubicBezTo>
                    <a:pt x="292" y="210"/>
                    <a:pt x="290" y="209"/>
                    <a:pt x="289" y="208"/>
                  </a:cubicBezTo>
                  <a:cubicBezTo>
                    <a:pt x="289" y="206"/>
                    <a:pt x="290" y="205"/>
                    <a:pt x="290" y="204"/>
                  </a:cubicBezTo>
                  <a:cubicBezTo>
                    <a:pt x="291" y="202"/>
                    <a:pt x="291" y="201"/>
                    <a:pt x="291" y="199"/>
                  </a:cubicBezTo>
                  <a:cubicBezTo>
                    <a:pt x="291" y="198"/>
                    <a:pt x="289" y="196"/>
                    <a:pt x="291" y="195"/>
                  </a:cubicBezTo>
                  <a:cubicBezTo>
                    <a:pt x="293" y="191"/>
                    <a:pt x="301" y="194"/>
                    <a:pt x="303" y="188"/>
                  </a:cubicBezTo>
                  <a:cubicBezTo>
                    <a:pt x="304" y="186"/>
                    <a:pt x="305" y="181"/>
                    <a:pt x="305" y="178"/>
                  </a:cubicBezTo>
                  <a:cubicBezTo>
                    <a:pt x="305" y="173"/>
                    <a:pt x="306" y="167"/>
                    <a:pt x="308" y="162"/>
                  </a:cubicBezTo>
                  <a:cubicBezTo>
                    <a:pt x="309" y="156"/>
                    <a:pt x="313" y="152"/>
                    <a:pt x="316" y="148"/>
                  </a:cubicBezTo>
                  <a:cubicBezTo>
                    <a:pt x="317" y="146"/>
                    <a:pt x="318" y="144"/>
                    <a:pt x="319" y="142"/>
                  </a:cubicBezTo>
                  <a:cubicBezTo>
                    <a:pt x="319" y="141"/>
                    <a:pt x="322" y="140"/>
                    <a:pt x="322" y="138"/>
                  </a:cubicBezTo>
                  <a:cubicBezTo>
                    <a:pt x="322" y="134"/>
                    <a:pt x="322" y="134"/>
                    <a:pt x="325" y="131"/>
                  </a:cubicBezTo>
                  <a:cubicBezTo>
                    <a:pt x="328" y="128"/>
                    <a:pt x="329" y="124"/>
                    <a:pt x="332" y="121"/>
                  </a:cubicBezTo>
                  <a:cubicBezTo>
                    <a:pt x="335" y="118"/>
                    <a:pt x="335" y="117"/>
                    <a:pt x="339" y="118"/>
                  </a:cubicBezTo>
                  <a:cubicBezTo>
                    <a:pt x="343" y="119"/>
                    <a:pt x="345" y="121"/>
                    <a:pt x="350" y="118"/>
                  </a:cubicBezTo>
                  <a:cubicBezTo>
                    <a:pt x="354" y="113"/>
                    <a:pt x="361" y="110"/>
                    <a:pt x="367" y="106"/>
                  </a:cubicBezTo>
                  <a:cubicBezTo>
                    <a:pt x="371" y="103"/>
                    <a:pt x="374" y="102"/>
                    <a:pt x="374" y="97"/>
                  </a:cubicBezTo>
                  <a:cubicBezTo>
                    <a:pt x="374" y="95"/>
                    <a:pt x="374" y="94"/>
                    <a:pt x="373" y="93"/>
                  </a:cubicBezTo>
                  <a:cubicBezTo>
                    <a:pt x="373" y="92"/>
                    <a:pt x="370" y="91"/>
                    <a:pt x="370" y="91"/>
                  </a:cubicBezTo>
                  <a:cubicBezTo>
                    <a:pt x="369" y="89"/>
                    <a:pt x="372" y="85"/>
                    <a:pt x="372" y="83"/>
                  </a:cubicBezTo>
                  <a:cubicBezTo>
                    <a:pt x="373" y="80"/>
                    <a:pt x="374" y="78"/>
                    <a:pt x="374" y="76"/>
                  </a:cubicBezTo>
                  <a:cubicBezTo>
                    <a:pt x="375" y="74"/>
                    <a:pt x="374" y="73"/>
                    <a:pt x="373" y="71"/>
                  </a:cubicBezTo>
                  <a:cubicBezTo>
                    <a:pt x="373" y="69"/>
                    <a:pt x="374" y="68"/>
                    <a:pt x="374" y="67"/>
                  </a:cubicBezTo>
                  <a:cubicBezTo>
                    <a:pt x="373" y="64"/>
                    <a:pt x="376" y="63"/>
                    <a:pt x="376" y="60"/>
                  </a:cubicBezTo>
                  <a:cubicBezTo>
                    <a:pt x="375" y="59"/>
                    <a:pt x="371" y="59"/>
                    <a:pt x="369" y="56"/>
                  </a:cubicBezTo>
                  <a:cubicBezTo>
                    <a:pt x="368" y="55"/>
                    <a:pt x="367" y="51"/>
                    <a:pt x="365" y="50"/>
                  </a:cubicBezTo>
                  <a:cubicBezTo>
                    <a:pt x="362" y="49"/>
                    <a:pt x="359" y="49"/>
                    <a:pt x="357" y="49"/>
                  </a:cubicBezTo>
                  <a:cubicBezTo>
                    <a:pt x="355" y="49"/>
                    <a:pt x="350" y="49"/>
                    <a:pt x="348" y="49"/>
                  </a:cubicBezTo>
                  <a:cubicBezTo>
                    <a:pt x="344" y="47"/>
                    <a:pt x="347" y="42"/>
                    <a:pt x="347" y="38"/>
                  </a:cubicBezTo>
                  <a:cubicBezTo>
                    <a:pt x="347" y="32"/>
                    <a:pt x="344" y="24"/>
                    <a:pt x="343" y="18"/>
                  </a:cubicBezTo>
                  <a:cubicBezTo>
                    <a:pt x="342" y="13"/>
                    <a:pt x="341" y="9"/>
                    <a:pt x="341" y="5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51" y="2"/>
                    <a:pt x="351" y="2"/>
                    <a:pt x="351" y="2"/>
                  </a:cubicBezTo>
                  <a:cubicBezTo>
                    <a:pt x="358" y="2"/>
                    <a:pt x="362" y="0"/>
                    <a:pt x="365" y="7"/>
                  </a:cubicBezTo>
                  <a:cubicBezTo>
                    <a:pt x="367" y="9"/>
                    <a:pt x="366" y="11"/>
                    <a:pt x="366" y="13"/>
                  </a:cubicBezTo>
                  <a:cubicBezTo>
                    <a:pt x="366" y="15"/>
                    <a:pt x="367" y="15"/>
                    <a:pt x="368" y="17"/>
                  </a:cubicBezTo>
                  <a:cubicBezTo>
                    <a:pt x="368" y="18"/>
                    <a:pt x="367" y="20"/>
                    <a:pt x="368" y="22"/>
                  </a:cubicBezTo>
                  <a:cubicBezTo>
                    <a:pt x="369" y="23"/>
                    <a:pt x="370" y="23"/>
                    <a:pt x="371" y="23"/>
                  </a:cubicBezTo>
                  <a:lnTo>
                    <a:pt x="384" y="30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43521818-D64D-45B5-A44D-A6F5E8E6F1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97688" y="1646238"/>
              <a:ext cx="727075" cy="1171575"/>
            </a:xfrm>
            <a:custGeom>
              <a:avLst/>
              <a:gdLst>
                <a:gd name="T0" fmla="*/ 120 w 643"/>
                <a:gd name="T1" fmla="*/ 1000 h 1037"/>
                <a:gd name="T2" fmla="*/ 89 w 643"/>
                <a:gd name="T3" fmla="*/ 950 h 1037"/>
                <a:gd name="T4" fmla="*/ 45 w 643"/>
                <a:gd name="T5" fmla="*/ 871 h 1037"/>
                <a:gd name="T6" fmla="*/ 72 w 643"/>
                <a:gd name="T7" fmla="*/ 697 h 1037"/>
                <a:gd name="T8" fmla="*/ 43 w 643"/>
                <a:gd name="T9" fmla="*/ 676 h 1037"/>
                <a:gd name="T10" fmla="*/ 14 w 643"/>
                <a:gd name="T11" fmla="*/ 573 h 1037"/>
                <a:gd name="T12" fmla="*/ 80 w 643"/>
                <a:gd name="T13" fmla="*/ 471 h 1037"/>
                <a:gd name="T14" fmla="*/ 135 w 643"/>
                <a:gd name="T15" fmla="*/ 238 h 1037"/>
                <a:gd name="T16" fmla="*/ 117 w 643"/>
                <a:gd name="T17" fmla="*/ 151 h 1037"/>
                <a:gd name="T18" fmla="*/ 101 w 643"/>
                <a:gd name="T19" fmla="*/ 26 h 1037"/>
                <a:gd name="T20" fmla="*/ 638 w 643"/>
                <a:gd name="T21" fmla="*/ 292 h 1037"/>
                <a:gd name="T22" fmla="*/ 587 w 643"/>
                <a:gd name="T23" fmla="*/ 507 h 1037"/>
                <a:gd name="T24" fmla="*/ 568 w 643"/>
                <a:gd name="T25" fmla="*/ 553 h 1037"/>
                <a:gd name="T26" fmla="*/ 551 w 643"/>
                <a:gd name="T27" fmla="*/ 594 h 1037"/>
                <a:gd name="T28" fmla="*/ 534 w 643"/>
                <a:gd name="T29" fmla="*/ 634 h 1037"/>
                <a:gd name="T30" fmla="*/ 522 w 643"/>
                <a:gd name="T31" fmla="*/ 696 h 1037"/>
                <a:gd name="T32" fmla="*/ 556 w 643"/>
                <a:gd name="T33" fmla="*/ 732 h 1037"/>
                <a:gd name="T34" fmla="*/ 585 w 643"/>
                <a:gd name="T35" fmla="*/ 793 h 1037"/>
                <a:gd name="T36" fmla="*/ 540 w 643"/>
                <a:gd name="T37" fmla="*/ 815 h 1037"/>
                <a:gd name="T38" fmla="*/ 512 w 643"/>
                <a:gd name="T39" fmla="*/ 831 h 1037"/>
                <a:gd name="T40" fmla="*/ 477 w 643"/>
                <a:gd name="T41" fmla="*/ 879 h 1037"/>
                <a:gd name="T42" fmla="*/ 437 w 643"/>
                <a:gd name="T43" fmla="*/ 922 h 1037"/>
                <a:gd name="T44" fmla="*/ 405 w 643"/>
                <a:gd name="T45" fmla="*/ 933 h 1037"/>
                <a:gd name="T46" fmla="*/ 356 w 643"/>
                <a:gd name="T47" fmla="*/ 937 h 1037"/>
                <a:gd name="T48" fmla="*/ 353 w 643"/>
                <a:gd name="T49" fmla="*/ 956 h 1037"/>
                <a:gd name="T50" fmla="*/ 307 w 643"/>
                <a:gd name="T51" fmla="*/ 1001 h 1037"/>
                <a:gd name="T52" fmla="*/ 249 w 643"/>
                <a:gd name="T53" fmla="*/ 1009 h 1037"/>
                <a:gd name="T54" fmla="*/ 223 w 643"/>
                <a:gd name="T55" fmla="*/ 1024 h 1037"/>
                <a:gd name="T56" fmla="*/ 189 w 643"/>
                <a:gd name="T57" fmla="*/ 1015 h 1037"/>
                <a:gd name="T58" fmla="*/ 147 w 643"/>
                <a:gd name="T59" fmla="*/ 1028 h 1037"/>
                <a:gd name="T60" fmla="*/ 203 w 643"/>
                <a:gd name="T61" fmla="*/ 1013 h 1037"/>
                <a:gd name="T62" fmla="*/ 227 w 643"/>
                <a:gd name="T63" fmla="*/ 1013 h 1037"/>
                <a:gd name="T64" fmla="*/ 258 w 643"/>
                <a:gd name="T65" fmla="*/ 995 h 1037"/>
                <a:gd name="T66" fmla="*/ 324 w 643"/>
                <a:gd name="T67" fmla="*/ 979 h 1037"/>
                <a:gd name="T68" fmla="*/ 334 w 643"/>
                <a:gd name="T69" fmla="*/ 950 h 1037"/>
                <a:gd name="T70" fmla="*/ 370 w 643"/>
                <a:gd name="T71" fmla="*/ 928 h 1037"/>
                <a:gd name="T72" fmla="*/ 420 w 643"/>
                <a:gd name="T73" fmla="*/ 921 h 1037"/>
                <a:gd name="T74" fmla="*/ 441 w 643"/>
                <a:gd name="T75" fmla="*/ 907 h 1037"/>
                <a:gd name="T76" fmla="*/ 478 w 643"/>
                <a:gd name="T77" fmla="*/ 866 h 1037"/>
                <a:gd name="T78" fmla="*/ 513 w 643"/>
                <a:gd name="T79" fmla="*/ 821 h 1037"/>
                <a:gd name="T80" fmla="*/ 555 w 643"/>
                <a:gd name="T81" fmla="*/ 802 h 1037"/>
                <a:gd name="T82" fmla="*/ 564 w 643"/>
                <a:gd name="T83" fmla="*/ 779 h 1037"/>
                <a:gd name="T84" fmla="*/ 542 w 643"/>
                <a:gd name="T85" fmla="*/ 715 h 1037"/>
                <a:gd name="T86" fmla="*/ 524 w 643"/>
                <a:gd name="T87" fmla="*/ 662 h 1037"/>
                <a:gd name="T88" fmla="*/ 522 w 643"/>
                <a:gd name="T89" fmla="*/ 624 h 1037"/>
                <a:gd name="T90" fmla="*/ 538 w 643"/>
                <a:gd name="T91" fmla="*/ 580 h 1037"/>
                <a:gd name="T92" fmla="*/ 565 w 643"/>
                <a:gd name="T93" fmla="*/ 542 h 1037"/>
                <a:gd name="T94" fmla="*/ 599 w 643"/>
                <a:gd name="T95" fmla="*/ 500 h 1037"/>
                <a:gd name="T96" fmla="*/ 569 w 643"/>
                <a:gd name="T97" fmla="*/ 229 h 1037"/>
                <a:gd name="T98" fmla="*/ 108 w 643"/>
                <a:gd name="T99" fmla="*/ 88 h 1037"/>
                <a:gd name="T100" fmla="*/ 134 w 643"/>
                <a:gd name="T101" fmla="*/ 177 h 1037"/>
                <a:gd name="T102" fmla="*/ 135 w 643"/>
                <a:gd name="T103" fmla="*/ 345 h 1037"/>
                <a:gd name="T104" fmla="*/ 47 w 643"/>
                <a:gd name="T105" fmla="*/ 529 h 1037"/>
                <a:gd name="T106" fmla="*/ 13 w 643"/>
                <a:gd name="T107" fmla="*/ 584 h 1037"/>
                <a:gd name="T108" fmla="*/ 48 w 643"/>
                <a:gd name="T109" fmla="*/ 667 h 1037"/>
                <a:gd name="T110" fmla="*/ 116 w 643"/>
                <a:gd name="T111" fmla="*/ 874 h 1037"/>
                <a:gd name="T112" fmla="*/ 60 w 643"/>
                <a:gd name="T113" fmla="*/ 874 h 1037"/>
                <a:gd name="T114" fmla="*/ 94 w 643"/>
                <a:gd name="T115" fmla="*/ 942 h 1037"/>
                <a:gd name="T116" fmla="*/ 133 w 643"/>
                <a:gd name="T117" fmla="*/ 1008 h 10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43" h="1037">
                  <a:moveTo>
                    <a:pt x="147" y="1037"/>
                  </a:moveTo>
                  <a:cubicBezTo>
                    <a:pt x="147" y="1037"/>
                    <a:pt x="147" y="1037"/>
                    <a:pt x="147" y="1037"/>
                  </a:cubicBezTo>
                  <a:cubicBezTo>
                    <a:pt x="143" y="1037"/>
                    <a:pt x="141" y="1035"/>
                    <a:pt x="140" y="1033"/>
                  </a:cubicBezTo>
                  <a:cubicBezTo>
                    <a:pt x="139" y="1033"/>
                    <a:pt x="139" y="1033"/>
                    <a:pt x="139" y="1033"/>
                  </a:cubicBezTo>
                  <a:cubicBezTo>
                    <a:pt x="138" y="1033"/>
                    <a:pt x="137" y="1033"/>
                    <a:pt x="137" y="1033"/>
                  </a:cubicBezTo>
                  <a:cubicBezTo>
                    <a:pt x="134" y="1034"/>
                    <a:pt x="131" y="1034"/>
                    <a:pt x="128" y="1032"/>
                  </a:cubicBezTo>
                  <a:cubicBezTo>
                    <a:pt x="127" y="1032"/>
                    <a:pt x="126" y="1030"/>
                    <a:pt x="125" y="1029"/>
                  </a:cubicBezTo>
                  <a:cubicBezTo>
                    <a:pt x="125" y="1028"/>
                    <a:pt x="125" y="1026"/>
                    <a:pt x="126" y="1025"/>
                  </a:cubicBezTo>
                  <a:cubicBezTo>
                    <a:pt x="130" y="1021"/>
                    <a:pt x="131" y="1019"/>
                    <a:pt x="131" y="1017"/>
                  </a:cubicBezTo>
                  <a:cubicBezTo>
                    <a:pt x="129" y="1017"/>
                    <a:pt x="128" y="1016"/>
                    <a:pt x="127" y="1015"/>
                  </a:cubicBezTo>
                  <a:cubicBezTo>
                    <a:pt x="123" y="1011"/>
                    <a:pt x="121" y="1005"/>
                    <a:pt x="120" y="1000"/>
                  </a:cubicBezTo>
                  <a:cubicBezTo>
                    <a:pt x="119" y="998"/>
                    <a:pt x="119" y="998"/>
                    <a:pt x="119" y="998"/>
                  </a:cubicBezTo>
                  <a:cubicBezTo>
                    <a:pt x="118" y="994"/>
                    <a:pt x="117" y="990"/>
                    <a:pt x="115" y="986"/>
                  </a:cubicBezTo>
                  <a:cubicBezTo>
                    <a:pt x="114" y="984"/>
                    <a:pt x="113" y="982"/>
                    <a:pt x="112" y="979"/>
                  </a:cubicBezTo>
                  <a:cubicBezTo>
                    <a:pt x="111" y="977"/>
                    <a:pt x="111" y="977"/>
                    <a:pt x="111" y="977"/>
                  </a:cubicBezTo>
                  <a:cubicBezTo>
                    <a:pt x="110" y="974"/>
                    <a:pt x="109" y="970"/>
                    <a:pt x="106" y="967"/>
                  </a:cubicBezTo>
                  <a:cubicBezTo>
                    <a:pt x="105" y="966"/>
                    <a:pt x="104" y="965"/>
                    <a:pt x="103" y="963"/>
                  </a:cubicBezTo>
                  <a:cubicBezTo>
                    <a:pt x="102" y="961"/>
                    <a:pt x="101" y="960"/>
                    <a:pt x="99" y="959"/>
                  </a:cubicBezTo>
                  <a:cubicBezTo>
                    <a:pt x="97" y="959"/>
                    <a:pt x="96" y="958"/>
                    <a:pt x="94" y="956"/>
                  </a:cubicBezTo>
                  <a:cubicBezTo>
                    <a:pt x="93" y="955"/>
                    <a:pt x="93" y="954"/>
                    <a:pt x="93" y="953"/>
                  </a:cubicBezTo>
                  <a:cubicBezTo>
                    <a:pt x="91" y="952"/>
                    <a:pt x="91" y="951"/>
                    <a:pt x="90" y="951"/>
                  </a:cubicBezTo>
                  <a:cubicBezTo>
                    <a:pt x="90" y="950"/>
                    <a:pt x="90" y="950"/>
                    <a:pt x="89" y="950"/>
                  </a:cubicBezTo>
                  <a:cubicBezTo>
                    <a:pt x="89" y="950"/>
                    <a:pt x="87" y="950"/>
                    <a:pt x="85" y="948"/>
                  </a:cubicBezTo>
                  <a:cubicBezTo>
                    <a:pt x="83" y="947"/>
                    <a:pt x="81" y="945"/>
                    <a:pt x="79" y="944"/>
                  </a:cubicBezTo>
                  <a:cubicBezTo>
                    <a:pt x="70" y="938"/>
                    <a:pt x="61" y="931"/>
                    <a:pt x="56" y="923"/>
                  </a:cubicBezTo>
                  <a:cubicBezTo>
                    <a:pt x="54" y="918"/>
                    <a:pt x="51" y="915"/>
                    <a:pt x="47" y="911"/>
                  </a:cubicBezTo>
                  <a:cubicBezTo>
                    <a:pt x="46" y="909"/>
                    <a:pt x="45" y="908"/>
                    <a:pt x="44" y="907"/>
                  </a:cubicBezTo>
                  <a:cubicBezTo>
                    <a:pt x="42" y="903"/>
                    <a:pt x="39" y="899"/>
                    <a:pt x="36" y="898"/>
                  </a:cubicBezTo>
                  <a:cubicBezTo>
                    <a:pt x="34" y="897"/>
                    <a:pt x="33" y="895"/>
                    <a:pt x="32" y="893"/>
                  </a:cubicBezTo>
                  <a:cubicBezTo>
                    <a:pt x="31" y="888"/>
                    <a:pt x="35" y="884"/>
                    <a:pt x="41" y="880"/>
                  </a:cubicBezTo>
                  <a:cubicBezTo>
                    <a:pt x="42" y="879"/>
                    <a:pt x="42" y="879"/>
                    <a:pt x="42" y="879"/>
                  </a:cubicBezTo>
                  <a:cubicBezTo>
                    <a:pt x="43" y="877"/>
                    <a:pt x="44" y="875"/>
                    <a:pt x="45" y="873"/>
                  </a:cubicBezTo>
                  <a:cubicBezTo>
                    <a:pt x="45" y="871"/>
                    <a:pt x="45" y="871"/>
                    <a:pt x="45" y="871"/>
                  </a:cubicBezTo>
                  <a:cubicBezTo>
                    <a:pt x="47" y="867"/>
                    <a:pt x="52" y="865"/>
                    <a:pt x="60" y="865"/>
                  </a:cubicBezTo>
                  <a:cubicBezTo>
                    <a:pt x="65" y="865"/>
                    <a:pt x="70" y="865"/>
                    <a:pt x="72" y="866"/>
                  </a:cubicBezTo>
                  <a:cubicBezTo>
                    <a:pt x="76" y="867"/>
                    <a:pt x="80" y="868"/>
                    <a:pt x="84" y="869"/>
                  </a:cubicBezTo>
                  <a:cubicBezTo>
                    <a:pt x="85" y="869"/>
                    <a:pt x="85" y="869"/>
                    <a:pt x="85" y="869"/>
                  </a:cubicBezTo>
                  <a:cubicBezTo>
                    <a:pt x="86" y="869"/>
                    <a:pt x="87" y="869"/>
                    <a:pt x="88" y="869"/>
                  </a:cubicBezTo>
                  <a:cubicBezTo>
                    <a:pt x="90" y="868"/>
                    <a:pt x="92" y="867"/>
                    <a:pt x="94" y="867"/>
                  </a:cubicBezTo>
                  <a:cubicBezTo>
                    <a:pt x="95" y="867"/>
                    <a:pt x="98" y="867"/>
                    <a:pt x="100" y="868"/>
                  </a:cubicBezTo>
                  <a:cubicBezTo>
                    <a:pt x="101" y="868"/>
                    <a:pt x="102" y="868"/>
                    <a:pt x="103" y="868"/>
                  </a:cubicBezTo>
                  <a:cubicBezTo>
                    <a:pt x="104" y="867"/>
                    <a:pt x="105" y="867"/>
                    <a:pt x="106" y="866"/>
                  </a:cubicBezTo>
                  <a:cubicBezTo>
                    <a:pt x="106" y="866"/>
                    <a:pt x="107" y="866"/>
                    <a:pt x="107" y="866"/>
                  </a:cubicBezTo>
                  <a:cubicBezTo>
                    <a:pt x="72" y="697"/>
                    <a:pt x="72" y="697"/>
                    <a:pt x="72" y="697"/>
                  </a:cubicBezTo>
                  <a:cubicBezTo>
                    <a:pt x="70" y="697"/>
                    <a:pt x="68" y="695"/>
                    <a:pt x="67" y="691"/>
                  </a:cubicBezTo>
                  <a:cubicBezTo>
                    <a:pt x="66" y="690"/>
                    <a:pt x="66" y="690"/>
                    <a:pt x="67" y="689"/>
                  </a:cubicBezTo>
                  <a:cubicBezTo>
                    <a:pt x="66" y="688"/>
                    <a:pt x="65" y="687"/>
                    <a:pt x="65" y="686"/>
                  </a:cubicBezTo>
                  <a:cubicBezTo>
                    <a:pt x="65" y="685"/>
                    <a:pt x="65" y="683"/>
                    <a:pt x="65" y="681"/>
                  </a:cubicBezTo>
                  <a:cubicBezTo>
                    <a:pt x="65" y="680"/>
                    <a:pt x="65" y="680"/>
                    <a:pt x="64" y="678"/>
                  </a:cubicBezTo>
                  <a:cubicBezTo>
                    <a:pt x="62" y="676"/>
                    <a:pt x="62" y="676"/>
                    <a:pt x="62" y="676"/>
                  </a:cubicBezTo>
                  <a:cubicBezTo>
                    <a:pt x="62" y="676"/>
                    <a:pt x="62" y="676"/>
                    <a:pt x="62" y="676"/>
                  </a:cubicBezTo>
                  <a:cubicBezTo>
                    <a:pt x="62" y="676"/>
                    <a:pt x="62" y="676"/>
                    <a:pt x="61" y="676"/>
                  </a:cubicBezTo>
                  <a:cubicBezTo>
                    <a:pt x="50" y="676"/>
                    <a:pt x="50" y="676"/>
                    <a:pt x="50" y="676"/>
                  </a:cubicBezTo>
                  <a:cubicBezTo>
                    <a:pt x="49" y="676"/>
                    <a:pt x="49" y="676"/>
                    <a:pt x="48" y="676"/>
                  </a:cubicBezTo>
                  <a:cubicBezTo>
                    <a:pt x="47" y="676"/>
                    <a:pt x="45" y="677"/>
                    <a:pt x="43" y="676"/>
                  </a:cubicBezTo>
                  <a:cubicBezTo>
                    <a:pt x="38" y="675"/>
                    <a:pt x="35" y="669"/>
                    <a:pt x="32" y="664"/>
                  </a:cubicBezTo>
                  <a:cubicBezTo>
                    <a:pt x="31" y="663"/>
                    <a:pt x="31" y="662"/>
                    <a:pt x="30" y="661"/>
                  </a:cubicBezTo>
                  <a:cubicBezTo>
                    <a:pt x="12" y="635"/>
                    <a:pt x="12" y="635"/>
                    <a:pt x="12" y="635"/>
                  </a:cubicBezTo>
                  <a:cubicBezTo>
                    <a:pt x="9" y="631"/>
                    <a:pt x="8" y="624"/>
                    <a:pt x="7" y="619"/>
                  </a:cubicBezTo>
                  <a:cubicBezTo>
                    <a:pt x="7" y="617"/>
                    <a:pt x="7" y="615"/>
                    <a:pt x="7" y="613"/>
                  </a:cubicBezTo>
                  <a:cubicBezTo>
                    <a:pt x="5" y="606"/>
                    <a:pt x="5" y="606"/>
                    <a:pt x="5" y="606"/>
                  </a:cubicBezTo>
                  <a:cubicBezTo>
                    <a:pt x="4" y="601"/>
                    <a:pt x="3" y="595"/>
                    <a:pt x="2" y="589"/>
                  </a:cubicBezTo>
                  <a:cubicBezTo>
                    <a:pt x="1" y="585"/>
                    <a:pt x="0" y="580"/>
                    <a:pt x="7" y="576"/>
                  </a:cubicBezTo>
                  <a:cubicBezTo>
                    <a:pt x="9" y="576"/>
                    <a:pt x="10" y="575"/>
                    <a:pt x="12" y="575"/>
                  </a:cubicBezTo>
                  <a:cubicBezTo>
                    <a:pt x="13" y="575"/>
                    <a:pt x="13" y="575"/>
                    <a:pt x="14" y="575"/>
                  </a:cubicBezTo>
                  <a:cubicBezTo>
                    <a:pt x="14" y="574"/>
                    <a:pt x="14" y="573"/>
                    <a:pt x="14" y="573"/>
                  </a:cubicBezTo>
                  <a:cubicBezTo>
                    <a:pt x="13" y="571"/>
                    <a:pt x="14" y="569"/>
                    <a:pt x="15" y="567"/>
                  </a:cubicBezTo>
                  <a:cubicBezTo>
                    <a:pt x="16" y="565"/>
                    <a:pt x="19" y="564"/>
                    <a:pt x="20" y="563"/>
                  </a:cubicBezTo>
                  <a:cubicBezTo>
                    <a:pt x="20" y="563"/>
                    <a:pt x="20" y="563"/>
                    <a:pt x="20" y="563"/>
                  </a:cubicBezTo>
                  <a:cubicBezTo>
                    <a:pt x="20" y="562"/>
                    <a:pt x="20" y="560"/>
                    <a:pt x="20" y="559"/>
                  </a:cubicBezTo>
                  <a:cubicBezTo>
                    <a:pt x="20" y="555"/>
                    <a:pt x="22" y="551"/>
                    <a:pt x="23" y="548"/>
                  </a:cubicBezTo>
                  <a:cubicBezTo>
                    <a:pt x="24" y="547"/>
                    <a:pt x="24" y="547"/>
                    <a:pt x="24" y="547"/>
                  </a:cubicBezTo>
                  <a:cubicBezTo>
                    <a:pt x="26" y="542"/>
                    <a:pt x="30" y="536"/>
                    <a:pt x="34" y="532"/>
                  </a:cubicBezTo>
                  <a:cubicBezTo>
                    <a:pt x="35" y="529"/>
                    <a:pt x="37" y="527"/>
                    <a:pt x="39" y="524"/>
                  </a:cubicBezTo>
                  <a:cubicBezTo>
                    <a:pt x="41" y="521"/>
                    <a:pt x="43" y="517"/>
                    <a:pt x="46" y="514"/>
                  </a:cubicBezTo>
                  <a:cubicBezTo>
                    <a:pt x="48" y="510"/>
                    <a:pt x="51" y="506"/>
                    <a:pt x="53" y="502"/>
                  </a:cubicBezTo>
                  <a:cubicBezTo>
                    <a:pt x="61" y="491"/>
                    <a:pt x="71" y="481"/>
                    <a:pt x="80" y="471"/>
                  </a:cubicBezTo>
                  <a:cubicBezTo>
                    <a:pt x="83" y="467"/>
                    <a:pt x="87" y="463"/>
                    <a:pt x="91" y="459"/>
                  </a:cubicBezTo>
                  <a:cubicBezTo>
                    <a:pt x="96" y="453"/>
                    <a:pt x="102" y="447"/>
                    <a:pt x="107" y="441"/>
                  </a:cubicBezTo>
                  <a:cubicBezTo>
                    <a:pt x="111" y="437"/>
                    <a:pt x="114" y="433"/>
                    <a:pt x="117" y="429"/>
                  </a:cubicBezTo>
                  <a:cubicBezTo>
                    <a:pt x="118" y="429"/>
                    <a:pt x="118" y="428"/>
                    <a:pt x="119" y="428"/>
                  </a:cubicBezTo>
                  <a:cubicBezTo>
                    <a:pt x="120" y="427"/>
                    <a:pt x="121" y="426"/>
                    <a:pt x="121" y="425"/>
                  </a:cubicBezTo>
                  <a:cubicBezTo>
                    <a:pt x="122" y="421"/>
                    <a:pt x="122" y="416"/>
                    <a:pt x="122" y="412"/>
                  </a:cubicBezTo>
                  <a:cubicBezTo>
                    <a:pt x="123" y="396"/>
                    <a:pt x="124" y="379"/>
                    <a:pt x="125" y="363"/>
                  </a:cubicBezTo>
                  <a:cubicBezTo>
                    <a:pt x="126" y="345"/>
                    <a:pt x="126" y="345"/>
                    <a:pt x="126" y="345"/>
                  </a:cubicBezTo>
                  <a:cubicBezTo>
                    <a:pt x="127" y="319"/>
                    <a:pt x="129" y="292"/>
                    <a:pt x="132" y="259"/>
                  </a:cubicBezTo>
                  <a:cubicBezTo>
                    <a:pt x="133" y="258"/>
                    <a:pt x="133" y="258"/>
                    <a:pt x="133" y="258"/>
                  </a:cubicBezTo>
                  <a:cubicBezTo>
                    <a:pt x="133" y="251"/>
                    <a:pt x="134" y="245"/>
                    <a:pt x="135" y="238"/>
                  </a:cubicBezTo>
                  <a:cubicBezTo>
                    <a:pt x="136" y="231"/>
                    <a:pt x="139" y="225"/>
                    <a:pt x="142" y="219"/>
                  </a:cubicBezTo>
                  <a:cubicBezTo>
                    <a:pt x="143" y="217"/>
                    <a:pt x="143" y="217"/>
                    <a:pt x="143" y="217"/>
                  </a:cubicBezTo>
                  <a:cubicBezTo>
                    <a:pt x="145" y="213"/>
                    <a:pt x="147" y="209"/>
                    <a:pt x="149" y="206"/>
                  </a:cubicBezTo>
                  <a:cubicBezTo>
                    <a:pt x="149" y="205"/>
                    <a:pt x="147" y="204"/>
                    <a:pt x="146" y="203"/>
                  </a:cubicBezTo>
                  <a:cubicBezTo>
                    <a:pt x="146" y="202"/>
                    <a:pt x="145" y="201"/>
                    <a:pt x="144" y="201"/>
                  </a:cubicBezTo>
                  <a:cubicBezTo>
                    <a:pt x="141" y="197"/>
                    <a:pt x="139" y="194"/>
                    <a:pt x="136" y="191"/>
                  </a:cubicBezTo>
                  <a:cubicBezTo>
                    <a:pt x="134" y="189"/>
                    <a:pt x="133" y="188"/>
                    <a:pt x="131" y="187"/>
                  </a:cubicBezTo>
                  <a:cubicBezTo>
                    <a:pt x="130" y="186"/>
                    <a:pt x="129" y="185"/>
                    <a:pt x="128" y="184"/>
                  </a:cubicBezTo>
                  <a:cubicBezTo>
                    <a:pt x="124" y="180"/>
                    <a:pt x="122" y="174"/>
                    <a:pt x="124" y="169"/>
                  </a:cubicBezTo>
                  <a:cubicBezTo>
                    <a:pt x="124" y="167"/>
                    <a:pt x="125" y="166"/>
                    <a:pt x="126" y="165"/>
                  </a:cubicBezTo>
                  <a:cubicBezTo>
                    <a:pt x="124" y="160"/>
                    <a:pt x="120" y="156"/>
                    <a:pt x="117" y="151"/>
                  </a:cubicBezTo>
                  <a:cubicBezTo>
                    <a:pt x="115" y="149"/>
                    <a:pt x="114" y="147"/>
                    <a:pt x="113" y="145"/>
                  </a:cubicBezTo>
                  <a:cubicBezTo>
                    <a:pt x="109" y="140"/>
                    <a:pt x="109" y="140"/>
                    <a:pt x="109" y="140"/>
                  </a:cubicBezTo>
                  <a:cubicBezTo>
                    <a:pt x="109" y="139"/>
                    <a:pt x="108" y="139"/>
                    <a:pt x="107" y="138"/>
                  </a:cubicBezTo>
                  <a:cubicBezTo>
                    <a:pt x="107" y="138"/>
                    <a:pt x="106" y="137"/>
                    <a:pt x="105" y="136"/>
                  </a:cubicBezTo>
                  <a:cubicBezTo>
                    <a:pt x="101" y="132"/>
                    <a:pt x="101" y="126"/>
                    <a:pt x="101" y="121"/>
                  </a:cubicBezTo>
                  <a:cubicBezTo>
                    <a:pt x="101" y="120"/>
                    <a:pt x="102" y="119"/>
                    <a:pt x="101" y="118"/>
                  </a:cubicBezTo>
                  <a:cubicBezTo>
                    <a:pt x="101" y="108"/>
                    <a:pt x="101" y="99"/>
                    <a:pt x="99" y="90"/>
                  </a:cubicBezTo>
                  <a:cubicBezTo>
                    <a:pt x="97" y="80"/>
                    <a:pt x="95" y="69"/>
                    <a:pt x="93" y="58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8" y="31"/>
                    <a:pt x="95" y="29"/>
                    <a:pt x="98" y="27"/>
                  </a:cubicBezTo>
                  <a:cubicBezTo>
                    <a:pt x="99" y="27"/>
                    <a:pt x="100" y="27"/>
                    <a:pt x="101" y="26"/>
                  </a:cubicBezTo>
                  <a:cubicBezTo>
                    <a:pt x="112" y="21"/>
                    <a:pt x="123" y="16"/>
                    <a:pt x="134" y="10"/>
                  </a:cubicBezTo>
                  <a:cubicBezTo>
                    <a:pt x="135" y="10"/>
                    <a:pt x="136" y="9"/>
                    <a:pt x="138" y="8"/>
                  </a:cubicBezTo>
                  <a:cubicBezTo>
                    <a:pt x="143" y="5"/>
                    <a:pt x="151" y="0"/>
                    <a:pt x="157" y="3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200" y="25"/>
                    <a:pt x="210" y="30"/>
                    <a:pt x="220" y="35"/>
                  </a:cubicBezTo>
                  <a:cubicBezTo>
                    <a:pt x="283" y="66"/>
                    <a:pt x="346" y="99"/>
                    <a:pt x="404" y="130"/>
                  </a:cubicBezTo>
                  <a:cubicBezTo>
                    <a:pt x="457" y="157"/>
                    <a:pt x="512" y="187"/>
                    <a:pt x="574" y="221"/>
                  </a:cubicBezTo>
                  <a:cubicBezTo>
                    <a:pt x="588" y="229"/>
                    <a:pt x="601" y="237"/>
                    <a:pt x="615" y="244"/>
                  </a:cubicBezTo>
                  <a:cubicBezTo>
                    <a:pt x="631" y="253"/>
                    <a:pt x="631" y="253"/>
                    <a:pt x="631" y="253"/>
                  </a:cubicBezTo>
                  <a:cubicBezTo>
                    <a:pt x="633" y="254"/>
                    <a:pt x="638" y="256"/>
                    <a:pt x="638" y="261"/>
                  </a:cubicBezTo>
                  <a:cubicBezTo>
                    <a:pt x="638" y="292"/>
                    <a:pt x="638" y="292"/>
                    <a:pt x="638" y="292"/>
                  </a:cubicBezTo>
                  <a:cubicBezTo>
                    <a:pt x="639" y="308"/>
                    <a:pt x="639" y="324"/>
                    <a:pt x="639" y="340"/>
                  </a:cubicBezTo>
                  <a:cubicBezTo>
                    <a:pt x="643" y="500"/>
                    <a:pt x="643" y="500"/>
                    <a:pt x="643" y="500"/>
                  </a:cubicBezTo>
                  <a:cubicBezTo>
                    <a:pt x="643" y="502"/>
                    <a:pt x="643" y="505"/>
                    <a:pt x="641" y="506"/>
                  </a:cubicBezTo>
                  <a:cubicBezTo>
                    <a:pt x="640" y="507"/>
                    <a:pt x="638" y="508"/>
                    <a:pt x="637" y="508"/>
                  </a:cubicBezTo>
                  <a:cubicBezTo>
                    <a:pt x="637" y="508"/>
                    <a:pt x="637" y="508"/>
                    <a:pt x="637" y="508"/>
                  </a:cubicBezTo>
                  <a:cubicBezTo>
                    <a:pt x="635" y="508"/>
                    <a:pt x="634" y="508"/>
                    <a:pt x="632" y="507"/>
                  </a:cubicBezTo>
                  <a:cubicBezTo>
                    <a:pt x="627" y="506"/>
                    <a:pt x="622" y="505"/>
                    <a:pt x="618" y="505"/>
                  </a:cubicBezTo>
                  <a:cubicBezTo>
                    <a:pt x="618" y="505"/>
                    <a:pt x="618" y="505"/>
                    <a:pt x="618" y="505"/>
                  </a:cubicBezTo>
                  <a:cubicBezTo>
                    <a:pt x="615" y="505"/>
                    <a:pt x="612" y="506"/>
                    <a:pt x="610" y="507"/>
                  </a:cubicBezTo>
                  <a:cubicBezTo>
                    <a:pt x="605" y="508"/>
                    <a:pt x="601" y="510"/>
                    <a:pt x="593" y="508"/>
                  </a:cubicBezTo>
                  <a:cubicBezTo>
                    <a:pt x="591" y="508"/>
                    <a:pt x="589" y="507"/>
                    <a:pt x="587" y="507"/>
                  </a:cubicBezTo>
                  <a:cubicBezTo>
                    <a:pt x="587" y="508"/>
                    <a:pt x="586" y="508"/>
                    <a:pt x="586" y="509"/>
                  </a:cubicBezTo>
                  <a:cubicBezTo>
                    <a:pt x="584" y="510"/>
                    <a:pt x="580" y="514"/>
                    <a:pt x="578" y="516"/>
                  </a:cubicBezTo>
                  <a:cubicBezTo>
                    <a:pt x="579" y="516"/>
                    <a:pt x="579" y="516"/>
                    <a:pt x="579" y="517"/>
                  </a:cubicBezTo>
                  <a:cubicBezTo>
                    <a:pt x="580" y="518"/>
                    <a:pt x="581" y="519"/>
                    <a:pt x="582" y="520"/>
                  </a:cubicBezTo>
                  <a:cubicBezTo>
                    <a:pt x="583" y="524"/>
                    <a:pt x="583" y="528"/>
                    <a:pt x="583" y="531"/>
                  </a:cubicBezTo>
                  <a:cubicBezTo>
                    <a:pt x="582" y="532"/>
                    <a:pt x="582" y="532"/>
                    <a:pt x="582" y="532"/>
                  </a:cubicBezTo>
                  <a:cubicBezTo>
                    <a:pt x="581" y="541"/>
                    <a:pt x="579" y="543"/>
                    <a:pt x="578" y="544"/>
                  </a:cubicBezTo>
                  <a:cubicBezTo>
                    <a:pt x="577" y="546"/>
                    <a:pt x="575" y="546"/>
                    <a:pt x="574" y="547"/>
                  </a:cubicBezTo>
                  <a:cubicBezTo>
                    <a:pt x="573" y="547"/>
                    <a:pt x="572" y="548"/>
                    <a:pt x="572" y="548"/>
                  </a:cubicBezTo>
                  <a:cubicBezTo>
                    <a:pt x="571" y="549"/>
                    <a:pt x="571" y="549"/>
                    <a:pt x="571" y="549"/>
                  </a:cubicBezTo>
                  <a:cubicBezTo>
                    <a:pt x="570" y="550"/>
                    <a:pt x="568" y="552"/>
                    <a:pt x="568" y="553"/>
                  </a:cubicBezTo>
                  <a:cubicBezTo>
                    <a:pt x="568" y="554"/>
                    <a:pt x="568" y="556"/>
                    <a:pt x="566" y="558"/>
                  </a:cubicBezTo>
                  <a:cubicBezTo>
                    <a:pt x="565" y="559"/>
                    <a:pt x="564" y="560"/>
                    <a:pt x="564" y="560"/>
                  </a:cubicBezTo>
                  <a:cubicBezTo>
                    <a:pt x="564" y="561"/>
                    <a:pt x="564" y="561"/>
                    <a:pt x="564" y="561"/>
                  </a:cubicBezTo>
                  <a:cubicBezTo>
                    <a:pt x="565" y="563"/>
                    <a:pt x="566" y="565"/>
                    <a:pt x="565" y="568"/>
                  </a:cubicBezTo>
                  <a:cubicBezTo>
                    <a:pt x="564" y="573"/>
                    <a:pt x="559" y="574"/>
                    <a:pt x="556" y="575"/>
                  </a:cubicBezTo>
                  <a:cubicBezTo>
                    <a:pt x="552" y="576"/>
                    <a:pt x="552" y="576"/>
                    <a:pt x="552" y="576"/>
                  </a:cubicBezTo>
                  <a:cubicBezTo>
                    <a:pt x="551" y="576"/>
                    <a:pt x="549" y="577"/>
                    <a:pt x="548" y="577"/>
                  </a:cubicBezTo>
                  <a:cubicBezTo>
                    <a:pt x="548" y="577"/>
                    <a:pt x="548" y="578"/>
                    <a:pt x="549" y="578"/>
                  </a:cubicBezTo>
                  <a:cubicBezTo>
                    <a:pt x="550" y="580"/>
                    <a:pt x="551" y="583"/>
                    <a:pt x="551" y="588"/>
                  </a:cubicBezTo>
                  <a:cubicBezTo>
                    <a:pt x="552" y="589"/>
                    <a:pt x="552" y="590"/>
                    <a:pt x="552" y="591"/>
                  </a:cubicBezTo>
                  <a:cubicBezTo>
                    <a:pt x="552" y="592"/>
                    <a:pt x="551" y="593"/>
                    <a:pt x="551" y="594"/>
                  </a:cubicBezTo>
                  <a:cubicBezTo>
                    <a:pt x="553" y="593"/>
                    <a:pt x="557" y="594"/>
                    <a:pt x="558" y="600"/>
                  </a:cubicBezTo>
                  <a:cubicBezTo>
                    <a:pt x="559" y="607"/>
                    <a:pt x="554" y="609"/>
                    <a:pt x="552" y="609"/>
                  </a:cubicBezTo>
                  <a:cubicBezTo>
                    <a:pt x="552" y="610"/>
                    <a:pt x="551" y="610"/>
                    <a:pt x="551" y="610"/>
                  </a:cubicBezTo>
                  <a:cubicBezTo>
                    <a:pt x="550" y="611"/>
                    <a:pt x="550" y="611"/>
                    <a:pt x="549" y="612"/>
                  </a:cubicBezTo>
                  <a:cubicBezTo>
                    <a:pt x="548" y="613"/>
                    <a:pt x="546" y="614"/>
                    <a:pt x="544" y="615"/>
                  </a:cubicBezTo>
                  <a:cubicBezTo>
                    <a:pt x="541" y="616"/>
                    <a:pt x="539" y="617"/>
                    <a:pt x="538" y="618"/>
                  </a:cubicBezTo>
                  <a:cubicBezTo>
                    <a:pt x="536" y="620"/>
                    <a:pt x="533" y="623"/>
                    <a:pt x="531" y="626"/>
                  </a:cubicBezTo>
                  <a:cubicBezTo>
                    <a:pt x="531" y="626"/>
                    <a:pt x="532" y="627"/>
                    <a:pt x="532" y="628"/>
                  </a:cubicBezTo>
                  <a:cubicBezTo>
                    <a:pt x="532" y="629"/>
                    <a:pt x="532" y="631"/>
                    <a:pt x="532" y="632"/>
                  </a:cubicBezTo>
                  <a:cubicBezTo>
                    <a:pt x="532" y="632"/>
                    <a:pt x="532" y="632"/>
                    <a:pt x="532" y="633"/>
                  </a:cubicBezTo>
                  <a:cubicBezTo>
                    <a:pt x="533" y="633"/>
                    <a:pt x="533" y="634"/>
                    <a:pt x="534" y="634"/>
                  </a:cubicBezTo>
                  <a:cubicBezTo>
                    <a:pt x="535" y="635"/>
                    <a:pt x="537" y="637"/>
                    <a:pt x="538" y="640"/>
                  </a:cubicBezTo>
                  <a:cubicBezTo>
                    <a:pt x="538" y="643"/>
                    <a:pt x="539" y="645"/>
                    <a:pt x="540" y="647"/>
                  </a:cubicBezTo>
                  <a:cubicBezTo>
                    <a:pt x="541" y="649"/>
                    <a:pt x="541" y="649"/>
                    <a:pt x="541" y="649"/>
                  </a:cubicBezTo>
                  <a:cubicBezTo>
                    <a:pt x="544" y="655"/>
                    <a:pt x="541" y="658"/>
                    <a:pt x="538" y="661"/>
                  </a:cubicBezTo>
                  <a:cubicBezTo>
                    <a:pt x="538" y="662"/>
                    <a:pt x="537" y="663"/>
                    <a:pt x="537" y="664"/>
                  </a:cubicBezTo>
                  <a:cubicBezTo>
                    <a:pt x="536" y="665"/>
                    <a:pt x="534" y="667"/>
                    <a:pt x="533" y="668"/>
                  </a:cubicBezTo>
                  <a:cubicBezTo>
                    <a:pt x="531" y="669"/>
                    <a:pt x="529" y="670"/>
                    <a:pt x="527" y="671"/>
                  </a:cubicBezTo>
                  <a:cubicBezTo>
                    <a:pt x="527" y="671"/>
                    <a:pt x="526" y="671"/>
                    <a:pt x="525" y="672"/>
                  </a:cubicBezTo>
                  <a:cubicBezTo>
                    <a:pt x="524" y="673"/>
                    <a:pt x="522" y="674"/>
                    <a:pt x="522" y="675"/>
                  </a:cubicBezTo>
                  <a:cubicBezTo>
                    <a:pt x="518" y="681"/>
                    <a:pt x="515" y="688"/>
                    <a:pt x="515" y="690"/>
                  </a:cubicBezTo>
                  <a:cubicBezTo>
                    <a:pt x="516" y="693"/>
                    <a:pt x="519" y="696"/>
                    <a:pt x="522" y="696"/>
                  </a:cubicBezTo>
                  <a:cubicBezTo>
                    <a:pt x="525" y="696"/>
                    <a:pt x="527" y="695"/>
                    <a:pt x="528" y="694"/>
                  </a:cubicBezTo>
                  <a:cubicBezTo>
                    <a:pt x="528" y="694"/>
                    <a:pt x="528" y="694"/>
                    <a:pt x="529" y="693"/>
                  </a:cubicBezTo>
                  <a:cubicBezTo>
                    <a:pt x="529" y="692"/>
                    <a:pt x="532" y="687"/>
                    <a:pt x="539" y="691"/>
                  </a:cubicBezTo>
                  <a:cubicBezTo>
                    <a:pt x="551" y="697"/>
                    <a:pt x="554" y="700"/>
                    <a:pt x="553" y="704"/>
                  </a:cubicBezTo>
                  <a:cubicBezTo>
                    <a:pt x="552" y="705"/>
                    <a:pt x="552" y="707"/>
                    <a:pt x="551" y="708"/>
                  </a:cubicBezTo>
                  <a:cubicBezTo>
                    <a:pt x="551" y="709"/>
                    <a:pt x="550" y="710"/>
                    <a:pt x="550" y="711"/>
                  </a:cubicBezTo>
                  <a:cubicBezTo>
                    <a:pt x="550" y="711"/>
                    <a:pt x="550" y="711"/>
                    <a:pt x="550" y="711"/>
                  </a:cubicBezTo>
                  <a:cubicBezTo>
                    <a:pt x="550" y="711"/>
                    <a:pt x="550" y="712"/>
                    <a:pt x="551" y="712"/>
                  </a:cubicBezTo>
                  <a:cubicBezTo>
                    <a:pt x="552" y="715"/>
                    <a:pt x="553" y="718"/>
                    <a:pt x="553" y="721"/>
                  </a:cubicBezTo>
                  <a:cubicBezTo>
                    <a:pt x="554" y="722"/>
                    <a:pt x="554" y="724"/>
                    <a:pt x="554" y="725"/>
                  </a:cubicBezTo>
                  <a:cubicBezTo>
                    <a:pt x="555" y="727"/>
                    <a:pt x="556" y="730"/>
                    <a:pt x="556" y="732"/>
                  </a:cubicBezTo>
                  <a:cubicBezTo>
                    <a:pt x="556" y="732"/>
                    <a:pt x="556" y="732"/>
                    <a:pt x="557" y="732"/>
                  </a:cubicBezTo>
                  <a:cubicBezTo>
                    <a:pt x="558" y="731"/>
                    <a:pt x="561" y="732"/>
                    <a:pt x="563" y="734"/>
                  </a:cubicBezTo>
                  <a:cubicBezTo>
                    <a:pt x="565" y="736"/>
                    <a:pt x="564" y="739"/>
                    <a:pt x="563" y="740"/>
                  </a:cubicBezTo>
                  <a:cubicBezTo>
                    <a:pt x="563" y="741"/>
                    <a:pt x="563" y="741"/>
                    <a:pt x="563" y="742"/>
                  </a:cubicBezTo>
                  <a:cubicBezTo>
                    <a:pt x="561" y="749"/>
                    <a:pt x="560" y="755"/>
                    <a:pt x="560" y="760"/>
                  </a:cubicBezTo>
                  <a:cubicBezTo>
                    <a:pt x="560" y="764"/>
                    <a:pt x="561" y="768"/>
                    <a:pt x="565" y="769"/>
                  </a:cubicBezTo>
                  <a:cubicBezTo>
                    <a:pt x="565" y="770"/>
                    <a:pt x="566" y="770"/>
                    <a:pt x="566" y="770"/>
                  </a:cubicBezTo>
                  <a:cubicBezTo>
                    <a:pt x="568" y="770"/>
                    <a:pt x="571" y="771"/>
                    <a:pt x="573" y="775"/>
                  </a:cubicBezTo>
                  <a:cubicBezTo>
                    <a:pt x="573" y="775"/>
                    <a:pt x="573" y="775"/>
                    <a:pt x="573" y="775"/>
                  </a:cubicBezTo>
                  <a:cubicBezTo>
                    <a:pt x="577" y="774"/>
                    <a:pt x="580" y="775"/>
                    <a:pt x="582" y="777"/>
                  </a:cubicBezTo>
                  <a:cubicBezTo>
                    <a:pt x="585" y="781"/>
                    <a:pt x="586" y="790"/>
                    <a:pt x="585" y="793"/>
                  </a:cubicBezTo>
                  <a:cubicBezTo>
                    <a:pt x="585" y="797"/>
                    <a:pt x="583" y="801"/>
                    <a:pt x="582" y="805"/>
                  </a:cubicBezTo>
                  <a:cubicBezTo>
                    <a:pt x="581" y="806"/>
                    <a:pt x="581" y="808"/>
                    <a:pt x="580" y="809"/>
                  </a:cubicBezTo>
                  <a:cubicBezTo>
                    <a:pt x="579" y="813"/>
                    <a:pt x="576" y="815"/>
                    <a:pt x="573" y="815"/>
                  </a:cubicBezTo>
                  <a:cubicBezTo>
                    <a:pt x="570" y="815"/>
                    <a:pt x="568" y="814"/>
                    <a:pt x="566" y="813"/>
                  </a:cubicBezTo>
                  <a:cubicBezTo>
                    <a:pt x="565" y="813"/>
                    <a:pt x="563" y="812"/>
                    <a:pt x="563" y="812"/>
                  </a:cubicBezTo>
                  <a:cubicBezTo>
                    <a:pt x="561" y="812"/>
                    <a:pt x="560" y="812"/>
                    <a:pt x="559" y="812"/>
                  </a:cubicBezTo>
                  <a:cubicBezTo>
                    <a:pt x="557" y="812"/>
                    <a:pt x="555" y="812"/>
                    <a:pt x="553" y="811"/>
                  </a:cubicBezTo>
                  <a:cubicBezTo>
                    <a:pt x="552" y="811"/>
                    <a:pt x="551" y="811"/>
                    <a:pt x="551" y="810"/>
                  </a:cubicBezTo>
                  <a:cubicBezTo>
                    <a:pt x="550" y="811"/>
                    <a:pt x="550" y="811"/>
                    <a:pt x="549" y="811"/>
                  </a:cubicBezTo>
                  <a:cubicBezTo>
                    <a:pt x="548" y="812"/>
                    <a:pt x="547" y="812"/>
                    <a:pt x="546" y="812"/>
                  </a:cubicBezTo>
                  <a:cubicBezTo>
                    <a:pt x="544" y="813"/>
                    <a:pt x="541" y="814"/>
                    <a:pt x="540" y="815"/>
                  </a:cubicBezTo>
                  <a:cubicBezTo>
                    <a:pt x="539" y="815"/>
                    <a:pt x="539" y="816"/>
                    <a:pt x="538" y="816"/>
                  </a:cubicBezTo>
                  <a:cubicBezTo>
                    <a:pt x="538" y="818"/>
                    <a:pt x="536" y="821"/>
                    <a:pt x="531" y="821"/>
                  </a:cubicBezTo>
                  <a:cubicBezTo>
                    <a:pt x="531" y="821"/>
                    <a:pt x="531" y="821"/>
                    <a:pt x="531" y="821"/>
                  </a:cubicBezTo>
                  <a:cubicBezTo>
                    <a:pt x="530" y="821"/>
                    <a:pt x="529" y="821"/>
                    <a:pt x="528" y="821"/>
                  </a:cubicBezTo>
                  <a:cubicBezTo>
                    <a:pt x="527" y="821"/>
                    <a:pt x="527" y="821"/>
                    <a:pt x="527" y="821"/>
                  </a:cubicBezTo>
                  <a:cubicBezTo>
                    <a:pt x="527" y="822"/>
                    <a:pt x="527" y="824"/>
                    <a:pt x="525" y="826"/>
                  </a:cubicBezTo>
                  <a:cubicBezTo>
                    <a:pt x="524" y="827"/>
                    <a:pt x="522" y="827"/>
                    <a:pt x="520" y="828"/>
                  </a:cubicBezTo>
                  <a:cubicBezTo>
                    <a:pt x="519" y="828"/>
                    <a:pt x="519" y="828"/>
                    <a:pt x="518" y="828"/>
                  </a:cubicBezTo>
                  <a:cubicBezTo>
                    <a:pt x="518" y="828"/>
                    <a:pt x="518" y="828"/>
                    <a:pt x="518" y="828"/>
                  </a:cubicBezTo>
                  <a:cubicBezTo>
                    <a:pt x="517" y="829"/>
                    <a:pt x="516" y="830"/>
                    <a:pt x="514" y="831"/>
                  </a:cubicBezTo>
                  <a:cubicBezTo>
                    <a:pt x="513" y="831"/>
                    <a:pt x="512" y="831"/>
                    <a:pt x="512" y="831"/>
                  </a:cubicBezTo>
                  <a:cubicBezTo>
                    <a:pt x="511" y="831"/>
                    <a:pt x="510" y="831"/>
                    <a:pt x="510" y="832"/>
                  </a:cubicBezTo>
                  <a:cubicBezTo>
                    <a:pt x="509" y="832"/>
                    <a:pt x="508" y="834"/>
                    <a:pt x="509" y="836"/>
                  </a:cubicBezTo>
                  <a:cubicBezTo>
                    <a:pt x="509" y="836"/>
                    <a:pt x="509" y="837"/>
                    <a:pt x="510" y="837"/>
                  </a:cubicBezTo>
                  <a:cubicBezTo>
                    <a:pt x="510" y="839"/>
                    <a:pt x="512" y="841"/>
                    <a:pt x="511" y="844"/>
                  </a:cubicBezTo>
                  <a:cubicBezTo>
                    <a:pt x="511" y="852"/>
                    <a:pt x="506" y="858"/>
                    <a:pt x="499" y="860"/>
                  </a:cubicBezTo>
                  <a:cubicBezTo>
                    <a:pt x="495" y="861"/>
                    <a:pt x="495" y="861"/>
                    <a:pt x="495" y="863"/>
                  </a:cubicBezTo>
                  <a:cubicBezTo>
                    <a:pt x="494" y="864"/>
                    <a:pt x="494" y="865"/>
                    <a:pt x="493" y="866"/>
                  </a:cubicBezTo>
                  <a:cubicBezTo>
                    <a:pt x="493" y="868"/>
                    <a:pt x="492" y="870"/>
                    <a:pt x="489" y="873"/>
                  </a:cubicBezTo>
                  <a:cubicBezTo>
                    <a:pt x="488" y="874"/>
                    <a:pt x="486" y="876"/>
                    <a:pt x="483" y="876"/>
                  </a:cubicBezTo>
                  <a:cubicBezTo>
                    <a:pt x="482" y="876"/>
                    <a:pt x="481" y="876"/>
                    <a:pt x="480" y="875"/>
                  </a:cubicBezTo>
                  <a:cubicBezTo>
                    <a:pt x="479" y="876"/>
                    <a:pt x="477" y="878"/>
                    <a:pt x="477" y="879"/>
                  </a:cubicBezTo>
                  <a:cubicBezTo>
                    <a:pt x="476" y="880"/>
                    <a:pt x="475" y="881"/>
                    <a:pt x="475" y="881"/>
                  </a:cubicBezTo>
                  <a:cubicBezTo>
                    <a:pt x="474" y="882"/>
                    <a:pt x="474" y="883"/>
                    <a:pt x="473" y="884"/>
                  </a:cubicBezTo>
                  <a:cubicBezTo>
                    <a:pt x="472" y="885"/>
                    <a:pt x="471" y="887"/>
                    <a:pt x="468" y="889"/>
                  </a:cubicBezTo>
                  <a:cubicBezTo>
                    <a:pt x="467" y="890"/>
                    <a:pt x="467" y="890"/>
                    <a:pt x="466" y="892"/>
                  </a:cubicBezTo>
                  <a:cubicBezTo>
                    <a:pt x="465" y="897"/>
                    <a:pt x="461" y="902"/>
                    <a:pt x="455" y="908"/>
                  </a:cubicBezTo>
                  <a:cubicBezTo>
                    <a:pt x="455" y="909"/>
                    <a:pt x="454" y="910"/>
                    <a:pt x="453" y="910"/>
                  </a:cubicBezTo>
                  <a:cubicBezTo>
                    <a:pt x="453" y="911"/>
                    <a:pt x="452" y="911"/>
                    <a:pt x="452" y="912"/>
                  </a:cubicBezTo>
                  <a:cubicBezTo>
                    <a:pt x="450" y="914"/>
                    <a:pt x="448" y="914"/>
                    <a:pt x="446" y="914"/>
                  </a:cubicBezTo>
                  <a:cubicBezTo>
                    <a:pt x="445" y="917"/>
                    <a:pt x="443" y="919"/>
                    <a:pt x="440" y="919"/>
                  </a:cubicBezTo>
                  <a:cubicBezTo>
                    <a:pt x="439" y="919"/>
                    <a:pt x="438" y="919"/>
                    <a:pt x="438" y="919"/>
                  </a:cubicBezTo>
                  <a:cubicBezTo>
                    <a:pt x="438" y="920"/>
                    <a:pt x="438" y="921"/>
                    <a:pt x="437" y="922"/>
                  </a:cubicBezTo>
                  <a:cubicBezTo>
                    <a:pt x="437" y="922"/>
                    <a:pt x="437" y="922"/>
                    <a:pt x="437" y="922"/>
                  </a:cubicBezTo>
                  <a:cubicBezTo>
                    <a:pt x="437" y="923"/>
                    <a:pt x="436" y="924"/>
                    <a:pt x="435" y="924"/>
                  </a:cubicBezTo>
                  <a:cubicBezTo>
                    <a:pt x="434" y="925"/>
                    <a:pt x="434" y="925"/>
                    <a:pt x="433" y="925"/>
                  </a:cubicBezTo>
                  <a:cubicBezTo>
                    <a:pt x="433" y="925"/>
                    <a:pt x="433" y="926"/>
                    <a:pt x="433" y="926"/>
                  </a:cubicBezTo>
                  <a:cubicBezTo>
                    <a:pt x="431" y="928"/>
                    <a:pt x="430" y="930"/>
                    <a:pt x="425" y="931"/>
                  </a:cubicBezTo>
                  <a:cubicBezTo>
                    <a:pt x="422" y="931"/>
                    <a:pt x="419" y="931"/>
                    <a:pt x="417" y="930"/>
                  </a:cubicBezTo>
                  <a:cubicBezTo>
                    <a:pt x="416" y="930"/>
                    <a:pt x="415" y="930"/>
                    <a:pt x="414" y="930"/>
                  </a:cubicBezTo>
                  <a:cubicBezTo>
                    <a:pt x="413" y="930"/>
                    <a:pt x="412" y="931"/>
                    <a:pt x="411" y="931"/>
                  </a:cubicBezTo>
                  <a:cubicBezTo>
                    <a:pt x="410" y="931"/>
                    <a:pt x="409" y="930"/>
                    <a:pt x="409" y="930"/>
                  </a:cubicBezTo>
                  <a:cubicBezTo>
                    <a:pt x="408" y="930"/>
                    <a:pt x="408" y="930"/>
                    <a:pt x="408" y="930"/>
                  </a:cubicBezTo>
                  <a:cubicBezTo>
                    <a:pt x="407" y="931"/>
                    <a:pt x="406" y="932"/>
                    <a:pt x="405" y="933"/>
                  </a:cubicBezTo>
                  <a:cubicBezTo>
                    <a:pt x="404" y="933"/>
                    <a:pt x="403" y="933"/>
                    <a:pt x="402" y="932"/>
                  </a:cubicBezTo>
                  <a:cubicBezTo>
                    <a:pt x="402" y="933"/>
                    <a:pt x="401" y="933"/>
                    <a:pt x="401" y="933"/>
                  </a:cubicBezTo>
                  <a:cubicBezTo>
                    <a:pt x="399" y="934"/>
                    <a:pt x="398" y="934"/>
                    <a:pt x="397" y="935"/>
                  </a:cubicBezTo>
                  <a:cubicBezTo>
                    <a:pt x="395" y="935"/>
                    <a:pt x="393" y="935"/>
                    <a:pt x="392" y="935"/>
                  </a:cubicBezTo>
                  <a:cubicBezTo>
                    <a:pt x="390" y="936"/>
                    <a:pt x="388" y="936"/>
                    <a:pt x="386" y="936"/>
                  </a:cubicBezTo>
                  <a:cubicBezTo>
                    <a:pt x="384" y="937"/>
                    <a:pt x="382" y="937"/>
                    <a:pt x="379" y="937"/>
                  </a:cubicBezTo>
                  <a:cubicBezTo>
                    <a:pt x="379" y="937"/>
                    <a:pt x="378" y="937"/>
                    <a:pt x="378" y="937"/>
                  </a:cubicBezTo>
                  <a:cubicBezTo>
                    <a:pt x="374" y="938"/>
                    <a:pt x="372" y="938"/>
                    <a:pt x="369" y="937"/>
                  </a:cubicBezTo>
                  <a:cubicBezTo>
                    <a:pt x="368" y="937"/>
                    <a:pt x="368" y="937"/>
                    <a:pt x="367" y="937"/>
                  </a:cubicBezTo>
                  <a:cubicBezTo>
                    <a:pt x="366" y="937"/>
                    <a:pt x="365" y="937"/>
                    <a:pt x="364" y="938"/>
                  </a:cubicBezTo>
                  <a:cubicBezTo>
                    <a:pt x="362" y="938"/>
                    <a:pt x="359" y="938"/>
                    <a:pt x="356" y="937"/>
                  </a:cubicBezTo>
                  <a:cubicBezTo>
                    <a:pt x="356" y="937"/>
                    <a:pt x="356" y="937"/>
                    <a:pt x="356" y="937"/>
                  </a:cubicBezTo>
                  <a:cubicBezTo>
                    <a:pt x="356" y="937"/>
                    <a:pt x="355" y="937"/>
                    <a:pt x="355" y="937"/>
                  </a:cubicBezTo>
                  <a:cubicBezTo>
                    <a:pt x="354" y="937"/>
                    <a:pt x="354" y="937"/>
                    <a:pt x="353" y="937"/>
                  </a:cubicBezTo>
                  <a:cubicBezTo>
                    <a:pt x="352" y="938"/>
                    <a:pt x="350" y="937"/>
                    <a:pt x="350" y="938"/>
                  </a:cubicBezTo>
                  <a:cubicBezTo>
                    <a:pt x="347" y="938"/>
                    <a:pt x="346" y="938"/>
                    <a:pt x="344" y="940"/>
                  </a:cubicBezTo>
                  <a:cubicBezTo>
                    <a:pt x="344" y="940"/>
                    <a:pt x="343" y="940"/>
                    <a:pt x="343" y="941"/>
                  </a:cubicBezTo>
                  <a:cubicBezTo>
                    <a:pt x="341" y="941"/>
                    <a:pt x="340" y="942"/>
                    <a:pt x="340" y="942"/>
                  </a:cubicBezTo>
                  <a:cubicBezTo>
                    <a:pt x="340" y="943"/>
                    <a:pt x="341" y="943"/>
                    <a:pt x="341" y="944"/>
                  </a:cubicBezTo>
                  <a:cubicBezTo>
                    <a:pt x="341" y="944"/>
                    <a:pt x="342" y="944"/>
                    <a:pt x="343" y="945"/>
                  </a:cubicBezTo>
                  <a:cubicBezTo>
                    <a:pt x="345" y="945"/>
                    <a:pt x="346" y="946"/>
                    <a:pt x="347" y="947"/>
                  </a:cubicBezTo>
                  <a:cubicBezTo>
                    <a:pt x="349" y="948"/>
                    <a:pt x="354" y="951"/>
                    <a:pt x="353" y="956"/>
                  </a:cubicBezTo>
                  <a:cubicBezTo>
                    <a:pt x="352" y="958"/>
                    <a:pt x="351" y="960"/>
                    <a:pt x="350" y="962"/>
                  </a:cubicBezTo>
                  <a:cubicBezTo>
                    <a:pt x="350" y="962"/>
                    <a:pt x="349" y="963"/>
                    <a:pt x="349" y="964"/>
                  </a:cubicBezTo>
                  <a:cubicBezTo>
                    <a:pt x="348" y="967"/>
                    <a:pt x="345" y="971"/>
                    <a:pt x="342" y="974"/>
                  </a:cubicBezTo>
                  <a:cubicBezTo>
                    <a:pt x="341" y="975"/>
                    <a:pt x="340" y="976"/>
                    <a:pt x="340" y="977"/>
                  </a:cubicBezTo>
                  <a:cubicBezTo>
                    <a:pt x="339" y="978"/>
                    <a:pt x="339" y="978"/>
                    <a:pt x="339" y="978"/>
                  </a:cubicBezTo>
                  <a:cubicBezTo>
                    <a:pt x="337" y="981"/>
                    <a:pt x="334" y="984"/>
                    <a:pt x="331" y="986"/>
                  </a:cubicBezTo>
                  <a:cubicBezTo>
                    <a:pt x="330" y="986"/>
                    <a:pt x="329" y="987"/>
                    <a:pt x="328" y="987"/>
                  </a:cubicBezTo>
                  <a:cubicBezTo>
                    <a:pt x="326" y="988"/>
                    <a:pt x="325" y="988"/>
                    <a:pt x="325" y="989"/>
                  </a:cubicBezTo>
                  <a:cubicBezTo>
                    <a:pt x="325" y="989"/>
                    <a:pt x="325" y="990"/>
                    <a:pt x="325" y="990"/>
                  </a:cubicBezTo>
                  <a:cubicBezTo>
                    <a:pt x="325" y="992"/>
                    <a:pt x="324" y="996"/>
                    <a:pt x="321" y="998"/>
                  </a:cubicBezTo>
                  <a:cubicBezTo>
                    <a:pt x="317" y="1000"/>
                    <a:pt x="312" y="1001"/>
                    <a:pt x="307" y="1001"/>
                  </a:cubicBezTo>
                  <a:cubicBezTo>
                    <a:pt x="300" y="1001"/>
                    <a:pt x="300" y="1001"/>
                    <a:pt x="300" y="1001"/>
                  </a:cubicBezTo>
                  <a:cubicBezTo>
                    <a:pt x="300" y="1001"/>
                    <a:pt x="299" y="1001"/>
                    <a:pt x="298" y="1001"/>
                  </a:cubicBezTo>
                  <a:cubicBezTo>
                    <a:pt x="295" y="1001"/>
                    <a:pt x="295" y="1001"/>
                    <a:pt x="295" y="1001"/>
                  </a:cubicBezTo>
                  <a:cubicBezTo>
                    <a:pt x="290" y="1001"/>
                    <a:pt x="285" y="1001"/>
                    <a:pt x="280" y="1003"/>
                  </a:cubicBezTo>
                  <a:cubicBezTo>
                    <a:pt x="276" y="1005"/>
                    <a:pt x="273" y="1005"/>
                    <a:pt x="268" y="1004"/>
                  </a:cubicBezTo>
                  <a:cubicBezTo>
                    <a:pt x="268" y="1004"/>
                    <a:pt x="267" y="1004"/>
                    <a:pt x="266" y="1004"/>
                  </a:cubicBezTo>
                  <a:cubicBezTo>
                    <a:pt x="264" y="1003"/>
                    <a:pt x="263" y="1003"/>
                    <a:pt x="262" y="1003"/>
                  </a:cubicBezTo>
                  <a:cubicBezTo>
                    <a:pt x="261" y="1004"/>
                    <a:pt x="260" y="1005"/>
                    <a:pt x="258" y="1006"/>
                  </a:cubicBezTo>
                  <a:cubicBezTo>
                    <a:pt x="257" y="1007"/>
                    <a:pt x="256" y="1007"/>
                    <a:pt x="255" y="1007"/>
                  </a:cubicBezTo>
                  <a:cubicBezTo>
                    <a:pt x="254" y="1008"/>
                    <a:pt x="253" y="1008"/>
                    <a:pt x="252" y="1009"/>
                  </a:cubicBezTo>
                  <a:cubicBezTo>
                    <a:pt x="251" y="1010"/>
                    <a:pt x="250" y="1010"/>
                    <a:pt x="249" y="1009"/>
                  </a:cubicBezTo>
                  <a:cubicBezTo>
                    <a:pt x="248" y="1010"/>
                    <a:pt x="248" y="1010"/>
                    <a:pt x="248" y="1010"/>
                  </a:cubicBezTo>
                  <a:cubicBezTo>
                    <a:pt x="247" y="1010"/>
                    <a:pt x="246" y="1011"/>
                    <a:pt x="245" y="1011"/>
                  </a:cubicBezTo>
                  <a:cubicBezTo>
                    <a:pt x="243" y="1011"/>
                    <a:pt x="241" y="1012"/>
                    <a:pt x="240" y="1013"/>
                  </a:cubicBezTo>
                  <a:cubicBezTo>
                    <a:pt x="239" y="1014"/>
                    <a:pt x="239" y="1015"/>
                    <a:pt x="238" y="1016"/>
                  </a:cubicBezTo>
                  <a:cubicBezTo>
                    <a:pt x="237" y="1017"/>
                    <a:pt x="236" y="1017"/>
                    <a:pt x="235" y="1017"/>
                  </a:cubicBezTo>
                  <a:cubicBezTo>
                    <a:pt x="235" y="1018"/>
                    <a:pt x="235" y="1018"/>
                    <a:pt x="234" y="1018"/>
                  </a:cubicBezTo>
                  <a:cubicBezTo>
                    <a:pt x="234" y="1019"/>
                    <a:pt x="234" y="1019"/>
                    <a:pt x="234" y="1019"/>
                  </a:cubicBezTo>
                  <a:cubicBezTo>
                    <a:pt x="233" y="1021"/>
                    <a:pt x="232" y="1022"/>
                    <a:pt x="230" y="1022"/>
                  </a:cubicBezTo>
                  <a:cubicBezTo>
                    <a:pt x="229" y="1023"/>
                    <a:pt x="228" y="1023"/>
                    <a:pt x="227" y="1023"/>
                  </a:cubicBezTo>
                  <a:cubicBezTo>
                    <a:pt x="227" y="1023"/>
                    <a:pt x="227" y="1023"/>
                    <a:pt x="227" y="1023"/>
                  </a:cubicBezTo>
                  <a:cubicBezTo>
                    <a:pt x="226" y="1024"/>
                    <a:pt x="224" y="1024"/>
                    <a:pt x="223" y="1024"/>
                  </a:cubicBezTo>
                  <a:cubicBezTo>
                    <a:pt x="222" y="1024"/>
                    <a:pt x="221" y="1024"/>
                    <a:pt x="220" y="1025"/>
                  </a:cubicBezTo>
                  <a:cubicBezTo>
                    <a:pt x="219" y="1025"/>
                    <a:pt x="219" y="1025"/>
                    <a:pt x="218" y="1025"/>
                  </a:cubicBezTo>
                  <a:cubicBezTo>
                    <a:pt x="218" y="1026"/>
                    <a:pt x="217" y="1027"/>
                    <a:pt x="217" y="1027"/>
                  </a:cubicBezTo>
                  <a:cubicBezTo>
                    <a:pt x="215" y="1031"/>
                    <a:pt x="212" y="1031"/>
                    <a:pt x="210" y="1031"/>
                  </a:cubicBezTo>
                  <a:cubicBezTo>
                    <a:pt x="207" y="1031"/>
                    <a:pt x="204" y="1028"/>
                    <a:pt x="202" y="1026"/>
                  </a:cubicBezTo>
                  <a:cubicBezTo>
                    <a:pt x="201" y="1025"/>
                    <a:pt x="201" y="1025"/>
                    <a:pt x="201" y="1025"/>
                  </a:cubicBezTo>
                  <a:cubicBezTo>
                    <a:pt x="201" y="1025"/>
                    <a:pt x="200" y="1025"/>
                    <a:pt x="200" y="1024"/>
                  </a:cubicBezTo>
                  <a:cubicBezTo>
                    <a:pt x="199" y="1024"/>
                    <a:pt x="197" y="1023"/>
                    <a:pt x="196" y="1022"/>
                  </a:cubicBezTo>
                  <a:cubicBezTo>
                    <a:pt x="194" y="1020"/>
                    <a:pt x="194" y="1018"/>
                    <a:pt x="194" y="1017"/>
                  </a:cubicBezTo>
                  <a:cubicBezTo>
                    <a:pt x="193" y="1016"/>
                    <a:pt x="192" y="1016"/>
                    <a:pt x="191" y="1015"/>
                  </a:cubicBezTo>
                  <a:cubicBezTo>
                    <a:pt x="191" y="1015"/>
                    <a:pt x="190" y="1015"/>
                    <a:pt x="189" y="1015"/>
                  </a:cubicBezTo>
                  <a:cubicBezTo>
                    <a:pt x="190" y="1017"/>
                    <a:pt x="190" y="1019"/>
                    <a:pt x="188" y="1021"/>
                  </a:cubicBezTo>
                  <a:cubicBezTo>
                    <a:pt x="187" y="1022"/>
                    <a:pt x="186" y="1023"/>
                    <a:pt x="185" y="1023"/>
                  </a:cubicBezTo>
                  <a:cubicBezTo>
                    <a:pt x="183" y="1023"/>
                    <a:pt x="181" y="1024"/>
                    <a:pt x="179" y="1025"/>
                  </a:cubicBezTo>
                  <a:cubicBezTo>
                    <a:pt x="176" y="1026"/>
                    <a:pt x="174" y="1027"/>
                    <a:pt x="172" y="1027"/>
                  </a:cubicBezTo>
                  <a:cubicBezTo>
                    <a:pt x="169" y="1028"/>
                    <a:pt x="167" y="1028"/>
                    <a:pt x="165" y="1030"/>
                  </a:cubicBezTo>
                  <a:cubicBezTo>
                    <a:pt x="160" y="1035"/>
                    <a:pt x="154" y="1036"/>
                    <a:pt x="148" y="1037"/>
                  </a:cubicBezTo>
                  <a:cubicBezTo>
                    <a:pt x="147" y="1037"/>
                    <a:pt x="147" y="1037"/>
                    <a:pt x="147" y="1037"/>
                  </a:cubicBezTo>
                  <a:close/>
                  <a:moveTo>
                    <a:pt x="139" y="1023"/>
                  </a:moveTo>
                  <a:cubicBezTo>
                    <a:pt x="140" y="1023"/>
                    <a:pt x="141" y="1024"/>
                    <a:pt x="142" y="1024"/>
                  </a:cubicBezTo>
                  <a:cubicBezTo>
                    <a:pt x="145" y="1025"/>
                    <a:pt x="146" y="1026"/>
                    <a:pt x="147" y="1027"/>
                  </a:cubicBezTo>
                  <a:cubicBezTo>
                    <a:pt x="147" y="1028"/>
                    <a:pt x="147" y="1028"/>
                    <a:pt x="147" y="1028"/>
                  </a:cubicBezTo>
                  <a:cubicBezTo>
                    <a:pt x="151" y="1027"/>
                    <a:pt x="156" y="1026"/>
                    <a:pt x="158" y="1024"/>
                  </a:cubicBezTo>
                  <a:cubicBezTo>
                    <a:pt x="162" y="1020"/>
                    <a:pt x="166" y="1019"/>
                    <a:pt x="169" y="1018"/>
                  </a:cubicBezTo>
                  <a:cubicBezTo>
                    <a:pt x="171" y="1018"/>
                    <a:pt x="173" y="1017"/>
                    <a:pt x="175" y="1016"/>
                  </a:cubicBezTo>
                  <a:cubicBezTo>
                    <a:pt x="177" y="1016"/>
                    <a:pt x="178" y="1015"/>
                    <a:pt x="180" y="1014"/>
                  </a:cubicBezTo>
                  <a:cubicBezTo>
                    <a:pt x="180" y="1013"/>
                    <a:pt x="180" y="1011"/>
                    <a:pt x="181" y="1010"/>
                  </a:cubicBezTo>
                  <a:cubicBezTo>
                    <a:pt x="181" y="1009"/>
                    <a:pt x="183" y="1007"/>
                    <a:pt x="186" y="1006"/>
                  </a:cubicBezTo>
                  <a:cubicBezTo>
                    <a:pt x="186" y="1006"/>
                    <a:pt x="186" y="1005"/>
                    <a:pt x="187" y="1005"/>
                  </a:cubicBezTo>
                  <a:cubicBezTo>
                    <a:pt x="189" y="1003"/>
                    <a:pt x="191" y="1002"/>
                    <a:pt x="193" y="1002"/>
                  </a:cubicBezTo>
                  <a:cubicBezTo>
                    <a:pt x="194" y="1002"/>
                    <a:pt x="197" y="1002"/>
                    <a:pt x="198" y="1004"/>
                  </a:cubicBezTo>
                  <a:cubicBezTo>
                    <a:pt x="200" y="1006"/>
                    <a:pt x="200" y="1008"/>
                    <a:pt x="200" y="1009"/>
                  </a:cubicBezTo>
                  <a:cubicBezTo>
                    <a:pt x="201" y="1010"/>
                    <a:pt x="202" y="1011"/>
                    <a:pt x="203" y="1013"/>
                  </a:cubicBezTo>
                  <a:cubicBezTo>
                    <a:pt x="204" y="1014"/>
                    <a:pt x="204" y="1015"/>
                    <a:pt x="204" y="1016"/>
                  </a:cubicBezTo>
                  <a:cubicBezTo>
                    <a:pt x="204" y="1016"/>
                    <a:pt x="204" y="1016"/>
                    <a:pt x="204" y="1016"/>
                  </a:cubicBezTo>
                  <a:cubicBezTo>
                    <a:pt x="205" y="1017"/>
                    <a:pt x="207" y="1018"/>
                    <a:pt x="208" y="1019"/>
                  </a:cubicBezTo>
                  <a:cubicBezTo>
                    <a:pt x="209" y="1020"/>
                    <a:pt x="209" y="1020"/>
                    <a:pt x="209" y="1020"/>
                  </a:cubicBezTo>
                  <a:cubicBezTo>
                    <a:pt x="209" y="1020"/>
                    <a:pt x="209" y="1020"/>
                    <a:pt x="209" y="1021"/>
                  </a:cubicBezTo>
                  <a:cubicBezTo>
                    <a:pt x="210" y="1020"/>
                    <a:pt x="210" y="1018"/>
                    <a:pt x="212" y="1018"/>
                  </a:cubicBezTo>
                  <a:cubicBezTo>
                    <a:pt x="213" y="1016"/>
                    <a:pt x="215" y="1016"/>
                    <a:pt x="216" y="1016"/>
                  </a:cubicBezTo>
                  <a:cubicBezTo>
                    <a:pt x="219" y="1015"/>
                    <a:pt x="219" y="1015"/>
                    <a:pt x="221" y="1015"/>
                  </a:cubicBezTo>
                  <a:cubicBezTo>
                    <a:pt x="221" y="1014"/>
                    <a:pt x="221" y="1014"/>
                    <a:pt x="221" y="1014"/>
                  </a:cubicBezTo>
                  <a:cubicBezTo>
                    <a:pt x="222" y="1013"/>
                    <a:pt x="224" y="1012"/>
                    <a:pt x="224" y="1012"/>
                  </a:cubicBezTo>
                  <a:cubicBezTo>
                    <a:pt x="226" y="1012"/>
                    <a:pt x="226" y="1012"/>
                    <a:pt x="227" y="1013"/>
                  </a:cubicBezTo>
                  <a:cubicBezTo>
                    <a:pt x="227" y="1012"/>
                    <a:pt x="228" y="1012"/>
                    <a:pt x="228" y="1012"/>
                  </a:cubicBezTo>
                  <a:cubicBezTo>
                    <a:pt x="228" y="1011"/>
                    <a:pt x="229" y="1010"/>
                    <a:pt x="230" y="1009"/>
                  </a:cubicBezTo>
                  <a:cubicBezTo>
                    <a:pt x="230" y="1009"/>
                    <a:pt x="231" y="1008"/>
                    <a:pt x="232" y="1008"/>
                  </a:cubicBezTo>
                  <a:cubicBezTo>
                    <a:pt x="233" y="1007"/>
                    <a:pt x="233" y="1006"/>
                    <a:pt x="235" y="1005"/>
                  </a:cubicBezTo>
                  <a:cubicBezTo>
                    <a:pt x="237" y="1003"/>
                    <a:pt x="240" y="1003"/>
                    <a:pt x="242" y="1002"/>
                  </a:cubicBezTo>
                  <a:cubicBezTo>
                    <a:pt x="243" y="1002"/>
                    <a:pt x="243" y="1002"/>
                    <a:pt x="244" y="1002"/>
                  </a:cubicBezTo>
                  <a:cubicBezTo>
                    <a:pt x="245" y="1000"/>
                    <a:pt x="247" y="999"/>
                    <a:pt x="248" y="1000"/>
                  </a:cubicBezTo>
                  <a:cubicBezTo>
                    <a:pt x="249" y="999"/>
                    <a:pt x="249" y="999"/>
                    <a:pt x="250" y="998"/>
                  </a:cubicBezTo>
                  <a:cubicBezTo>
                    <a:pt x="251" y="998"/>
                    <a:pt x="252" y="997"/>
                    <a:pt x="253" y="997"/>
                  </a:cubicBezTo>
                  <a:cubicBezTo>
                    <a:pt x="253" y="997"/>
                    <a:pt x="254" y="997"/>
                    <a:pt x="254" y="997"/>
                  </a:cubicBezTo>
                  <a:cubicBezTo>
                    <a:pt x="255" y="997"/>
                    <a:pt x="256" y="995"/>
                    <a:pt x="258" y="995"/>
                  </a:cubicBezTo>
                  <a:cubicBezTo>
                    <a:pt x="260" y="993"/>
                    <a:pt x="264" y="994"/>
                    <a:pt x="268" y="995"/>
                  </a:cubicBezTo>
                  <a:cubicBezTo>
                    <a:pt x="268" y="995"/>
                    <a:pt x="269" y="995"/>
                    <a:pt x="270" y="995"/>
                  </a:cubicBezTo>
                  <a:cubicBezTo>
                    <a:pt x="272" y="995"/>
                    <a:pt x="273" y="996"/>
                    <a:pt x="277" y="994"/>
                  </a:cubicBezTo>
                  <a:cubicBezTo>
                    <a:pt x="283" y="992"/>
                    <a:pt x="289" y="992"/>
                    <a:pt x="295" y="992"/>
                  </a:cubicBezTo>
                  <a:cubicBezTo>
                    <a:pt x="298" y="991"/>
                    <a:pt x="298" y="991"/>
                    <a:pt x="298" y="991"/>
                  </a:cubicBezTo>
                  <a:cubicBezTo>
                    <a:pt x="298" y="991"/>
                    <a:pt x="299" y="991"/>
                    <a:pt x="300" y="991"/>
                  </a:cubicBezTo>
                  <a:cubicBezTo>
                    <a:pt x="307" y="991"/>
                    <a:pt x="307" y="991"/>
                    <a:pt x="307" y="991"/>
                  </a:cubicBezTo>
                  <a:cubicBezTo>
                    <a:pt x="312" y="991"/>
                    <a:pt x="314" y="991"/>
                    <a:pt x="316" y="990"/>
                  </a:cubicBezTo>
                  <a:cubicBezTo>
                    <a:pt x="315" y="990"/>
                    <a:pt x="315" y="990"/>
                    <a:pt x="316" y="989"/>
                  </a:cubicBezTo>
                  <a:cubicBezTo>
                    <a:pt x="316" y="988"/>
                    <a:pt x="316" y="986"/>
                    <a:pt x="317" y="984"/>
                  </a:cubicBezTo>
                  <a:cubicBezTo>
                    <a:pt x="320" y="980"/>
                    <a:pt x="322" y="979"/>
                    <a:pt x="324" y="979"/>
                  </a:cubicBezTo>
                  <a:cubicBezTo>
                    <a:pt x="325" y="978"/>
                    <a:pt x="326" y="978"/>
                    <a:pt x="326" y="978"/>
                  </a:cubicBezTo>
                  <a:cubicBezTo>
                    <a:pt x="328" y="977"/>
                    <a:pt x="330" y="975"/>
                    <a:pt x="331" y="973"/>
                  </a:cubicBezTo>
                  <a:cubicBezTo>
                    <a:pt x="332" y="971"/>
                    <a:pt x="332" y="971"/>
                    <a:pt x="332" y="971"/>
                  </a:cubicBezTo>
                  <a:cubicBezTo>
                    <a:pt x="333" y="970"/>
                    <a:pt x="334" y="969"/>
                    <a:pt x="335" y="968"/>
                  </a:cubicBezTo>
                  <a:cubicBezTo>
                    <a:pt x="337" y="966"/>
                    <a:pt x="340" y="962"/>
                    <a:pt x="340" y="961"/>
                  </a:cubicBezTo>
                  <a:cubicBezTo>
                    <a:pt x="341" y="959"/>
                    <a:pt x="342" y="958"/>
                    <a:pt x="342" y="956"/>
                  </a:cubicBezTo>
                  <a:cubicBezTo>
                    <a:pt x="343" y="956"/>
                    <a:pt x="343" y="956"/>
                    <a:pt x="343" y="955"/>
                  </a:cubicBezTo>
                  <a:cubicBezTo>
                    <a:pt x="343" y="955"/>
                    <a:pt x="342" y="954"/>
                    <a:pt x="342" y="954"/>
                  </a:cubicBezTo>
                  <a:cubicBezTo>
                    <a:pt x="341" y="954"/>
                    <a:pt x="340" y="953"/>
                    <a:pt x="339" y="953"/>
                  </a:cubicBezTo>
                  <a:cubicBezTo>
                    <a:pt x="337" y="952"/>
                    <a:pt x="336" y="951"/>
                    <a:pt x="334" y="950"/>
                  </a:cubicBezTo>
                  <a:cubicBezTo>
                    <a:pt x="334" y="950"/>
                    <a:pt x="334" y="950"/>
                    <a:pt x="334" y="950"/>
                  </a:cubicBezTo>
                  <a:cubicBezTo>
                    <a:pt x="334" y="950"/>
                    <a:pt x="333" y="948"/>
                    <a:pt x="332" y="947"/>
                  </a:cubicBezTo>
                  <a:cubicBezTo>
                    <a:pt x="330" y="946"/>
                    <a:pt x="328" y="944"/>
                    <a:pt x="330" y="940"/>
                  </a:cubicBezTo>
                  <a:cubicBezTo>
                    <a:pt x="331" y="937"/>
                    <a:pt x="333" y="935"/>
                    <a:pt x="338" y="933"/>
                  </a:cubicBezTo>
                  <a:cubicBezTo>
                    <a:pt x="342" y="930"/>
                    <a:pt x="344" y="929"/>
                    <a:pt x="348" y="928"/>
                  </a:cubicBezTo>
                  <a:cubicBezTo>
                    <a:pt x="349" y="928"/>
                    <a:pt x="350" y="928"/>
                    <a:pt x="351" y="928"/>
                  </a:cubicBezTo>
                  <a:cubicBezTo>
                    <a:pt x="352" y="928"/>
                    <a:pt x="352" y="928"/>
                    <a:pt x="352" y="928"/>
                  </a:cubicBezTo>
                  <a:cubicBezTo>
                    <a:pt x="352" y="928"/>
                    <a:pt x="353" y="928"/>
                    <a:pt x="353" y="928"/>
                  </a:cubicBezTo>
                  <a:cubicBezTo>
                    <a:pt x="355" y="928"/>
                    <a:pt x="357" y="928"/>
                    <a:pt x="359" y="928"/>
                  </a:cubicBezTo>
                  <a:cubicBezTo>
                    <a:pt x="361" y="929"/>
                    <a:pt x="362" y="929"/>
                    <a:pt x="363" y="928"/>
                  </a:cubicBezTo>
                  <a:cubicBezTo>
                    <a:pt x="364" y="928"/>
                    <a:pt x="365" y="928"/>
                    <a:pt x="366" y="928"/>
                  </a:cubicBezTo>
                  <a:cubicBezTo>
                    <a:pt x="368" y="928"/>
                    <a:pt x="369" y="928"/>
                    <a:pt x="370" y="928"/>
                  </a:cubicBezTo>
                  <a:cubicBezTo>
                    <a:pt x="371" y="928"/>
                    <a:pt x="373" y="929"/>
                    <a:pt x="374" y="928"/>
                  </a:cubicBezTo>
                  <a:cubicBezTo>
                    <a:pt x="376" y="927"/>
                    <a:pt x="378" y="927"/>
                    <a:pt x="381" y="928"/>
                  </a:cubicBezTo>
                  <a:cubicBezTo>
                    <a:pt x="381" y="928"/>
                    <a:pt x="382" y="928"/>
                    <a:pt x="382" y="928"/>
                  </a:cubicBezTo>
                  <a:cubicBezTo>
                    <a:pt x="386" y="926"/>
                    <a:pt x="389" y="926"/>
                    <a:pt x="391" y="926"/>
                  </a:cubicBezTo>
                  <a:cubicBezTo>
                    <a:pt x="392" y="926"/>
                    <a:pt x="394" y="926"/>
                    <a:pt x="395" y="926"/>
                  </a:cubicBezTo>
                  <a:cubicBezTo>
                    <a:pt x="395" y="926"/>
                    <a:pt x="396" y="925"/>
                    <a:pt x="396" y="925"/>
                  </a:cubicBezTo>
                  <a:cubicBezTo>
                    <a:pt x="398" y="924"/>
                    <a:pt x="399" y="923"/>
                    <a:pt x="401" y="923"/>
                  </a:cubicBezTo>
                  <a:cubicBezTo>
                    <a:pt x="403" y="921"/>
                    <a:pt x="405" y="920"/>
                    <a:pt x="407" y="920"/>
                  </a:cubicBezTo>
                  <a:cubicBezTo>
                    <a:pt x="408" y="920"/>
                    <a:pt x="408" y="920"/>
                    <a:pt x="409" y="920"/>
                  </a:cubicBezTo>
                  <a:cubicBezTo>
                    <a:pt x="410" y="920"/>
                    <a:pt x="411" y="921"/>
                    <a:pt x="412" y="921"/>
                  </a:cubicBezTo>
                  <a:cubicBezTo>
                    <a:pt x="414" y="920"/>
                    <a:pt x="417" y="921"/>
                    <a:pt x="420" y="921"/>
                  </a:cubicBezTo>
                  <a:cubicBezTo>
                    <a:pt x="421" y="922"/>
                    <a:pt x="422" y="922"/>
                    <a:pt x="423" y="922"/>
                  </a:cubicBezTo>
                  <a:cubicBezTo>
                    <a:pt x="424" y="922"/>
                    <a:pt x="424" y="922"/>
                    <a:pt x="425" y="921"/>
                  </a:cubicBezTo>
                  <a:cubicBezTo>
                    <a:pt x="426" y="920"/>
                    <a:pt x="426" y="919"/>
                    <a:pt x="427" y="918"/>
                  </a:cubicBezTo>
                  <a:cubicBezTo>
                    <a:pt x="427" y="918"/>
                    <a:pt x="427" y="918"/>
                    <a:pt x="428" y="918"/>
                  </a:cubicBezTo>
                  <a:cubicBezTo>
                    <a:pt x="428" y="918"/>
                    <a:pt x="428" y="918"/>
                    <a:pt x="428" y="918"/>
                  </a:cubicBezTo>
                  <a:cubicBezTo>
                    <a:pt x="427" y="917"/>
                    <a:pt x="427" y="916"/>
                    <a:pt x="427" y="916"/>
                  </a:cubicBezTo>
                  <a:cubicBezTo>
                    <a:pt x="428" y="913"/>
                    <a:pt x="429" y="912"/>
                    <a:pt x="431" y="911"/>
                  </a:cubicBezTo>
                  <a:cubicBezTo>
                    <a:pt x="432" y="910"/>
                    <a:pt x="433" y="909"/>
                    <a:pt x="435" y="909"/>
                  </a:cubicBezTo>
                  <a:cubicBezTo>
                    <a:pt x="436" y="909"/>
                    <a:pt x="437" y="909"/>
                    <a:pt x="437" y="909"/>
                  </a:cubicBezTo>
                  <a:cubicBezTo>
                    <a:pt x="437" y="909"/>
                    <a:pt x="438" y="909"/>
                    <a:pt x="438" y="909"/>
                  </a:cubicBezTo>
                  <a:cubicBezTo>
                    <a:pt x="439" y="909"/>
                    <a:pt x="439" y="908"/>
                    <a:pt x="441" y="907"/>
                  </a:cubicBezTo>
                  <a:cubicBezTo>
                    <a:pt x="442" y="906"/>
                    <a:pt x="444" y="905"/>
                    <a:pt x="445" y="905"/>
                  </a:cubicBezTo>
                  <a:cubicBezTo>
                    <a:pt x="445" y="905"/>
                    <a:pt x="445" y="905"/>
                    <a:pt x="445" y="905"/>
                  </a:cubicBezTo>
                  <a:cubicBezTo>
                    <a:pt x="445" y="905"/>
                    <a:pt x="445" y="905"/>
                    <a:pt x="445" y="905"/>
                  </a:cubicBezTo>
                  <a:cubicBezTo>
                    <a:pt x="446" y="904"/>
                    <a:pt x="447" y="904"/>
                    <a:pt x="447" y="903"/>
                  </a:cubicBezTo>
                  <a:cubicBezTo>
                    <a:pt x="448" y="903"/>
                    <a:pt x="448" y="903"/>
                    <a:pt x="448" y="902"/>
                  </a:cubicBezTo>
                  <a:cubicBezTo>
                    <a:pt x="451" y="899"/>
                    <a:pt x="457" y="893"/>
                    <a:pt x="457" y="890"/>
                  </a:cubicBezTo>
                  <a:cubicBezTo>
                    <a:pt x="459" y="886"/>
                    <a:pt x="459" y="884"/>
                    <a:pt x="463" y="881"/>
                  </a:cubicBezTo>
                  <a:cubicBezTo>
                    <a:pt x="464" y="881"/>
                    <a:pt x="465" y="880"/>
                    <a:pt x="465" y="879"/>
                  </a:cubicBezTo>
                  <a:cubicBezTo>
                    <a:pt x="466" y="877"/>
                    <a:pt x="467" y="876"/>
                    <a:pt x="468" y="875"/>
                  </a:cubicBezTo>
                  <a:cubicBezTo>
                    <a:pt x="468" y="875"/>
                    <a:pt x="469" y="874"/>
                    <a:pt x="469" y="874"/>
                  </a:cubicBezTo>
                  <a:cubicBezTo>
                    <a:pt x="472" y="870"/>
                    <a:pt x="474" y="867"/>
                    <a:pt x="478" y="866"/>
                  </a:cubicBezTo>
                  <a:cubicBezTo>
                    <a:pt x="480" y="866"/>
                    <a:pt x="481" y="866"/>
                    <a:pt x="482" y="866"/>
                  </a:cubicBezTo>
                  <a:cubicBezTo>
                    <a:pt x="484" y="865"/>
                    <a:pt x="484" y="864"/>
                    <a:pt x="485" y="862"/>
                  </a:cubicBezTo>
                  <a:cubicBezTo>
                    <a:pt x="485" y="861"/>
                    <a:pt x="486" y="860"/>
                    <a:pt x="486" y="858"/>
                  </a:cubicBezTo>
                  <a:cubicBezTo>
                    <a:pt x="489" y="853"/>
                    <a:pt x="492" y="852"/>
                    <a:pt x="496" y="851"/>
                  </a:cubicBezTo>
                  <a:cubicBezTo>
                    <a:pt x="500" y="850"/>
                    <a:pt x="502" y="846"/>
                    <a:pt x="502" y="843"/>
                  </a:cubicBezTo>
                  <a:cubicBezTo>
                    <a:pt x="502" y="843"/>
                    <a:pt x="502" y="842"/>
                    <a:pt x="502" y="842"/>
                  </a:cubicBezTo>
                  <a:cubicBezTo>
                    <a:pt x="501" y="841"/>
                    <a:pt x="500" y="840"/>
                    <a:pt x="500" y="838"/>
                  </a:cubicBezTo>
                  <a:cubicBezTo>
                    <a:pt x="499" y="833"/>
                    <a:pt x="500" y="827"/>
                    <a:pt x="504" y="824"/>
                  </a:cubicBezTo>
                  <a:cubicBezTo>
                    <a:pt x="506" y="823"/>
                    <a:pt x="508" y="822"/>
                    <a:pt x="510" y="822"/>
                  </a:cubicBezTo>
                  <a:cubicBezTo>
                    <a:pt x="510" y="822"/>
                    <a:pt x="510" y="822"/>
                    <a:pt x="511" y="822"/>
                  </a:cubicBezTo>
                  <a:cubicBezTo>
                    <a:pt x="511" y="822"/>
                    <a:pt x="512" y="821"/>
                    <a:pt x="513" y="821"/>
                  </a:cubicBezTo>
                  <a:cubicBezTo>
                    <a:pt x="514" y="820"/>
                    <a:pt x="514" y="820"/>
                    <a:pt x="514" y="820"/>
                  </a:cubicBezTo>
                  <a:cubicBezTo>
                    <a:pt x="515" y="819"/>
                    <a:pt x="516" y="819"/>
                    <a:pt x="518" y="819"/>
                  </a:cubicBezTo>
                  <a:cubicBezTo>
                    <a:pt x="518" y="818"/>
                    <a:pt x="518" y="817"/>
                    <a:pt x="519" y="816"/>
                  </a:cubicBezTo>
                  <a:cubicBezTo>
                    <a:pt x="520" y="814"/>
                    <a:pt x="522" y="812"/>
                    <a:pt x="526" y="812"/>
                  </a:cubicBezTo>
                  <a:cubicBezTo>
                    <a:pt x="527" y="812"/>
                    <a:pt x="528" y="812"/>
                    <a:pt x="529" y="812"/>
                  </a:cubicBezTo>
                  <a:cubicBezTo>
                    <a:pt x="529" y="812"/>
                    <a:pt x="530" y="812"/>
                    <a:pt x="530" y="812"/>
                  </a:cubicBezTo>
                  <a:cubicBezTo>
                    <a:pt x="531" y="810"/>
                    <a:pt x="532" y="809"/>
                    <a:pt x="535" y="807"/>
                  </a:cubicBezTo>
                  <a:cubicBezTo>
                    <a:pt x="537" y="806"/>
                    <a:pt x="540" y="805"/>
                    <a:pt x="543" y="804"/>
                  </a:cubicBezTo>
                  <a:cubicBezTo>
                    <a:pt x="544" y="803"/>
                    <a:pt x="545" y="803"/>
                    <a:pt x="546" y="803"/>
                  </a:cubicBezTo>
                  <a:cubicBezTo>
                    <a:pt x="546" y="802"/>
                    <a:pt x="548" y="801"/>
                    <a:pt x="550" y="801"/>
                  </a:cubicBezTo>
                  <a:cubicBezTo>
                    <a:pt x="553" y="801"/>
                    <a:pt x="554" y="802"/>
                    <a:pt x="555" y="802"/>
                  </a:cubicBezTo>
                  <a:cubicBezTo>
                    <a:pt x="556" y="802"/>
                    <a:pt x="558" y="802"/>
                    <a:pt x="559" y="802"/>
                  </a:cubicBezTo>
                  <a:cubicBezTo>
                    <a:pt x="561" y="802"/>
                    <a:pt x="562" y="803"/>
                    <a:pt x="564" y="803"/>
                  </a:cubicBezTo>
                  <a:cubicBezTo>
                    <a:pt x="565" y="803"/>
                    <a:pt x="567" y="804"/>
                    <a:pt x="569" y="804"/>
                  </a:cubicBezTo>
                  <a:cubicBezTo>
                    <a:pt x="570" y="805"/>
                    <a:pt x="571" y="805"/>
                    <a:pt x="572" y="805"/>
                  </a:cubicBezTo>
                  <a:cubicBezTo>
                    <a:pt x="572" y="804"/>
                    <a:pt x="573" y="803"/>
                    <a:pt x="573" y="802"/>
                  </a:cubicBezTo>
                  <a:cubicBezTo>
                    <a:pt x="574" y="798"/>
                    <a:pt x="576" y="795"/>
                    <a:pt x="576" y="791"/>
                  </a:cubicBezTo>
                  <a:cubicBezTo>
                    <a:pt x="576" y="790"/>
                    <a:pt x="575" y="786"/>
                    <a:pt x="575" y="784"/>
                  </a:cubicBezTo>
                  <a:cubicBezTo>
                    <a:pt x="574" y="784"/>
                    <a:pt x="574" y="784"/>
                    <a:pt x="574" y="784"/>
                  </a:cubicBezTo>
                  <a:cubicBezTo>
                    <a:pt x="573" y="784"/>
                    <a:pt x="573" y="784"/>
                    <a:pt x="572" y="784"/>
                  </a:cubicBezTo>
                  <a:cubicBezTo>
                    <a:pt x="567" y="784"/>
                    <a:pt x="565" y="780"/>
                    <a:pt x="565" y="779"/>
                  </a:cubicBezTo>
                  <a:cubicBezTo>
                    <a:pt x="565" y="779"/>
                    <a:pt x="564" y="779"/>
                    <a:pt x="564" y="779"/>
                  </a:cubicBezTo>
                  <a:cubicBezTo>
                    <a:pt x="563" y="778"/>
                    <a:pt x="562" y="778"/>
                    <a:pt x="560" y="778"/>
                  </a:cubicBezTo>
                  <a:cubicBezTo>
                    <a:pt x="554" y="774"/>
                    <a:pt x="550" y="767"/>
                    <a:pt x="551" y="759"/>
                  </a:cubicBezTo>
                  <a:cubicBezTo>
                    <a:pt x="551" y="755"/>
                    <a:pt x="552" y="749"/>
                    <a:pt x="553" y="742"/>
                  </a:cubicBezTo>
                  <a:cubicBezTo>
                    <a:pt x="553" y="742"/>
                    <a:pt x="553" y="742"/>
                    <a:pt x="553" y="742"/>
                  </a:cubicBezTo>
                  <a:cubicBezTo>
                    <a:pt x="551" y="743"/>
                    <a:pt x="550" y="744"/>
                    <a:pt x="548" y="743"/>
                  </a:cubicBezTo>
                  <a:cubicBezTo>
                    <a:pt x="547" y="742"/>
                    <a:pt x="546" y="740"/>
                    <a:pt x="546" y="738"/>
                  </a:cubicBezTo>
                  <a:cubicBezTo>
                    <a:pt x="546" y="737"/>
                    <a:pt x="546" y="736"/>
                    <a:pt x="546" y="735"/>
                  </a:cubicBezTo>
                  <a:cubicBezTo>
                    <a:pt x="546" y="732"/>
                    <a:pt x="547" y="730"/>
                    <a:pt x="546" y="728"/>
                  </a:cubicBezTo>
                  <a:cubicBezTo>
                    <a:pt x="545" y="726"/>
                    <a:pt x="545" y="725"/>
                    <a:pt x="544" y="723"/>
                  </a:cubicBezTo>
                  <a:cubicBezTo>
                    <a:pt x="544" y="721"/>
                    <a:pt x="543" y="718"/>
                    <a:pt x="542" y="716"/>
                  </a:cubicBezTo>
                  <a:cubicBezTo>
                    <a:pt x="542" y="715"/>
                    <a:pt x="542" y="715"/>
                    <a:pt x="542" y="715"/>
                  </a:cubicBezTo>
                  <a:cubicBezTo>
                    <a:pt x="540" y="712"/>
                    <a:pt x="540" y="711"/>
                    <a:pt x="541" y="709"/>
                  </a:cubicBezTo>
                  <a:cubicBezTo>
                    <a:pt x="542" y="707"/>
                    <a:pt x="542" y="706"/>
                    <a:pt x="543" y="704"/>
                  </a:cubicBezTo>
                  <a:cubicBezTo>
                    <a:pt x="543" y="704"/>
                    <a:pt x="543" y="704"/>
                    <a:pt x="543" y="704"/>
                  </a:cubicBezTo>
                  <a:cubicBezTo>
                    <a:pt x="541" y="702"/>
                    <a:pt x="538" y="701"/>
                    <a:pt x="536" y="700"/>
                  </a:cubicBezTo>
                  <a:cubicBezTo>
                    <a:pt x="535" y="700"/>
                    <a:pt x="535" y="701"/>
                    <a:pt x="534" y="701"/>
                  </a:cubicBezTo>
                  <a:cubicBezTo>
                    <a:pt x="530" y="704"/>
                    <a:pt x="526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14" y="705"/>
                    <a:pt x="508" y="699"/>
                    <a:pt x="506" y="692"/>
                  </a:cubicBezTo>
                  <a:cubicBezTo>
                    <a:pt x="505" y="684"/>
                    <a:pt x="512" y="672"/>
                    <a:pt x="514" y="670"/>
                  </a:cubicBezTo>
                  <a:cubicBezTo>
                    <a:pt x="516" y="667"/>
                    <a:pt x="519" y="665"/>
                    <a:pt x="520" y="664"/>
                  </a:cubicBezTo>
                  <a:cubicBezTo>
                    <a:pt x="522" y="663"/>
                    <a:pt x="523" y="662"/>
                    <a:pt x="524" y="662"/>
                  </a:cubicBezTo>
                  <a:cubicBezTo>
                    <a:pt x="525" y="662"/>
                    <a:pt x="527" y="661"/>
                    <a:pt x="527" y="661"/>
                  </a:cubicBezTo>
                  <a:cubicBezTo>
                    <a:pt x="528" y="660"/>
                    <a:pt x="528" y="659"/>
                    <a:pt x="529" y="658"/>
                  </a:cubicBezTo>
                  <a:cubicBezTo>
                    <a:pt x="530" y="657"/>
                    <a:pt x="531" y="656"/>
                    <a:pt x="531" y="655"/>
                  </a:cubicBezTo>
                  <a:cubicBezTo>
                    <a:pt x="532" y="654"/>
                    <a:pt x="533" y="653"/>
                    <a:pt x="533" y="653"/>
                  </a:cubicBezTo>
                  <a:cubicBezTo>
                    <a:pt x="532" y="651"/>
                    <a:pt x="532" y="651"/>
                    <a:pt x="532" y="651"/>
                  </a:cubicBezTo>
                  <a:cubicBezTo>
                    <a:pt x="530" y="648"/>
                    <a:pt x="529" y="646"/>
                    <a:pt x="528" y="642"/>
                  </a:cubicBezTo>
                  <a:cubicBezTo>
                    <a:pt x="528" y="642"/>
                    <a:pt x="528" y="641"/>
                    <a:pt x="527" y="641"/>
                  </a:cubicBezTo>
                  <a:cubicBezTo>
                    <a:pt x="526" y="640"/>
                    <a:pt x="525" y="638"/>
                    <a:pt x="524" y="636"/>
                  </a:cubicBezTo>
                  <a:cubicBezTo>
                    <a:pt x="523" y="634"/>
                    <a:pt x="523" y="633"/>
                    <a:pt x="523" y="632"/>
                  </a:cubicBezTo>
                  <a:cubicBezTo>
                    <a:pt x="523" y="632"/>
                    <a:pt x="523" y="631"/>
                    <a:pt x="523" y="631"/>
                  </a:cubicBezTo>
                  <a:cubicBezTo>
                    <a:pt x="521" y="630"/>
                    <a:pt x="520" y="627"/>
                    <a:pt x="522" y="624"/>
                  </a:cubicBezTo>
                  <a:cubicBezTo>
                    <a:pt x="524" y="619"/>
                    <a:pt x="528" y="613"/>
                    <a:pt x="533" y="610"/>
                  </a:cubicBezTo>
                  <a:cubicBezTo>
                    <a:pt x="535" y="609"/>
                    <a:pt x="537" y="608"/>
                    <a:pt x="540" y="606"/>
                  </a:cubicBezTo>
                  <a:cubicBezTo>
                    <a:pt x="541" y="606"/>
                    <a:pt x="542" y="606"/>
                    <a:pt x="543" y="605"/>
                  </a:cubicBezTo>
                  <a:cubicBezTo>
                    <a:pt x="544" y="604"/>
                    <a:pt x="544" y="603"/>
                    <a:pt x="546" y="602"/>
                  </a:cubicBezTo>
                  <a:cubicBezTo>
                    <a:pt x="546" y="602"/>
                    <a:pt x="546" y="602"/>
                    <a:pt x="547" y="602"/>
                  </a:cubicBezTo>
                  <a:cubicBezTo>
                    <a:pt x="546" y="601"/>
                    <a:pt x="545" y="601"/>
                    <a:pt x="544" y="600"/>
                  </a:cubicBezTo>
                  <a:cubicBezTo>
                    <a:pt x="541" y="597"/>
                    <a:pt x="541" y="594"/>
                    <a:pt x="541" y="592"/>
                  </a:cubicBezTo>
                  <a:cubicBezTo>
                    <a:pt x="541" y="591"/>
                    <a:pt x="542" y="590"/>
                    <a:pt x="542" y="589"/>
                  </a:cubicBezTo>
                  <a:cubicBezTo>
                    <a:pt x="542" y="589"/>
                    <a:pt x="542" y="589"/>
                    <a:pt x="542" y="589"/>
                  </a:cubicBezTo>
                  <a:cubicBezTo>
                    <a:pt x="542" y="586"/>
                    <a:pt x="542" y="585"/>
                    <a:pt x="541" y="584"/>
                  </a:cubicBezTo>
                  <a:cubicBezTo>
                    <a:pt x="540" y="583"/>
                    <a:pt x="538" y="582"/>
                    <a:pt x="538" y="580"/>
                  </a:cubicBezTo>
                  <a:cubicBezTo>
                    <a:pt x="537" y="577"/>
                    <a:pt x="538" y="574"/>
                    <a:pt x="541" y="571"/>
                  </a:cubicBezTo>
                  <a:cubicBezTo>
                    <a:pt x="544" y="568"/>
                    <a:pt x="547" y="567"/>
                    <a:pt x="550" y="567"/>
                  </a:cubicBezTo>
                  <a:cubicBezTo>
                    <a:pt x="552" y="566"/>
                    <a:pt x="552" y="566"/>
                    <a:pt x="552" y="566"/>
                  </a:cubicBezTo>
                  <a:cubicBezTo>
                    <a:pt x="552" y="566"/>
                    <a:pt x="553" y="566"/>
                    <a:pt x="554" y="566"/>
                  </a:cubicBezTo>
                  <a:cubicBezTo>
                    <a:pt x="554" y="566"/>
                    <a:pt x="555" y="565"/>
                    <a:pt x="556" y="565"/>
                  </a:cubicBezTo>
                  <a:cubicBezTo>
                    <a:pt x="556" y="565"/>
                    <a:pt x="556" y="565"/>
                    <a:pt x="556" y="565"/>
                  </a:cubicBezTo>
                  <a:cubicBezTo>
                    <a:pt x="555" y="563"/>
                    <a:pt x="553" y="560"/>
                    <a:pt x="555" y="557"/>
                  </a:cubicBezTo>
                  <a:cubicBezTo>
                    <a:pt x="556" y="554"/>
                    <a:pt x="558" y="553"/>
                    <a:pt x="559" y="552"/>
                  </a:cubicBezTo>
                  <a:cubicBezTo>
                    <a:pt x="559" y="552"/>
                    <a:pt x="559" y="551"/>
                    <a:pt x="559" y="550"/>
                  </a:cubicBezTo>
                  <a:cubicBezTo>
                    <a:pt x="560" y="547"/>
                    <a:pt x="562" y="544"/>
                    <a:pt x="564" y="543"/>
                  </a:cubicBezTo>
                  <a:cubicBezTo>
                    <a:pt x="565" y="542"/>
                    <a:pt x="565" y="542"/>
                    <a:pt x="565" y="542"/>
                  </a:cubicBezTo>
                  <a:cubicBezTo>
                    <a:pt x="566" y="540"/>
                    <a:pt x="568" y="539"/>
                    <a:pt x="570" y="539"/>
                  </a:cubicBezTo>
                  <a:cubicBezTo>
                    <a:pt x="570" y="538"/>
                    <a:pt x="571" y="538"/>
                    <a:pt x="571" y="538"/>
                  </a:cubicBezTo>
                  <a:cubicBezTo>
                    <a:pt x="572" y="537"/>
                    <a:pt x="573" y="535"/>
                    <a:pt x="573" y="531"/>
                  </a:cubicBezTo>
                  <a:cubicBezTo>
                    <a:pt x="573" y="529"/>
                    <a:pt x="573" y="529"/>
                    <a:pt x="573" y="529"/>
                  </a:cubicBezTo>
                  <a:cubicBezTo>
                    <a:pt x="574" y="528"/>
                    <a:pt x="574" y="525"/>
                    <a:pt x="573" y="524"/>
                  </a:cubicBezTo>
                  <a:cubicBezTo>
                    <a:pt x="573" y="524"/>
                    <a:pt x="573" y="524"/>
                    <a:pt x="572" y="523"/>
                  </a:cubicBezTo>
                  <a:cubicBezTo>
                    <a:pt x="571" y="522"/>
                    <a:pt x="569" y="520"/>
                    <a:pt x="569" y="516"/>
                  </a:cubicBezTo>
                  <a:cubicBezTo>
                    <a:pt x="568" y="512"/>
                    <a:pt x="573" y="507"/>
                    <a:pt x="580" y="501"/>
                  </a:cubicBezTo>
                  <a:cubicBezTo>
                    <a:pt x="581" y="501"/>
                    <a:pt x="581" y="500"/>
                    <a:pt x="582" y="500"/>
                  </a:cubicBezTo>
                  <a:cubicBezTo>
                    <a:pt x="584" y="497"/>
                    <a:pt x="590" y="498"/>
                    <a:pt x="595" y="499"/>
                  </a:cubicBezTo>
                  <a:cubicBezTo>
                    <a:pt x="596" y="500"/>
                    <a:pt x="598" y="500"/>
                    <a:pt x="599" y="500"/>
                  </a:cubicBezTo>
                  <a:cubicBezTo>
                    <a:pt x="601" y="500"/>
                    <a:pt x="603" y="499"/>
                    <a:pt x="606" y="498"/>
                  </a:cubicBezTo>
                  <a:cubicBezTo>
                    <a:pt x="609" y="497"/>
                    <a:pt x="613" y="495"/>
                    <a:pt x="617" y="495"/>
                  </a:cubicBezTo>
                  <a:cubicBezTo>
                    <a:pt x="617" y="495"/>
                    <a:pt x="618" y="495"/>
                    <a:pt x="618" y="495"/>
                  </a:cubicBezTo>
                  <a:cubicBezTo>
                    <a:pt x="623" y="496"/>
                    <a:pt x="628" y="497"/>
                    <a:pt x="633" y="498"/>
                  </a:cubicBezTo>
                  <a:cubicBezTo>
                    <a:pt x="630" y="340"/>
                    <a:pt x="630" y="340"/>
                    <a:pt x="630" y="340"/>
                  </a:cubicBezTo>
                  <a:cubicBezTo>
                    <a:pt x="630" y="324"/>
                    <a:pt x="630" y="308"/>
                    <a:pt x="629" y="292"/>
                  </a:cubicBezTo>
                  <a:cubicBezTo>
                    <a:pt x="628" y="262"/>
                    <a:pt x="628" y="262"/>
                    <a:pt x="628" y="262"/>
                  </a:cubicBezTo>
                  <a:cubicBezTo>
                    <a:pt x="628" y="262"/>
                    <a:pt x="628" y="262"/>
                    <a:pt x="628" y="262"/>
                  </a:cubicBezTo>
                  <a:cubicBezTo>
                    <a:pt x="627" y="262"/>
                    <a:pt x="626" y="261"/>
                    <a:pt x="626" y="261"/>
                  </a:cubicBezTo>
                  <a:cubicBezTo>
                    <a:pt x="610" y="252"/>
                    <a:pt x="610" y="252"/>
                    <a:pt x="610" y="252"/>
                  </a:cubicBezTo>
                  <a:cubicBezTo>
                    <a:pt x="597" y="245"/>
                    <a:pt x="583" y="237"/>
                    <a:pt x="569" y="229"/>
                  </a:cubicBezTo>
                  <a:cubicBezTo>
                    <a:pt x="508" y="195"/>
                    <a:pt x="452" y="165"/>
                    <a:pt x="400" y="138"/>
                  </a:cubicBezTo>
                  <a:cubicBezTo>
                    <a:pt x="342" y="107"/>
                    <a:pt x="279" y="75"/>
                    <a:pt x="216" y="43"/>
                  </a:cubicBezTo>
                  <a:cubicBezTo>
                    <a:pt x="206" y="38"/>
                    <a:pt x="196" y="33"/>
                    <a:pt x="186" y="28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0" y="11"/>
                    <a:pt x="145" y="14"/>
                    <a:pt x="142" y="16"/>
                  </a:cubicBezTo>
                  <a:cubicBezTo>
                    <a:pt x="141" y="17"/>
                    <a:pt x="139" y="18"/>
                    <a:pt x="138" y="19"/>
                  </a:cubicBezTo>
                  <a:cubicBezTo>
                    <a:pt x="127" y="24"/>
                    <a:pt x="116" y="29"/>
                    <a:pt x="105" y="35"/>
                  </a:cubicBezTo>
                  <a:cubicBezTo>
                    <a:pt x="104" y="35"/>
                    <a:pt x="103" y="36"/>
                    <a:pt x="102" y="36"/>
                  </a:cubicBezTo>
                  <a:cubicBezTo>
                    <a:pt x="101" y="37"/>
                    <a:pt x="99" y="37"/>
                    <a:pt x="98" y="38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104" y="67"/>
                    <a:pt x="106" y="78"/>
                    <a:pt x="108" y="88"/>
                  </a:cubicBezTo>
                  <a:cubicBezTo>
                    <a:pt x="110" y="98"/>
                    <a:pt x="111" y="108"/>
                    <a:pt x="111" y="117"/>
                  </a:cubicBezTo>
                  <a:cubicBezTo>
                    <a:pt x="111" y="119"/>
                    <a:pt x="111" y="120"/>
                    <a:pt x="111" y="121"/>
                  </a:cubicBezTo>
                  <a:cubicBezTo>
                    <a:pt x="111" y="124"/>
                    <a:pt x="110" y="128"/>
                    <a:pt x="112" y="130"/>
                  </a:cubicBezTo>
                  <a:cubicBezTo>
                    <a:pt x="112" y="130"/>
                    <a:pt x="113" y="131"/>
                    <a:pt x="113" y="131"/>
                  </a:cubicBezTo>
                  <a:cubicBezTo>
                    <a:pt x="114" y="132"/>
                    <a:pt x="116" y="133"/>
                    <a:pt x="117" y="135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2" y="142"/>
                    <a:pt x="123" y="144"/>
                    <a:pt x="124" y="146"/>
                  </a:cubicBezTo>
                  <a:cubicBezTo>
                    <a:pt x="128" y="151"/>
                    <a:pt x="132" y="156"/>
                    <a:pt x="135" y="162"/>
                  </a:cubicBezTo>
                  <a:cubicBezTo>
                    <a:pt x="137" y="166"/>
                    <a:pt x="135" y="169"/>
                    <a:pt x="133" y="171"/>
                  </a:cubicBezTo>
                  <a:cubicBezTo>
                    <a:pt x="133" y="171"/>
                    <a:pt x="133" y="171"/>
                    <a:pt x="133" y="172"/>
                  </a:cubicBezTo>
                  <a:cubicBezTo>
                    <a:pt x="132" y="174"/>
                    <a:pt x="133" y="176"/>
                    <a:pt x="134" y="177"/>
                  </a:cubicBezTo>
                  <a:cubicBezTo>
                    <a:pt x="135" y="178"/>
                    <a:pt x="136" y="179"/>
                    <a:pt x="137" y="179"/>
                  </a:cubicBezTo>
                  <a:cubicBezTo>
                    <a:pt x="139" y="181"/>
                    <a:pt x="141" y="182"/>
                    <a:pt x="143" y="185"/>
                  </a:cubicBezTo>
                  <a:cubicBezTo>
                    <a:pt x="146" y="188"/>
                    <a:pt x="148" y="191"/>
                    <a:pt x="151" y="194"/>
                  </a:cubicBezTo>
                  <a:cubicBezTo>
                    <a:pt x="152" y="195"/>
                    <a:pt x="152" y="196"/>
                    <a:pt x="153" y="196"/>
                  </a:cubicBezTo>
                  <a:cubicBezTo>
                    <a:pt x="156" y="199"/>
                    <a:pt x="160" y="204"/>
                    <a:pt x="157" y="210"/>
                  </a:cubicBezTo>
                  <a:cubicBezTo>
                    <a:pt x="155" y="214"/>
                    <a:pt x="153" y="217"/>
                    <a:pt x="151" y="221"/>
                  </a:cubicBezTo>
                  <a:cubicBezTo>
                    <a:pt x="150" y="223"/>
                    <a:pt x="150" y="223"/>
                    <a:pt x="150" y="223"/>
                  </a:cubicBezTo>
                  <a:cubicBezTo>
                    <a:pt x="147" y="229"/>
                    <a:pt x="145" y="233"/>
                    <a:pt x="144" y="239"/>
                  </a:cubicBezTo>
                  <a:cubicBezTo>
                    <a:pt x="143" y="246"/>
                    <a:pt x="143" y="252"/>
                    <a:pt x="142" y="259"/>
                  </a:cubicBezTo>
                  <a:cubicBezTo>
                    <a:pt x="142" y="260"/>
                    <a:pt x="142" y="260"/>
                    <a:pt x="142" y="260"/>
                  </a:cubicBezTo>
                  <a:cubicBezTo>
                    <a:pt x="138" y="293"/>
                    <a:pt x="136" y="320"/>
                    <a:pt x="135" y="345"/>
                  </a:cubicBezTo>
                  <a:cubicBezTo>
                    <a:pt x="134" y="363"/>
                    <a:pt x="134" y="363"/>
                    <a:pt x="134" y="363"/>
                  </a:cubicBezTo>
                  <a:cubicBezTo>
                    <a:pt x="133" y="379"/>
                    <a:pt x="133" y="396"/>
                    <a:pt x="132" y="412"/>
                  </a:cubicBezTo>
                  <a:cubicBezTo>
                    <a:pt x="131" y="417"/>
                    <a:pt x="131" y="422"/>
                    <a:pt x="130" y="427"/>
                  </a:cubicBezTo>
                  <a:cubicBezTo>
                    <a:pt x="130" y="430"/>
                    <a:pt x="128" y="432"/>
                    <a:pt x="125" y="435"/>
                  </a:cubicBezTo>
                  <a:cubicBezTo>
                    <a:pt x="125" y="435"/>
                    <a:pt x="124" y="435"/>
                    <a:pt x="124" y="436"/>
                  </a:cubicBezTo>
                  <a:cubicBezTo>
                    <a:pt x="121" y="439"/>
                    <a:pt x="118" y="443"/>
                    <a:pt x="115" y="446"/>
                  </a:cubicBezTo>
                  <a:cubicBezTo>
                    <a:pt x="109" y="453"/>
                    <a:pt x="103" y="459"/>
                    <a:pt x="97" y="466"/>
                  </a:cubicBezTo>
                  <a:cubicBezTo>
                    <a:pt x="94" y="469"/>
                    <a:pt x="90" y="473"/>
                    <a:pt x="87" y="477"/>
                  </a:cubicBezTo>
                  <a:cubicBezTo>
                    <a:pt x="77" y="487"/>
                    <a:pt x="68" y="497"/>
                    <a:pt x="61" y="508"/>
                  </a:cubicBezTo>
                  <a:cubicBezTo>
                    <a:pt x="58" y="511"/>
                    <a:pt x="56" y="515"/>
                    <a:pt x="53" y="519"/>
                  </a:cubicBezTo>
                  <a:cubicBezTo>
                    <a:pt x="51" y="522"/>
                    <a:pt x="49" y="526"/>
                    <a:pt x="47" y="529"/>
                  </a:cubicBezTo>
                  <a:cubicBezTo>
                    <a:pt x="45" y="532"/>
                    <a:pt x="43" y="534"/>
                    <a:pt x="41" y="537"/>
                  </a:cubicBezTo>
                  <a:cubicBezTo>
                    <a:pt x="38" y="542"/>
                    <a:pt x="34" y="546"/>
                    <a:pt x="32" y="551"/>
                  </a:cubicBezTo>
                  <a:cubicBezTo>
                    <a:pt x="32" y="552"/>
                    <a:pt x="32" y="552"/>
                    <a:pt x="32" y="552"/>
                  </a:cubicBezTo>
                  <a:cubicBezTo>
                    <a:pt x="31" y="554"/>
                    <a:pt x="29" y="557"/>
                    <a:pt x="29" y="560"/>
                  </a:cubicBezTo>
                  <a:cubicBezTo>
                    <a:pt x="29" y="560"/>
                    <a:pt x="29" y="561"/>
                    <a:pt x="29" y="562"/>
                  </a:cubicBezTo>
                  <a:cubicBezTo>
                    <a:pt x="29" y="563"/>
                    <a:pt x="30" y="564"/>
                    <a:pt x="29" y="565"/>
                  </a:cubicBezTo>
                  <a:cubicBezTo>
                    <a:pt x="29" y="570"/>
                    <a:pt x="25" y="571"/>
                    <a:pt x="24" y="572"/>
                  </a:cubicBezTo>
                  <a:cubicBezTo>
                    <a:pt x="23" y="572"/>
                    <a:pt x="23" y="572"/>
                    <a:pt x="23" y="572"/>
                  </a:cubicBezTo>
                  <a:cubicBezTo>
                    <a:pt x="23" y="573"/>
                    <a:pt x="23" y="573"/>
                    <a:pt x="23" y="573"/>
                  </a:cubicBezTo>
                  <a:cubicBezTo>
                    <a:pt x="23" y="575"/>
                    <a:pt x="23" y="578"/>
                    <a:pt x="21" y="581"/>
                  </a:cubicBezTo>
                  <a:cubicBezTo>
                    <a:pt x="18" y="583"/>
                    <a:pt x="15" y="584"/>
                    <a:pt x="13" y="584"/>
                  </a:cubicBezTo>
                  <a:cubicBezTo>
                    <a:pt x="12" y="584"/>
                    <a:pt x="11" y="585"/>
                    <a:pt x="11" y="585"/>
                  </a:cubicBezTo>
                  <a:cubicBezTo>
                    <a:pt x="11" y="585"/>
                    <a:pt x="10" y="585"/>
                    <a:pt x="10" y="585"/>
                  </a:cubicBezTo>
                  <a:cubicBezTo>
                    <a:pt x="10" y="585"/>
                    <a:pt x="10" y="587"/>
                    <a:pt x="11" y="588"/>
                  </a:cubicBezTo>
                  <a:cubicBezTo>
                    <a:pt x="12" y="593"/>
                    <a:pt x="13" y="599"/>
                    <a:pt x="14" y="604"/>
                  </a:cubicBezTo>
                  <a:cubicBezTo>
                    <a:pt x="16" y="611"/>
                    <a:pt x="16" y="611"/>
                    <a:pt x="16" y="611"/>
                  </a:cubicBezTo>
                  <a:cubicBezTo>
                    <a:pt x="16" y="613"/>
                    <a:pt x="16" y="615"/>
                    <a:pt x="17" y="617"/>
                  </a:cubicBezTo>
                  <a:cubicBezTo>
                    <a:pt x="17" y="622"/>
                    <a:pt x="18" y="627"/>
                    <a:pt x="20" y="630"/>
                  </a:cubicBezTo>
                  <a:cubicBezTo>
                    <a:pt x="38" y="656"/>
                    <a:pt x="38" y="656"/>
                    <a:pt x="38" y="656"/>
                  </a:cubicBezTo>
                  <a:cubicBezTo>
                    <a:pt x="38" y="657"/>
                    <a:pt x="39" y="658"/>
                    <a:pt x="40" y="659"/>
                  </a:cubicBezTo>
                  <a:cubicBezTo>
                    <a:pt x="41" y="662"/>
                    <a:pt x="44" y="667"/>
                    <a:pt x="46" y="667"/>
                  </a:cubicBezTo>
                  <a:cubicBezTo>
                    <a:pt x="46" y="667"/>
                    <a:pt x="47" y="667"/>
                    <a:pt x="48" y="667"/>
                  </a:cubicBezTo>
                  <a:cubicBezTo>
                    <a:pt x="48" y="667"/>
                    <a:pt x="49" y="667"/>
                    <a:pt x="50" y="667"/>
                  </a:cubicBezTo>
                  <a:cubicBezTo>
                    <a:pt x="61" y="667"/>
                    <a:pt x="61" y="667"/>
                    <a:pt x="61" y="667"/>
                  </a:cubicBezTo>
                  <a:cubicBezTo>
                    <a:pt x="65" y="667"/>
                    <a:pt x="68" y="668"/>
                    <a:pt x="71" y="672"/>
                  </a:cubicBezTo>
                  <a:cubicBezTo>
                    <a:pt x="72" y="674"/>
                    <a:pt x="75" y="677"/>
                    <a:pt x="74" y="682"/>
                  </a:cubicBezTo>
                  <a:cubicBezTo>
                    <a:pt x="74" y="683"/>
                    <a:pt x="74" y="683"/>
                    <a:pt x="74" y="683"/>
                  </a:cubicBezTo>
                  <a:cubicBezTo>
                    <a:pt x="74" y="684"/>
                    <a:pt x="75" y="684"/>
                    <a:pt x="75" y="685"/>
                  </a:cubicBezTo>
                  <a:cubicBezTo>
                    <a:pt x="76" y="687"/>
                    <a:pt x="76" y="688"/>
                    <a:pt x="76" y="689"/>
                  </a:cubicBezTo>
                  <a:cubicBezTo>
                    <a:pt x="77" y="689"/>
                    <a:pt x="78" y="689"/>
                    <a:pt x="79" y="690"/>
                  </a:cubicBezTo>
                  <a:cubicBezTo>
                    <a:pt x="80" y="691"/>
                    <a:pt x="81" y="692"/>
                    <a:pt x="81" y="693"/>
                  </a:cubicBezTo>
                  <a:cubicBezTo>
                    <a:pt x="118" y="869"/>
                    <a:pt x="118" y="869"/>
                    <a:pt x="118" y="869"/>
                  </a:cubicBezTo>
                  <a:cubicBezTo>
                    <a:pt x="118" y="871"/>
                    <a:pt x="118" y="873"/>
                    <a:pt x="116" y="874"/>
                  </a:cubicBezTo>
                  <a:cubicBezTo>
                    <a:pt x="115" y="875"/>
                    <a:pt x="114" y="875"/>
                    <a:pt x="112" y="875"/>
                  </a:cubicBezTo>
                  <a:cubicBezTo>
                    <a:pt x="111" y="875"/>
                    <a:pt x="110" y="875"/>
                    <a:pt x="109" y="875"/>
                  </a:cubicBezTo>
                  <a:cubicBezTo>
                    <a:pt x="109" y="875"/>
                    <a:pt x="108" y="875"/>
                    <a:pt x="108" y="875"/>
                  </a:cubicBezTo>
                  <a:cubicBezTo>
                    <a:pt x="107" y="876"/>
                    <a:pt x="105" y="877"/>
                    <a:pt x="103" y="877"/>
                  </a:cubicBezTo>
                  <a:cubicBezTo>
                    <a:pt x="101" y="877"/>
                    <a:pt x="100" y="877"/>
                    <a:pt x="98" y="877"/>
                  </a:cubicBezTo>
                  <a:cubicBezTo>
                    <a:pt x="97" y="877"/>
                    <a:pt x="96" y="876"/>
                    <a:pt x="95" y="876"/>
                  </a:cubicBezTo>
                  <a:cubicBezTo>
                    <a:pt x="94" y="876"/>
                    <a:pt x="93" y="877"/>
                    <a:pt x="92" y="877"/>
                  </a:cubicBezTo>
                  <a:cubicBezTo>
                    <a:pt x="89" y="878"/>
                    <a:pt x="86" y="879"/>
                    <a:pt x="83" y="878"/>
                  </a:cubicBezTo>
                  <a:cubicBezTo>
                    <a:pt x="82" y="878"/>
                    <a:pt x="82" y="878"/>
                    <a:pt x="82" y="878"/>
                  </a:cubicBezTo>
                  <a:cubicBezTo>
                    <a:pt x="78" y="877"/>
                    <a:pt x="74" y="876"/>
                    <a:pt x="70" y="875"/>
                  </a:cubicBezTo>
                  <a:cubicBezTo>
                    <a:pt x="68" y="875"/>
                    <a:pt x="64" y="874"/>
                    <a:pt x="60" y="874"/>
                  </a:cubicBezTo>
                  <a:cubicBezTo>
                    <a:pt x="56" y="874"/>
                    <a:pt x="54" y="875"/>
                    <a:pt x="54" y="875"/>
                  </a:cubicBezTo>
                  <a:cubicBezTo>
                    <a:pt x="53" y="876"/>
                    <a:pt x="53" y="876"/>
                    <a:pt x="53" y="876"/>
                  </a:cubicBezTo>
                  <a:cubicBezTo>
                    <a:pt x="52" y="879"/>
                    <a:pt x="51" y="882"/>
                    <a:pt x="48" y="885"/>
                  </a:cubicBezTo>
                  <a:cubicBezTo>
                    <a:pt x="48" y="886"/>
                    <a:pt x="47" y="886"/>
                    <a:pt x="47" y="887"/>
                  </a:cubicBezTo>
                  <a:cubicBezTo>
                    <a:pt x="45" y="888"/>
                    <a:pt x="43" y="890"/>
                    <a:pt x="42" y="891"/>
                  </a:cubicBezTo>
                  <a:cubicBezTo>
                    <a:pt x="46" y="893"/>
                    <a:pt x="49" y="898"/>
                    <a:pt x="52" y="901"/>
                  </a:cubicBezTo>
                  <a:cubicBezTo>
                    <a:pt x="53" y="903"/>
                    <a:pt x="54" y="904"/>
                    <a:pt x="55" y="905"/>
                  </a:cubicBezTo>
                  <a:cubicBezTo>
                    <a:pt x="58" y="909"/>
                    <a:pt x="61" y="913"/>
                    <a:pt x="64" y="918"/>
                  </a:cubicBezTo>
                  <a:cubicBezTo>
                    <a:pt x="68" y="924"/>
                    <a:pt x="77" y="931"/>
                    <a:pt x="84" y="936"/>
                  </a:cubicBezTo>
                  <a:cubicBezTo>
                    <a:pt x="86" y="938"/>
                    <a:pt x="88" y="939"/>
                    <a:pt x="90" y="941"/>
                  </a:cubicBezTo>
                  <a:cubicBezTo>
                    <a:pt x="91" y="941"/>
                    <a:pt x="93" y="941"/>
                    <a:pt x="94" y="942"/>
                  </a:cubicBezTo>
                  <a:cubicBezTo>
                    <a:pt x="96" y="943"/>
                    <a:pt x="97" y="944"/>
                    <a:pt x="98" y="945"/>
                  </a:cubicBezTo>
                  <a:cubicBezTo>
                    <a:pt x="100" y="946"/>
                    <a:pt x="101" y="948"/>
                    <a:pt x="101" y="950"/>
                  </a:cubicBezTo>
                  <a:cubicBezTo>
                    <a:pt x="102" y="950"/>
                    <a:pt x="102" y="950"/>
                    <a:pt x="103" y="951"/>
                  </a:cubicBezTo>
                  <a:cubicBezTo>
                    <a:pt x="107" y="952"/>
                    <a:pt x="109" y="955"/>
                    <a:pt x="111" y="958"/>
                  </a:cubicBezTo>
                  <a:cubicBezTo>
                    <a:pt x="112" y="959"/>
                    <a:pt x="112" y="960"/>
                    <a:pt x="113" y="961"/>
                  </a:cubicBezTo>
                  <a:cubicBezTo>
                    <a:pt x="117" y="965"/>
                    <a:pt x="118" y="970"/>
                    <a:pt x="120" y="974"/>
                  </a:cubicBezTo>
                  <a:cubicBezTo>
                    <a:pt x="120" y="976"/>
                    <a:pt x="120" y="976"/>
                    <a:pt x="120" y="976"/>
                  </a:cubicBezTo>
                  <a:cubicBezTo>
                    <a:pt x="121" y="978"/>
                    <a:pt x="122" y="980"/>
                    <a:pt x="123" y="982"/>
                  </a:cubicBezTo>
                  <a:cubicBezTo>
                    <a:pt x="125" y="987"/>
                    <a:pt x="127" y="991"/>
                    <a:pt x="128" y="996"/>
                  </a:cubicBezTo>
                  <a:cubicBezTo>
                    <a:pt x="129" y="998"/>
                    <a:pt x="129" y="998"/>
                    <a:pt x="129" y="998"/>
                  </a:cubicBezTo>
                  <a:cubicBezTo>
                    <a:pt x="130" y="1001"/>
                    <a:pt x="131" y="1007"/>
                    <a:pt x="133" y="1008"/>
                  </a:cubicBezTo>
                  <a:cubicBezTo>
                    <a:pt x="135" y="1009"/>
                    <a:pt x="138" y="1010"/>
                    <a:pt x="139" y="1014"/>
                  </a:cubicBezTo>
                  <a:cubicBezTo>
                    <a:pt x="141" y="1017"/>
                    <a:pt x="140" y="1020"/>
                    <a:pt x="138" y="1024"/>
                  </a:cubicBezTo>
                  <a:cubicBezTo>
                    <a:pt x="139" y="1023"/>
                    <a:pt x="139" y="1023"/>
                    <a:pt x="139" y="102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B096BC66-76E3-4116-8475-1C0AE68FB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4038" y="1652588"/>
              <a:ext cx="715963" cy="1160463"/>
            </a:xfrm>
            <a:custGeom>
              <a:avLst/>
              <a:gdLst>
                <a:gd name="T0" fmla="*/ 628 w 634"/>
                <a:gd name="T1" fmla="*/ 256 h 1027"/>
                <a:gd name="T2" fmla="*/ 397 w 634"/>
                <a:gd name="T3" fmla="*/ 129 h 1027"/>
                <a:gd name="T4" fmla="*/ 131 w 634"/>
                <a:gd name="T5" fmla="*/ 9 h 1027"/>
                <a:gd name="T6" fmla="*/ 101 w 634"/>
                <a:gd name="T7" fmla="*/ 113 h 1027"/>
                <a:gd name="T8" fmla="*/ 125 w 634"/>
                <a:gd name="T9" fmla="*/ 159 h 1027"/>
                <a:gd name="T10" fmla="*/ 143 w 634"/>
                <a:gd name="T11" fmla="*/ 193 h 1027"/>
                <a:gd name="T12" fmla="*/ 132 w 634"/>
                <a:gd name="T13" fmla="*/ 255 h 1027"/>
                <a:gd name="T14" fmla="*/ 116 w 634"/>
                <a:gd name="T15" fmla="*/ 428 h 1027"/>
                <a:gd name="T16" fmla="*/ 38 w 634"/>
                <a:gd name="T17" fmla="*/ 522 h 1027"/>
                <a:gd name="T18" fmla="*/ 14 w 634"/>
                <a:gd name="T19" fmla="*/ 565 h 1027"/>
                <a:gd name="T20" fmla="*/ 1 w 634"/>
                <a:gd name="T21" fmla="*/ 583 h 1027"/>
                <a:gd name="T22" fmla="*/ 39 w 634"/>
                <a:gd name="T23" fmla="*/ 667 h 1027"/>
                <a:gd name="T24" fmla="*/ 65 w 634"/>
                <a:gd name="T25" fmla="*/ 676 h 1027"/>
                <a:gd name="T26" fmla="*/ 71 w 634"/>
                <a:gd name="T27" fmla="*/ 689 h 1027"/>
                <a:gd name="T28" fmla="*/ 89 w 634"/>
                <a:gd name="T29" fmla="*/ 867 h 1027"/>
                <a:gd name="T30" fmla="*/ 40 w 634"/>
                <a:gd name="T31" fmla="*/ 877 h 1027"/>
                <a:gd name="T32" fmla="*/ 83 w 634"/>
                <a:gd name="T33" fmla="*/ 940 h 1027"/>
                <a:gd name="T34" fmla="*/ 96 w 634"/>
                <a:gd name="T35" fmla="*/ 950 h 1027"/>
                <a:gd name="T36" fmla="*/ 125 w 634"/>
                <a:gd name="T37" fmla="*/ 1007 h 1027"/>
                <a:gd name="T38" fmla="*/ 142 w 634"/>
                <a:gd name="T39" fmla="*/ 1027 h 1027"/>
                <a:gd name="T40" fmla="*/ 180 w 634"/>
                <a:gd name="T41" fmla="*/ 1007 h 1027"/>
                <a:gd name="T42" fmla="*/ 190 w 634"/>
                <a:gd name="T43" fmla="*/ 1007 h 1027"/>
                <a:gd name="T44" fmla="*/ 208 w 634"/>
                <a:gd name="T45" fmla="*/ 1019 h 1027"/>
                <a:gd name="T46" fmla="*/ 219 w 634"/>
                <a:gd name="T47" fmla="*/ 1014 h 1027"/>
                <a:gd name="T48" fmla="*/ 228 w 634"/>
                <a:gd name="T49" fmla="*/ 1008 h 1027"/>
                <a:gd name="T50" fmla="*/ 243 w 634"/>
                <a:gd name="T51" fmla="*/ 999 h 1027"/>
                <a:gd name="T52" fmla="*/ 254 w 634"/>
                <a:gd name="T53" fmla="*/ 994 h 1027"/>
                <a:gd name="T54" fmla="*/ 313 w 634"/>
                <a:gd name="T55" fmla="*/ 989 h 1027"/>
                <a:gd name="T56" fmla="*/ 339 w 634"/>
                <a:gd name="T57" fmla="*/ 957 h 1027"/>
                <a:gd name="T58" fmla="*/ 330 w 634"/>
                <a:gd name="T59" fmla="*/ 939 h 1027"/>
                <a:gd name="T60" fmla="*/ 347 w 634"/>
                <a:gd name="T61" fmla="*/ 928 h 1027"/>
                <a:gd name="T62" fmla="*/ 380 w 634"/>
                <a:gd name="T63" fmla="*/ 927 h 1027"/>
                <a:gd name="T64" fmla="*/ 404 w 634"/>
                <a:gd name="T65" fmla="*/ 920 h 1027"/>
                <a:gd name="T66" fmla="*/ 425 w 634"/>
                <a:gd name="T67" fmla="*/ 917 h 1027"/>
                <a:gd name="T68" fmla="*/ 429 w 634"/>
                <a:gd name="T69" fmla="*/ 911 h 1027"/>
                <a:gd name="T70" fmla="*/ 447 w 634"/>
                <a:gd name="T71" fmla="*/ 900 h 1027"/>
                <a:gd name="T72" fmla="*/ 474 w 634"/>
                <a:gd name="T73" fmla="*/ 866 h 1027"/>
                <a:gd name="T74" fmla="*/ 502 w 634"/>
                <a:gd name="T75" fmla="*/ 839 h 1027"/>
                <a:gd name="T76" fmla="*/ 511 w 634"/>
                <a:gd name="T77" fmla="*/ 819 h 1027"/>
                <a:gd name="T78" fmla="*/ 532 w 634"/>
                <a:gd name="T79" fmla="*/ 806 h 1027"/>
                <a:gd name="T80" fmla="*/ 558 w 634"/>
                <a:gd name="T81" fmla="*/ 802 h 1027"/>
                <a:gd name="T82" fmla="*/ 564 w 634"/>
                <a:gd name="T83" fmla="*/ 773 h 1027"/>
                <a:gd name="T84" fmla="*/ 552 w 634"/>
                <a:gd name="T85" fmla="*/ 731 h 1027"/>
                <a:gd name="T86" fmla="*/ 541 w 634"/>
                <a:gd name="T87" fmla="*/ 705 h 1027"/>
                <a:gd name="T88" fmla="*/ 518 w 634"/>
                <a:gd name="T89" fmla="*/ 695 h 1027"/>
                <a:gd name="T90" fmla="*/ 525 w 634"/>
                <a:gd name="T91" fmla="*/ 659 h 1027"/>
                <a:gd name="T92" fmla="*/ 523 w 634"/>
                <a:gd name="T93" fmla="*/ 629 h 1027"/>
                <a:gd name="T94" fmla="*/ 537 w 634"/>
                <a:gd name="T95" fmla="*/ 606 h 1027"/>
                <a:gd name="T96" fmla="*/ 541 w 634"/>
                <a:gd name="T97" fmla="*/ 587 h 1027"/>
                <a:gd name="T98" fmla="*/ 537 w 634"/>
                <a:gd name="T99" fmla="*/ 573 h 1027"/>
                <a:gd name="T100" fmla="*/ 554 w 634"/>
                <a:gd name="T101" fmla="*/ 553 h 1027"/>
                <a:gd name="T102" fmla="*/ 570 w 634"/>
                <a:gd name="T103" fmla="*/ 536 h 1027"/>
                <a:gd name="T104" fmla="*/ 580 w 634"/>
                <a:gd name="T105" fmla="*/ 498 h 1027"/>
                <a:gd name="T106" fmla="*/ 633 w 634"/>
                <a:gd name="T107" fmla="*/ 494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34" h="1027">
                  <a:moveTo>
                    <a:pt x="633" y="494"/>
                  </a:moveTo>
                  <a:cubicBezTo>
                    <a:pt x="632" y="454"/>
                    <a:pt x="631" y="414"/>
                    <a:pt x="631" y="374"/>
                  </a:cubicBezTo>
                  <a:cubicBezTo>
                    <a:pt x="630" y="345"/>
                    <a:pt x="629" y="316"/>
                    <a:pt x="629" y="287"/>
                  </a:cubicBezTo>
                  <a:cubicBezTo>
                    <a:pt x="629" y="276"/>
                    <a:pt x="628" y="266"/>
                    <a:pt x="628" y="256"/>
                  </a:cubicBezTo>
                  <a:cubicBezTo>
                    <a:pt x="628" y="254"/>
                    <a:pt x="625" y="253"/>
                    <a:pt x="623" y="252"/>
                  </a:cubicBezTo>
                  <a:cubicBezTo>
                    <a:pt x="618" y="249"/>
                    <a:pt x="613" y="246"/>
                    <a:pt x="608" y="243"/>
                  </a:cubicBezTo>
                  <a:cubicBezTo>
                    <a:pt x="594" y="236"/>
                    <a:pt x="580" y="228"/>
                    <a:pt x="567" y="220"/>
                  </a:cubicBezTo>
                  <a:cubicBezTo>
                    <a:pt x="510" y="189"/>
                    <a:pt x="454" y="159"/>
                    <a:pt x="397" y="129"/>
                  </a:cubicBezTo>
                  <a:cubicBezTo>
                    <a:pt x="336" y="97"/>
                    <a:pt x="275" y="65"/>
                    <a:pt x="213" y="34"/>
                  </a:cubicBezTo>
                  <a:cubicBezTo>
                    <a:pt x="200" y="27"/>
                    <a:pt x="186" y="20"/>
                    <a:pt x="173" y="14"/>
                  </a:cubicBezTo>
                  <a:cubicBezTo>
                    <a:pt x="165" y="10"/>
                    <a:pt x="157" y="6"/>
                    <a:pt x="150" y="2"/>
                  </a:cubicBezTo>
                  <a:cubicBezTo>
                    <a:pt x="145" y="0"/>
                    <a:pt x="136" y="7"/>
                    <a:pt x="131" y="9"/>
                  </a:cubicBezTo>
                  <a:cubicBezTo>
                    <a:pt x="120" y="15"/>
                    <a:pt x="109" y="20"/>
                    <a:pt x="98" y="25"/>
                  </a:cubicBezTo>
                  <a:cubicBezTo>
                    <a:pt x="94" y="27"/>
                    <a:pt x="88" y="28"/>
                    <a:pt x="89" y="33"/>
                  </a:cubicBezTo>
                  <a:cubicBezTo>
                    <a:pt x="92" y="50"/>
                    <a:pt x="96" y="67"/>
                    <a:pt x="99" y="84"/>
                  </a:cubicBezTo>
                  <a:cubicBezTo>
                    <a:pt x="101" y="94"/>
                    <a:pt x="101" y="103"/>
                    <a:pt x="101" y="113"/>
                  </a:cubicBezTo>
                  <a:cubicBezTo>
                    <a:pt x="101" y="117"/>
                    <a:pt x="100" y="124"/>
                    <a:pt x="103" y="128"/>
                  </a:cubicBezTo>
                  <a:cubicBezTo>
                    <a:pt x="105" y="130"/>
                    <a:pt x="107" y="130"/>
                    <a:pt x="108" y="132"/>
                  </a:cubicBezTo>
                  <a:cubicBezTo>
                    <a:pt x="109" y="134"/>
                    <a:pt x="110" y="136"/>
                    <a:pt x="111" y="138"/>
                  </a:cubicBezTo>
                  <a:cubicBezTo>
                    <a:pt x="116" y="144"/>
                    <a:pt x="122" y="152"/>
                    <a:pt x="125" y="159"/>
                  </a:cubicBezTo>
                  <a:cubicBezTo>
                    <a:pt x="127" y="163"/>
                    <a:pt x="124" y="162"/>
                    <a:pt x="123" y="166"/>
                  </a:cubicBezTo>
                  <a:cubicBezTo>
                    <a:pt x="122" y="169"/>
                    <a:pt x="124" y="173"/>
                    <a:pt x="126" y="176"/>
                  </a:cubicBezTo>
                  <a:cubicBezTo>
                    <a:pt x="129" y="178"/>
                    <a:pt x="132" y="180"/>
                    <a:pt x="134" y="183"/>
                  </a:cubicBezTo>
                  <a:cubicBezTo>
                    <a:pt x="137" y="186"/>
                    <a:pt x="140" y="189"/>
                    <a:pt x="143" y="193"/>
                  </a:cubicBezTo>
                  <a:cubicBezTo>
                    <a:pt x="146" y="196"/>
                    <a:pt x="150" y="199"/>
                    <a:pt x="148" y="203"/>
                  </a:cubicBezTo>
                  <a:cubicBezTo>
                    <a:pt x="146" y="207"/>
                    <a:pt x="144" y="210"/>
                    <a:pt x="142" y="214"/>
                  </a:cubicBezTo>
                  <a:cubicBezTo>
                    <a:pt x="139" y="220"/>
                    <a:pt x="135" y="226"/>
                    <a:pt x="135" y="234"/>
                  </a:cubicBezTo>
                  <a:cubicBezTo>
                    <a:pt x="134" y="241"/>
                    <a:pt x="133" y="248"/>
                    <a:pt x="132" y="255"/>
                  </a:cubicBezTo>
                  <a:cubicBezTo>
                    <a:pt x="129" y="283"/>
                    <a:pt x="126" y="311"/>
                    <a:pt x="125" y="340"/>
                  </a:cubicBezTo>
                  <a:cubicBezTo>
                    <a:pt x="124" y="362"/>
                    <a:pt x="124" y="385"/>
                    <a:pt x="122" y="407"/>
                  </a:cubicBezTo>
                  <a:cubicBezTo>
                    <a:pt x="122" y="412"/>
                    <a:pt x="121" y="417"/>
                    <a:pt x="121" y="422"/>
                  </a:cubicBezTo>
                  <a:cubicBezTo>
                    <a:pt x="121" y="423"/>
                    <a:pt x="117" y="426"/>
                    <a:pt x="116" y="428"/>
                  </a:cubicBezTo>
                  <a:cubicBezTo>
                    <a:pt x="113" y="431"/>
                    <a:pt x="109" y="435"/>
                    <a:pt x="106" y="438"/>
                  </a:cubicBezTo>
                  <a:cubicBezTo>
                    <a:pt x="100" y="445"/>
                    <a:pt x="95" y="451"/>
                    <a:pt x="89" y="458"/>
                  </a:cubicBezTo>
                  <a:cubicBezTo>
                    <a:pt x="77" y="471"/>
                    <a:pt x="62" y="485"/>
                    <a:pt x="52" y="500"/>
                  </a:cubicBezTo>
                  <a:cubicBezTo>
                    <a:pt x="47" y="507"/>
                    <a:pt x="43" y="514"/>
                    <a:pt x="38" y="522"/>
                  </a:cubicBezTo>
                  <a:cubicBezTo>
                    <a:pt x="33" y="529"/>
                    <a:pt x="27" y="536"/>
                    <a:pt x="23" y="544"/>
                  </a:cubicBezTo>
                  <a:cubicBezTo>
                    <a:pt x="22" y="547"/>
                    <a:pt x="20" y="551"/>
                    <a:pt x="19" y="554"/>
                  </a:cubicBezTo>
                  <a:cubicBezTo>
                    <a:pt x="19" y="556"/>
                    <a:pt x="20" y="558"/>
                    <a:pt x="20" y="560"/>
                  </a:cubicBezTo>
                  <a:cubicBezTo>
                    <a:pt x="20" y="563"/>
                    <a:pt x="15" y="562"/>
                    <a:pt x="14" y="565"/>
                  </a:cubicBezTo>
                  <a:cubicBezTo>
                    <a:pt x="13" y="567"/>
                    <a:pt x="13" y="566"/>
                    <a:pt x="13" y="568"/>
                  </a:cubicBezTo>
                  <a:cubicBezTo>
                    <a:pt x="13" y="570"/>
                    <a:pt x="14" y="571"/>
                    <a:pt x="13" y="573"/>
                  </a:cubicBezTo>
                  <a:cubicBezTo>
                    <a:pt x="10" y="575"/>
                    <a:pt x="7" y="574"/>
                    <a:pt x="4" y="576"/>
                  </a:cubicBezTo>
                  <a:cubicBezTo>
                    <a:pt x="0" y="577"/>
                    <a:pt x="0" y="579"/>
                    <a:pt x="1" y="583"/>
                  </a:cubicBezTo>
                  <a:cubicBezTo>
                    <a:pt x="3" y="591"/>
                    <a:pt x="4" y="599"/>
                    <a:pt x="6" y="607"/>
                  </a:cubicBezTo>
                  <a:cubicBezTo>
                    <a:pt x="7" y="613"/>
                    <a:pt x="7" y="622"/>
                    <a:pt x="11" y="628"/>
                  </a:cubicBezTo>
                  <a:cubicBezTo>
                    <a:pt x="17" y="636"/>
                    <a:pt x="23" y="645"/>
                    <a:pt x="29" y="653"/>
                  </a:cubicBezTo>
                  <a:cubicBezTo>
                    <a:pt x="31" y="657"/>
                    <a:pt x="35" y="665"/>
                    <a:pt x="39" y="667"/>
                  </a:cubicBezTo>
                  <a:cubicBezTo>
                    <a:pt x="41" y="667"/>
                    <a:pt x="43" y="667"/>
                    <a:pt x="45" y="667"/>
                  </a:cubicBezTo>
                  <a:cubicBezTo>
                    <a:pt x="48" y="667"/>
                    <a:pt x="51" y="667"/>
                    <a:pt x="54" y="667"/>
                  </a:cubicBezTo>
                  <a:cubicBezTo>
                    <a:pt x="58" y="666"/>
                    <a:pt x="59" y="666"/>
                    <a:pt x="62" y="670"/>
                  </a:cubicBezTo>
                  <a:cubicBezTo>
                    <a:pt x="63" y="672"/>
                    <a:pt x="65" y="674"/>
                    <a:pt x="65" y="676"/>
                  </a:cubicBezTo>
                  <a:cubicBezTo>
                    <a:pt x="64" y="678"/>
                    <a:pt x="64" y="679"/>
                    <a:pt x="65" y="681"/>
                  </a:cubicBezTo>
                  <a:cubicBezTo>
                    <a:pt x="65" y="681"/>
                    <a:pt x="66" y="681"/>
                    <a:pt x="66" y="682"/>
                  </a:cubicBezTo>
                  <a:cubicBezTo>
                    <a:pt x="67" y="683"/>
                    <a:pt x="66" y="684"/>
                    <a:pt x="66" y="685"/>
                  </a:cubicBezTo>
                  <a:cubicBezTo>
                    <a:pt x="67" y="689"/>
                    <a:pt x="69" y="687"/>
                    <a:pt x="71" y="689"/>
                  </a:cubicBezTo>
                  <a:cubicBezTo>
                    <a:pt x="108" y="865"/>
                    <a:pt x="108" y="865"/>
                    <a:pt x="108" y="865"/>
                  </a:cubicBezTo>
                  <a:cubicBezTo>
                    <a:pt x="106" y="865"/>
                    <a:pt x="104" y="865"/>
                    <a:pt x="102" y="866"/>
                  </a:cubicBezTo>
                  <a:cubicBezTo>
                    <a:pt x="101" y="866"/>
                    <a:pt x="99" y="868"/>
                    <a:pt x="98" y="868"/>
                  </a:cubicBezTo>
                  <a:cubicBezTo>
                    <a:pt x="95" y="868"/>
                    <a:pt x="92" y="866"/>
                    <a:pt x="89" y="867"/>
                  </a:cubicBezTo>
                  <a:cubicBezTo>
                    <a:pt x="86" y="867"/>
                    <a:pt x="83" y="870"/>
                    <a:pt x="79" y="869"/>
                  </a:cubicBezTo>
                  <a:cubicBezTo>
                    <a:pt x="75" y="868"/>
                    <a:pt x="71" y="866"/>
                    <a:pt x="67" y="866"/>
                  </a:cubicBezTo>
                  <a:cubicBezTo>
                    <a:pt x="61" y="864"/>
                    <a:pt x="47" y="863"/>
                    <a:pt x="44" y="868"/>
                  </a:cubicBezTo>
                  <a:cubicBezTo>
                    <a:pt x="43" y="871"/>
                    <a:pt x="42" y="875"/>
                    <a:pt x="40" y="877"/>
                  </a:cubicBezTo>
                  <a:cubicBezTo>
                    <a:pt x="38" y="879"/>
                    <a:pt x="28" y="887"/>
                    <a:pt x="33" y="888"/>
                  </a:cubicBezTo>
                  <a:cubicBezTo>
                    <a:pt x="38" y="890"/>
                    <a:pt x="43" y="899"/>
                    <a:pt x="46" y="903"/>
                  </a:cubicBezTo>
                  <a:cubicBezTo>
                    <a:pt x="49" y="907"/>
                    <a:pt x="53" y="911"/>
                    <a:pt x="55" y="915"/>
                  </a:cubicBezTo>
                  <a:cubicBezTo>
                    <a:pt x="60" y="925"/>
                    <a:pt x="74" y="933"/>
                    <a:pt x="83" y="940"/>
                  </a:cubicBezTo>
                  <a:cubicBezTo>
                    <a:pt x="84" y="941"/>
                    <a:pt x="85" y="940"/>
                    <a:pt x="87" y="941"/>
                  </a:cubicBezTo>
                  <a:cubicBezTo>
                    <a:pt x="89" y="942"/>
                    <a:pt x="89" y="944"/>
                    <a:pt x="91" y="945"/>
                  </a:cubicBezTo>
                  <a:cubicBezTo>
                    <a:pt x="93" y="946"/>
                    <a:pt x="91" y="947"/>
                    <a:pt x="93" y="948"/>
                  </a:cubicBezTo>
                  <a:cubicBezTo>
                    <a:pt x="94" y="949"/>
                    <a:pt x="94" y="949"/>
                    <a:pt x="96" y="950"/>
                  </a:cubicBezTo>
                  <a:cubicBezTo>
                    <a:pt x="100" y="952"/>
                    <a:pt x="102" y="956"/>
                    <a:pt x="105" y="959"/>
                  </a:cubicBezTo>
                  <a:cubicBezTo>
                    <a:pt x="108" y="963"/>
                    <a:pt x="109" y="968"/>
                    <a:pt x="111" y="972"/>
                  </a:cubicBezTo>
                  <a:cubicBezTo>
                    <a:pt x="114" y="979"/>
                    <a:pt x="117" y="985"/>
                    <a:pt x="119" y="992"/>
                  </a:cubicBezTo>
                  <a:cubicBezTo>
                    <a:pt x="120" y="996"/>
                    <a:pt x="122" y="1003"/>
                    <a:pt x="125" y="1007"/>
                  </a:cubicBezTo>
                  <a:cubicBezTo>
                    <a:pt x="127" y="1009"/>
                    <a:pt x="129" y="1007"/>
                    <a:pt x="130" y="1010"/>
                  </a:cubicBezTo>
                  <a:cubicBezTo>
                    <a:pt x="132" y="1015"/>
                    <a:pt x="128" y="1020"/>
                    <a:pt x="125" y="1023"/>
                  </a:cubicBezTo>
                  <a:cubicBezTo>
                    <a:pt x="129" y="1025"/>
                    <a:pt x="132" y="1022"/>
                    <a:pt x="136" y="1023"/>
                  </a:cubicBezTo>
                  <a:cubicBezTo>
                    <a:pt x="139" y="1024"/>
                    <a:pt x="138" y="1027"/>
                    <a:pt x="142" y="1027"/>
                  </a:cubicBezTo>
                  <a:cubicBezTo>
                    <a:pt x="147" y="1027"/>
                    <a:pt x="153" y="1026"/>
                    <a:pt x="157" y="1022"/>
                  </a:cubicBezTo>
                  <a:cubicBezTo>
                    <a:pt x="161" y="1018"/>
                    <a:pt x="166" y="1018"/>
                    <a:pt x="172" y="1016"/>
                  </a:cubicBezTo>
                  <a:cubicBezTo>
                    <a:pt x="174" y="1015"/>
                    <a:pt x="176" y="1013"/>
                    <a:pt x="179" y="1013"/>
                  </a:cubicBezTo>
                  <a:cubicBezTo>
                    <a:pt x="181" y="1013"/>
                    <a:pt x="179" y="1008"/>
                    <a:pt x="180" y="1007"/>
                  </a:cubicBezTo>
                  <a:cubicBezTo>
                    <a:pt x="181" y="1006"/>
                    <a:pt x="181" y="1006"/>
                    <a:pt x="183" y="1006"/>
                  </a:cubicBezTo>
                  <a:cubicBezTo>
                    <a:pt x="184" y="1006"/>
                    <a:pt x="184" y="1004"/>
                    <a:pt x="185" y="1003"/>
                  </a:cubicBezTo>
                  <a:cubicBezTo>
                    <a:pt x="187" y="1002"/>
                    <a:pt x="188" y="1000"/>
                    <a:pt x="190" y="1002"/>
                  </a:cubicBezTo>
                  <a:cubicBezTo>
                    <a:pt x="190" y="1003"/>
                    <a:pt x="189" y="1005"/>
                    <a:pt x="190" y="1007"/>
                  </a:cubicBezTo>
                  <a:cubicBezTo>
                    <a:pt x="191" y="1008"/>
                    <a:pt x="193" y="1007"/>
                    <a:pt x="194" y="1010"/>
                  </a:cubicBezTo>
                  <a:cubicBezTo>
                    <a:pt x="195" y="1012"/>
                    <a:pt x="193" y="1012"/>
                    <a:pt x="195" y="1014"/>
                  </a:cubicBezTo>
                  <a:cubicBezTo>
                    <a:pt x="196" y="1015"/>
                    <a:pt x="198" y="1016"/>
                    <a:pt x="200" y="1017"/>
                  </a:cubicBezTo>
                  <a:cubicBezTo>
                    <a:pt x="202" y="1020"/>
                    <a:pt x="205" y="1024"/>
                    <a:pt x="208" y="1019"/>
                  </a:cubicBezTo>
                  <a:cubicBezTo>
                    <a:pt x="209" y="1019"/>
                    <a:pt x="208" y="1017"/>
                    <a:pt x="210" y="1016"/>
                  </a:cubicBezTo>
                  <a:cubicBezTo>
                    <a:pt x="211" y="1015"/>
                    <a:pt x="212" y="1016"/>
                    <a:pt x="214" y="1015"/>
                  </a:cubicBezTo>
                  <a:cubicBezTo>
                    <a:pt x="215" y="1015"/>
                    <a:pt x="216" y="1014"/>
                    <a:pt x="217" y="1014"/>
                  </a:cubicBezTo>
                  <a:cubicBezTo>
                    <a:pt x="218" y="1013"/>
                    <a:pt x="219" y="1014"/>
                    <a:pt x="219" y="1014"/>
                  </a:cubicBezTo>
                  <a:cubicBezTo>
                    <a:pt x="220" y="1014"/>
                    <a:pt x="219" y="1012"/>
                    <a:pt x="220" y="1012"/>
                  </a:cubicBezTo>
                  <a:cubicBezTo>
                    <a:pt x="222" y="1012"/>
                    <a:pt x="222" y="1014"/>
                    <a:pt x="224" y="1013"/>
                  </a:cubicBezTo>
                  <a:cubicBezTo>
                    <a:pt x="224" y="1013"/>
                    <a:pt x="226" y="1010"/>
                    <a:pt x="226" y="1010"/>
                  </a:cubicBezTo>
                  <a:cubicBezTo>
                    <a:pt x="227" y="1009"/>
                    <a:pt x="227" y="1008"/>
                    <a:pt x="228" y="1008"/>
                  </a:cubicBezTo>
                  <a:cubicBezTo>
                    <a:pt x="228" y="1007"/>
                    <a:pt x="229" y="1008"/>
                    <a:pt x="229" y="1008"/>
                  </a:cubicBezTo>
                  <a:cubicBezTo>
                    <a:pt x="231" y="1006"/>
                    <a:pt x="231" y="1005"/>
                    <a:pt x="233" y="1004"/>
                  </a:cubicBezTo>
                  <a:cubicBezTo>
                    <a:pt x="235" y="1002"/>
                    <a:pt x="238" y="1002"/>
                    <a:pt x="241" y="1001"/>
                  </a:cubicBezTo>
                  <a:cubicBezTo>
                    <a:pt x="242" y="1000"/>
                    <a:pt x="242" y="999"/>
                    <a:pt x="243" y="999"/>
                  </a:cubicBezTo>
                  <a:cubicBezTo>
                    <a:pt x="243" y="999"/>
                    <a:pt x="245" y="1000"/>
                    <a:pt x="245" y="1000"/>
                  </a:cubicBezTo>
                  <a:cubicBezTo>
                    <a:pt x="246" y="999"/>
                    <a:pt x="246" y="998"/>
                    <a:pt x="247" y="997"/>
                  </a:cubicBezTo>
                  <a:cubicBezTo>
                    <a:pt x="248" y="997"/>
                    <a:pt x="250" y="997"/>
                    <a:pt x="251" y="997"/>
                  </a:cubicBezTo>
                  <a:cubicBezTo>
                    <a:pt x="253" y="996"/>
                    <a:pt x="253" y="994"/>
                    <a:pt x="254" y="994"/>
                  </a:cubicBezTo>
                  <a:cubicBezTo>
                    <a:pt x="257" y="993"/>
                    <a:pt x="261" y="994"/>
                    <a:pt x="264" y="994"/>
                  </a:cubicBezTo>
                  <a:cubicBezTo>
                    <a:pt x="268" y="995"/>
                    <a:pt x="270" y="995"/>
                    <a:pt x="274" y="994"/>
                  </a:cubicBezTo>
                  <a:cubicBezTo>
                    <a:pt x="280" y="991"/>
                    <a:pt x="286" y="991"/>
                    <a:pt x="293" y="991"/>
                  </a:cubicBezTo>
                  <a:cubicBezTo>
                    <a:pt x="299" y="991"/>
                    <a:pt x="309" y="992"/>
                    <a:pt x="313" y="989"/>
                  </a:cubicBezTo>
                  <a:cubicBezTo>
                    <a:pt x="316" y="988"/>
                    <a:pt x="314" y="984"/>
                    <a:pt x="316" y="981"/>
                  </a:cubicBezTo>
                  <a:cubicBezTo>
                    <a:pt x="318" y="978"/>
                    <a:pt x="321" y="978"/>
                    <a:pt x="324" y="977"/>
                  </a:cubicBezTo>
                  <a:cubicBezTo>
                    <a:pt x="327" y="975"/>
                    <a:pt x="329" y="972"/>
                    <a:pt x="331" y="969"/>
                  </a:cubicBezTo>
                  <a:cubicBezTo>
                    <a:pt x="333" y="966"/>
                    <a:pt x="338" y="961"/>
                    <a:pt x="339" y="957"/>
                  </a:cubicBezTo>
                  <a:cubicBezTo>
                    <a:pt x="340" y="955"/>
                    <a:pt x="343" y="952"/>
                    <a:pt x="343" y="950"/>
                  </a:cubicBezTo>
                  <a:cubicBezTo>
                    <a:pt x="344" y="948"/>
                    <a:pt x="342" y="947"/>
                    <a:pt x="339" y="945"/>
                  </a:cubicBezTo>
                  <a:cubicBezTo>
                    <a:pt x="338" y="944"/>
                    <a:pt x="334" y="943"/>
                    <a:pt x="333" y="942"/>
                  </a:cubicBezTo>
                  <a:cubicBezTo>
                    <a:pt x="332" y="941"/>
                    <a:pt x="330" y="939"/>
                    <a:pt x="330" y="939"/>
                  </a:cubicBezTo>
                  <a:cubicBezTo>
                    <a:pt x="330" y="938"/>
                    <a:pt x="328" y="939"/>
                    <a:pt x="329" y="936"/>
                  </a:cubicBezTo>
                  <a:cubicBezTo>
                    <a:pt x="330" y="935"/>
                    <a:pt x="334" y="932"/>
                    <a:pt x="336" y="931"/>
                  </a:cubicBezTo>
                  <a:cubicBezTo>
                    <a:pt x="339" y="929"/>
                    <a:pt x="341" y="928"/>
                    <a:pt x="344" y="928"/>
                  </a:cubicBezTo>
                  <a:cubicBezTo>
                    <a:pt x="345" y="928"/>
                    <a:pt x="347" y="928"/>
                    <a:pt x="347" y="928"/>
                  </a:cubicBezTo>
                  <a:cubicBezTo>
                    <a:pt x="349" y="928"/>
                    <a:pt x="351" y="927"/>
                    <a:pt x="353" y="928"/>
                  </a:cubicBezTo>
                  <a:cubicBezTo>
                    <a:pt x="356" y="929"/>
                    <a:pt x="358" y="928"/>
                    <a:pt x="361" y="928"/>
                  </a:cubicBezTo>
                  <a:cubicBezTo>
                    <a:pt x="364" y="928"/>
                    <a:pt x="367" y="929"/>
                    <a:pt x="370" y="927"/>
                  </a:cubicBezTo>
                  <a:cubicBezTo>
                    <a:pt x="374" y="926"/>
                    <a:pt x="376" y="928"/>
                    <a:pt x="380" y="927"/>
                  </a:cubicBezTo>
                  <a:cubicBezTo>
                    <a:pt x="383" y="925"/>
                    <a:pt x="387" y="926"/>
                    <a:pt x="391" y="925"/>
                  </a:cubicBezTo>
                  <a:cubicBezTo>
                    <a:pt x="393" y="925"/>
                    <a:pt x="397" y="921"/>
                    <a:pt x="398" y="923"/>
                  </a:cubicBezTo>
                  <a:cubicBezTo>
                    <a:pt x="399" y="921"/>
                    <a:pt x="401" y="920"/>
                    <a:pt x="403" y="920"/>
                  </a:cubicBezTo>
                  <a:cubicBezTo>
                    <a:pt x="403" y="920"/>
                    <a:pt x="403" y="919"/>
                    <a:pt x="404" y="920"/>
                  </a:cubicBezTo>
                  <a:cubicBezTo>
                    <a:pt x="404" y="920"/>
                    <a:pt x="404" y="921"/>
                    <a:pt x="405" y="921"/>
                  </a:cubicBezTo>
                  <a:cubicBezTo>
                    <a:pt x="406" y="921"/>
                    <a:pt x="406" y="921"/>
                    <a:pt x="407" y="921"/>
                  </a:cubicBezTo>
                  <a:cubicBezTo>
                    <a:pt x="411" y="919"/>
                    <a:pt x="414" y="922"/>
                    <a:pt x="419" y="921"/>
                  </a:cubicBezTo>
                  <a:cubicBezTo>
                    <a:pt x="423" y="921"/>
                    <a:pt x="423" y="919"/>
                    <a:pt x="425" y="917"/>
                  </a:cubicBezTo>
                  <a:cubicBezTo>
                    <a:pt x="426" y="916"/>
                    <a:pt x="428" y="915"/>
                    <a:pt x="428" y="915"/>
                  </a:cubicBezTo>
                  <a:cubicBezTo>
                    <a:pt x="428" y="914"/>
                    <a:pt x="427" y="913"/>
                    <a:pt x="427" y="913"/>
                  </a:cubicBezTo>
                  <a:cubicBezTo>
                    <a:pt x="427" y="912"/>
                    <a:pt x="427" y="912"/>
                    <a:pt x="427" y="911"/>
                  </a:cubicBezTo>
                  <a:cubicBezTo>
                    <a:pt x="427" y="910"/>
                    <a:pt x="428" y="911"/>
                    <a:pt x="429" y="911"/>
                  </a:cubicBezTo>
                  <a:cubicBezTo>
                    <a:pt x="431" y="908"/>
                    <a:pt x="429" y="909"/>
                    <a:pt x="433" y="909"/>
                  </a:cubicBezTo>
                  <a:cubicBezTo>
                    <a:pt x="438" y="910"/>
                    <a:pt x="435" y="908"/>
                    <a:pt x="438" y="906"/>
                  </a:cubicBezTo>
                  <a:cubicBezTo>
                    <a:pt x="440" y="904"/>
                    <a:pt x="442" y="905"/>
                    <a:pt x="443" y="904"/>
                  </a:cubicBezTo>
                  <a:cubicBezTo>
                    <a:pt x="444" y="902"/>
                    <a:pt x="446" y="902"/>
                    <a:pt x="447" y="900"/>
                  </a:cubicBezTo>
                  <a:cubicBezTo>
                    <a:pt x="450" y="896"/>
                    <a:pt x="456" y="890"/>
                    <a:pt x="457" y="886"/>
                  </a:cubicBezTo>
                  <a:cubicBezTo>
                    <a:pt x="458" y="883"/>
                    <a:pt x="458" y="882"/>
                    <a:pt x="461" y="880"/>
                  </a:cubicBezTo>
                  <a:cubicBezTo>
                    <a:pt x="464" y="878"/>
                    <a:pt x="464" y="876"/>
                    <a:pt x="467" y="873"/>
                  </a:cubicBezTo>
                  <a:cubicBezTo>
                    <a:pt x="468" y="871"/>
                    <a:pt x="471" y="866"/>
                    <a:pt x="474" y="866"/>
                  </a:cubicBezTo>
                  <a:cubicBezTo>
                    <a:pt x="477" y="865"/>
                    <a:pt x="478" y="868"/>
                    <a:pt x="481" y="865"/>
                  </a:cubicBezTo>
                  <a:cubicBezTo>
                    <a:pt x="484" y="862"/>
                    <a:pt x="484" y="859"/>
                    <a:pt x="485" y="856"/>
                  </a:cubicBezTo>
                  <a:cubicBezTo>
                    <a:pt x="487" y="852"/>
                    <a:pt x="489" y="852"/>
                    <a:pt x="493" y="851"/>
                  </a:cubicBezTo>
                  <a:cubicBezTo>
                    <a:pt x="498" y="849"/>
                    <a:pt x="502" y="844"/>
                    <a:pt x="502" y="839"/>
                  </a:cubicBezTo>
                  <a:cubicBezTo>
                    <a:pt x="502" y="836"/>
                    <a:pt x="500" y="834"/>
                    <a:pt x="499" y="832"/>
                  </a:cubicBezTo>
                  <a:cubicBezTo>
                    <a:pt x="499" y="828"/>
                    <a:pt x="500" y="825"/>
                    <a:pt x="502" y="823"/>
                  </a:cubicBezTo>
                  <a:cubicBezTo>
                    <a:pt x="503" y="822"/>
                    <a:pt x="506" y="822"/>
                    <a:pt x="507" y="821"/>
                  </a:cubicBezTo>
                  <a:cubicBezTo>
                    <a:pt x="509" y="821"/>
                    <a:pt x="510" y="820"/>
                    <a:pt x="511" y="819"/>
                  </a:cubicBezTo>
                  <a:cubicBezTo>
                    <a:pt x="513" y="818"/>
                    <a:pt x="516" y="818"/>
                    <a:pt x="517" y="817"/>
                  </a:cubicBezTo>
                  <a:cubicBezTo>
                    <a:pt x="518" y="816"/>
                    <a:pt x="517" y="814"/>
                    <a:pt x="518" y="813"/>
                  </a:cubicBezTo>
                  <a:cubicBezTo>
                    <a:pt x="520" y="810"/>
                    <a:pt x="523" y="812"/>
                    <a:pt x="526" y="812"/>
                  </a:cubicBezTo>
                  <a:cubicBezTo>
                    <a:pt x="530" y="811"/>
                    <a:pt x="529" y="808"/>
                    <a:pt x="532" y="806"/>
                  </a:cubicBezTo>
                  <a:cubicBezTo>
                    <a:pt x="534" y="805"/>
                    <a:pt x="540" y="803"/>
                    <a:pt x="543" y="802"/>
                  </a:cubicBezTo>
                  <a:cubicBezTo>
                    <a:pt x="544" y="801"/>
                    <a:pt x="544" y="801"/>
                    <a:pt x="545" y="800"/>
                  </a:cubicBezTo>
                  <a:cubicBezTo>
                    <a:pt x="547" y="800"/>
                    <a:pt x="548" y="802"/>
                    <a:pt x="549" y="802"/>
                  </a:cubicBezTo>
                  <a:cubicBezTo>
                    <a:pt x="552" y="802"/>
                    <a:pt x="555" y="802"/>
                    <a:pt x="558" y="802"/>
                  </a:cubicBezTo>
                  <a:cubicBezTo>
                    <a:pt x="562" y="803"/>
                    <a:pt x="569" y="808"/>
                    <a:pt x="571" y="803"/>
                  </a:cubicBezTo>
                  <a:cubicBezTo>
                    <a:pt x="572" y="798"/>
                    <a:pt x="575" y="792"/>
                    <a:pt x="575" y="787"/>
                  </a:cubicBezTo>
                  <a:cubicBezTo>
                    <a:pt x="576" y="785"/>
                    <a:pt x="575" y="777"/>
                    <a:pt x="573" y="775"/>
                  </a:cubicBezTo>
                  <a:cubicBezTo>
                    <a:pt x="571" y="772"/>
                    <a:pt x="565" y="776"/>
                    <a:pt x="564" y="773"/>
                  </a:cubicBezTo>
                  <a:cubicBezTo>
                    <a:pt x="564" y="769"/>
                    <a:pt x="560" y="770"/>
                    <a:pt x="558" y="768"/>
                  </a:cubicBezTo>
                  <a:cubicBezTo>
                    <a:pt x="552" y="766"/>
                    <a:pt x="550" y="760"/>
                    <a:pt x="550" y="755"/>
                  </a:cubicBezTo>
                  <a:cubicBezTo>
                    <a:pt x="551" y="749"/>
                    <a:pt x="552" y="742"/>
                    <a:pt x="553" y="736"/>
                  </a:cubicBezTo>
                  <a:cubicBezTo>
                    <a:pt x="554" y="732"/>
                    <a:pt x="556" y="731"/>
                    <a:pt x="552" y="731"/>
                  </a:cubicBezTo>
                  <a:cubicBezTo>
                    <a:pt x="549" y="731"/>
                    <a:pt x="547" y="732"/>
                    <a:pt x="545" y="734"/>
                  </a:cubicBezTo>
                  <a:cubicBezTo>
                    <a:pt x="546" y="729"/>
                    <a:pt x="547" y="726"/>
                    <a:pt x="545" y="721"/>
                  </a:cubicBezTo>
                  <a:cubicBezTo>
                    <a:pt x="544" y="717"/>
                    <a:pt x="543" y="713"/>
                    <a:pt x="541" y="709"/>
                  </a:cubicBezTo>
                  <a:cubicBezTo>
                    <a:pt x="540" y="706"/>
                    <a:pt x="540" y="708"/>
                    <a:pt x="541" y="705"/>
                  </a:cubicBezTo>
                  <a:cubicBezTo>
                    <a:pt x="541" y="702"/>
                    <a:pt x="543" y="700"/>
                    <a:pt x="543" y="697"/>
                  </a:cubicBezTo>
                  <a:cubicBezTo>
                    <a:pt x="544" y="696"/>
                    <a:pt x="534" y="691"/>
                    <a:pt x="532" y="690"/>
                  </a:cubicBezTo>
                  <a:cubicBezTo>
                    <a:pt x="527" y="688"/>
                    <a:pt x="529" y="690"/>
                    <a:pt x="526" y="693"/>
                  </a:cubicBezTo>
                  <a:cubicBezTo>
                    <a:pt x="523" y="695"/>
                    <a:pt x="520" y="695"/>
                    <a:pt x="518" y="695"/>
                  </a:cubicBezTo>
                  <a:cubicBezTo>
                    <a:pt x="512" y="695"/>
                    <a:pt x="507" y="691"/>
                    <a:pt x="506" y="686"/>
                  </a:cubicBezTo>
                  <a:cubicBezTo>
                    <a:pt x="505" y="681"/>
                    <a:pt x="510" y="672"/>
                    <a:pt x="513" y="668"/>
                  </a:cubicBezTo>
                  <a:cubicBezTo>
                    <a:pt x="514" y="666"/>
                    <a:pt x="516" y="664"/>
                    <a:pt x="518" y="663"/>
                  </a:cubicBezTo>
                  <a:cubicBezTo>
                    <a:pt x="520" y="661"/>
                    <a:pt x="523" y="661"/>
                    <a:pt x="525" y="659"/>
                  </a:cubicBezTo>
                  <a:cubicBezTo>
                    <a:pt x="527" y="658"/>
                    <a:pt x="528" y="655"/>
                    <a:pt x="530" y="653"/>
                  </a:cubicBezTo>
                  <a:cubicBezTo>
                    <a:pt x="532" y="651"/>
                    <a:pt x="533" y="649"/>
                    <a:pt x="532" y="646"/>
                  </a:cubicBezTo>
                  <a:cubicBezTo>
                    <a:pt x="530" y="642"/>
                    <a:pt x="529" y="640"/>
                    <a:pt x="528" y="636"/>
                  </a:cubicBezTo>
                  <a:cubicBezTo>
                    <a:pt x="527" y="633"/>
                    <a:pt x="524" y="632"/>
                    <a:pt x="523" y="629"/>
                  </a:cubicBezTo>
                  <a:cubicBezTo>
                    <a:pt x="523" y="627"/>
                    <a:pt x="523" y="626"/>
                    <a:pt x="522" y="624"/>
                  </a:cubicBezTo>
                  <a:cubicBezTo>
                    <a:pt x="522" y="622"/>
                    <a:pt x="520" y="623"/>
                    <a:pt x="521" y="621"/>
                  </a:cubicBezTo>
                  <a:cubicBezTo>
                    <a:pt x="523" y="617"/>
                    <a:pt x="527" y="612"/>
                    <a:pt x="531" y="609"/>
                  </a:cubicBezTo>
                  <a:cubicBezTo>
                    <a:pt x="533" y="608"/>
                    <a:pt x="535" y="606"/>
                    <a:pt x="537" y="606"/>
                  </a:cubicBezTo>
                  <a:cubicBezTo>
                    <a:pt x="540" y="605"/>
                    <a:pt x="541" y="603"/>
                    <a:pt x="543" y="601"/>
                  </a:cubicBezTo>
                  <a:cubicBezTo>
                    <a:pt x="546" y="599"/>
                    <a:pt x="549" y="601"/>
                    <a:pt x="548" y="596"/>
                  </a:cubicBezTo>
                  <a:cubicBezTo>
                    <a:pt x="548" y="591"/>
                    <a:pt x="545" y="594"/>
                    <a:pt x="542" y="592"/>
                  </a:cubicBezTo>
                  <a:cubicBezTo>
                    <a:pt x="541" y="590"/>
                    <a:pt x="541" y="589"/>
                    <a:pt x="541" y="587"/>
                  </a:cubicBezTo>
                  <a:cubicBezTo>
                    <a:pt x="541" y="587"/>
                    <a:pt x="542" y="586"/>
                    <a:pt x="542" y="586"/>
                  </a:cubicBezTo>
                  <a:cubicBezTo>
                    <a:pt x="542" y="585"/>
                    <a:pt x="542" y="585"/>
                    <a:pt x="542" y="584"/>
                  </a:cubicBezTo>
                  <a:cubicBezTo>
                    <a:pt x="542" y="581"/>
                    <a:pt x="541" y="578"/>
                    <a:pt x="540" y="576"/>
                  </a:cubicBezTo>
                  <a:cubicBezTo>
                    <a:pt x="539" y="574"/>
                    <a:pt x="537" y="575"/>
                    <a:pt x="537" y="573"/>
                  </a:cubicBezTo>
                  <a:cubicBezTo>
                    <a:pt x="537" y="572"/>
                    <a:pt x="538" y="570"/>
                    <a:pt x="539" y="569"/>
                  </a:cubicBezTo>
                  <a:cubicBezTo>
                    <a:pt x="542" y="567"/>
                    <a:pt x="545" y="567"/>
                    <a:pt x="548" y="566"/>
                  </a:cubicBezTo>
                  <a:cubicBezTo>
                    <a:pt x="551" y="565"/>
                    <a:pt x="555" y="565"/>
                    <a:pt x="556" y="562"/>
                  </a:cubicBezTo>
                  <a:cubicBezTo>
                    <a:pt x="556" y="559"/>
                    <a:pt x="553" y="556"/>
                    <a:pt x="554" y="553"/>
                  </a:cubicBezTo>
                  <a:cubicBezTo>
                    <a:pt x="555" y="551"/>
                    <a:pt x="556" y="552"/>
                    <a:pt x="558" y="550"/>
                  </a:cubicBezTo>
                  <a:cubicBezTo>
                    <a:pt x="559" y="549"/>
                    <a:pt x="558" y="548"/>
                    <a:pt x="558" y="546"/>
                  </a:cubicBezTo>
                  <a:cubicBezTo>
                    <a:pt x="559" y="544"/>
                    <a:pt x="561" y="542"/>
                    <a:pt x="563" y="540"/>
                  </a:cubicBezTo>
                  <a:cubicBezTo>
                    <a:pt x="565" y="538"/>
                    <a:pt x="568" y="538"/>
                    <a:pt x="570" y="536"/>
                  </a:cubicBezTo>
                  <a:cubicBezTo>
                    <a:pt x="572" y="534"/>
                    <a:pt x="573" y="529"/>
                    <a:pt x="573" y="526"/>
                  </a:cubicBezTo>
                  <a:cubicBezTo>
                    <a:pt x="573" y="523"/>
                    <a:pt x="574" y="520"/>
                    <a:pt x="572" y="517"/>
                  </a:cubicBezTo>
                  <a:cubicBezTo>
                    <a:pt x="571" y="515"/>
                    <a:pt x="569" y="514"/>
                    <a:pt x="568" y="511"/>
                  </a:cubicBezTo>
                  <a:cubicBezTo>
                    <a:pt x="568" y="508"/>
                    <a:pt x="577" y="501"/>
                    <a:pt x="580" y="498"/>
                  </a:cubicBezTo>
                  <a:cubicBezTo>
                    <a:pt x="582" y="496"/>
                    <a:pt x="591" y="500"/>
                    <a:pt x="594" y="500"/>
                  </a:cubicBezTo>
                  <a:cubicBezTo>
                    <a:pt x="601" y="500"/>
                    <a:pt x="606" y="495"/>
                    <a:pt x="613" y="495"/>
                  </a:cubicBezTo>
                  <a:cubicBezTo>
                    <a:pt x="618" y="495"/>
                    <a:pt x="623" y="496"/>
                    <a:pt x="628" y="498"/>
                  </a:cubicBezTo>
                  <a:cubicBezTo>
                    <a:pt x="634" y="499"/>
                    <a:pt x="633" y="499"/>
                    <a:pt x="633" y="49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2A4510F-E24A-43A2-B826-5A4A0B9E3F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1263" y="2427288"/>
              <a:ext cx="125413" cy="139700"/>
            </a:xfrm>
            <a:custGeom>
              <a:avLst/>
              <a:gdLst>
                <a:gd name="T0" fmla="*/ 18 w 110"/>
                <a:gd name="T1" fmla="*/ 123 h 123"/>
                <a:gd name="T2" fmla="*/ 3 w 110"/>
                <a:gd name="T3" fmla="*/ 111 h 123"/>
                <a:gd name="T4" fmla="*/ 3 w 110"/>
                <a:gd name="T5" fmla="*/ 95 h 123"/>
                <a:gd name="T6" fmla="*/ 1 w 110"/>
                <a:gd name="T7" fmla="*/ 80 h 123"/>
                <a:gd name="T8" fmla="*/ 4 w 110"/>
                <a:gd name="T9" fmla="*/ 68 h 123"/>
                <a:gd name="T10" fmla="*/ 13 w 110"/>
                <a:gd name="T11" fmla="*/ 58 h 123"/>
                <a:gd name="T12" fmla="*/ 22 w 110"/>
                <a:gd name="T13" fmla="*/ 43 h 123"/>
                <a:gd name="T14" fmla="*/ 33 w 110"/>
                <a:gd name="T15" fmla="*/ 26 h 123"/>
                <a:gd name="T16" fmla="*/ 49 w 110"/>
                <a:gd name="T17" fmla="*/ 12 h 123"/>
                <a:gd name="T18" fmla="*/ 60 w 110"/>
                <a:gd name="T19" fmla="*/ 21 h 123"/>
                <a:gd name="T20" fmla="*/ 60 w 110"/>
                <a:gd name="T21" fmla="*/ 21 h 123"/>
                <a:gd name="T22" fmla="*/ 62 w 110"/>
                <a:gd name="T23" fmla="*/ 16 h 123"/>
                <a:gd name="T24" fmla="*/ 69 w 110"/>
                <a:gd name="T25" fmla="*/ 6 h 123"/>
                <a:gd name="T26" fmla="*/ 74 w 110"/>
                <a:gd name="T27" fmla="*/ 5 h 123"/>
                <a:gd name="T28" fmla="*/ 83 w 110"/>
                <a:gd name="T29" fmla="*/ 0 h 123"/>
                <a:gd name="T30" fmla="*/ 101 w 110"/>
                <a:gd name="T31" fmla="*/ 16 h 123"/>
                <a:gd name="T32" fmla="*/ 105 w 110"/>
                <a:gd name="T33" fmla="*/ 28 h 123"/>
                <a:gd name="T34" fmla="*/ 97 w 110"/>
                <a:gd name="T35" fmla="*/ 57 h 123"/>
                <a:gd name="T36" fmla="*/ 90 w 110"/>
                <a:gd name="T37" fmla="*/ 60 h 123"/>
                <a:gd name="T38" fmla="*/ 76 w 110"/>
                <a:gd name="T39" fmla="*/ 69 h 123"/>
                <a:gd name="T40" fmla="*/ 66 w 110"/>
                <a:gd name="T41" fmla="*/ 75 h 123"/>
                <a:gd name="T42" fmla="*/ 65 w 110"/>
                <a:gd name="T43" fmla="*/ 78 h 123"/>
                <a:gd name="T44" fmla="*/ 96 w 110"/>
                <a:gd name="T45" fmla="*/ 80 h 123"/>
                <a:gd name="T46" fmla="*/ 93 w 110"/>
                <a:gd name="T47" fmla="*/ 97 h 123"/>
                <a:gd name="T48" fmla="*/ 72 w 110"/>
                <a:gd name="T49" fmla="*/ 120 h 123"/>
                <a:gd name="T50" fmla="*/ 63 w 110"/>
                <a:gd name="T51" fmla="*/ 114 h 123"/>
                <a:gd name="T52" fmla="*/ 51 w 110"/>
                <a:gd name="T53" fmla="*/ 115 h 123"/>
                <a:gd name="T54" fmla="*/ 36 w 110"/>
                <a:gd name="T55" fmla="*/ 119 h 123"/>
                <a:gd name="T56" fmla="*/ 29 w 110"/>
                <a:gd name="T57" fmla="*/ 119 h 123"/>
                <a:gd name="T58" fmla="*/ 19 w 110"/>
                <a:gd name="T59" fmla="*/ 123 h 123"/>
                <a:gd name="T60" fmla="*/ 18 w 110"/>
                <a:gd name="T61" fmla="*/ 114 h 123"/>
                <a:gd name="T62" fmla="*/ 22 w 110"/>
                <a:gd name="T63" fmla="*/ 112 h 123"/>
                <a:gd name="T64" fmla="*/ 33 w 110"/>
                <a:gd name="T65" fmla="*/ 110 h 123"/>
                <a:gd name="T66" fmla="*/ 39 w 110"/>
                <a:gd name="T67" fmla="*/ 109 h 123"/>
                <a:gd name="T68" fmla="*/ 64 w 110"/>
                <a:gd name="T69" fmla="*/ 105 h 123"/>
                <a:gd name="T70" fmla="*/ 71 w 110"/>
                <a:gd name="T71" fmla="*/ 111 h 123"/>
                <a:gd name="T72" fmla="*/ 85 w 110"/>
                <a:gd name="T73" fmla="*/ 93 h 123"/>
                <a:gd name="T74" fmla="*/ 61 w 110"/>
                <a:gd name="T75" fmla="*/ 88 h 123"/>
                <a:gd name="T76" fmla="*/ 55 w 110"/>
                <a:gd name="T77" fmla="*/ 89 h 123"/>
                <a:gd name="T78" fmla="*/ 47 w 110"/>
                <a:gd name="T79" fmla="*/ 81 h 123"/>
                <a:gd name="T80" fmla="*/ 49 w 110"/>
                <a:gd name="T81" fmla="*/ 73 h 123"/>
                <a:gd name="T82" fmla="*/ 57 w 110"/>
                <a:gd name="T83" fmla="*/ 74 h 123"/>
                <a:gd name="T84" fmla="*/ 58 w 110"/>
                <a:gd name="T85" fmla="*/ 70 h 123"/>
                <a:gd name="T86" fmla="*/ 73 w 110"/>
                <a:gd name="T87" fmla="*/ 60 h 123"/>
                <a:gd name="T88" fmla="*/ 83 w 110"/>
                <a:gd name="T89" fmla="*/ 55 h 123"/>
                <a:gd name="T90" fmla="*/ 95 w 110"/>
                <a:gd name="T91" fmla="*/ 47 h 123"/>
                <a:gd name="T92" fmla="*/ 97 w 110"/>
                <a:gd name="T93" fmla="*/ 32 h 123"/>
                <a:gd name="T94" fmla="*/ 84 w 110"/>
                <a:gd name="T95" fmla="*/ 10 h 123"/>
                <a:gd name="T96" fmla="*/ 74 w 110"/>
                <a:gd name="T97" fmla="*/ 14 h 123"/>
                <a:gd name="T98" fmla="*/ 71 w 110"/>
                <a:gd name="T99" fmla="*/ 18 h 123"/>
                <a:gd name="T100" fmla="*/ 69 w 110"/>
                <a:gd name="T101" fmla="*/ 26 h 123"/>
                <a:gd name="T102" fmla="*/ 60 w 110"/>
                <a:gd name="T103" fmla="*/ 31 h 123"/>
                <a:gd name="T104" fmla="*/ 51 w 110"/>
                <a:gd name="T105" fmla="*/ 25 h 123"/>
                <a:gd name="T106" fmla="*/ 47 w 110"/>
                <a:gd name="T107" fmla="*/ 22 h 123"/>
                <a:gd name="T108" fmla="*/ 41 w 110"/>
                <a:gd name="T109" fmla="*/ 30 h 123"/>
                <a:gd name="T110" fmla="*/ 30 w 110"/>
                <a:gd name="T111" fmla="*/ 48 h 123"/>
                <a:gd name="T112" fmla="*/ 20 w 110"/>
                <a:gd name="T113" fmla="*/ 64 h 123"/>
                <a:gd name="T114" fmla="*/ 12 w 110"/>
                <a:gd name="T115" fmla="*/ 71 h 123"/>
                <a:gd name="T116" fmla="*/ 10 w 110"/>
                <a:gd name="T117" fmla="*/ 81 h 123"/>
                <a:gd name="T118" fmla="*/ 13 w 110"/>
                <a:gd name="T119" fmla="*/ 94 h 123"/>
                <a:gd name="T120" fmla="*/ 13 w 110"/>
                <a:gd name="T121" fmla="*/ 11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0" h="123">
                  <a:moveTo>
                    <a:pt x="19" y="123"/>
                  </a:moveTo>
                  <a:cubicBezTo>
                    <a:pt x="19" y="123"/>
                    <a:pt x="18" y="123"/>
                    <a:pt x="18" y="123"/>
                  </a:cubicBezTo>
                  <a:cubicBezTo>
                    <a:pt x="16" y="123"/>
                    <a:pt x="10" y="121"/>
                    <a:pt x="8" y="120"/>
                  </a:cubicBezTo>
                  <a:cubicBezTo>
                    <a:pt x="3" y="118"/>
                    <a:pt x="2" y="115"/>
                    <a:pt x="3" y="111"/>
                  </a:cubicBezTo>
                  <a:cubicBezTo>
                    <a:pt x="3" y="111"/>
                    <a:pt x="4" y="111"/>
                    <a:pt x="4" y="110"/>
                  </a:cubicBezTo>
                  <a:cubicBezTo>
                    <a:pt x="4" y="106"/>
                    <a:pt x="4" y="101"/>
                    <a:pt x="3" y="95"/>
                  </a:cubicBezTo>
                  <a:cubicBezTo>
                    <a:pt x="3" y="93"/>
                    <a:pt x="3" y="92"/>
                    <a:pt x="2" y="90"/>
                  </a:cubicBezTo>
                  <a:cubicBezTo>
                    <a:pt x="1" y="87"/>
                    <a:pt x="0" y="84"/>
                    <a:pt x="1" y="80"/>
                  </a:cubicBezTo>
                  <a:cubicBezTo>
                    <a:pt x="1" y="77"/>
                    <a:pt x="2" y="74"/>
                    <a:pt x="3" y="71"/>
                  </a:cubicBezTo>
                  <a:cubicBezTo>
                    <a:pt x="3" y="70"/>
                    <a:pt x="3" y="69"/>
                    <a:pt x="4" y="68"/>
                  </a:cubicBezTo>
                  <a:cubicBezTo>
                    <a:pt x="5" y="64"/>
                    <a:pt x="8" y="62"/>
                    <a:pt x="10" y="60"/>
                  </a:cubicBezTo>
                  <a:cubicBezTo>
                    <a:pt x="11" y="59"/>
                    <a:pt x="12" y="58"/>
                    <a:pt x="13" y="58"/>
                  </a:cubicBezTo>
                  <a:cubicBezTo>
                    <a:pt x="15" y="55"/>
                    <a:pt x="17" y="52"/>
                    <a:pt x="18" y="49"/>
                  </a:cubicBezTo>
                  <a:cubicBezTo>
                    <a:pt x="19" y="47"/>
                    <a:pt x="21" y="45"/>
                    <a:pt x="22" y="43"/>
                  </a:cubicBezTo>
                  <a:cubicBezTo>
                    <a:pt x="23" y="41"/>
                    <a:pt x="24" y="40"/>
                    <a:pt x="25" y="38"/>
                  </a:cubicBezTo>
                  <a:cubicBezTo>
                    <a:pt x="28" y="34"/>
                    <a:pt x="31" y="30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6" y="20"/>
                    <a:pt x="39" y="11"/>
                    <a:pt x="49" y="12"/>
                  </a:cubicBezTo>
                  <a:cubicBezTo>
                    <a:pt x="53" y="13"/>
                    <a:pt x="56" y="17"/>
                    <a:pt x="58" y="19"/>
                  </a:cubicBezTo>
                  <a:cubicBezTo>
                    <a:pt x="59" y="20"/>
                    <a:pt x="59" y="20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61" y="21"/>
                    <a:pt x="61" y="20"/>
                    <a:pt x="62" y="20"/>
                  </a:cubicBezTo>
                  <a:cubicBezTo>
                    <a:pt x="62" y="18"/>
                    <a:pt x="61" y="17"/>
                    <a:pt x="62" y="16"/>
                  </a:cubicBezTo>
                  <a:cubicBezTo>
                    <a:pt x="62" y="13"/>
                    <a:pt x="66" y="9"/>
                    <a:pt x="66" y="9"/>
                  </a:cubicBezTo>
                  <a:cubicBezTo>
                    <a:pt x="67" y="7"/>
                    <a:pt x="68" y="7"/>
                    <a:pt x="69" y="6"/>
                  </a:cubicBezTo>
                  <a:cubicBezTo>
                    <a:pt x="70" y="6"/>
                    <a:pt x="71" y="5"/>
                    <a:pt x="72" y="5"/>
                  </a:cubicBezTo>
                  <a:cubicBezTo>
                    <a:pt x="72" y="5"/>
                    <a:pt x="73" y="5"/>
                    <a:pt x="74" y="5"/>
                  </a:cubicBezTo>
                  <a:cubicBezTo>
                    <a:pt x="76" y="4"/>
                    <a:pt x="78" y="3"/>
                    <a:pt x="80" y="2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5" y="0"/>
                    <a:pt x="87" y="0"/>
                    <a:pt x="88" y="2"/>
                  </a:cubicBezTo>
                  <a:cubicBezTo>
                    <a:pt x="101" y="16"/>
                    <a:pt x="101" y="16"/>
                    <a:pt x="101" y="16"/>
                  </a:cubicBezTo>
                  <a:cubicBezTo>
                    <a:pt x="102" y="17"/>
                    <a:pt x="102" y="18"/>
                    <a:pt x="102" y="19"/>
                  </a:cubicBezTo>
                  <a:cubicBezTo>
                    <a:pt x="102" y="22"/>
                    <a:pt x="104" y="25"/>
                    <a:pt x="105" y="28"/>
                  </a:cubicBezTo>
                  <a:cubicBezTo>
                    <a:pt x="107" y="34"/>
                    <a:pt x="110" y="41"/>
                    <a:pt x="108" y="48"/>
                  </a:cubicBezTo>
                  <a:cubicBezTo>
                    <a:pt x="106" y="55"/>
                    <a:pt x="100" y="56"/>
                    <a:pt x="97" y="57"/>
                  </a:cubicBezTo>
                  <a:cubicBezTo>
                    <a:pt x="95" y="57"/>
                    <a:pt x="94" y="57"/>
                    <a:pt x="93" y="58"/>
                  </a:cubicBezTo>
                  <a:cubicBezTo>
                    <a:pt x="92" y="58"/>
                    <a:pt x="91" y="59"/>
                    <a:pt x="90" y="60"/>
                  </a:cubicBezTo>
                  <a:cubicBezTo>
                    <a:pt x="89" y="62"/>
                    <a:pt x="88" y="63"/>
                    <a:pt x="87" y="64"/>
                  </a:cubicBezTo>
                  <a:cubicBezTo>
                    <a:pt x="83" y="67"/>
                    <a:pt x="79" y="68"/>
                    <a:pt x="76" y="69"/>
                  </a:cubicBezTo>
                  <a:cubicBezTo>
                    <a:pt x="74" y="70"/>
                    <a:pt x="74" y="70"/>
                    <a:pt x="74" y="70"/>
                  </a:cubicBezTo>
                  <a:cubicBezTo>
                    <a:pt x="69" y="71"/>
                    <a:pt x="68" y="72"/>
                    <a:pt x="66" y="75"/>
                  </a:cubicBezTo>
                  <a:cubicBezTo>
                    <a:pt x="66" y="75"/>
                    <a:pt x="66" y="76"/>
                    <a:pt x="66" y="76"/>
                  </a:cubicBezTo>
                  <a:cubicBezTo>
                    <a:pt x="66" y="77"/>
                    <a:pt x="65" y="78"/>
                    <a:pt x="65" y="78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3" y="76"/>
                    <a:pt x="95" y="78"/>
                    <a:pt x="96" y="80"/>
                  </a:cubicBezTo>
                  <a:cubicBezTo>
                    <a:pt x="99" y="81"/>
                    <a:pt x="100" y="85"/>
                    <a:pt x="98" y="89"/>
                  </a:cubicBezTo>
                  <a:cubicBezTo>
                    <a:pt x="96" y="92"/>
                    <a:pt x="95" y="94"/>
                    <a:pt x="93" y="97"/>
                  </a:cubicBezTo>
                  <a:cubicBezTo>
                    <a:pt x="92" y="98"/>
                    <a:pt x="92" y="100"/>
                    <a:pt x="91" y="101"/>
                  </a:cubicBezTo>
                  <a:cubicBezTo>
                    <a:pt x="87" y="109"/>
                    <a:pt x="81" y="120"/>
                    <a:pt x="72" y="120"/>
                  </a:cubicBezTo>
                  <a:cubicBezTo>
                    <a:pt x="70" y="120"/>
                    <a:pt x="68" y="120"/>
                    <a:pt x="65" y="118"/>
                  </a:cubicBezTo>
                  <a:cubicBezTo>
                    <a:pt x="64" y="117"/>
                    <a:pt x="63" y="115"/>
                    <a:pt x="63" y="114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58" y="113"/>
                    <a:pt x="54" y="113"/>
                    <a:pt x="51" y="115"/>
                  </a:cubicBezTo>
                  <a:cubicBezTo>
                    <a:pt x="48" y="118"/>
                    <a:pt x="44" y="118"/>
                    <a:pt x="41" y="119"/>
                  </a:cubicBezTo>
                  <a:cubicBezTo>
                    <a:pt x="39" y="119"/>
                    <a:pt x="38" y="119"/>
                    <a:pt x="36" y="119"/>
                  </a:cubicBezTo>
                  <a:cubicBezTo>
                    <a:pt x="35" y="120"/>
                    <a:pt x="33" y="120"/>
                    <a:pt x="31" y="119"/>
                  </a:cubicBezTo>
                  <a:cubicBezTo>
                    <a:pt x="30" y="119"/>
                    <a:pt x="30" y="119"/>
                    <a:pt x="29" y="119"/>
                  </a:cubicBezTo>
                  <a:cubicBezTo>
                    <a:pt x="28" y="119"/>
                    <a:pt x="27" y="120"/>
                    <a:pt x="27" y="120"/>
                  </a:cubicBezTo>
                  <a:cubicBezTo>
                    <a:pt x="25" y="121"/>
                    <a:pt x="22" y="123"/>
                    <a:pt x="19" y="123"/>
                  </a:cubicBezTo>
                  <a:close/>
                  <a:moveTo>
                    <a:pt x="13" y="112"/>
                  </a:moveTo>
                  <a:cubicBezTo>
                    <a:pt x="15" y="113"/>
                    <a:pt x="18" y="114"/>
                    <a:pt x="18" y="114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4"/>
                    <a:pt x="21" y="113"/>
                    <a:pt x="22" y="112"/>
                  </a:cubicBezTo>
                  <a:cubicBezTo>
                    <a:pt x="23" y="112"/>
                    <a:pt x="24" y="111"/>
                    <a:pt x="26" y="110"/>
                  </a:cubicBezTo>
                  <a:cubicBezTo>
                    <a:pt x="28" y="110"/>
                    <a:pt x="30" y="110"/>
                    <a:pt x="33" y="110"/>
                  </a:cubicBezTo>
                  <a:cubicBezTo>
                    <a:pt x="33" y="110"/>
                    <a:pt x="33" y="110"/>
                    <a:pt x="34" y="110"/>
                  </a:cubicBezTo>
                  <a:cubicBezTo>
                    <a:pt x="36" y="110"/>
                    <a:pt x="38" y="110"/>
                    <a:pt x="39" y="109"/>
                  </a:cubicBezTo>
                  <a:cubicBezTo>
                    <a:pt x="42" y="109"/>
                    <a:pt x="45" y="109"/>
                    <a:pt x="46" y="108"/>
                  </a:cubicBezTo>
                  <a:cubicBezTo>
                    <a:pt x="52" y="104"/>
                    <a:pt x="58" y="103"/>
                    <a:pt x="64" y="105"/>
                  </a:cubicBezTo>
                  <a:cubicBezTo>
                    <a:pt x="67" y="105"/>
                    <a:pt x="69" y="107"/>
                    <a:pt x="70" y="108"/>
                  </a:cubicBezTo>
                  <a:cubicBezTo>
                    <a:pt x="71" y="109"/>
                    <a:pt x="71" y="110"/>
                    <a:pt x="71" y="111"/>
                  </a:cubicBezTo>
                  <a:cubicBezTo>
                    <a:pt x="75" y="113"/>
                    <a:pt x="81" y="101"/>
                    <a:pt x="83" y="97"/>
                  </a:cubicBezTo>
                  <a:cubicBezTo>
                    <a:pt x="83" y="95"/>
                    <a:pt x="84" y="94"/>
                    <a:pt x="85" y="93"/>
                  </a:cubicBezTo>
                  <a:cubicBezTo>
                    <a:pt x="86" y="90"/>
                    <a:pt x="88" y="88"/>
                    <a:pt x="89" y="86"/>
                  </a:cubicBezTo>
                  <a:cubicBezTo>
                    <a:pt x="61" y="88"/>
                    <a:pt x="61" y="88"/>
                    <a:pt x="61" y="88"/>
                  </a:cubicBezTo>
                  <a:cubicBezTo>
                    <a:pt x="59" y="89"/>
                    <a:pt x="56" y="89"/>
                    <a:pt x="56" y="89"/>
                  </a:cubicBezTo>
                  <a:cubicBezTo>
                    <a:pt x="56" y="89"/>
                    <a:pt x="55" y="89"/>
                    <a:pt x="55" y="89"/>
                  </a:cubicBezTo>
                  <a:cubicBezTo>
                    <a:pt x="50" y="88"/>
                    <a:pt x="48" y="84"/>
                    <a:pt x="48" y="82"/>
                  </a:cubicBezTo>
                  <a:cubicBezTo>
                    <a:pt x="48" y="82"/>
                    <a:pt x="47" y="81"/>
                    <a:pt x="47" y="81"/>
                  </a:cubicBezTo>
                  <a:cubicBezTo>
                    <a:pt x="46" y="80"/>
                    <a:pt x="46" y="79"/>
                    <a:pt x="46" y="77"/>
                  </a:cubicBezTo>
                  <a:cubicBezTo>
                    <a:pt x="46" y="75"/>
                    <a:pt x="47" y="74"/>
                    <a:pt x="49" y="73"/>
                  </a:cubicBezTo>
                  <a:cubicBezTo>
                    <a:pt x="51" y="72"/>
                    <a:pt x="54" y="73"/>
                    <a:pt x="56" y="74"/>
                  </a:cubicBezTo>
                  <a:cubicBezTo>
                    <a:pt x="56" y="74"/>
                    <a:pt x="57" y="74"/>
                    <a:pt x="57" y="74"/>
                  </a:cubicBezTo>
                  <a:cubicBezTo>
                    <a:pt x="57" y="74"/>
                    <a:pt x="57" y="73"/>
                    <a:pt x="57" y="73"/>
                  </a:cubicBezTo>
                  <a:cubicBezTo>
                    <a:pt x="57" y="72"/>
                    <a:pt x="58" y="71"/>
                    <a:pt x="58" y="70"/>
                  </a:cubicBezTo>
                  <a:cubicBezTo>
                    <a:pt x="62" y="64"/>
                    <a:pt x="66" y="62"/>
                    <a:pt x="72" y="61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77" y="59"/>
                    <a:pt x="79" y="59"/>
                    <a:pt x="81" y="57"/>
                  </a:cubicBezTo>
                  <a:cubicBezTo>
                    <a:pt x="82" y="57"/>
                    <a:pt x="82" y="56"/>
                    <a:pt x="83" y="55"/>
                  </a:cubicBezTo>
                  <a:cubicBezTo>
                    <a:pt x="84" y="53"/>
                    <a:pt x="86" y="51"/>
                    <a:pt x="88" y="50"/>
                  </a:cubicBezTo>
                  <a:cubicBezTo>
                    <a:pt x="91" y="48"/>
                    <a:pt x="93" y="48"/>
                    <a:pt x="95" y="47"/>
                  </a:cubicBezTo>
                  <a:cubicBezTo>
                    <a:pt x="99" y="47"/>
                    <a:pt x="99" y="47"/>
                    <a:pt x="99" y="45"/>
                  </a:cubicBezTo>
                  <a:cubicBezTo>
                    <a:pt x="100" y="41"/>
                    <a:pt x="99" y="37"/>
                    <a:pt x="97" y="32"/>
                  </a:cubicBezTo>
                  <a:cubicBezTo>
                    <a:pt x="95" y="28"/>
                    <a:pt x="94" y="25"/>
                    <a:pt x="93" y="2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1" y="11"/>
                    <a:pt x="79" y="12"/>
                    <a:pt x="77" y="13"/>
                  </a:cubicBezTo>
                  <a:cubicBezTo>
                    <a:pt x="77" y="13"/>
                    <a:pt x="75" y="14"/>
                    <a:pt x="74" y="14"/>
                  </a:cubicBezTo>
                  <a:cubicBezTo>
                    <a:pt x="74" y="14"/>
                    <a:pt x="73" y="15"/>
                    <a:pt x="73" y="15"/>
                  </a:cubicBezTo>
                  <a:cubicBezTo>
                    <a:pt x="73" y="16"/>
                    <a:pt x="72" y="17"/>
                    <a:pt x="71" y="18"/>
                  </a:cubicBezTo>
                  <a:cubicBezTo>
                    <a:pt x="72" y="20"/>
                    <a:pt x="72" y="23"/>
                    <a:pt x="70" y="25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8" y="27"/>
                    <a:pt x="66" y="28"/>
                    <a:pt x="65" y="29"/>
                  </a:cubicBezTo>
                  <a:cubicBezTo>
                    <a:pt x="64" y="30"/>
                    <a:pt x="62" y="31"/>
                    <a:pt x="60" y="31"/>
                  </a:cubicBezTo>
                  <a:cubicBezTo>
                    <a:pt x="57" y="31"/>
                    <a:pt x="55" y="29"/>
                    <a:pt x="54" y="28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0" y="24"/>
                    <a:pt x="48" y="22"/>
                    <a:pt x="47" y="22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5" y="22"/>
                    <a:pt x="43" y="27"/>
                    <a:pt x="42" y="29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39" y="35"/>
                    <a:pt x="36" y="39"/>
                    <a:pt x="33" y="44"/>
                  </a:cubicBezTo>
                  <a:cubicBezTo>
                    <a:pt x="32" y="45"/>
                    <a:pt x="31" y="47"/>
                    <a:pt x="30" y="48"/>
                  </a:cubicBezTo>
                  <a:cubicBezTo>
                    <a:pt x="28" y="50"/>
                    <a:pt x="27" y="52"/>
                    <a:pt x="26" y="54"/>
                  </a:cubicBezTo>
                  <a:cubicBezTo>
                    <a:pt x="25" y="57"/>
                    <a:pt x="23" y="61"/>
                    <a:pt x="20" y="64"/>
                  </a:cubicBezTo>
                  <a:cubicBezTo>
                    <a:pt x="19" y="65"/>
                    <a:pt x="17" y="66"/>
                    <a:pt x="16" y="67"/>
                  </a:cubicBezTo>
                  <a:cubicBezTo>
                    <a:pt x="14" y="69"/>
                    <a:pt x="13" y="69"/>
                    <a:pt x="12" y="71"/>
                  </a:cubicBezTo>
                  <a:cubicBezTo>
                    <a:pt x="12" y="72"/>
                    <a:pt x="12" y="73"/>
                    <a:pt x="11" y="74"/>
                  </a:cubicBezTo>
                  <a:cubicBezTo>
                    <a:pt x="11" y="77"/>
                    <a:pt x="10" y="79"/>
                    <a:pt x="10" y="81"/>
                  </a:cubicBezTo>
                  <a:cubicBezTo>
                    <a:pt x="10" y="83"/>
                    <a:pt x="10" y="85"/>
                    <a:pt x="11" y="87"/>
                  </a:cubicBezTo>
                  <a:cubicBezTo>
                    <a:pt x="12" y="90"/>
                    <a:pt x="12" y="92"/>
                    <a:pt x="13" y="94"/>
                  </a:cubicBezTo>
                  <a:cubicBezTo>
                    <a:pt x="13" y="100"/>
                    <a:pt x="14" y="106"/>
                    <a:pt x="13" y="111"/>
                  </a:cubicBezTo>
                  <a:cubicBezTo>
                    <a:pt x="13" y="111"/>
                    <a:pt x="13" y="112"/>
                    <a:pt x="13" y="11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B00F2168-A6B2-4D50-9EB3-CBDCA5B8A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7613" y="2433638"/>
              <a:ext cx="115888" cy="131763"/>
            </a:xfrm>
            <a:custGeom>
              <a:avLst/>
              <a:gdLst>
                <a:gd name="T0" fmla="*/ 86 w 102"/>
                <a:gd name="T1" fmla="*/ 76 h 117"/>
                <a:gd name="T2" fmla="*/ 89 w 102"/>
                <a:gd name="T3" fmla="*/ 81 h 117"/>
                <a:gd name="T4" fmla="*/ 84 w 102"/>
                <a:gd name="T5" fmla="*/ 90 h 117"/>
                <a:gd name="T6" fmla="*/ 63 w 102"/>
                <a:gd name="T7" fmla="*/ 109 h 117"/>
                <a:gd name="T8" fmla="*/ 61 w 102"/>
                <a:gd name="T9" fmla="*/ 106 h 117"/>
                <a:gd name="T10" fmla="*/ 58 w 102"/>
                <a:gd name="T11" fmla="*/ 104 h 117"/>
                <a:gd name="T12" fmla="*/ 44 w 102"/>
                <a:gd name="T13" fmla="*/ 106 h 117"/>
                <a:gd name="T14" fmla="*/ 30 w 102"/>
                <a:gd name="T15" fmla="*/ 110 h 117"/>
                <a:gd name="T16" fmla="*/ 22 w 102"/>
                <a:gd name="T17" fmla="*/ 110 h 117"/>
                <a:gd name="T18" fmla="*/ 13 w 102"/>
                <a:gd name="T19" fmla="*/ 113 h 117"/>
                <a:gd name="T20" fmla="*/ 5 w 102"/>
                <a:gd name="T21" fmla="*/ 111 h 117"/>
                <a:gd name="T22" fmla="*/ 3 w 102"/>
                <a:gd name="T23" fmla="*/ 105 h 117"/>
                <a:gd name="T24" fmla="*/ 3 w 102"/>
                <a:gd name="T25" fmla="*/ 89 h 117"/>
                <a:gd name="T26" fmla="*/ 0 w 102"/>
                <a:gd name="T27" fmla="*/ 76 h 117"/>
                <a:gd name="T28" fmla="*/ 3 w 102"/>
                <a:gd name="T29" fmla="*/ 64 h 117"/>
                <a:gd name="T30" fmla="*/ 11 w 102"/>
                <a:gd name="T31" fmla="*/ 56 h 117"/>
                <a:gd name="T32" fmla="*/ 21 w 102"/>
                <a:gd name="T33" fmla="*/ 40 h 117"/>
                <a:gd name="T34" fmla="*/ 32 w 102"/>
                <a:gd name="T35" fmla="*/ 23 h 117"/>
                <a:gd name="T36" fmla="*/ 43 w 102"/>
                <a:gd name="T37" fmla="*/ 12 h 117"/>
                <a:gd name="T38" fmla="*/ 52 w 102"/>
                <a:gd name="T39" fmla="*/ 19 h 117"/>
                <a:gd name="T40" fmla="*/ 58 w 102"/>
                <a:gd name="T41" fmla="*/ 20 h 117"/>
                <a:gd name="T42" fmla="*/ 62 w 102"/>
                <a:gd name="T43" fmla="*/ 17 h 117"/>
                <a:gd name="T44" fmla="*/ 61 w 102"/>
                <a:gd name="T45" fmla="*/ 12 h 117"/>
                <a:gd name="T46" fmla="*/ 65 w 102"/>
                <a:gd name="T47" fmla="*/ 7 h 117"/>
                <a:gd name="T48" fmla="*/ 67 w 102"/>
                <a:gd name="T49" fmla="*/ 5 h 117"/>
                <a:gd name="T50" fmla="*/ 70 w 102"/>
                <a:gd name="T51" fmla="*/ 4 h 117"/>
                <a:gd name="T52" fmla="*/ 80 w 102"/>
                <a:gd name="T53" fmla="*/ 0 h 117"/>
                <a:gd name="T54" fmla="*/ 93 w 102"/>
                <a:gd name="T55" fmla="*/ 14 h 117"/>
                <a:gd name="T56" fmla="*/ 98 w 102"/>
                <a:gd name="T57" fmla="*/ 42 h 117"/>
                <a:gd name="T58" fmla="*/ 85 w 102"/>
                <a:gd name="T59" fmla="*/ 49 h 117"/>
                <a:gd name="T60" fmla="*/ 79 w 102"/>
                <a:gd name="T61" fmla="*/ 56 h 117"/>
                <a:gd name="T62" fmla="*/ 68 w 102"/>
                <a:gd name="T63" fmla="*/ 60 h 117"/>
                <a:gd name="T64" fmla="*/ 57 w 102"/>
                <a:gd name="T65" fmla="*/ 68 h 117"/>
                <a:gd name="T66" fmla="*/ 52 w 102"/>
                <a:gd name="T67" fmla="*/ 74 h 117"/>
                <a:gd name="T68" fmla="*/ 45 w 102"/>
                <a:gd name="T69" fmla="*/ 73 h 117"/>
                <a:gd name="T70" fmla="*/ 51 w 102"/>
                <a:gd name="T71" fmla="*/ 79 h 117"/>
                <a:gd name="T72" fmla="*/ 55 w 102"/>
                <a:gd name="T73" fmla="*/ 78 h 117"/>
                <a:gd name="T74" fmla="*/ 86 w 102"/>
                <a:gd name="T75" fmla="*/ 7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2" h="117">
                  <a:moveTo>
                    <a:pt x="86" y="76"/>
                  </a:moveTo>
                  <a:cubicBezTo>
                    <a:pt x="87" y="79"/>
                    <a:pt x="91" y="78"/>
                    <a:pt x="89" y="81"/>
                  </a:cubicBezTo>
                  <a:cubicBezTo>
                    <a:pt x="87" y="84"/>
                    <a:pt x="85" y="87"/>
                    <a:pt x="84" y="90"/>
                  </a:cubicBezTo>
                  <a:cubicBezTo>
                    <a:pt x="81" y="95"/>
                    <a:pt x="73" y="117"/>
                    <a:pt x="63" y="109"/>
                  </a:cubicBezTo>
                  <a:cubicBezTo>
                    <a:pt x="62" y="108"/>
                    <a:pt x="62" y="107"/>
                    <a:pt x="61" y="106"/>
                  </a:cubicBezTo>
                  <a:cubicBezTo>
                    <a:pt x="60" y="104"/>
                    <a:pt x="61" y="105"/>
                    <a:pt x="58" y="104"/>
                  </a:cubicBezTo>
                  <a:cubicBezTo>
                    <a:pt x="53" y="103"/>
                    <a:pt x="48" y="103"/>
                    <a:pt x="44" y="106"/>
                  </a:cubicBezTo>
                  <a:cubicBezTo>
                    <a:pt x="40" y="109"/>
                    <a:pt x="35" y="109"/>
                    <a:pt x="30" y="110"/>
                  </a:cubicBezTo>
                  <a:cubicBezTo>
                    <a:pt x="27" y="110"/>
                    <a:pt x="25" y="109"/>
                    <a:pt x="22" y="110"/>
                  </a:cubicBezTo>
                  <a:cubicBezTo>
                    <a:pt x="19" y="111"/>
                    <a:pt x="17" y="114"/>
                    <a:pt x="13" y="113"/>
                  </a:cubicBezTo>
                  <a:cubicBezTo>
                    <a:pt x="12" y="113"/>
                    <a:pt x="6" y="112"/>
                    <a:pt x="5" y="111"/>
                  </a:cubicBezTo>
                  <a:cubicBezTo>
                    <a:pt x="1" y="109"/>
                    <a:pt x="3" y="109"/>
                    <a:pt x="3" y="105"/>
                  </a:cubicBezTo>
                  <a:cubicBezTo>
                    <a:pt x="4" y="100"/>
                    <a:pt x="4" y="95"/>
                    <a:pt x="3" y="89"/>
                  </a:cubicBezTo>
                  <a:cubicBezTo>
                    <a:pt x="2" y="85"/>
                    <a:pt x="0" y="80"/>
                    <a:pt x="0" y="76"/>
                  </a:cubicBezTo>
                  <a:cubicBezTo>
                    <a:pt x="0" y="72"/>
                    <a:pt x="2" y="68"/>
                    <a:pt x="3" y="64"/>
                  </a:cubicBezTo>
                  <a:cubicBezTo>
                    <a:pt x="4" y="60"/>
                    <a:pt x="9" y="59"/>
                    <a:pt x="11" y="56"/>
                  </a:cubicBezTo>
                  <a:cubicBezTo>
                    <a:pt x="16" y="51"/>
                    <a:pt x="18" y="45"/>
                    <a:pt x="21" y="40"/>
                  </a:cubicBezTo>
                  <a:cubicBezTo>
                    <a:pt x="25" y="35"/>
                    <a:pt x="29" y="29"/>
                    <a:pt x="32" y="23"/>
                  </a:cubicBezTo>
                  <a:cubicBezTo>
                    <a:pt x="34" y="19"/>
                    <a:pt x="37" y="11"/>
                    <a:pt x="43" y="12"/>
                  </a:cubicBezTo>
                  <a:cubicBezTo>
                    <a:pt x="47" y="13"/>
                    <a:pt x="49" y="17"/>
                    <a:pt x="52" y="19"/>
                  </a:cubicBezTo>
                  <a:cubicBezTo>
                    <a:pt x="54" y="22"/>
                    <a:pt x="55" y="22"/>
                    <a:pt x="58" y="20"/>
                  </a:cubicBezTo>
                  <a:cubicBezTo>
                    <a:pt x="59" y="19"/>
                    <a:pt x="61" y="18"/>
                    <a:pt x="62" y="17"/>
                  </a:cubicBezTo>
                  <a:cubicBezTo>
                    <a:pt x="63" y="16"/>
                    <a:pt x="61" y="13"/>
                    <a:pt x="61" y="12"/>
                  </a:cubicBezTo>
                  <a:cubicBezTo>
                    <a:pt x="61" y="11"/>
                    <a:pt x="64" y="8"/>
                    <a:pt x="65" y="7"/>
                  </a:cubicBezTo>
                  <a:cubicBezTo>
                    <a:pt x="66" y="6"/>
                    <a:pt x="66" y="6"/>
                    <a:pt x="67" y="5"/>
                  </a:cubicBezTo>
                  <a:cubicBezTo>
                    <a:pt x="67" y="5"/>
                    <a:pt x="70" y="4"/>
                    <a:pt x="70" y="4"/>
                  </a:cubicBezTo>
                  <a:cubicBezTo>
                    <a:pt x="74" y="3"/>
                    <a:pt x="77" y="1"/>
                    <a:pt x="80" y="0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3" y="23"/>
                    <a:pt x="102" y="32"/>
                    <a:pt x="98" y="42"/>
                  </a:cubicBezTo>
                  <a:cubicBezTo>
                    <a:pt x="97" y="48"/>
                    <a:pt x="90" y="46"/>
                    <a:pt x="85" y="49"/>
                  </a:cubicBezTo>
                  <a:cubicBezTo>
                    <a:pt x="83" y="50"/>
                    <a:pt x="81" y="54"/>
                    <a:pt x="79" y="56"/>
                  </a:cubicBezTo>
                  <a:cubicBezTo>
                    <a:pt x="76" y="59"/>
                    <a:pt x="72" y="59"/>
                    <a:pt x="68" y="60"/>
                  </a:cubicBezTo>
                  <a:cubicBezTo>
                    <a:pt x="62" y="62"/>
                    <a:pt x="60" y="63"/>
                    <a:pt x="57" y="68"/>
                  </a:cubicBezTo>
                  <a:cubicBezTo>
                    <a:pt x="56" y="70"/>
                    <a:pt x="56" y="73"/>
                    <a:pt x="52" y="74"/>
                  </a:cubicBezTo>
                  <a:cubicBezTo>
                    <a:pt x="50" y="74"/>
                    <a:pt x="48" y="72"/>
                    <a:pt x="45" y="73"/>
                  </a:cubicBezTo>
                  <a:cubicBezTo>
                    <a:pt x="48" y="75"/>
                    <a:pt x="47" y="78"/>
                    <a:pt x="51" y="79"/>
                  </a:cubicBezTo>
                  <a:cubicBezTo>
                    <a:pt x="51" y="79"/>
                    <a:pt x="55" y="78"/>
                    <a:pt x="55" y="78"/>
                  </a:cubicBezTo>
                  <a:lnTo>
                    <a:pt x="86" y="76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9B767830-A216-4AFB-9B3D-935B6F6CBF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77013" y="3179763"/>
              <a:ext cx="407988" cy="465138"/>
            </a:xfrm>
            <a:custGeom>
              <a:avLst/>
              <a:gdLst>
                <a:gd name="T0" fmla="*/ 114 w 360"/>
                <a:gd name="T1" fmla="*/ 371 h 411"/>
                <a:gd name="T2" fmla="*/ 52 w 360"/>
                <a:gd name="T3" fmla="*/ 307 h 411"/>
                <a:gd name="T4" fmla="*/ 18 w 360"/>
                <a:gd name="T5" fmla="*/ 241 h 411"/>
                <a:gd name="T6" fmla="*/ 21 w 360"/>
                <a:gd name="T7" fmla="*/ 196 h 411"/>
                <a:gd name="T8" fmla="*/ 34 w 360"/>
                <a:gd name="T9" fmla="*/ 146 h 411"/>
                <a:gd name="T10" fmla="*/ 33 w 360"/>
                <a:gd name="T11" fmla="*/ 118 h 411"/>
                <a:gd name="T12" fmla="*/ 63 w 360"/>
                <a:gd name="T13" fmla="*/ 81 h 411"/>
                <a:gd name="T14" fmla="*/ 157 w 360"/>
                <a:gd name="T15" fmla="*/ 83 h 411"/>
                <a:gd name="T16" fmla="*/ 162 w 360"/>
                <a:gd name="T17" fmla="*/ 3 h 411"/>
                <a:gd name="T18" fmla="*/ 221 w 360"/>
                <a:gd name="T19" fmla="*/ 1 h 411"/>
                <a:gd name="T20" fmla="*/ 262 w 360"/>
                <a:gd name="T21" fmla="*/ 5 h 411"/>
                <a:gd name="T22" fmla="*/ 276 w 360"/>
                <a:gd name="T23" fmla="*/ 50 h 411"/>
                <a:gd name="T24" fmla="*/ 295 w 360"/>
                <a:gd name="T25" fmla="*/ 66 h 411"/>
                <a:gd name="T26" fmla="*/ 326 w 360"/>
                <a:gd name="T27" fmla="*/ 60 h 411"/>
                <a:gd name="T28" fmla="*/ 349 w 360"/>
                <a:gd name="T29" fmla="*/ 112 h 411"/>
                <a:gd name="T30" fmla="*/ 322 w 360"/>
                <a:gd name="T31" fmla="*/ 147 h 411"/>
                <a:gd name="T32" fmla="*/ 342 w 360"/>
                <a:gd name="T33" fmla="*/ 177 h 411"/>
                <a:gd name="T34" fmla="*/ 357 w 360"/>
                <a:gd name="T35" fmla="*/ 232 h 411"/>
                <a:gd name="T36" fmla="*/ 356 w 360"/>
                <a:gd name="T37" fmla="*/ 262 h 411"/>
                <a:gd name="T38" fmla="*/ 342 w 360"/>
                <a:gd name="T39" fmla="*/ 292 h 411"/>
                <a:gd name="T40" fmla="*/ 334 w 360"/>
                <a:gd name="T41" fmla="*/ 315 h 411"/>
                <a:gd name="T42" fmla="*/ 307 w 360"/>
                <a:gd name="T43" fmla="*/ 300 h 411"/>
                <a:gd name="T44" fmla="*/ 277 w 360"/>
                <a:gd name="T45" fmla="*/ 311 h 411"/>
                <a:gd name="T46" fmla="*/ 258 w 360"/>
                <a:gd name="T47" fmla="*/ 300 h 411"/>
                <a:gd name="T48" fmla="*/ 240 w 360"/>
                <a:gd name="T49" fmla="*/ 276 h 411"/>
                <a:gd name="T50" fmla="*/ 216 w 360"/>
                <a:gd name="T51" fmla="*/ 311 h 411"/>
                <a:gd name="T52" fmla="*/ 181 w 360"/>
                <a:gd name="T53" fmla="*/ 314 h 411"/>
                <a:gd name="T54" fmla="*/ 193 w 360"/>
                <a:gd name="T55" fmla="*/ 347 h 411"/>
                <a:gd name="T56" fmla="*/ 199 w 360"/>
                <a:gd name="T57" fmla="*/ 376 h 411"/>
                <a:gd name="T58" fmla="*/ 165 w 360"/>
                <a:gd name="T59" fmla="*/ 389 h 411"/>
                <a:gd name="T60" fmla="*/ 73 w 360"/>
                <a:gd name="T61" fmla="*/ 318 h 411"/>
                <a:gd name="T62" fmla="*/ 130 w 360"/>
                <a:gd name="T63" fmla="*/ 377 h 411"/>
                <a:gd name="T64" fmla="*/ 173 w 360"/>
                <a:gd name="T65" fmla="*/ 375 h 411"/>
                <a:gd name="T66" fmla="*/ 181 w 360"/>
                <a:gd name="T67" fmla="*/ 362 h 411"/>
                <a:gd name="T68" fmla="*/ 173 w 360"/>
                <a:gd name="T69" fmla="*/ 327 h 411"/>
                <a:gd name="T70" fmla="*/ 177 w 360"/>
                <a:gd name="T71" fmla="*/ 299 h 411"/>
                <a:gd name="T72" fmla="*/ 227 w 360"/>
                <a:gd name="T73" fmla="*/ 295 h 411"/>
                <a:gd name="T74" fmla="*/ 252 w 360"/>
                <a:gd name="T75" fmla="*/ 273 h 411"/>
                <a:gd name="T76" fmla="*/ 270 w 360"/>
                <a:gd name="T77" fmla="*/ 301 h 411"/>
                <a:gd name="T78" fmla="*/ 296 w 360"/>
                <a:gd name="T79" fmla="*/ 299 h 411"/>
                <a:gd name="T80" fmla="*/ 319 w 360"/>
                <a:gd name="T81" fmla="*/ 300 h 411"/>
                <a:gd name="T82" fmla="*/ 332 w 360"/>
                <a:gd name="T83" fmla="*/ 291 h 411"/>
                <a:gd name="T84" fmla="*/ 345 w 360"/>
                <a:gd name="T85" fmla="*/ 263 h 411"/>
                <a:gd name="T86" fmla="*/ 347 w 360"/>
                <a:gd name="T87" fmla="*/ 247 h 411"/>
                <a:gd name="T88" fmla="*/ 346 w 360"/>
                <a:gd name="T89" fmla="*/ 208 h 411"/>
                <a:gd name="T90" fmla="*/ 325 w 360"/>
                <a:gd name="T91" fmla="*/ 175 h 411"/>
                <a:gd name="T92" fmla="*/ 313 w 360"/>
                <a:gd name="T93" fmla="*/ 149 h 411"/>
                <a:gd name="T94" fmla="*/ 339 w 360"/>
                <a:gd name="T95" fmla="*/ 112 h 411"/>
                <a:gd name="T96" fmla="*/ 332 w 360"/>
                <a:gd name="T97" fmla="*/ 70 h 411"/>
                <a:gd name="T98" fmla="*/ 303 w 360"/>
                <a:gd name="T99" fmla="*/ 71 h 411"/>
                <a:gd name="T100" fmla="*/ 272 w 360"/>
                <a:gd name="T101" fmla="*/ 66 h 411"/>
                <a:gd name="T102" fmla="*/ 270 w 360"/>
                <a:gd name="T103" fmla="*/ 28 h 411"/>
                <a:gd name="T104" fmla="*/ 250 w 360"/>
                <a:gd name="T105" fmla="*/ 15 h 411"/>
                <a:gd name="T106" fmla="*/ 214 w 360"/>
                <a:gd name="T107" fmla="*/ 12 h 411"/>
                <a:gd name="T108" fmla="*/ 167 w 360"/>
                <a:gd name="T109" fmla="*/ 12 h 411"/>
                <a:gd name="T110" fmla="*/ 166 w 360"/>
                <a:gd name="T111" fmla="*/ 90 h 411"/>
                <a:gd name="T112" fmla="*/ 63 w 360"/>
                <a:gd name="T113" fmla="*/ 91 h 411"/>
                <a:gd name="T114" fmla="*/ 44 w 360"/>
                <a:gd name="T115" fmla="*/ 118 h 411"/>
                <a:gd name="T116" fmla="*/ 55 w 360"/>
                <a:gd name="T117" fmla="*/ 157 h 411"/>
                <a:gd name="T118" fmla="*/ 30 w 360"/>
                <a:gd name="T119" fmla="*/ 195 h 411"/>
                <a:gd name="T120" fmla="*/ 20 w 360"/>
                <a:gd name="T121" fmla="*/ 224 h 411"/>
                <a:gd name="T122" fmla="*/ 51 w 360"/>
                <a:gd name="T123" fmla="*/ 286 h 411"/>
                <a:gd name="T124" fmla="*/ 62 w 360"/>
                <a:gd name="T125" fmla="*/ 149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0" h="411">
                  <a:moveTo>
                    <a:pt x="149" y="411"/>
                  </a:moveTo>
                  <a:cubicBezTo>
                    <a:pt x="148" y="411"/>
                    <a:pt x="147" y="410"/>
                    <a:pt x="146" y="410"/>
                  </a:cubicBezTo>
                  <a:cubicBezTo>
                    <a:pt x="145" y="409"/>
                    <a:pt x="145" y="408"/>
                    <a:pt x="144" y="408"/>
                  </a:cubicBezTo>
                  <a:cubicBezTo>
                    <a:pt x="141" y="406"/>
                    <a:pt x="139" y="403"/>
                    <a:pt x="137" y="400"/>
                  </a:cubicBezTo>
                  <a:cubicBezTo>
                    <a:pt x="136" y="398"/>
                    <a:pt x="136" y="397"/>
                    <a:pt x="135" y="395"/>
                  </a:cubicBezTo>
                  <a:cubicBezTo>
                    <a:pt x="135" y="394"/>
                    <a:pt x="135" y="393"/>
                    <a:pt x="134" y="393"/>
                  </a:cubicBezTo>
                  <a:cubicBezTo>
                    <a:pt x="132" y="389"/>
                    <a:pt x="128" y="387"/>
                    <a:pt x="125" y="384"/>
                  </a:cubicBezTo>
                  <a:cubicBezTo>
                    <a:pt x="122" y="382"/>
                    <a:pt x="120" y="381"/>
                    <a:pt x="118" y="379"/>
                  </a:cubicBezTo>
                  <a:cubicBezTo>
                    <a:pt x="115" y="376"/>
                    <a:pt x="114" y="373"/>
                    <a:pt x="114" y="371"/>
                  </a:cubicBezTo>
                  <a:cubicBezTo>
                    <a:pt x="114" y="370"/>
                    <a:pt x="114" y="370"/>
                    <a:pt x="114" y="369"/>
                  </a:cubicBezTo>
                  <a:cubicBezTo>
                    <a:pt x="114" y="368"/>
                    <a:pt x="113" y="368"/>
                    <a:pt x="112" y="367"/>
                  </a:cubicBezTo>
                  <a:cubicBezTo>
                    <a:pt x="111" y="366"/>
                    <a:pt x="109" y="365"/>
                    <a:pt x="108" y="363"/>
                  </a:cubicBezTo>
                  <a:cubicBezTo>
                    <a:pt x="102" y="355"/>
                    <a:pt x="97" y="350"/>
                    <a:pt x="92" y="346"/>
                  </a:cubicBezTo>
                  <a:cubicBezTo>
                    <a:pt x="91" y="345"/>
                    <a:pt x="89" y="343"/>
                    <a:pt x="87" y="342"/>
                  </a:cubicBezTo>
                  <a:cubicBezTo>
                    <a:pt x="81" y="338"/>
                    <a:pt x="75" y="333"/>
                    <a:pt x="70" y="327"/>
                  </a:cubicBezTo>
                  <a:cubicBezTo>
                    <a:pt x="69" y="326"/>
                    <a:pt x="68" y="325"/>
                    <a:pt x="67" y="324"/>
                  </a:cubicBezTo>
                  <a:cubicBezTo>
                    <a:pt x="64" y="321"/>
                    <a:pt x="60" y="317"/>
                    <a:pt x="58" y="314"/>
                  </a:cubicBezTo>
                  <a:cubicBezTo>
                    <a:pt x="52" y="307"/>
                    <a:pt x="52" y="307"/>
                    <a:pt x="52" y="307"/>
                  </a:cubicBezTo>
                  <a:cubicBezTo>
                    <a:pt x="52" y="307"/>
                    <a:pt x="52" y="306"/>
                    <a:pt x="51" y="306"/>
                  </a:cubicBezTo>
                  <a:cubicBezTo>
                    <a:pt x="51" y="304"/>
                    <a:pt x="50" y="303"/>
                    <a:pt x="50" y="301"/>
                  </a:cubicBezTo>
                  <a:cubicBezTo>
                    <a:pt x="49" y="298"/>
                    <a:pt x="48" y="296"/>
                    <a:pt x="46" y="294"/>
                  </a:cubicBezTo>
                  <a:cubicBezTo>
                    <a:pt x="45" y="292"/>
                    <a:pt x="45" y="292"/>
                    <a:pt x="45" y="292"/>
                  </a:cubicBezTo>
                  <a:cubicBezTo>
                    <a:pt x="42" y="291"/>
                    <a:pt x="40" y="289"/>
                    <a:pt x="39" y="286"/>
                  </a:cubicBezTo>
                  <a:cubicBezTo>
                    <a:pt x="38" y="286"/>
                    <a:pt x="38" y="285"/>
                    <a:pt x="37" y="285"/>
                  </a:cubicBezTo>
                  <a:cubicBezTo>
                    <a:pt x="34" y="280"/>
                    <a:pt x="31" y="277"/>
                    <a:pt x="31" y="274"/>
                  </a:cubicBezTo>
                  <a:cubicBezTo>
                    <a:pt x="30" y="263"/>
                    <a:pt x="27" y="250"/>
                    <a:pt x="26" y="246"/>
                  </a:cubicBezTo>
                  <a:cubicBezTo>
                    <a:pt x="24" y="245"/>
                    <a:pt x="20" y="244"/>
                    <a:pt x="18" y="241"/>
                  </a:cubicBezTo>
                  <a:cubicBezTo>
                    <a:pt x="16" y="239"/>
                    <a:pt x="16" y="237"/>
                    <a:pt x="16" y="236"/>
                  </a:cubicBezTo>
                  <a:cubicBezTo>
                    <a:pt x="15" y="235"/>
                    <a:pt x="15" y="234"/>
                    <a:pt x="14" y="234"/>
                  </a:cubicBezTo>
                  <a:cubicBezTo>
                    <a:pt x="14" y="231"/>
                    <a:pt x="9" y="224"/>
                    <a:pt x="8" y="221"/>
                  </a:cubicBezTo>
                  <a:cubicBezTo>
                    <a:pt x="7" y="220"/>
                    <a:pt x="7" y="219"/>
                    <a:pt x="6" y="219"/>
                  </a:cubicBezTo>
                  <a:cubicBezTo>
                    <a:pt x="3" y="215"/>
                    <a:pt x="0" y="209"/>
                    <a:pt x="2" y="205"/>
                  </a:cubicBezTo>
                  <a:cubicBezTo>
                    <a:pt x="3" y="202"/>
                    <a:pt x="6" y="199"/>
                    <a:pt x="13" y="199"/>
                  </a:cubicBezTo>
                  <a:cubicBezTo>
                    <a:pt x="15" y="199"/>
                    <a:pt x="17" y="200"/>
                    <a:pt x="19" y="200"/>
                  </a:cubicBezTo>
                  <a:cubicBezTo>
                    <a:pt x="20" y="199"/>
                    <a:pt x="20" y="198"/>
                    <a:pt x="21" y="197"/>
                  </a:cubicBezTo>
                  <a:cubicBezTo>
                    <a:pt x="21" y="197"/>
                    <a:pt x="21" y="197"/>
                    <a:pt x="21" y="196"/>
                  </a:cubicBezTo>
                  <a:cubicBezTo>
                    <a:pt x="20" y="193"/>
                    <a:pt x="21" y="191"/>
                    <a:pt x="24" y="187"/>
                  </a:cubicBezTo>
                  <a:cubicBezTo>
                    <a:pt x="25" y="186"/>
                    <a:pt x="25" y="186"/>
                    <a:pt x="25" y="186"/>
                  </a:cubicBezTo>
                  <a:cubicBezTo>
                    <a:pt x="27" y="184"/>
                    <a:pt x="28" y="182"/>
                    <a:pt x="29" y="181"/>
                  </a:cubicBezTo>
                  <a:cubicBezTo>
                    <a:pt x="31" y="179"/>
                    <a:pt x="31" y="179"/>
                    <a:pt x="31" y="179"/>
                  </a:cubicBezTo>
                  <a:cubicBezTo>
                    <a:pt x="32" y="178"/>
                    <a:pt x="33" y="177"/>
                    <a:pt x="33" y="176"/>
                  </a:cubicBezTo>
                  <a:cubicBezTo>
                    <a:pt x="34" y="175"/>
                    <a:pt x="33" y="173"/>
                    <a:pt x="33" y="172"/>
                  </a:cubicBezTo>
                  <a:cubicBezTo>
                    <a:pt x="33" y="170"/>
                    <a:pt x="33" y="167"/>
                    <a:pt x="34" y="165"/>
                  </a:cubicBezTo>
                  <a:cubicBezTo>
                    <a:pt x="35" y="159"/>
                    <a:pt x="36" y="154"/>
                    <a:pt x="35" y="148"/>
                  </a:cubicBezTo>
                  <a:cubicBezTo>
                    <a:pt x="34" y="146"/>
                    <a:pt x="34" y="146"/>
                    <a:pt x="34" y="146"/>
                  </a:cubicBezTo>
                  <a:cubicBezTo>
                    <a:pt x="34" y="143"/>
                    <a:pt x="33" y="141"/>
                    <a:pt x="33" y="138"/>
                  </a:cubicBezTo>
                  <a:cubicBezTo>
                    <a:pt x="33" y="138"/>
                    <a:pt x="33" y="138"/>
                    <a:pt x="33" y="138"/>
                  </a:cubicBezTo>
                  <a:cubicBezTo>
                    <a:pt x="33" y="134"/>
                    <a:pt x="32" y="131"/>
                    <a:pt x="34" y="129"/>
                  </a:cubicBezTo>
                  <a:cubicBezTo>
                    <a:pt x="36" y="127"/>
                    <a:pt x="39" y="127"/>
                    <a:pt x="41" y="128"/>
                  </a:cubicBezTo>
                  <a:cubicBezTo>
                    <a:pt x="41" y="128"/>
                    <a:pt x="41" y="127"/>
                    <a:pt x="40" y="127"/>
                  </a:cubicBezTo>
                  <a:cubicBezTo>
                    <a:pt x="40" y="127"/>
                    <a:pt x="40" y="127"/>
                    <a:pt x="40" y="126"/>
                  </a:cubicBezTo>
                  <a:cubicBezTo>
                    <a:pt x="39" y="125"/>
                    <a:pt x="39" y="125"/>
                    <a:pt x="38" y="125"/>
                  </a:cubicBezTo>
                  <a:cubicBezTo>
                    <a:pt x="38" y="125"/>
                    <a:pt x="37" y="125"/>
                    <a:pt x="36" y="124"/>
                  </a:cubicBezTo>
                  <a:cubicBezTo>
                    <a:pt x="33" y="123"/>
                    <a:pt x="33" y="120"/>
                    <a:pt x="33" y="118"/>
                  </a:cubicBezTo>
                  <a:cubicBezTo>
                    <a:pt x="33" y="112"/>
                    <a:pt x="36" y="110"/>
                    <a:pt x="39" y="109"/>
                  </a:cubicBezTo>
                  <a:cubicBezTo>
                    <a:pt x="40" y="109"/>
                    <a:pt x="41" y="109"/>
                    <a:pt x="43" y="109"/>
                  </a:cubicBezTo>
                  <a:cubicBezTo>
                    <a:pt x="43" y="108"/>
                    <a:pt x="44" y="108"/>
                    <a:pt x="45" y="108"/>
                  </a:cubicBezTo>
                  <a:cubicBezTo>
                    <a:pt x="45" y="108"/>
                    <a:pt x="45" y="108"/>
                    <a:pt x="45" y="108"/>
                  </a:cubicBezTo>
                  <a:cubicBezTo>
                    <a:pt x="47" y="107"/>
                    <a:pt x="50" y="105"/>
                    <a:pt x="52" y="106"/>
                  </a:cubicBezTo>
                  <a:cubicBezTo>
                    <a:pt x="52" y="105"/>
                    <a:pt x="52" y="102"/>
                    <a:pt x="50" y="98"/>
                  </a:cubicBezTo>
                  <a:cubicBezTo>
                    <a:pt x="47" y="90"/>
                    <a:pt x="50" y="87"/>
                    <a:pt x="56" y="85"/>
                  </a:cubicBezTo>
                  <a:cubicBezTo>
                    <a:pt x="57" y="84"/>
                    <a:pt x="57" y="84"/>
                    <a:pt x="57" y="84"/>
                  </a:cubicBezTo>
                  <a:cubicBezTo>
                    <a:pt x="58" y="83"/>
                    <a:pt x="60" y="81"/>
                    <a:pt x="63" y="81"/>
                  </a:cubicBezTo>
                  <a:cubicBezTo>
                    <a:pt x="64" y="81"/>
                    <a:pt x="66" y="82"/>
                    <a:pt x="67" y="83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6" y="87"/>
                    <a:pt x="76" y="87"/>
                    <a:pt x="77" y="86"/>
                  </a:cubicBezTo>
                  <a:cubicBezTo>
                    <a:pt x="80" y="84"/>
                    <a:pt x="82" y="85"/>
                    <a:pt x="84" y="85"/>
                  </a:cubicBezTo>
                  <a:cubicBezTo>
                    <a:pt x="112" y="85"/>
                    <a:pt x="112" y="85"/>
                    <a:pt x="112" y="85"/>
                  </a:cubicBezTo>
                  <a:cubicBezTo>
                    <a:pt x="121" y="85"/>
                    <a:pt x="130" y="85"/>
                    <a:pt x="139" y="85"/>
                  </a:cubicBezTo>
                  <a:cubicBezTo>
                    <a:pt x="140" y="85"/>
                    <a:pt x="142" y="85"/>
                    <a:pt x="144" y="85"/>
                  </a:cubicBezTo>
                  <a:cubicBezTo>
                    <a:pt x="148" y="85"/>
                    <a:pt x="153" y="85"/>
                    <a:pt x="157" y="85"/>
                  </a:cubicBezTo>
                  <a:cubicBezTo>
                    <a:pt x="157" y="84"/>
                    <a:pt x="157" y="84"/>
                    <a:pt x="157" y="83"/>
                  </a:cubicBezTo>
                  <a:cubicBezTo>
                    <a:pt x="157" y="81"/>
                    <a:pt x="157" y="79"/>
                    <a:pt x="157" y="77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67"/>
                    <a:pt x="157" y="60"/>
                    <a:pt x="157" y="53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57" y="41"/>
                    <a:pt x="157" y="38"/>
                    <a:pt x="157" y="35"/>
                  </a:cubicBezTo>
                  <a:cubicBezTo>
                    <a:pt x="156" y="27"/>
                    <a:pt x="156" y="20"/>
                    <a:pt x="157" y="13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8" y="8"/>
                    <a:pt x="158" y="6"/>
                    <a:pt x="159" y="4"/>
                  </a:cubicBezTo>
                  <a:cubicBezTo>
                    <a:pt x="160" y="3"/>
                    <a:pt x="161" y="3"/>
                    <a:pt x="162" y="3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81" y="0"/>
                    <a:pt x="184" y="1"/>
                    <a:pt x="186" y="2"/>
                  </a:cubicBezTo>
                  <a:cubicBezTo>
                    <a:pt x="187" y="2"/>
                    <a:pt x="188" y="3"/>
                    <a:pt x="188" y="3"/>
                  </a:cubicBezTo>
                  <a:cubicBezTo>
                    <a:pt x="195" y="3"/>
                    <a:pt x="201" y="3"/>
                    <a:pt x="208" y="3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211" y="3"/>
                    <a:pt x="212" y="3"/>
                    <a:pt x="213" y="3"/>
                  </a:cubicBezTo>
                  <a:cubicBezTo>
                    <a:pt x="214" y="3"/>
                    <a:pt x="215" y="3"/>
                    <a:pt x="216" y="2"/>
                  </a:cubicBezTo>
                  <a:cubicBezTo>
                    <a:pt x="217" y="2"/>
                    <a:pt x="219" y="1"/>
                    <a:pt x="220" y="1"/>
                  </a:cubicBezTo>
                  <a:cubicBezTo>
                    <a:pt x="221" y="1"/>
                    <a:pt x="221" y="1"/>
                    <a:pt x="221" y="1"/>
                  </a:cubicBezTo>
                  <a:cubicBezTo>
                    <a:pt x="223" y="1"/>
                    <a:pt x="224" y="2"/>
                    <a:pt x="225" y="2"/>
                  </a:cubicBezTo>
                  <a:cubicBezTo>
                    <a:pt x="226" y="2"/>
                    <a:pt x="226" y="2"/>
                    <a:pt x="226" y="2"/>
                  </a:cubicBezTo>
                  <a:cubicBezTo>
                    <a:pt x="227" y="2"/>
                    <a:pt x="228" y="2"/>
                    <a:pt x="229" y="2"/>
                  </a:cubicBezTo>
                  <a:cubicBezTo>
                    <a:pt x="232" y="2"/>
                    <a:pt x="235" y="3"/>
                    <a:pt x="237" y="4"/>
                  </a:cubicBezTo>
                  <a:cubicBezTo>
                    <a:pt x="238" y="4"/>
                    <a:pt x="239" y="5"/>
                    <a:pt x="240" y="5"/>
                  </a:cubicBezTo>
                  <a:cubicBezTo>
                    <a:pt x="243" y="6"/>
                    <a:pt x="246" y="6"/>
                    <a:pt x="249" y="5"/>
                  </a:cubicBezTo>
                  <a:cubicBezTo>
                    <a:pt x="251" y="5"/>
                    <a:pt x="251" y="5"/>
                    <a:pt x="251" y="5"/>
                  </a:cubicBezTo>
                  <a:cubicBezTo>
                    <a:pt x="253" y="5"/>
                    <a:pt x="255" y="5"/>
                    <a:pt x="257" y="5"/>
                  </a:cubicBezTo>
                  <a:cubicBezTo>
                    <a:pt x="259" y="5"/>
                    <a:pt x="261" y="5"/>
                    <a:pt x="262" y="5"/>
                  </a:cubicBezTo>
                  <a:cubicBezTo>
                    <a:pt x="263" y="5"/>
                    <a:pt x="264" y="6"/>
                    <a:pt x="265" y="6"/>
                  </a:cubicBezTo>
                  <a:cubicBezTo>
                    <a:pt x="269" y="4"/>
                    <a:pt x="272" y="2"/>
                    <a:pt x="278" y="5"/>
                  </a:cubicBezTo>
                  <a:cubicBezTo>
                    <a:pt x="287" y="8"/>
                    <a:pt x="285" y="17"/>
                    <a:pt x="284" y="21"/>
                  </a:cubicBezTo>
                  <a:cubicBezTo>
                    <a:pt x="283" y="25"/>
                    <a:pt x="281" y="26"/>
                    <a:pt x="280" y="28"/>
                  </a:cubicBezTo>
                  <a:cubicBezTo>
                    <a:pt x="279" y="28"/>
                    <a:pt x="279" y="28"/>
                    <a:pt x="279" y="29"/>
                  </a:cubicBezTo>
                  <a:cubicBezTo>
                    <a:pt x="279" y="30"/>
                    <a:pt x="278" y="31"/>
                    <a:pt x="278" y="33"/>
                  </a:cubicBezTo>
                  <a:cubicBezTo>
                    <a:pt x="278" y="33"/>
                    <a:pt x="278" y="33"/>
                    <a:pt x="278" y="33"/>
                  </a:cubicBezTo>
                  <a:cubicBezTo>
                    <a:pt x="278" y="37"/>
                    <a:pt x="277" y="41"/>
                    <a:pt x="277" y="43"/>
                  </a:cubicBezTo>
                  <a:cubicBezTo>
                    <a:pt x="276" y="46"/>
                    <a:pt x="275" y="48"/>
                    <a:pt x="276" y="50"/>
                  </a:cubicBezTo>
                  <a:cubicBezTo>
                    <a:pt x="276" y="52"/>
                    <a:pt x="276" y="52"/>
                    <a:pt x="275" y="53"/>
                  </a:cubicBezTo>
                  <a:cubicBezTo>
                    <a:pt x="276" y="53"/>
                    <a:pt x="276" y="53"/>
                    <a:pt x="276" y="54"/>
                  </a:cubicBezTo>
                  <a:cubicBezTo>
                    <a:pt x="277" y="54"/>
                    <a:pt x="277" y="55"/>
                    <a:pt x="277" y="55"/>
                  </a:cubicBezTo>
                  <a:cubicBezTo>
                    <a:pt x="279" y="58"/>
                    <a:pt x="281" y="61"/>
                    <a:pt x="281" y="64"/>
                  </a:cubicBezTo>
                  <a:cubicBezTo>
                    <a:pt x="282" y="66"/>
                    <a:pt x="282" y="67"/>
                    <a:pt x="282" y="68"/>
                  </a:cubicBezTo>
                  <a:cubicBezTo>
                    <a:pt x="283" y="67"/>
                    <a:pt x="284" y="67"/>
                    <a:pt x="285" y="67"/>
                  </a:cubicBezTo>
                  <a:cubicBezTo>
                    <a:pt x="288" y="66"/>
                    <a:pt x="290" y="67"/>
                    <a:pt x="292" y="67"/>
                  </a:cubicBezTo>
                  <a:cubicBezTo>
                    <a:pt x="292" y="67"/>
                    <a:pt x="293" y="67"/>
                    <a:pt x="293" y="67"/>
                  </a:cubicBezTo>
                  <a:cubicBezTo>
                    <a:pt x="294" y="67"/>
                    <a:pt x="294" y="66"/>
                    <a:pt x="295" y="66"/>
                  </a:cubicBezTo>
                  <a:cubicBezTo>
                    <a:pt x="296" y="65"/>
                    <a:pt x="298" y="63"/>
                    <a:pt x="300" y="63"/>
                  </a:cubicBezTo>
                  <a:cubicBezTo>
                    <a:pt x="301" y="62"/>
                    <a:pt x="302" y="62"/>
                    <a:pt x="303" y="62"/>
                  </a:cubicBezTo>
                  <a:cubicBezTo>
                    <a:pt x="304" y="62"/>
                    <a:pt x="305" y="62"/>
                    <a:pt x="306" y="61"/>
                  </a:cubicBezTo>
                  <a:cubicBezTo>
                    <a:pt x="306" y="61"/>
                    <a:pt x="306" y="61"/>
                    <a:pt x="306" y="61"/>
                  </a:cubicBezTo>
                  <a:cubicBezTo>
                    <a:pt x="307" y="61"/>
                    <a:pt x="307" y="60"/>
                    <a:pt x="308" y="60"/>
                  </a:cubicBezTo>
                  <a:cubicBezTo>
                    <a:pt x="309" y="58"/>
                    <a:pt x="311" y="57"/>
                    <a:pt x="314" y="57"/>
                  </a:cubicBezTo>
                  <a:cubicBezTo>
                    <a:pt x="316" y="57"/>
                    <a:pt x="317" y="58"/>
                    <a:pt x="319" y="58"/>
                  </a:cubicBezTo>
                  <a:cubicBezTo>
                    <a:pt x="322" y="58"/>
                    <a:pt x="322" y="58"/>
                    <a:pt x="322" y="58"/>
                  </a:cubicBezTo>
                  <a:cubicBezTo>
                    <a:pt x="323" y="58"/>
                    <a:pt x="324" y="59"/>
                    <a:pt x="326" y="60"/>
                  </a:cubicBezTo>
                  <a:cubicBezTo>
                    <a:pt x="328" y="60"/>
                    <a:pt x="328" y="60"/>
                    <a:pt x="329" y="61"/>
                  </a:cubicBezTo>
                  <a:cubicBezTo>
                    <a:pt x="330" y="61"/>
                    <a:pt x="330" y="61"/>
                    <a:pt x="331" y="61"/>
                  </a:cubicBezTo>
                  <a:cubicBezTo>
                    <a:pt x="334" y="60"/>
                    <a:pt x="337" y="61"/>
                    <a:pt x="340" y="63"/>
                  </a:cubicBezTo>
                  <a:cubicBezTo>
                    <a:pt x="343" y="66"/>
                    <a:pt x="345" y="70"/>
                    <a:pt x="345" y="75"/>
                  </a:cubicBezTo>
                  <a:cubicBezTo>
                    <a:pt x="345" y="78"/>
                    <a:pt x="345" y="78"/>
                    <a:pt x="347" y="80"/>
                  </a:cubicBezTo>
                  <a:cubicBezTo>
                    <a:pt x="350" y="83"/>
                    <a:pt x="351" y="85"/>
                    <a:pt x="351" y="87"/>
                  </a:cubicBezTo>
                  <a:cubicBezTo>
                    <a:pt x="352" y="88"/>
                    <a:pt x="352" y="88"/>
                    <a:pt x="352" y="89"/>
                  </a:cubicBezTo>
                  <a:cubicBezTo>
                    <a:pt x="353" y="90"/>
                    <a:pt x="354" y="91"/>
                    <a:pt x="355" y="92"/>
                  </a:cubicBezTo>
                  <a:cubicBezTo>
                    <a:pt x="359" y="99"/>
                    <a:pt x="354" y="107"/>
                    <a:pt x="349" y="112"/>
                  </a:cubicBezTo>
                  <a:cubicBezTo>
                    <a:pt x="349" y="111"/>
                    <a:pt x="349" y="112"/>
                    <a:pt x="349" y="112"/>
                  </a:cubicBezTo>
                  <a:cubicBezTo>
                    <a:pt x="349" y="114"/>
                    <a:pt x="348" y="116"/>
                    <a:pt x="347" y="117"/>
                  </a:cubicBezTo>
                  <a:cubicBezTo>
                    <a:pt x="345" y="121"/>
                    <a:pt x="340" y="124"/>
                    <a:pt x="336" y="124"/>
                  </a:cubicBezTo>
                  <a:cubicBezTo>
                    <a:pt x="335" y="124"/>
                    <a:pt x="333" y="124"/>
                    <a:pt x="332" y="124"/>
                  </a:cubicBezTo>
                  <a:cubicBezTo>
                    <a:pt x="332" y="125"/>
                    <a:pt x="332" y="125"/>
                    <a:pt x="332" y="126"/>
                  </a:cubicBezTo>
                  <a:cubicBezTo>
                    <a:pt x="331" y="130"/>
                    <a:pt x="329" y="131"/>
                    <a:pt x="328" y="132"/>
                  </a:cubicBezTo>
                  <a:cubicBezTo>
                    <a:pt x="324" y="134"/>
                    <a:pt x="321" y="139"/>
                    <a:pt x="321" y="141"/>
                  </a:cubicBezTo>
                  <a:cubicBezTo>
                    <a:pt x="321" y="142"/>
                    <a:pt x="321" y="144"/>
                    <a:pt x="321" y="145"/>
                  </a:cubicBezTo>
                  <a:cubicBezTo>
                    <a:pt x="322" y="146"/>
                    <a:pt x="322" y="147"/>
                    <a:pt x="322" y="147"/>
                  </a:cubicBezTo>
                  <a:cubicBezTo>
                    <a:pt x="322" y="148"/>
                    <a:pt x="322" y="149"/>
                    <a:pt x="323" y="149"/>
                  </a:cubicBezTo>
                  <a:cubicBezTo>
                    <a:pt x="323" y="151"/>
                    <a:pt x="325" y="153"/>
                    <a:pt x="323" y="158"/>
                  </a:cubicBezTo>
                  <a:cubicBezTo>
                    <a:pt x="323" y="159"/>
                    <a:pt x="322" y="160"/>
                    <a:pt x="321" y="162"/>
                  </a:cubicBezTo>
                  <a:cubicBezTo>
                    <a:pt x="321" y="163"/>
                    <a:pt x="320" y="164"/>
                    <a:pt x="319" y="165"/>
                  </a:cubicBezTo>
                  <a:cubicBezTo>
                    <a:pt x="321" y="165"/>
                    <a:pt x="322" y="165"/>
                    <a:pt x="325" y="166"/>
                  </a:cubicBezTo>
                  <a:cubicBezTo>
                    <a:pt x="326" y="166"/>
                    <a:pt x="326" y="166"/>
                    <a:pt x="326" y="166"/>
                  </a:cubicBezTo>
                  <a:cubicBezTo>
                    <a:pt x="330" y="167"/>
                    <a:pt x="333" y="168"/>
                    <a:pt x="336" y="172"/>
                  </a:cubicBezTo>
                  <a:cubicBezTo>
                    <a:pt x="337" y="174"/>
                    <a:pt x="338" y="177"/>
                    <a:pt x="338" y="178"/>
                  </a:cubicBezTo>
                  <a:cubicBezTo>
                    <a:pt x="339" y="178"/>
                    <a:pt x="340" y="177"/>
                    <a:pt x="342" y="177"/>
                  </a:cubicBezTo>
                  <a:cubicBezTo>
                    <a:pt x="349" y="177"/>
                    <a:pt x="356" y="186"/>
                    <a:pt x="357" y="189"/>
                  </a:cubicBezTo>
                  <a:cubicBezTo>
                    <a:pt x="360" y="194"/>
                    <a:pt x="358" y="198"/>
                    <a:pt x="357" y="201"/>
                  </a:cubicBezTo>
                  <a:cubicBezTo>
                    <a:pt x="356" y="203"/>
                    <a:pt x="355" y="204"/>
                    <a:pt x="356" y="205"/>
                  </a:cubicBezTo>
                  <a:cubicBezTo>
                    <a:pt x="356" y="206"/>
                    <a:pt x="356" y="206"/>
                    <a:pt x="356" y="206"/>
                  </a:cubicBezTo>
                  <a:cubicBezTo>
                    <a:pt x="356" y="210"/>
                    <a:pt x="356" y="211"/>
                    <a:pt x="353" y="215"/>
                  </a:cubicBezTo>
                  <a:cubicBezTo>
                    <a:pt x="353" y="215"/>
                    <a:pt x="352" y="219"/>
                    <a:pt x="352" y="219"/>
                  </a:cubicBezTo>
                  <a:cubicBezTo>
                    <a:pt x="352" y="220"/>
                    <a:pt x="353" y="221"/>
                    <a:pt x="353" y="222"/>
                  </a:cubicBezTo>
                  <a:cubicBezTo>
                    <a:pt x="354" y="223"/>
                    <a:pt x="354" y="225"/>
                    <a:pt x="355" y="228"/>
                  </a:cubicBezTo>
                  <a:cubicBezTo>
                    <a:pt x="356" y="229"/>
                    <a:pt x="356" y="230"/>
                    <a:pt x="357" y="232"/>
                  </a:cubicBezTo>
                  <a:cubicBezTo>
                    <a:pt x="357" y="235"/>
                    <a:pt x="356" y="237"/>
                    <a:pt x="356" y="238"/>
                  </a:cubicBezTo>
                  <a:cubicBezTo>
                    <a:pt x="356" y="238"/>
                    <a:pt x="356" y="239"/>
                    <a:pt x="355" y="239"/>
                  </a:cubicBezTo>
                  <a:cubicBezTo>
                    <a:pt x="357" y="240"/>
                    <a:pt x="358" y="242"/>
                    <a:pt x="358" y="245"/>
                  </a:cubicBezTo>
                  <a:cubicBezTo>
                    <a:pt x="358" y="247"/>
                    <a:pt x="357" y="249"/>
                    <a:pt x="356" y="249"/>
                  </a:cubicBezTo>
                  <a:cubicBezTo>
                    <a:pt x="356" y="250"/>
                    <a:pt x="357" y="251"/>
                    <a:pt x="357" y="253"/>
                  </a:cubicBezTo>
                  <a:cubicBezTo>
                    <a:pt x="356" y="255"/>
                    <a:pt x="356" y="256"/>
                    <a:pt x="354" y="257"/>
                  </a:cubicBezTo>
                  <a:cubicBezTo>
                    <a:pt x="353" y="257"/>
                    <a:pt x="353" y="258"/>
                    <a:pt x="353" y="258"/>
                  </a:cubicBezTo>
                  <a:cubicBezTo>
                    <a:pt x="353" y="258"/>
                    <a:pt x="354" y="258"/>
                    <a:pt x="354" y="258"/>
                  </a:cubicBezTo>
                  <a:cubicBezTo>
                    <a:pt x="355" y="259"/>
                    <a:pt x="356" y="261"/>
                    <a:pt x="356" y="262"/>
                  </a:cubicBezTo>
                  <a:cubicBezTo>
                    <a:pt x="355" y="264"/>
                    <a:pt x="354" y="266"/>
                    <a:pt x="353" y="266"/>
                  </a:cubicBezTo>
                  <a:cubicBezTo>
                    <a:pt x="353" y="267"/>
                    <a:pt x="353" y="267"/>
                    <a:pt x="353" y="267"/>
                  </a:cubicBezTo>
                  <a:cubicBezTo>
                    <a:pt x="353" y="268"/>
                    <a:pt x="353" y="269"/>
                    <a:pt x="353" y="270"/>
                  </a:cubicBezTo>
                  <a:cubicBezTo>
                    <a:pt x="353" y="271"/>
                    <a:pt x="353" y="271"/>
                    <a:pt x="353" y="271"/>
                  </a:cubicBezTo>
                  <a:cubicBezTo>
                    <a:pt x="353" y="274"/>
                    <a:pt x="353" y="278"/>
                    <a:pt x="350" y="280"/>
                  </a:cubicBezTo>
                  <a:cubicBezTo>
                    <a:pt x="348" y="282"/>
                    <a:pt x="346" y="283"/>
                    <a:pt x="345" y="283"/>
                  </a:cubicBezTo>
                  <a:cubicBezTo>
                    <a:pt x="344" y="283"/>
                    <a:pt x="343" y="283"/>
                    <a:pt x="343" y="284"/>
                  </a:cubicBezTo>
                  <a:cubicBezTo>
                    <a:pt x="343" y="285"/>
                    <a:pt x="343" y="285"/>
                    <a:pt x="343" y="286"/>
                  </a:cubicBezTo>
                  <a:cubicBezTo>
                    <a:pt x="343" y="289"/>
                    <a:pt x="343" y="292"/>
                    <a:pt x="342" y="292"/>
                  </a:cubicBezTo>
                  <a:cubicBezTo>
                    <a:pt x="342" y="293"/>
                    <a:pt x="342" y="293"/>
                    <a:pt x="342" y="293"/>
                  </a:cubicBezTo>
                  <a:cubicBezTo>
                    <a:pt x="342" y="294"/>
                    <a:pt x="341" y="295"/>
                    <a:pt x="341" y="296"/>
                  </a:cubicBezTo>
                  <a:cubicBezTo>
                    <a:pt x="341" y="296"/>
                    <a:pt x="340" y="297"/>
                    <a:pt x="340" y="297"/>
                  </a:cubicBezTo>
                  <a:cubicBezTo>
                    <a:pt x="340" y="298"/>
                    <a:pt x="339" y="298"/>
                    <a:pt x="339" y="298"/>
                  </a:cubicBezTo>
                  <a:cubicBezTo>
                    <a:pt x="339" y="299"/>
                    <a:pt x="340" y="299"/>
                    <a:pt x="340" y="300"/>
                  </a:cubicBezTo>
                  <a:cubicBezTo>
                    <a:pt x="341" y="301"/>
                    <a:pt x="343" y="303"/>
                    <a:pt x="342" y="306"/>
                  </a:cubicBezTo>
                  <a:cubicBezTo>
                    <a:pt x="341" y="309"/>
                    <a:pt x="338" y="309"/>
                    <a:pt x="338" y="310"/>
                  </a:cubicBezTo>
                  <a:cubicBezTo>
                    <a:pt x="337" y="311"/>
                    <a:pt x="336" y="311"/>
                    <a:pt x="336" y="312"/>
                  </a:cubicBezTo>
                  <a:cubicBezTo>
                    <a:pt x="335" y="313"/>
                    <a:pt x="335" y="314"/>
                    <a:pt x="334" y="315"/>
                  </a:cubicBezTo>
                  <a:cubicBezTo>
                    <a:pt x="332" y="319"/>
                    <a:pt x="330" y="319"/>
                    <a:pt x="327" y="318"/>
                  </a:cubicBezTo>
                  <a:cubicBezTo>
                    <a:pt x="326" y="318"/>
                    <a:pt x="323" y="318"/>
                    <a:pt x="320" y="318"/>
                  </a:cubicBezTo>
                  <a:cubicBezTo>
                    <a:pt x="319" y="318"/>
                    <a:pt x="319" y="318"/>
                    <a:pt x="319" y="318"/>
                  </a:cubicBezTo>
                  <a:cubicBezTo>
                    <a:pt x="319" y="318"/>
                    <a:pt x="318" y="318"/>
                    <a:pt x="318" y="318"/>
                  </a:cubicBezTo>
                  <a:cubicBezTo>
                    <a:pt x="316" y="318"/>
                    <a:pt x="313" y="318"/>
                    <a:pt x="311" y="315"/>
                  </a:cubicBezTo>
                  <a:cubicBezTo>
                    <a:pt x="310" y="313"/>
                    <a:pt x="309" y="311"/>
                    <a:pt x="310" y="308"/>
                  </a:cubicBezTo>
                  <a:cubicBezTo>
                    <a:pt x="311" y="307"/>
                    <a:pt x="311" y="306"/>
                    <a:pt x="312" y="305"/>
                  </a:cubicBezTo>
                  <a:cubicBezTo>
                    <a:pt x="310" y="303"/>
                    <a:pt x="309" y="301"/>
                    <a:pt x="308" y="299"/>
                  </a:cubicBezTo>
                  <a:cubicBezTo>
                    <a:pt x="308" y="299"/>
                    <a:pt x="307" y="300"/>
                    <a:pt x="307" y="300"/>
                  </a:cubicBezTo>
                  <a:cubicBezTo>
                    <a:pt x="306" y="301"/>
                    <a:pt x="306" y="302"/>
                    <a:pt x="305" y="302"/>
                  </a:cubicBezTo>
                  <a:cubicBezTo>
                    <a:pt x="303" y="305"/>
                    <a:pt x="302" y="307"/>
                    <a:pt x="300" y="308"/>
                  </a:cubicBezTo>
                  <a:cubicBezTo>
                    <a:pt x="299" y="308"/>
                    <a:pt x="298" y="310"/>
                    <a:pt x="297" y="310"/>
                  </a:cubicBezTo>
                  <a:cubicBezTo>
                    <a:pt x="296" y="311"/>
                    <a:pt x="296" y="311"/>
                    <a:pt x="296" y="311"/>
                  </a:cubicBezTo>
                  <a:cubicBezTo>
                    <a:pt x="296" y="312"/>
                    <a:pt x="295" y="314"/>
                    <a:pt x="292" y="315"/>
                  </a:cubicBezTo>
                  <a:cubicBezTo>
                    <a:pt x="291" y="315"/>
                    <a:pt x="290" y="315"/>
                    <a:pt x="289" y="315"/>
                  </a:cubicBezTo>
                  <a:cubicBezTo>
                    <a:pt x="288" y="315"/>
                    <a:pt x="286" y="314"/>
                    <a:pt x="286" y="314"/>
                  </a:cubicBezTo>
                  <a:cubicBezTo>
                    <a:pt x="283" y="314"/>
                    <a:pt x="281" y="313"/>
                    <a:pt x="279" y="312"/>
                  </a:cubicBezTo>
                  <a:cubicBezTo>
                    <a:pt x="278" y="312"/>
                    <a:pt x="278" y="312"/>
                    <a:pt x="277" y="311"/>
                  </a:cubicBezTo>
                  <a:cubicBezTo>
                    <a:pt x="275" y="311"/>
                    <a:pt x="274" y="311"/>
                    <a:pt x="273" y="311"/>
                  </a:cubicBezTo>
                  <a:cubicBezTo>
                    <a:pt x="271" y="310"/>
                    <a:pt x="270" y="310"/>
                    <a:pt x="268" y="310"/>
                  </a:cubicBezTo>
                  <a:cubicBezTo>
                    <a:pt x="267" y="310"/>
                    <a:pt x="266" y="309"/>
                    <a:pt x="265" y="309"/>
                  </a:cubicBezTo>
                  <a:cubicBezTo>
                    <a:pt x="265" y="310"/>
                    <a:pt x="264" y="310"/>
                    <a:pt x="263" y="311"/>
                  </a:cubicBezTo>
                  <a:cubicBezTo>
                    <a:pt x="261" y="311"/>
                    <a:pt x="259" y="311"/>
                    <a:pt x="258" y="309"/>
                  </a:cubicBezTo>
                  <a:cubicBezTo>
                    <a:pt x="257" y="308"/>
                    <a:pt x="256" y="307"/>
                    <a:pt x="257" y="305"/>
                  </a:cubicBezTo>
                  <a:cubicBezTo>
                    <a:pt x="257" y="304"/>
                    <a:pt x="257" y="303"/>
                    <a:pt x="258" y="302"/>
                  </a:cubicBezTo>
                  <a:cubicBezTo>
                    <a:pt x="258" y="300"/>
                    <a:pt x="258" y="300"/>
                    <a:pt x="258" y="300"/>
                  </a:cubicBezTo>
                  <a:cubicBezTo>
                    <a:pt x="258" y="300"/>
                    <a:pt x="258" y="300"/>
                    <a:pt x="258" y="300"/>
                  </a:cubicBezTo>
                  <a:cubicBezTo>
                    <a:pt x="257" y="299"/>
                    <a:pt x="255" y="299"/>
                    <a:pt x="255" y="298"/>
                  </a:cubicBezTo>
                  <a:cubicBezTo>
                    <a:pt x="253" y="296"/>
                    <a:pt x="252" y="293"/>
                    <a:pt x="251" y="291"/>
                  </a:cubicBezTo>
                  <a:cubicBezTo>
                    <a:pt x="251" y="290"/>
                    <a:pt x="251" y="290"/>
                    <a:pt x="251" y="290"/>
                  </a:cubicBezTo>
                  <a:cubicBezTo>
                    <a:pt x="251" y="289"/>
                    <a:pt x="251" y="288"/>
                    <a:pt x="250" y="288"/>
                  </a:cubicBezTo>
                  <a:cubicBezTo>
                    <a:pt x="249" y="286"/>
                    <a:pt x="249" y="284"/>
                    <a:pt x="248" y="282"/>
                  </a:cubicBezTo>
                  <a:cubicBezTo>
                    <a:pt x="248" y="281"/>
                    <a:pt x="248" y="281"/>
                    <a:pt x="247" y="281"/>
                  </a:cubicBezTo>
                  <a:cubicBezTo>
                    <a:pt x="247" y="280"/>
                    <a:pt x="246" y="280"/>
                    <a:pt x="246" y="280"/>
                  </a:cubicBezTo>
                  <a:cubicBezTo>
                    <a:pt x="244" y="279"/>
                    <a:pt x="244" y="279"/>
                    <a:pt x="244" y="279"/>
                  </a:cubicBezTo>
                  <a:cubicBezTo>
                    <a:pt x="243" y="277"/>
                    <a:pt x="241" y="276"/>
                    <a:pt x="240" y="276"/>
                  </a:cubicBezTo>
                  <a:cubicBezTo>
                    <a:pt x="238" y="276"/>
                    <a:pt x="238" y="276"/>
                    <a:pt x="236" y="278"/>
                  </a:cubicBezTo>
                  <a:cubicBezTo>
                    <a:pt x="235" y="279"/>
                    <a:pt x="234" y="280"/>
                    <a:pt x="233" y="279"/>
                  </a:cubicBezTo>
                  <a:cubicBezTo>
                    <a:pt x="232" y="279"/>
                    <a:pt x="232" y="279"/>
                    <a:pt x="232" y="279"/>
                  </a:cubicBezTo>
                  <a:cubicBezTo>
                    <a:pt x="233" y="281"/>
                    <a:pt x="233" y="283"/>
                    <a:pt x="233" y="284"/>
                  </a:cubicBezTo>
                  <a:cubicBezTo>
                    <a:pt x="235" y="284"/>
                    <a:pt x="236" y="285"/>
                    <a:pt x="237" y="288"/>
                  </a:cubicBezTo>
                  <a:cubicBezTo>
                    <a:pt x="238" y="290"/>
                    <a:pt x="237" y="291"/>
                    <a:pt x="236" y="293"/>
                  </a:cubicBezTo>
                  <a:cubicBezTo>
                    <a:pt x="236" y="294"/>
                    <a:pt x="236" y="295"/>
                    <a:pt x="236" y="295"/>
                  </a:cubicBezTo>
                  <a:cubicBezTo>
                    <a:pt x="236" y="300"/>
                    <a:pt x="234" y="307"/>
                    <a:pt x="228" y="308"/>
                  </a:cubicBezTo>
                  <a:cubicBezTo>
                    <a:pt x="224" y="309"/>
                    <a:pt x="220" y="310"/>
                    <a:pt x="216" y="311"/>
                  </a:cubicBezTo>
                  <a:cubicBezTo>
                    <a:pt x="216" y="311"/>
                    <a:pt x="215" y="311"/>
                    <a:pt x="215" y="311"/>
                  </a:cubicBezTo>
                  <a:cubicBezTo>
                    <a:pt x="215" y="311"/>
                    <a:pt x="214" y="312"/>
                    <a:pt x="213" y="312"/>
                  </a:cubicBezTo>
                  <a:cubicBezTo>
                    <a:pt x="210" y="313"/>
                    <a:pt x="205" y="314"/>
                    <a:pt x="202" y="313"/>
                  </a:cubicBezTo>
                  <a:cubicBezTo>
                    <a:pt x="199" y="312"/>
                    <a:pt x="198" y="310"/>
                    <a:pt x="197" y="309"/>
                  </a:cubicBezTo>
                  <a:cubicBezTo>
                    <a:pt x="197" y="309"/>
                    <a:pt x="197" y="309"/>
                    <a:pt x="197" y="308"/>
                  </a:cubicBezTo>
                  <a:cubicBezTo>
                    <a:pt x="195" y="309"/>
                    <a:pt x="191" y="310"/>
                    <a:pt x="190" y="311"/>
                  </a:cubicBezTo>
                  <a:cubicBezTo>
                    <a:pt x="188" y="314"/>
                    <a:pt x="184" y="313"/>
                    <a:pt x="181" y="312"/>
                  </a:cubicBezTo>
                  <a:cubicBezTo>
                    <a:pt x="181" y="312"/>
                    <a:pt x="181" y="312"/>
                    <a:pt x="181" y="312"/>
                  </a:cubicBezTo>
                  <a:cubicBezTo>
                    <a:pt x="181" y="313"/>
                    <a:pt x="181" y="313"/>
                    <a:pt x="181" y="314"/>
                  </a:cubicBezTo>
                  <a:cubicBezTo>
                    <a:pt x="181" y="314"/>
                    <a:pt x="181" y="314"/>
                    <a:pt x="181" y="314"/>
                  </a:cubicBezTo>
                  <a:cubicBezTo>
                    <a:pt x="181" y="314"/>
                    <a:pt x="182" y="314"/>
                    <a:pt x="182" y="315"/>
                  </a:cubicBezTo>
                  <a:cubicBezTo>
                    <a:pt x="183" y="316"/>
                    <a:pt x="184" y="318"/>
                    <a:pt x="184" y="321"/>
                  </a:cubicBezTo>
                  <a:cubicBezTo>
                    <a:pt x="185" y="324"/>
                    <a:pt x="183" y="328"/>
                    <a:pt x="181" y="331"/>
                  </a:cubicBezTo>
                  <a:cubicBezTo>
                    <a:pt x="182" y="331"/>
                    <a:pt x="182" y="331"/>
                    <a:pt x="183" y="332"/>
                  </a:cubicBezTo>
                  <a:cubicBezTo>
                    <a:pt x="185" y="333"/>
                    <a:pt x="186" y="335"/>
                    <a:pt x="188" y="338"/>
                  </a:cubicBezTo>
                  <a:cubicBezTo>
                    <a:pt x="188" y="338"/>
                    <a:pt x="188" y="339"/>
                    <a:pt x="189" y="340"/>
                  </a:cubicBezTo>
                  <a:cubicBezTo>
                    <a:pt x="189" y="340"/>
                    <a:pt x="190" y="340"/>
                    <a:pt x="190" y="341"/>
                  </a:cubicBezTo>
                  <a:cubicBezTo>
                    <a:pt x="191" y="342"/>
                    <a:pt x="193" y="344"/>
                    <a:pt x="193" y="347"/>
                  </a:cubicBezTo>
                  <a:cubicBezTo>
                    <a:pt x="193" y="349"/>
                    <a:pt x="193" y="350"/>
                    <a:pt x="191" y="352"/>
                  </a:cubicBezTo>
                  <a:cubicBezTo>
                    <a:pt x="190" y="353"/>
                    <a:pt x="189" y="353"/>
                    <a:pt x="188" y="354"/>
                  </a:cubicBezTo>
                  <a:cubicBezTo>
                    <a:pt x="188" y="354"/>
                    <a:pt x="188" y="355"/>
                    <a:pt x="188" y="355"/>
                  </a:cubicBezTo>
                  <a:cubicBezTo>
                    <a:pt x="189" y="356"/>
                    <a:pt x="189" y="356"/>
                    <a:pt x="190" y="356"/>
                  </a:cubicBezTo>
                  <a:cubicBezTo>
                    <a:pt x="191" y="357"/>
                    <a:pt x="193" y="358"/>
                    <a:pt x="195" y="360"/>
                  </a:cubicBezTo>
                  <a:cubicBezTo>
                    <a:pt x="195" y="360"/>
                    <a:pt x="196" y="360"/>
                    <a:pt x="196" y="360"/>
                  </a:cubicBezTo>
                  <a:cubicBezTo>
                    <a:pt x="199" y="361"/>
                    <a:pt x="203" y="362"/>
                    <a:pt x="204" y="366"/>
                  </a:cubicBezTo>
                  <a:cubicBezTo>
                    <a:pt x="205" y="369"/>
                    <a:pt x="203" y="372"/>
                    <a:pt x="200" y="374"/>
                  </a:cubicBezTo>
                  <a:cubicBezTo>
                    <a:pt x="200" y="375"/>
                    <a:pt x="199" y="375"/>
                    <a:pt x="199" y="376"/>
                  </a:cubicBezTo>
                  <a:cubicBezTo>
                    <a:pt x="198" y="378"/>
                    <a:pt x="198" y="379"/>
                    <a:pt x="197" y="381"/>
                  </a:cubicBezTo>
                  <a:cubicBezTo>
                    <a:pt x="198" y="382"/>
                    <a:pt x="199" y="383"/>
                    <a:pt x="200" y="384"/>
                  </a:cubicBezTo>
                  <a:cubicBezTo>
                    <a:pt x="201" y="386"/>
                    <a:pt x="201" y="389"/>
                    <a:pt x="200" y="391"/>
                  </a:cubicBezTo>
                  <a:cubicBezTo>
                    <a:pt x="199" y="394"/>
                    <a:pt x="196" y="396"/>
                    <a:pt x="193" y="397"/>
                  </a:cubicBezTo>
                  <a:cubicBezTo>
                    <a:pt x="190" y="397"/>
                    <a:pt x="181" y="396"/>
                    <a:pt x="178" y="392"/>
                  </a:cubicBezTo>
                  <a:cubicBezTo>
                    <a:pt x="176" y="391"/>
                    <a:pt x="175" y="389"/>
                    <a:pt x="175" y="387"/>
                  </a:cubicBezTo>
                  <a:cubicBezTo>
                    <a:pt x="174" y="387"/>
                    <a:pt x="173" y="385"/>
                    <a:pt x="173" y="384"/>
                  </a:cubicBezTo>
                  <a:cubicBezTo>
                    <a:pt x="172" y="385"/>
                    <a:pt x="172" y="385"/>
                    <a:pt x="171" y="386"/>
                  </a:cubicBezTo>
                  <a:cubicBezTo>
                    <a:pt x="169" y="389"/>
                    <a:pt x="167" y="389"/>
                    <a:pt x="165" y="389"/>
                  </a:cubicBezTo>
                  <a:cubicBezTo>
                    <a:pt x="165" y="389"/>
                    <a:pt x="164" y="389"/>
                    <a:pt x="164" y="390"/>
                  </a:cubicBezTo>
                  <a:cubicBezTo>
                    <a:pt x="158" y="391"/>
                    <a:pt x="156" y="399"/>
                    <a:pt x="154" y="405"/>
                  </a:cubicBezTo>
                  <a:cubicBezTo>
                    <a:pt x="153" y="407"/>
                    <a:pt x="153" y="407"/>
                    <a:pt x="153" y="407"/>
                  </a:cubicBezTo>
                  <a:cubicBezTo>
                    <a:pt x="153" y="409"/>
                    <a:pt x="152" y="410"/>
                    <a:pt x="150" y="411"/>
                  </a:cubicBezTo>
                  <a:cubicBezTo>
                    <a:pt x="150" y="411"/>
                    <a:pt x="149" y="411"/>
                    <a:pt x="149" y="411"/>
                  </a:cubicBezTo>
                  <a:close/>
                  <a:moveTo>
                    <a:pt x="60" y="302"/>
                  </a:moveTo>
                  <a:cubicBezTo>
                    <a:pt x="65" y="308"/>
                    <a:pt x="65" y="308"/>
                    <a:pt x="65" y="308"/>
                  </a:cubicBezTo>
                  <a:cubicBezTo>
                    <a:pt x="66" y="308"/>
                    <a:pt x="66" y="309"/>
                    <a:pt x="66" y="309"/>
                  </a:cubicBezTo>
                  <a:cubicBezTo>
                    <a:pt x="67" y="312"/>
                    <a:pt x="71" y="315"/>
                    <a:pt x="73" y="318"/>
                  </a:cubicBezTo>
                  <a:cubicBezTo>
                    <a:pt x="75" y="319"/>
                    <a:pt x="76" y="320"/>
                    <a:pt x="77" y="321"/>
                  </a:cubicBezTo>
                  <a:cubicBezTo>
                    <a:pt x="81" y="326"/>
                    <a:pt x="87" y="330"/>
                    <a:pt x="93" y="335"/>
                  </a:cubicBezTo>
                  <a:cubicBezTo>
                    <a:pt x="94" y="336"/>
                    <a:pt x="96" y="337"/>
                    <a:pt x="98" y="338"/>
                  </a:cubicBezTo>
                  <a:cubicBezTo>
                    <a:pt x="103" y="343"/>
                    <a:pt x="109" y="349"/>
                    <a:pt x="115" y="358"/>
                  </a:cubicBezTo>
                  <a:cubicBezTo>
                    <a:pt x="116" y="358"/>
                    <a:pt x="117" y="359"/>
                    <a:pt x="117" y="359"/>
                  </a:cubicBezTo>
                  <a:cubicBezTo>
                    <a:pt x="119" y="361"/>
                    <a:pt x="122" y="363"/>
                    <a:pt x="123" y="366"/>
                  </a:cubicBezTo>
                  <a:cubicBezTo>
                    <a:pt x="124" y="368"/>
                    <a:pt x="124" y="370"/>
                    <a:pt x="124" y="371"/>
                  </a:cubicBezTo>
                  <a:cubicBezTo>
                    <a:pt x="124" y="372"/>
                    <a:pt x="124" y="372"/>
                    <a:pt x="124" y="372"/>
                  </a:cubicBezTo>
                  <a:cubicBezTo>
                    <a:pt x="126" y="374"/>
                    <a:pt x="128" y="375"/>
                    <a:pt x="130" y="377"/>
                  </a:cubicBezTo>
                  <a:cubicBezTo>
                    <a:pt x="134" y="380"/>
                    <a:pt x="138" y="383"/>
                    <a:pt x="142" y="387"/>
                  </a:cubicBezTo>
                  <a:cubicBezTo>
                    <a:pt x="143" y="389"/>
                    <a:pt x="144" y="391"/>
                    <a:pt x="144" y="393"/>
                  </a:cubicBezTo>
                  <a:cubicBezTo>
                    <a:pt x="144" y="394"/>
                    <a:pt x="145" y="395"/>
                    <a:pt x="145" y="396"/>
                  </a:cubicBezTo>
                  <a:cubicBezTo>
                    <a:pt x="145" y="396"/>
                    <a:pt x="146" y="397"/>
                    <a:pt x="147" y="398"/>
                  </a:cubicBezTo>
                  <a:cubicBezTo>
                    <a:pt x="149" y="391"/>
                    <a:pt x="153" y="384"/>
                    <a:pt x="161" y="381"/>
                  </a:cubicBezTo>
                  <a:cubicBezTo>
                    <a:pt x="162" y="380"/>
                    <a:pt x="163" y="380"/>
                    <a:pt x="164" y="380"/>
                  </a:cubicBezTo>
                  <a:cubicBezTo>
                    <a:pt x="164" y="380"/>
                    <a:pt x="165" y="380"/>
                    <a:pt x="165" y="380"/>
                  </a:cubicBezTo>
                  <a:cubicBezTo>
                    <a:pt x="166" y="378"/>
                    <a:pt x="167" y="374"/>
                    <a:pt x="172" y="374"/>
                  </a:cubicBezTo>
                  <a:cubicBezTo>
                    <a:pt x="172" y="374"/>
                    <a:pt x="173" y="375"/>
                    <a:pt x="173" y="375"/>
                  </a:cubicBezTo>
                  <a:cubicBezTo>
                    <a:pt x="179" y="375"/>
                    <a:pt x="181" y="380"/>
                    <a:pt x="183" y="383"/>
                  </a:cubicBezTo>
                  <a:cubicBezTo>
                    <a:pt x="183" y="384"/>
                    <a:pt x="184" y="386"/>
                    <a:pt x="184" y="386"/>
                  </a:cubicBezTo>
                  <a:cubicBezTo>
                    <a:pt x="185" y="386"/>
                    <a:pt x="187" y="387"/>
                    <a:pt x="190" y="387"/>
                  </a:cubicBezTo>
                  <a:cubicBezTo>
                    <a:pt x="187" y="385"/>
                    <a:pt x="188" y="381"/>
                    <a:pt x="188" y="380"/>
                  </a:cubicBezTo>
                  <a:cubicBezTo>
                    <a:pt x="189" y="377"/>
                    <a:pt x="190" y="374"/>
                    <a:pt x="191" y="371"/>
                  </a:cubicBezTo>
                  <a:cubicBezTo>
                    <a:pt x="192" y="371"/>
                    <a:pt x="192" y="370"/>
                    <a:pt x="193" y="369"/>
                  </a:cubicBezTo>
                  <a:cubicBezTo>
                    <a:pt x="192" y="368"/>
                    <a:pt x="190" y="368"/>
                    <a:pt x="188" y="366"/>
                  </a:cubicBezTo>
                  <a:cubicBezTo>
                    <a:pt x="188" y="366"/>
                    <a:pt x="187" y="365"/>
                    <a:pt x="186" y="365"/>
                  </a:cubicBezTo>
                  <a:cubicBezTo>
                    <a:pt x="184" y="364"/>
                    <a:pt x="182" y="363"/>
                    <a:pt x="181" y="362"/>
                  </a:cubicBezTo>
                  <a:cubicBezTo>
                    <a:pt x="178" y="359"/>
                    <a:pt x="179" y="356"/>
                    <a:pt x="179" y="355"/>
                  </a:cubicBezTo>
                  <a:cubicBezTo>
                    <a:pt x="179" y="353"/>
                    <a:pt x="178" y="350"/>
                    <a:pt x="180" y="348"/>
                  </a:cubicBezTo>
                  <a:cubicBezTo>
                    <a:pt x="180" y="347"/>
                    <a:pt x="181" y="346"/>
                    <a:pt x="182" y="346"/>
                  </a:cubicBezTo>
                  <a:cubicBezTo>
                    <a:pt x="182" y="346"/>
                    <a:pt x="182" y="346"/>
                    <a:pt x="182" y="346"/>
                  </a:cubicBezTo>
                  <a:cubicBezTo>
                    <a:pt x="181" y="345"/>
                    <a:pt x="181" y="344"/>
                    <a:pt x="180" y="342"/>
                  </a:cubicBezTo>
                  <a:cubicBezTo>
                    <a:pt x="179" y="342"/>
                    <a:pt x="179" y="341"/>
                    <a:pt x="179" y="341"/>
                  </a:cubicBezTo>
                  <a:cubicBezTo>
                    <a:pt x="178" y="341"/>
                    <a:pt x="176" y="342"/>
                    <a:pt x="174" y="342"/>
                  </a:cubicBezTo>
                  <a:cubicBezTo>
                    <a:pt x="173" y="342"/>
                    <a:pt x="171" y="342"/>
                    <a:pt x="171" y="341"/>
                  </a:cubicBezTo>
                  <a:cubicBezTo>
                    <a:pt x="165" y="336"/>
                    <a:pt x="171" y="330"/>
                    <a:pt x="173" y="327"/>
                  </a:cubicBezTo>
                  <a:cubicBezTo>
                    <a:pt x="173" y="327"/>
                    <a:pt x="173" y="326"/>
                    <a:pt x="174" y="326"/>
                  </a:cubicBezTo>
                  <a:cubicBezTo>
                    <a:pt x="174" y="325"/>
                    <a:pt x="175" y="323"/>
                    <a:pt x="175" y="321"/>
                  </a:cubicBezTo>
                  <a:cubicBezTo>
                    <a:pt x="175" y="321"/>
                    <a:pt x="174" y="320"/>
                    <a:pt x="174" y="320"/>
                  </a:cubicBezTo>
                  <a:cubicBezTo>
                    <a:pt x="173" y="319"/>
                    <a:pt x="173" y="317"/>
                    <a:pt x="172" y="315"/>
                  </a:cubicBezTo>
                  <a:cubicBezTo>
                    <a:pt x="172" y="313"/>
                    <a:pt x="172" y="312"/>
                    <a:pt x="172" y="311"/>
                  </a:cubicBezTo>
                  <a:cubicBezTo>
                    <a:pt x="172" y="311"/>
                    <a:pt x="172" y="310"/>
                    <a:pt x="172" y="310"/>
                  </a:cubicBezTo>
                  <a:cubicBezTo>
                    <a:pt x="172" y="310"/>
                    <a:pt x="172" y="309"/>
                    <a:pt x="172" y="309"/>
                  </a:cubicBezTo>
                  <a:cubicBezTo>
                    <a:pt x="172" y="308"/>
                    <a:pt x="171" y="306"/>
                    <a:pt x="171" y="305"/>
                  </a:cubicBezTo>
                  <a:cubicBezTo>
                    <a:pt x="172" y="300"/>
                    <a:pt x="175" y="299"/>
                    <a:pt x="177" y="299"/>
                  </a:cubicBezTo>
                  <a:cubicBezTo>
                    <a:pt x="180" y="299"/>
                    <a:pt x="182" y="301"/>
                    <a:pt x="185" y="302"/>
                  </a:cubicBezTo>
                  <a:cubicBezTo>
                    <a:pt x="185" y="303"/>
                    <a:pt x="185" y="303"/>
                    <a:pt x="186" y="303"/>
                  </a:cubicBezTo>
                  <a:cubicBezTo>
                    <a:pt x="190" y="301"/>
                    <a:pt x="196" y="299"/>
                    <a:pt x="199" y="299"/>
                  </a:cubicBezTo>
                  <a:cubicBezTo>
                    <a:pt x="203" y="300"/>
                    <a:pt x="204" y="302"/>
                    <a:pt x="205" y="304"/>
                  </a:cubicBezTo>
                  <a:cubicBezTo>
                    <a:pt x="205" y="304"/>
                    <a:pt x="206" y="304"/>
                    <a:pt x="206" y="304"/>
                  </a:cubicBezTo>
                  <a:cubicBezTo>
                    <a:pt x="206" y="304"/>
                    <a:pt x="209" y="304"/>
                    <a:pt x="211" y="303"/>
                  </a:cubicBezTo>
                  <a:cubicBezTo>
                    <a:pt x="212" y="303"/>
                    <a:pt x="213" y="302"/>
                    <a:pt x="213" y="302"/>
                  </a:cubicBezTo>
                  <a:cubicBezTo>
                    <a:pt x="218" y="301"/>
                    <a:pt x="222" y="300"/>
                    <a:pt x="226" y="299"/>
                  </a:cubicBezTo>
                  <a:cubicBezTo>
                    <a:pt x="226" y="299"/>
                    <a:pt x="227" y="297"/>
                    <a:pt x="227" y="295"/>
                  </a:cubicBezTo>
                  <a:cubicBezTo>
                    <a:pt x="227" y="294"/>
                    <a:pt x="227" y="292"/>
                    <a:pt x="228" y="291"/>
                  </a:cubicBezTo>
                  <a:cubicBezTo>
                    <a:pt x="227" y="291"/>
                    <a:pt x="226" y="290"/>
                    <a:pt x="226" y="290"/>
                  </a:cubicBezTo>
                  <a:cubicBezTo>
                    <a:pt x="224" y="286"/>
                    <a:pt x="221" y="276"/>
                    <a:pt x="226" y="271"/>
                  </a:cubicBezTo>
                  <a:cubicBezTo>
                    <a:pt x="227" y="270"/>
                    <a:pt x="228" y="270"/>
                    <a:pt x="229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3" y="268"/>
                    <a:pt x="235" y="267"/>
                    <a:pt x="239" y="267"/>
                  </a:cubicBezTo>
                  <a:cubicBezTo>
                    <a:pt x="239" y="267"/>
                    <a:pt x="239" y="267"/>
                    <a:pt x="239" y="267"/>
                  </a:cubicBezTo>
                  <a:cubicBezTo>
                    <a:pt x="244" y="267"/>
                    <a:pt x="247" y="269"/>
                    <a:pt x="250" y="271"/>
                  </a:cubicBezTo>
                  <a:cubicBezTo>
                    <a:pt x="252" y="273"/>
                    <a:pt x="252" y="273"/>
                    <a:pt x="252" y="273"/>
                  </a:cubicBezTo>
                  <a:cubicBezTo>
                    <a:pt x="254" y="274"/>
                    <a:pt x="257" y="276"/>
                    <a:pt x="257" y="280"/>
                  </a:cubicBezTo>
                  <a:cubicBezTo>
                    <a:pt x="258" y="281"/>
                    <a:pt x="258" y="283"/>
                    <a:pt x="259" y="284"/>
                  </a:cubicBezTo>
                  <a:cubicBezTo>
                    <a:pt x="259" y="285"/>
                    <a:pt x="260" y="286"/>
                    <a:pt x="260" y="287"/>
                  </a:cubicBezTo>
                  <a:cubicBezTo>
                    <a:pt x="260" y="287"/>
                    <a:pt x="260" y="288"/>
                    <a:pt x="260" y="289"/>
                  </a:cubicBezTo>
                  <a:cubicBezTo>
                    <a:pt x="260" y="289"/>
                    <a:pt x="260" y="289"/>
                    <a:pt x="261" y="290"/>
                  </a:cubicBezTo>
                  <a:cubicBezTo>
                    <a:pt x="262" y="290"/>
                    <a:pt x="264" y="291"/>
                    <a:pt x="265" y="293"/>
                  </a:cubicBezTo>
                  <a:cubicBezTo>
                    <a:pt x="266" y="295"/>
                    <a:pt x="266" y="295"/>
                    <a:pt x="267" y="297"/>
                  </a:cubicBezTo>
                  <a:cubicBezTo>
                    <a:pt x="267" y="298"/>
                    <a:pt x="267" y="299"/>
                    <a:pt x="267" y="300"/>
                  </a:cubicBezTo>
                  <a:cubicBezTo>
                    <a:pt x="268" y="300"/>
                    <a:pt x="269" y="300"/>
                    <a:pt x="270" y="301"/>
                  </a:cubicBezTo>
                  <a:cubicBezTo>
                    <a:pt x="270" y="301"/>
                    <a:pt x="270" y="301"/>
                    <a:pt x="271" y="301"/>
                  </a:cubicBezTo>
                  <a:cubicBezTo>
                    <a:pt x="271" y="301"/>
                    <a:pt x="272" y="301"/>
                    <a:pt x="273" y="301"/>
                  </a:cubicBezTo>
                  <a:cubicBezTo>
                    <a:pt x="275" y="301"/>
                    <a:pt x="277" y="302"/>
                    <a:pt x="280" y="302"/>
                  </a:cubicBezTo>
                  <a:cubicBezTo>
                    <a:pt x="281" y="303"/>
                    <a:pt x="282" y="303"/>
                    <a:pt x="283" y="304"/>
                  </a:cubicBezTo>
                  <a:cubicBezTo>
                    <a:pt x="284" y="304"/>
                    <a:pt x="286" y="305"/>
                    <a:pt x="287" y="305"/>
                  </a:cubicBezTo>
                  <a:cubicBezTo>
                    <a:pt x="288" y="305"/>
                    <a:pt x="288" y="305"/>
                    <a:pt x="289" y="305"/>
                  </a:cubicBezTo>
                  <a:cubicBezTo>
                    <a:pt x="289" y="305"/>
                    <a:pt x="289" y="305"/>
                    <a:pt x="289" y="305"/>
                  </a:cubicBezTo>
                  <a:cubicBezTo>
                    <a:pt x="290" y="304"/>
                    <a:pt x="290" y="304"/>
                    <a:pt x="290" y="304"/>
                  </a:cubicBezTo>
                  <a:cubicBezTo>
                    <a:pt x="293" y="302"/>
                    <a:pt x="294" y="300"/>
                    <a:pt x="296" y="299"/>
                  </a:cubicBezTo>
                  <a:cubicBezTo>
                    <a:pt x="297" y="299"/>
                    <a:pt x="297" y="298"/>
                    <a:pt x="298" y="297"/>
                  </a:cubicBezTo>
                  <a:cubicBezTo>
                    <a:pt x="299" y="296"/>
                    <a:pt x="300" y="295"/>
                    <a:pt x="300" y="294"/>
                  </a:cubicBezTo>
                  <a:cubicBezTo>
                    <a:pt x="301" y="293"/>
                    <a:pt x="301" y="293"/>
                    <a:pt x="301" y="292"/>
                  </a:cubicBezTo>
                  <a:cubicBezTo>
                    <a:pt x="302" y="290"/>
                    <a:pt x="302" y="289"/>
                    <a:pt x="304" y="287"/>
                  </a:cubicBezTo>
                  <a:cubicBezTo>
                    <a:pt x="305" y="286"/>
                    <a:pt x="306" y="284"/>
                    <a:pt x="309" y="284"/>
                  </a:cubicBezTo>
                  <a:cubicBezTo>
                    <a:pt x="312" y="284"/>
                    <a:pt x="314" y="287"/>
                    <a:pt x="315" y="289"/>
                  </a:cubicBezTo>
                  <a:cubicBezTo>
                    <a:pt x="315" y="290"/>
                    <a:pt x="316" y="292"/>
                    <a:pt x="316" y="293"/>
                  </a:cubicBezTo>
                  <a:cubicBezTo>
                    <a:pt x="316" y="293"/>
                    <a:pt x="316" y="293"/>
                    <a:pt x="316" y="293"/>
                  </a:cubicBezTo>
                  <a:cubicBezTo>
                    <a:pt x="318" y="299"/>
                    <a:pt x="319" y="300"/>
                    <a:pt x="319" y="300"/>
                  </a:cubicBezTo>
                  <a:cubicBezTo>
                    <a:pt x="321" y="301"/>
                    <a:pt x="323" y="303"/>
                    <a:pt x="323" y="305"/>
                  </a:cubicBezTo>
                  <a:cubicBezTo>
                    <a:pt x="323" y="306"/>
                    <a:pt x="322" y="308"/>
                    <a:pt x="322" y="309"/>
                  </a:cubicBezTo>
                  <a:cubicBezTo>
                    <a:pt x="322" y="309"/>
                    <a:pt x="322" y="309"/>
                    <a:pt x="322" y="309"/>
                  </a:cubicBezTo>
                  <a:cubicBezTo>
                    <a:pt x="323" y="309"/>
                    <a:pt x="324" y="309"/>
                    <a:pt x="326" y="309"/>
                  </a:cubicBezTo>
                  <a:cubicBezTo>
                    <a:pt x="326" y="309"/>
                    <a:pt x="327" y="309"/>
                    <a:pt x="327" y="309"/>
                  </a:cubicBezTo>
                  <a:cubicBezTo>
                    <a:pt x="327" y="309"/>
                    <a:pt x="327" y="308"/>
                    <a:pt x="328" y="308"/>
                  </a:cubicBezTo>
                  <a:cubicBezTo>
                    <a:pt x="328" y="306"/>
                    <a:pt x="329" y="305"/>
                    <a:pt x="331" y="303"/>
                  </a:cubicBezTo>
                  <a:cubicBezTo>
                    <a:pt x="329" y="301"/>
                    <a:pt x="327" y="298"/>
                    <a:pt x="329" y="294"/>
                  </a:cubicBezTo>
                  <a:cubicBezTo>
                    <a:pt x="330" y="293"/>
                    <a:pt x="331" y="292"/>
                    <a:pt x="332" y="291"/>
                  </a:cubicBezTo>
                  <a:cubicBezTo>
                    <a:pt x="333" y="291"/>
                    <a:pt x="333" y="290"/>
                    <a:pt x="334" y="289"/>
                  </a:cubicBezTo>
                  <a:cubicBezTo>
                    <a:pt x="334" y="288"/>
                    <a:pt x="334" y="287"/>
                    <a:pt x="334" y="286"/>
                  </a:cubicBezTo>
                  <a:cubicBezTo>
                    <a:pt x="334" y="285"/>
                    <a:pt x="333" y="283"/>
                    <a:pt x="334" y="281"/>
                  </a:cubicBezTo>
                  <a:cubicBezTo>
                    <a:pt x="335" y="276"/>
                    <a:pt x="339" y="275"/>
                    <a:pt x="342" y="274"/>
                  </a:cubicBezTo>
                  <a:cubicBezTo>
                    <a:pt x="343" y="274"/>
                    <a:pt x="344" y="274"/>
                    <a:pt x="344" y="273"/>
                  </a:cubicBezTo>
                  <a:cubicBezTo>
                    <a:pt x="344" y="273"/>
                    <a:pt x="344" y="272"/>
                    <a:pt x="344" y="271"/>
                  </a:cubicBezTo>
                  <a:cubicBezTo>
                    <a:pt x="344" y="269"/>
                    <a:pt x="344" y="269"/>
                    <a:pt x="344" y="269"/>
                  </a:cubicBezTo>
                  <a:cubicBezTo>
                    <a:pt x="344" y="269"/>
                    <a:pt x="344" y="268"/>
                    <a:pt x="344" y="268"/>
                  </a:cubicBezTo>
                  <a:cubicBezTo>
                    <a:pt x="344" y="266"/>
                    <a:pt x="344" y="265"/>
                    <a:pt x="345" y="263"/>
                  </a:cubicBezTo>
                  <a:cubicBezTo>
                    <a:pt x="345" y="263"/>
                    <a:pt x="345" y="263"/>
                    <a:pt x="345" y="263"/>
                  </a:cubicBezTo>
                  <a:cubicBezTo>
                    <a:pt x="344" y="262"/>
                    <a:pt x="344" y="262"/>
                    <a:pt x="343" y="261"/>
                  </a:cubicBezTo>
                  <a:cubicBezTo>
                    <a:pt x="343" y="259"/>
                    <a:pt x="342" y="257"/>
                    <a:pt x="343" y="256"/>
                  </a:cubicBezTo>
                  <a:cubicBezTo>
                    <a:pt x="343" y="255"/>
                    <a:pt x="343" y="254"/>
                    <a:pt x="344" y="254"/>
                  </a:cubicBezTo>
                  <a:cubicBezTo>
                    <a:pt x="345" y="253"/>
                    <a:pt x="346" y="252"/>
                    <a:pt x="346" y="251"/>
                  </a:cubicBezTo>
                  <a:cubicBezTo>
                    <a:pt x="346" y="251"/>
                    <a:pt x="346" y="251"/>
                    <a:pt x="346" y="251"/>
                  </a:cubicBezTo>
                  <a:cubicBezTo>
                    <a:pt x="346" y="251"/>
                    <a:pt x="346" y="251"/>
                    <a:pt x="346" y="251"/>
                  </a:cubicBezTo>
                  <a:cubicBezTo>
                    <a:pt x="346" y="250"/>
                    <a:pt x="346" y="249"/>
                    <a:pt x="346" y="248"/>
                  </a:cubicBezTo>
                  <a:cubicBezTo>
                    <a:pt x="347" y="248"/>
                    <a:pt x="347" y="247"/>
                    <a:pt x="347" y="247"/>
                  </a:cubicBezTo>
                  <a:cubicBezTo>
                    <a:pt x="347" y="246"/>
                    <a:pt x="347" y="245"/>
                    <a:pt x="348" y="244"/>
                  </a:cubicBezTo>
                  <a:cubicBezTo>
                    <a:pt x="348" y="244"/>
                    <a:pt x="347" y="244"/>
                    <a:pt x="347" y="244"/>
                  </a:cubicBezTo>
                  <a:cubicBezTo>
                    <a:pt x="346" y="243"/>
                    <a:pt x="344" y="240"/>
                    <a:pt x="347" y="236"/>
                  </a:cubicBezTo>
                  <a:cubicBezTo>
                    <a:pt x="347" y="235"/>
                    <a:pt x="347" y="235"/>
                    <a:pt x="347" y="234"/>
                  </a:cubicBezTo>
                  <a:cubicBezTo>
                    <a:pt x="347" y="233"/>
                    <a:pt x="345" y="231"/>
                    <a:pt x="345" y="228"/>
                  </a:cubicBezTo>
                  <a:cubicBezTo>
                    <a:pt x="345" y="228"/>
                    <a:pt x="345" y="227"/>
                    <a:pt x="344" y="225"/>
                  </a:cubicBezTo>
                  <a:cubicBezTo>
                    <a:pt x="344" y="224"/>
                    <a:pt x="343" y="222"/>
                    <a:pt x="343" y="220"/>
                  </a:cubicBezTo>
                  <a:cubicBezTo>
                    <a:pt x="343" y="217"/>
                    <a:pt x="344" y="212"/>
                    <a:pt x="345" y="210"/>
                  </a:cubicBezTo>
                  <a:cubicBezTo>
                    <a:pt x="346" y="209"/>
                    <a:pt x="346" y="208"/>
                    <a:pt x="346" y="208"/>
                  </a:cubicBezTo>
                  <a:cubicBezTo>
                    <a:pt x="346" y="208"/>
                    <a:pt x="346" y="207"/>
                    <a:pt x="346" y="207"/>
                  </a:cubicBezTo>
                  <a:cubicBezTo>
                    <a:pt x="346" y="205"/>
                    <a:pt x="346" y="205"/>
                    <a:pt x="346" y="205"/>
                  </a:cubicBezTo>
                  <a:cubicBezTo>
                    <a:pt x="346" y="202"/>
                    <a:pt x="347" y="199"/>
                    <a:pt x="348" y="197"/>
                  </a:cubicBezTo>
                  <a:cubicBezTo>
                    <a:pt x="349" y="195"/>
                    <a:pt x="349" y="194"/>
                    <a:pt x="349" y="193"/>
                  </a:cubicBezTo>
                  <a:cubicBezTo>
                    <a:pt x="348" y="191"/>
                    <a:pt x="343" y="187"/>
                    <a:pt x="342" y="187"/>
                  </a:cubicBezTo>
                  <a:cubicBezTo>
                    <a:pt x="341" y="187"/>
                    <a:pt x="339" y="188"/>
                    <a:pt x="338" y="188"/>
                  </a:cubicBezTo>
                  <a:cubicBezTo>
                    <a:pt x="334" y="188"/>
                    <a:pt x="329" y="185"/>
                    <a:pt x="329" y="181"/>
                  </a:cubicBezTo>
                  <a:cubicBezTo>
                    <a:pt x="329" y="180"/>
                    <a:pt x="328" y="178"/>
                    <a:pt x="328" y="177"/>
                  </a:cubicBezTo>
                  <a:cubicBezTo>
                    <a:pt x="327" y="175"/>
                    <a:pt x="327" y="175"/>
                    <a:pt x="325" y="175"/>
                  </a:cubicBezTo>
                  <a:cubicBezTo>
                    <a:pt x="323" y="175"/>
                    <a:pt x="323" y="175"/>
                    <a:pt x="323" y="175"/>
                  </a:cubicBezTo>
                  <a:cubicBezTo>
                    <a:pt x="322" y="175"/>
                    <a:pt x="322" y="174"/>
                    <a:pt x="321" y="174"/>
                  </a:cubicBezTo>
                  <a:cubicBezTo>
                    <a:pt x="321" y="174"/>
                    <a:pt x="321" y="174"/>
                    <a:pt x="320" y="175"/>
                  </a:cubicBezTo>
                  <a:cubicBezTo>
                    <a:pt x="320" y="175"/>
                    <a:pt x="318" y="175"/>
                    <a:pt x="318" y="175"/>
                  </a:cubicBezTo>
                  <a:cubicBezTo>
                    <a:pt x="313" y="175"/>
                    <a:pt x="311" y="173"/>
                    <a:pt x="310" y="171"/>
                  </a:cubicBezTo>
                  <a:cubicBezTo>
                    <a:pt x="308" y="167"/>
                    <a:pt x="311" y="162"/>
                    <a:pt x="313" y="157"/>
                  </a:cubicBezTo>
                  <a:cubicBezTo>
                    <a:pt x="314" y="156"/>
                    <a:pt x="314" y="155"/>
                    <a:pt x="314" y="155"/>
                  </a:cubicBezTo>
                  <a:cubicBezTo>
                    <a:pt x="315" y="154"/>
                    <a:pt x="315" y="154"/>
                    <a:pt x="314" y="153"/>
                  </a:cubicBezTo>
                  <a:cubicBezTo>
                    <a:pt x="314" y="152"/>
                    <a:pt x="313" y="151"/>
                    <a:pt x="313" y="149"/>
                  </a:cubicBezTo>
                  <a:cubicBezTo>
                    <a:pt x="313" y="149"/>
                    <a:pt x="313" y="148"/>
                    <a:pt x="312" y="147"/>
                  </a:cubicBezTo>
                  <a:cubicBezTo>
                    <a:pt x="312" y="146"/>
                    <a:pt x="312" y="144"/>
                    <a:pt x="311" y="142"/>
                  </a:cubicBezTo>
                  <a:cubicBezTo>
                    <a:pt x="311" y="135"/>
                    <a:pt x="319" y="126"/>
                    <a:pt x="321" y="125"/>
                  </a:cubicBezTo>
                  <a:cubicBezTo>
                    <a:pt x="322" y="124"/>
                    <a:pt x="322" y="124"/>
                    <a:pt x="323" y="124"/>
                  </a:cubicBezTo>
                  <a:cubicBezTo>
                    <a:pt x="322" y="123"/>
                    <a:pt x="322" y="122"/>
                    <a:pt x="322" y="121"/>
                  </a:cubicBezTo>
                  <a:cubicBezTo>
                    <a:pt x="324" y="115"/>
                    <a:pt x="328" y="114"/>
                    <a:pt x="334" y="115"/>
                  </a:cubicBezTo>
                  <a:cubicBezTo>
                    <a:pt x="334" y="115"/>
                    <a:pt x="335" y="115"/>
                    <a:pt x="336" y="115"/>
                  </a:cubicBezTo>
                  <a:cubicBezTo>
                    <a:pt x="336" y="115"/>
                    <a:pt x="338" y="114"/>
                    <a:pt x="339" y="112"/>
                  </a:cubicBezTo>
                  <a:cubicBezTo>
                    <a:pt x="339" y="112"/>
                    <a:pt x="339" y="112"/>
                    <a:pt x="339" y="112"/>
                  </a:cubicBezTo>
                  <a:cubicBezTo>
                    <a:pt x="339" y="112"/>
                    <a:pt x="339" y="112"/>
                    <a:pt x="340" y="111"/>
                  </a:cubicBezTo>
                  <a:cubicBezTo>
                    <a:pt x="340" y="109"/>
                    <a:pt x="340" y="107"/>
                    <a:pt x="343" y="105"/>
                  </a:cubicBezTo>
                  <a:cubicBezTo>
                    <a:pt x="346" y="102"/>
                    <a:pt x="348" y="98"/>
                    <a:pt x="347" y="96"/>
                  </a:cubicBezTo>
                  <a:cubicBezTo>
                    <a:pt x="346" y="96"/>
                    <a:pt x="345" y="94"/>
                    <a:pt x="344" y="93"/>
                  </a:cubicBezTo>
                  <a:cubicBezTo>
                    <a:pt x="343" y="92"/>
                    <a:pt x="343" y="91"/>
                    <a:pt x="343" y="90"/>
                  </a:cubicBezTo>
                  <a:cubicBezTo>
                    <a:pt x="342" y="89"/>
                    <a:pt x="342" y="88"/>
                    <a:pt x="341" y="87"/>
                  </a:cubicBezTo>
                  <a:cubicBezTo>
                    <a:pt x="337" y="83"/>
                    <a:pt x="336" y="81"/>
                    <a:pt x="336" y="75"/>
                  </a:cubicBezTo>
                  <a:cubicBezTo>
                    <a:pt x="336" y="73"/>
                    <a:pt x="335" y="71"/>
                    <a:pt x="334" y="70"/>
                  </a:cubicBezTo>
                  <a:cubicBezTo>
                    <a:pt x="333" y="69"/>
                    <a:pt x="333" y="70"/>
                    <a:pt x="332" y="70"/>
                  </a:cubicBezTo>
                  <a:cubicBezTo>
                    <a:pt x="331" y="70"/>
                    <a:pt x="330" y="70"/>
                    <a:pt x="329" y="70"/>
                  </a:cubicBezTo>
                  <a:cubicBezTo>
                    <a:pt x="326" y="70"/>
                    <a:pt x="325" y="69"/>
                    <a:pt x="324" y="69"/>
                  </a:cubicBezTo>
                  <a:cubicBezTo>
                    <a:pt x="322" y="68"/>
                    <a:pt x="321" y="68"/>
                    <a:pt x="320" y="67"/>
                  </a:cubicBezTo>
                  <a:cubicBezTo>
                    <a:pt x="318" y="67"/>
                    <a:pt x="318" y="67"/>
                    <a:pt x="318" y="67"/>
                  </a:cubicBezTo>
                  <a:cubicBezTo>
                    <a:pt x="316" y="67"/>
                    <a:pt x="315" y="67"/>
                    <a:pt x="314" y="67"/>
                  </a:cubicBezTo>
                  <a:cubicBezTo>
                    <a:pt x="314" y="67"/>
                    <a:pt x="313" y="68"/>
                    <a:pt x="312" y="69"/>
                  </a:cubicBezTo>
                  <a:cubicBezTo>
                    <a:pt x="311" y="70"/>
                    <a:pt x="309" y="71"/>
                    <a:pt x="307" y="70"/>
                  </a:cubicBezTo>
                  <a:cubicBezTo>
                    <a:pt x="307" y="71"/>
                    <a:pt x="306" y="71"/>
                    <a:pt x="305" y="71"/>
                  </a:cubicBezTo>
                  <a:cubicBezTo>
                    <a:pt x="304" y="71"/>
                    <a:pt x="304" y="71"/>
                    <a:pt x="303" y="71"/>
                  </a:cubicBezTo>
                  <a:cubicBezTo>
                    <a:pt x="303" y="71"/>
                    <a:pt x="302" y="72"/>
                    <a:pt x="301" y="73"/>
                  </a:cubicBezTo>
                  <a:cubicBezTo>
                    <a:pt x="300" y="74"/>
                    <a:pt x="298" y="75"/>
                    <a:pt x="296" y="76"/>
                  </a:cubicBezTo>
                  <a:cubicBezTo>
                    <a:pt x="293" y="77"/>
                    <a:pt x="291" y="76"/>
                    <a:pt x="289" y="76"/>
                  </a:cubicBezTo>
                  <a:cubicBezTo>
                    <a:pt x="289" y="76"/>
                    <a:pt x="288" y="76"/>
                    <a:pt x="288" y="76"/>
                  </a:cubicBezTo>
                  <a:cubicBezTo>
                    <a:pt x="287" y="76"/>
                    <a:pt x="286" y="76"/>
                    <a:pt x="285" y="77"/>
                  </a:cubicBezTo>
                  <a:cubicBezTo>
                    <a:pt x="284" y="78"/>
                    <a:pt x="282" y="79"/>
                    <a:pt x="279" y="80"/>
                  </a:cubicBezTo>
                  <a:cubicBezTo>
                    <a:pt x="274" y="81"/>
                    <a:pt x="269" y="80"/>
                    <a:pt x="268" y="76"/>
                  </a:cubicBezTo>
                  <a:cubicBezTo>
                    <a:pt x="268" y="75"/>
                    <a:pt x="267" y="71"/>
                    <a:pt x="271" y="68"/>
                  </a:cubicBezTo>
                  <a:cubicBezTo>
                    <a:pt x="271" y="67"/>
                    <a:pt x="272" y="67"/>
                    <a:pt x="272" y="66"/>
                  </a:cubicBezTo>
                  <a:cubicBezTo>
                    <a:pt x="272" y="66"/>
                    <a:pt x="272" y="66"/>
                    <a:pt x="272" y="66"/>
                  </a:cubicBezTo>
                  <a:cubicBezTo>
                    <a:pt x="272" y="66"/>
                    <a:pt x="272" y="66"/>
                    <a:pt x="272" y="66"/>
                  </a:cubicBezTo>
                  <a:cubicBezTo>
                    <a:pt x="272" y="64"/>
                    <a:pt x="271" y="62"/>
                    <a:pt x="269" y="60"/>
                  </a:cubicBezTo>
                  <a:cubicBezTo>
                    <a:pt x="269" y="59"/>
                    <a:pt x="269" y="59"/>
                    <a:pt x="269" y="59"/>
                  </a:cubicBezTo>
                  <a:cubicBezTo>
                    <a:pt x="268" y="58"/>
                    <a:pt x="267" y="57"/>
                    <a:pt x="267" y="56"/>
                  </a:cubicBezTo>
                  <a:cubicBezTo>
                    <a:pt x="266" y="54"/>
                    <a:pt x="266" y="53"/>
                    <a:pt x="266" y="51"/>
                  </a:cubicBezTo>
                  <a:cubicBezTo>
                    <a:pt x="266" y="47"/>
                    <a:pt x="267" y="44"/>
                    <a:pt x="268" y="41"/>
                  </a:cubicBezTo>
                  <a:cubicBezTo>
                    <a:pt x="268" y="39"/>
                    <a:pt x="269" y="37"/>
                    <a:pt x="269" y="35"/>
                  </a:cubicBezTo>
                  <a:cubicBezTo>
                    <a:pt x="267" y="32"/>
                    <a:pt x="269" y="29"/>
                    <a:pt x="270" y="28"/>
                  </a:cubicBezTo>
                  <a:cubicBezTo>
                    <a:pt x="270" y="27"/>
                    <a:pt x="270" y="25"/>
                    <a:pt x="271" y="24"/>
                  </a:cubicBezTo>
                  <a:cubicBezTo>
                    <a:pt x="272" y="22"/>
                    <a:pt x="273" y="21"/>
                    <a:pt x="274" y="20"/>
                  </a:cubicBezTo>
                  <a:cubicBezTo>
                    <a:pt x="275" y="20"/>
                    <a:pt x="275" y="20"/>
                    <a:pt x="275" y="19"/>
                  </a:cubicBezTo>
                  <a:cubicBezTo>
                    <a:pt x="276" y="14"/>
                    <a:pt x="276" y="14"/>
                    <a:pt x="274" y="13"/>
                  </a:cubicBezTo>
                  <a:cubicBezTo>
                    <a:pt x="272" y="12"/>
                    <a:pt x="273" y="12"/>
                    <a:pt x="270" y="14"/>
                  </a:cubicBezTo>
                  <a:cubicBezTo>
                    <a:pt x="267" y="15"/>
                    <a:pt x="264" y="15"/>
                    <a:pt x="260" y="14"/>
                  </a:cubicBezTo>
                  <a:cubicBezTo>
                    <a:pt x="259" y="14"/>
                    <a:pt x="259" y="14"/>
                    <a:pt x="258" y="14"/>
                  </a:cubicBezTo>
                  <a:cubicBezTo>
                    <a:pt x="255" y="14"/>
                    <a:pt x="253" y="14"/>
                    <a:pt x="251" y="14"/>
                  </a:cubicBezTo>
                  <a:cubicBezTo>
                    <a:pt x="250" y="15"/>
                    <a:pt x="250" y="15"/>
                    <a:pt x="250" y="15"/>
                  </a:cubicBezTo>
                  <a:cubicBezTo>
                    <a:pt x="246" y="15"/>
                    <a:pt x="242" y="15"/>
                    <a:pt x="238" y="14"/>
                  </a:cubicBezTo>
                  <a:cubicBezTo>
                    <a:pt x="236" y="13"/>
                    <a:pt x="235" y="13"/>
                    <a:pt x="233" y="12"/>
                  </a:cubicBezTo>
                  <a:cubicBezTo>
                    <a:pt x="232" y="12"/>
                    <a:pt x="230" y="11"/>
                    <a:pt x="229" y="11"/>
                  </a:cubicBezTo>
                  <a:cubicBezTo>
                    <a:pt x="229" y="11"/>
                    <a:pt x="228" y="11"/>
                    <a:pt x="228" y="11"/>
                  </a:cubicBezTo>
                  <a:cubicBezTo>
                    <a:pt x="227" y="11"/>
                    <a:pt x="226" y="12"/>
                    <a:pt x="225" y="12"/>
                  </a:cubicBezTo>
                  <a:cubicBezTo>
                    <a:pt x="225" y="12"/>
                    <a:pt x="224" y="12"/>
                    <a:pt x="224" y="11"/>
                  </a:cubicBezTo>
                  <a:cubicBezTo>
                    <a:pt x="223" y="11"/>
                    <a:pt x="222" y="11"/>
                    <a:pt x="221" y="11"/>
                  </a:cubicBezTo>
                  <a:cubicBezTo>
                    <a:pt x="220" y="11"/>
                    <a:pt x="220" y="11"/>
                    <a:pt x="219" y="11"/>
                  </a:cubicBezTo>
                  <a:cubicBezTo>
                    <a:pt x="217" y="12"/>
                    <a:pt x="216" y="12"/>
                    <a:pt x="214" y="12"/>
                  </a:cubicBezTo>
                  <a:cubicBezTo>
                    <a:pt x="214" y="12"/>
                    <a:pt x="213" y="12"/>
                    <a:pt x="213" y="12"/>
                  </a:cubicBezTo>
                  <a:cubicBezTo>
                    <a:pt x="211" y="12"/>
                    <a:pt x="210" y="12"/>
                    <a:pt x="209" y="12"/>
                  </a:cubicBezTo>
                  <a:cubicBezTo>
                    <a:pt x="207" y="12"/>
                    <a:pt x="207" y="12"/>
                    <a:pt x="207" y="12"/>
                  </a:cubicBezTo>
                  <a:cubicBezTo>
                    <a:pt x="201" y="12"/>
                    <a:pt x="195" y="12"/>
                    <a:pt x="189" y="12"/>
                  </a:cubicBezTo>
                  <a:cubicBezTo>
                    <a:pt x="189" y="12"/>
                    <a:pt x="189" y="12"/>
                    <a:pt x="189" y="12"/>
                  </a:cubicBezTo>
                  <a:cubicBezTo>
                    <a:pt x="186" y="12"/>
                    <a:pt x="184" y="11"/>
                    <a:pt x="182" y="10"/>
                  </a:cubicBezTo>
                  <a:cubicBezTo>
                    <a:pt x="182" y="10"/>
                    <a:pt x="181" y="10"/>
                    <a:pt x="181" y="10"/>
                  </a:cubicBezTo>
                  <a:cubicBezTo>
                    <a:pt x="180" y="10"/>
                    <a:pt x="180" y="10"/>
                    <a:pt x="179" y="10"/>
                  </a:cubicBezTo>
                  <a:cubicBezTo>
                    <a:pt x="167" y="12"/>
                    <a:pt x="167" y="12"/>
                    <a:pt x="167" y="12"/>
                  </a:cubicBezTo>
                  <a:cubicBezTo>
                    <a:pt x="167" y="12"/>
                    <a:pt x="167" y="12"/>
                    <a:pt x="167" y="12"/>
                  </a:cubicBezTo>
                  <a:cubicBezTo>
                    <a:pt x="167" y="13"/>
                    <a:pt x="166" y="14"/>
                    <a:pt x="166" y="14"/>
                  </a:cubicBezTo>
                  <a:cubicBezTo>
                    <a:pt x="165" y="20"/>
                    <a:pt x="166" y="27"/>
                    <a:pt x="166" y="34"/>
                  </a:cubicBezTo>
                  <a:cubicBezTo>
                    <a:pt x="166" y="38"/>
                    <a:pt x="166" y="41"/>
                    <a:pt x="166" y="44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60"/>
                    <a:pt x="166" y="67"/>
                    <a:pt x="166" y="75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6" y="79"/>
                    <a:pt x="166" y="82"/>
                    <a:pt x="166" y="84"/>
                  </a:cubicBezTo>
                  <a:cubicBezTo>
                    <a:pt x="166" y="86"/>
                    <a:pt x="166" y="88"/>
                    <a:pt x="166" y="90"/>
                  </a:cubicBezTo>
                  <a:cubicBezTo>
                    <a:pt x="166" y="93"/>
                    <a:pt x="163" y="95"/>
                    <a:pt x="159" y="94"/>
                  </a:cubicBezTo>
                  <a:cubicBezTo>
                    <a:pt x="154" y="94"/>
                    <a:pt x="149" y="94"/>
                    <a:pt x="144" y="94"/>
                  </a:cubicBezTo>
                  <a:cubicBezTo>
                    <a:pt x="142" y="94"/>
                    <a:pt x="141" y="94"/>
                    <a:pt x="139" y="94"/>
                  </a:cubicBezTo>
                  <a:cubicBezTo>
                    <a:pt x="130" y="94"/>
                    <a:pt x="121" y="94"/>
                    <a:pt x="112" y="94"/>
                  </a:cubicBezTo>
                  <a:cubicBezTo>
                    <a:pt x="85" y="94"/>
                    <a:pt x="85" y="94"/>
                    <a:pt x="85" y="94"/>
                  </a:cubicBezTo>
                  <a:cubicBezTo>
                    <a:pt x="85" y="94"/>
                    <a:pt x="84" y="94"/>
                    <a:pt x="84" y="94"/>
                  </a:cubicBezTo>
                  <a:cubicBezTo>
                    <a:pt x="84" y="95"/>
                    <a:pt x="83" y="96"/>
                    <a:pt x="82" y="97"/>
                  </a:cubicBezTo>
                  <a:cubicBezTo>
                    <a:pt x="80" y="99"/>
                    <a:pt x="77" y="100"/>
                    <a:pt x="74" y="98"/>
                  </a:cubicBezTo>
                  <a:cubicBezTo>
                    <a:pt x="63" y="91"/>
                    <a:pt x="63" y="91"/>
                    <a:pt x="63" y="91"/>
                  </a:cubicBezTo>
                  <a:cubicBezTo>
                    <a:pt x="62" y="92"/>
                    <a:pt x="61" y="92"/>
                    <a:pt x="60" y="92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59" y="93"/>
                    <a:pt x="59" y="93"/>
                    <a:pt x="58" y="93"/>
                  </a:cubicBezTo>
                  <a:cubicBezTo>
                    <a:pt x="58" y="94"/>
                    <a:pt x="59" y="94"/>
                    <a:pt x="59" y="95"/>
                  </a:cubicBezTo>
                  <a:cubicBezTo>
                    <a:pt x="62" y="104"/>
                    <a:pt x="63" y="110"/>
                    <a:pt x="60" y="113"/>
                  </a:cubicBezTo>
                  <a:cubicBezTo>
                    <a:pt x="58" y="116"/>
                    <a:pt x="53" y="117"/>
                    <a:pt x="50" y="116"/>
                  </a:cubicBezTo>
                  <a:cubicBezTo>
                    <a:pt x="50" y="116"/>
                    <a:pt x="50" y="116"/>
                    <a:pt x="50" y="116"/>
                  </a:cubicBezTo>
                  <a:cubicBezTo>
                    <a:pt x="49" y="116"/>
                    <a:pt x="48" y="117"/>
                    <a:pt x="47" y="117"/>
                  </a:cubicBezTo>
                  <a:cubicBezTo>
                    <a:pt x="47" y="117"/>
                    <a:pt x="46" y="118"/>
                    <a:pt x="44" y="118"/>
                  </a:cubicBezTo>
                  <a:cubicBezTo>
                    <a:pt x="45" y="118"/>
                    <a:pt x="45" y="118"/>
                    <a:pt x="46" y="119"/>
                  </a:cubicBezTo>
                  <a:cubicBezTo>
                    <a:pt x="47" y="120"/>
                    <a:pt x="48" y="121"/>
                    <a:pt x="48" y="122"/>
                  </a:cubicBezTo>
                  <a:cubicBezTo>
                    <a:pt x="48" y="122"/>
                    <a:pt x="49" y="123"/>
                    <a:pt x="49" y="123"/>
                  </a:cubicBezTo>
                  <a:cubicBezTo>
                    <a:pt x="49" y="124"/>
                    <a:pt x="50" y="125"/>
                    <a:pt x="50" y="126"/>
                  </a:cubicBezTo>
                  <a:cubicBezTo>
                    <a:pt x="51" y="127"/>
                    <a:pt x="51" y="129"/>
                    <a:pt x="52" y="130"/>
                  </a:cubicBezTo>
                  <a:cubicBezTo>
                    <a:pt x="55" y="132"/>
                    <a:pt x="63" y="139"/>
                    <a:pt x="67" y="141"/>
                  </a:cubicBezTo>
                  <a:cubicBezTo>
                    <a:pt x="70" y="143"/>
                    <a:pt x="77" y="147"/>
                    <a:pt x="76" y="152"/>
                  </a:cubicBezTo>
                  <a:cubicBezTo>
                    <a:pt x="75" y="156"/>
                    <a:pt x="70" y="158"/>
                    <a:pt x="62" y="158"/>
                  </a:cubicBezTo>
                  <a:cubicBezTo>
                    <a:pt x="60" y="158"/>
                    <a:pt x="57" y="158"/>
                    <a:pt x="55" y="157"/>
                  </a:cubicBezTo>
                  <a:cubicBezTo>
                    <a:pt x="52" y="155"/>
                    <a:pt x="48" y="151"/>
                    <a:pt x="44" y="147"/>
                  </a:cubicBezTo>
                  <a:cubicBezTo>
                    <a:pt x="45" y="154"/>
                    <a:pt x="44" y="160"/>
                    <a:pt x="43" y="167"/>
                  </a:cubicBezTo>
                  <a:cubicBezTo>
                    <a:pt x="42" y="168"/>
                    <a:pt x="43" y="170"/>
                    <a:pt x="43" y="171"/>
                  </a:cubicBezTo>
                  <a:cubicBezTo>
                    <a:pt x="43" y="173"/>
                    <a:pt x="43" y="176"/>
                    <a:pt x="42" y="179"/>
                  </a:cubicBezTo>
                  <a:cubicBezTo>
                    <a:pt x="41" y="181"/>
                    <a:pt x="39" y="183"/>
                    <a:pt x="38" y="185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5" y="188"/>
                    <a:pt x="34" y="190"/>
                    <a:pt x="32" y="192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0" y="194"/>
                    <a:pt x="30" y="195"/>
                    <a:pt x="30" y="195"/>
                  </a:cubicBezTo>
                  <a:cubicBezTo>
                    <a:pt x="30" y="195"/>
                    <a:pt x="30" y="196"/>
                    <a:pt x="30" y="197"/>
                  </a:cubicBezTo>
                  <a:cubicBezTo>
                    <a:pt x="30" y="198"/>
                    <a:pt x="30" y="199"/>
                    <a:pt x="30" y="200"/>
                  </a:cubicBezTo>
                  <a:cubicBezTo>
                    <a:pt x="30" y="200"/>
                    <a:pt x="27" y="206"/>
                    <a:pt x="21" y="209"/>
                  </a:cubicBezTo>
                  <a:cubicBezTo>
                    <a:pt x="21" y="209"/>
                    <a:pt x="19" y="210"/>
                    <a:pt x="18" y="209"/>
                  </a:cubicBezTo>
                  <a:cubicBezTo>
                    <a:pt x="18" y="209"/>
                    <a:pt x="16" y="209"/>
                    <a:pt x="13" y="209"/>
                  </a:cubicBezTo>
                  <a:cubicBezTo>
                    <a:pt x="12" y="209"/>
                    <a:pt x="11" y="209"/>
                    <a:pt x="11" y="209"/>
                  </a:cubicBezTo>
                  <a:cubicBezTo>
                    <a:pt x="11" y="210"/>
                    <a:pt x="12" y="211"/>
                    <a:pt x="15" y="214"/>
                  </a:cubicBezTo>
                  <a:cubicBezTo>
                    <a:pt x="15" y="215"/>
                    <a:pt x="16" y="216"/>
                    <a:pt x="16" y="216"/>
                  </a:cubicBezTo>
                  <a:cubicBezTo>
                    <a:pt x="17" y="219"/>
                    <a:pt x="19" y="222"/>
                    <a:pt x="20" y="224"/>
                  </a:cubicBezTo>
                  <a:cubicBezTo>
                    <a:pt x="21" y="224"/>
                    <a:pt x="21" y="224"/>
                    <a:pt x="21" y="225"/>
                  </a:cubicBezTo>
                  <a:cubicBezTo>
                    <a:pt x="27" y="228"/>
                    <a:pt x="26" y="232"/>
                    <a:pt x="25" y="234"/>
                  </a:cubicBezTo>
                  <a:cubicBezTo>
                    <a:pt x="25" y="235"/>
                    <a:pt x="25" y="235"/>
                    <a:pt x="25" y="235"/>
                  </a:cubicBezTo>
                  <a:cubicBezTo>
                    <a:pt x="26" y="236"/>
                    <a:pt x="27" y="236"/>
                    <a:pt x="28" y="237"/>
                  </a:cubicBezTo>
                  <a:cubicBezTo>
                    <a:pt x="29" y="237"/>
                    <a:pt x="30" y="237"/>
                    <a:pt x="30" y="237"/>
                  </a:cubicBezTo>
                  <a:cubicBezTo>
                    <a:pt x="33" y="238"/>
                    <a:pt x="36" y="239"/>
                    <a:pt x="41" y="273"/>
                  </a:cubicBezTo>
                  <a:cubicBezTo>
                    <a:pt x="41" y="274"/>
                    <a:pt x="44" y="277"/>
                    <a:pt x="45" y="279"/>
                  </a:cubicBezTo>
                  <a:cubicBezTo>
                    <a:pt x="45" y="280"/>
                    <a:pt x="46" y="280"/>
                    <a:pt x="46" y="281"/>
                  </a:cubicBezTo>
                  <a:cubicBezTo>
                    <a:pt x="47" y="283"/>
                    <a:pt x="49" y="284"/>
                    <a:pt x="51" y="286"/>
                  </a:cubicBezTo>
                  <a:cubicBezTo>
                    <a:pt x="53" y="288"/>
                    <a:pt x="53" y="288"/>
                    <a:pt x="53" y="288"/>
                  </a:cubicBezTo>
                  <a:cubicBezTo>
                    <a:pt x="56" y="291"/>
                    <a:pt x="58" y="295"/>
                    <a:pt x="59" y="299"/>
                  </a:cubicBezTo>
                  <a:cubicBezTo>
                    <a:pt x="59" y="300"/>
                    <a:pt x="59" y="301"/>
                    <a:pt x="60" y="302"/>
                  </a:cubicBezTo>
                  <a:close/>
                  <a:moveTo>
                    <a:pt x="337" y="178"/>
                  </a:moveTo>
                  <a:cubicBezTo>
                    <a:pt x="338" y="183"/>
                    <a:pt x="338" y="183"/>
                    <a:pt x="338" y="183"/>
                  </a:cubicBezTo>
                  <a:cubicBezTo>
                    <a:pt x="338" y="179"/>
                    <a:pt x="338" y="179"/>
                    <a:pt x="338" y="179"/>
                  </a:cubicBezTo>
                  <a:cubicBezTo>
                    <a:pt x="337" y="179"/>
                    <a:pt x="337" y="178"/>
                    <a:pt x="337" y="178"/>
                  </a:cubicBezTo>
                  <a:close/>
                  <a:moveTo>
                    <a:pt x="59" y="149"/>
                  </a:moveTo>
                  <a:cubicBezTo>
                    <a:pt x="59" y="149"/>
                    <a:pt x="60" y="149"/>
                    <a:pt x="62" y="149"/>
                  </a:cubicBezTo>
                  <a:cubicBezTo>
                    <a:pt x="58" y="147"/>
                    <a:pt x="54" y="144"/>
                    <a:pt x="51" y="141"/>
                  </a:cubicBezTo>
                  <a:cubicBezTo>
                    <a:pt x="54" y="145"/>
                    <a:pt x="57" y="148"/>
                    <a:pt x="59" y="149"/>
                  </a:cubicBezTo>
                  <a:cubicBezTo>
                    <a:pt x="59" y="149"/>
                    <a:pt x="59" y="149"/>
                    <a:pt x="59" y="149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id="{E56E1420-DE77-4B66-8340-E850C648C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3838" y="3184525"/>
              <a:ext cx="406400" cy="454025"/>
            </a:xfrm>
            <a:custGeom>
              <a:avLst/>
              <a:gdLst>
                <a:gd name="T0" fmla="*/ 166 w 360"/>
                <a:gd name="T1" fmla="*/ 40 h 402"/>
                <a:gd name="T2" fmla="*/ 165 w 360"/>
                <a:gd name="T3" fmla="*/ 85 h 402"/>
                <a:gd name="T4" fmla="*/ 89 w 360"/>
                <a:gd name="T5" fmla="*/ 86 h 402"/>
                <a:gd name="T6" fmla="*/ 80 w 360"/>
                <a:gd name="T7" fmla="*/ 90 h 402"/>
                <a:gd name="T8" fmla="*/ 58 w 360"/>
                <a:gd name="T9" fmla="*/ 93 h 402"/>
                <a:gd name="T10" fmla="*/ 44 w 360"/>
                <a:gd name="T11" fmla="*/ 110 h 402"/>
                <a:gd name="T12" fmla="*/ 46 w 360"/>
                <a:gd name="T13" fmla="*/ 118 h 402"/>
                <a:gd name="T14" fmla="*/ 69 w 360"/>
                <a:gd name="T15" fmla="*/ 141 h 402"/>
                <a:gd name="T16" fmla="*/ 42 w 360"/>
                <a:gd name="T17" fmla="*/ 134 h 402"/>
                <a:gd name="T18" fmla="*/ 42 w 360"/>
                <a:gd name="T19" fmla="*/ 173 h 402"/>
                <a:gd name="T20" fmla="*/ 30 w 360"/>
                <a:gd name="T21" fmla="*/ 194 h 402"/>
                <a:gd name="T22" fmla="*/ 23 w 360"/>
                <a:gd name="T23" fmla="*/ 229 h 402"/>
                <a:gd name="T24" fmla="*/ 33 w 360"/>
                <a:gd name="T25" fmla="*/ 237 h 402"/>
                <a:gd name="T26" fmla="*/ 54 w 360"/>
                <a:gd name="T27" fmla="*/ 287 h 402"/>
                <a:gd name="T28" fmla="*/ 77 w 360"/>
                <a:gd name="T29" fmla="*/ 320 h 402"/>
                <a:gd name="T30" fmla="*/ 123 w 360"/>
                <a:gd name="T31" fmla="*/ 364 h 402"/>
                <a:gd name="T32" fmla="*/ 145 w 360"/>
                <a:gd name="T33" fmla="*/ 394 h 402"/>
                <a:gd name="T34" fmla="*/ 172 w 360"/>
                <a:gd name="T35" fmla="*/ 379 h 402"/>
                <a:gd name="T36" fmla="*/ 196 w 360"/>
                <a:gd name="T37" fmla="*/ 388 h 402"/>
                <a:gd name="T38" fmla="*/ 199 w 360"/>
                <a:gd name="T39" fmla="*/ 369 h 402"/>
                <a:gd name="T40" fmla="*/ 188 w 360"/>
                <a:gd name="T41" fmla="*/ 354 h 402"/>
                <a:gd name="T42" fmla="*/ 189 w 360"/>
                <a:gd name="T43" fmla="*/ 339 h 402"/>
                <a:gd name="T44" fmla="*/ 181 w 360"/>
                <a:gd name="T45" fmla="*/ 325 h 402"/>
                <a:gd name="T46" fmla="*/ 181 w 360"/>
                <a:gd name="T47" fmla="*/ 306 h 402"/>
                <a:gd name="T48" fmla="*/ 202 w 360"/>
                <a:gd name="T49" fmla="*/ 300 h 402"/>
                <a:gd name="T50" fmla="*/ 231 w 360"/>
                <a:gd name="T51" fmla="*/ 300 h 402"/>
                <a:gd name="T52" fmla="*/ 234 w 360"/>
                <a:gd name="T53" fmla="*/ 283 h 402"/>
                <a:gd name="T54" fmla="*/ 243 w 360"/>
                <a:gd name="T55" fmla="*/ 267 h 402"/>
                <a:gd name="T56" fmla="*/ 259 w 360"/>
                <a:gd name="T57" fmla="*/ 284 h 402"/>
                <a:gd name="T58" fmla="*/ 266 w 360"/>
                <a:gd name="T59" fmla="*/ 294 h 402"/>
                <a:gd name="T60" fmla="*/ 273 w 360"/>
                <a:gd name="T61" fmla="*/ 302 h 402"/>
                <a:gd name="T62" fmla="*/ 295 w 360"/>
                <a:gd name="T63" fmla="*/ 306 h 402"/>
                <a:gd name="T64" fmla="*/ 307 w 360"/>
                <a:gd name="T65" fmla="*/ 293 h 402"/>
                <a:gd name="T66" fmla="*/ 316 w 360"/>
                <a:gd name="T67" fmla="*/ 291 h 402"/>
                <a:gd name="T68" fmla="*/ 324 w 360"/>
                <a:gd name="T69" fmla="*/ 309 h 402"/>
                <a:gd name="T70" fmla="*/ 336 w 360"/>
                <a:gd name="T71" fmla="*/ 306 h 402"/>
                <a:gd name="T72" fmla="*/ 337 w 360"/>
                <a:gd name="T73" fmla="*/ 293 h 402"/>
                <a:gd name="T74" fmla="*/ 343 w 360"/>
                <a:gd name="T75" fmla="*/ 282 h 402"/>
                <a:gd name="T76" fmla="*/ 353 w 360"/>
                <a:gd name="T77" fmla="*/ 265 h 402"/>
                <a:gd name="T78" fmla="*/ 352 w 360"/>
                <a:gd name="T79" fmla="*/ 255 h 402"/>
                <a:gd name="T80" fmla="*/ 356 w 360"/>
                <a:gd name="T81" fmla="*/ 249 h 402"/>
                <a:gd name="T82" fmla="*/ 357 w 360"/>
                <a:gd name="T83" fmla="*/ 241 h 402"/>
                <a:gd name="T84" fmla="*/ 356 w 360"/>
                <a:gd name="T85" fmla="*/ 229 h 402"/>
                <a:gd name="T86" fmla="*/ 353 w 360"/>
                <a:gd name="T87" fmla="*/ 208 h 402"/>
                <a:gd name="T88" fmla="*/ 344 w 360"/>
                <a:gd name="T89" fmla="*/ 178 h 402"/>
                <a:gd name="T90" fmla="*/ 329 w 360"/>
                <a:gd name="T91" fmla="*/ 166 h 402"/>
                <a:gd name="T92" fmla="*/ 323 w 360"/>
                <a:gd name="T93" fmla="*/ 152 h 402"/>
                <a:gd name="T94" fmla="*/ 328 w 360"/>
                <a:gd name="T95" fmla="*/ 124 h 402"/>
                <a:gd name="T96" fmla="*/ 340 w 360"/>
                <a:gd name="T97" fmla="*/ 116 h 402"/>
                <a:gd name="T98" fmla="*/ 355 w 360"/>
                <a:gd name="T99" fmla="*/ 90 h 402"/>
                <a:gd name="T100" fmla="*/ 344 w 360"/>
                <a:gd name="T101" fmla="*/ 71 h 402"/>
                <a:gd name="T102" fmla="*/ 329 w 360"/>
                <a:gd name="T103" fmla="*/ 60 h 402"/>
                <a:gd name="T104" fmla="*/ 314 w 360"/>
                <a:gd name="T105" fmla="*/ 60 h 402"/>
                <a:gd name="T106" fmla="*/ 306 w 360"/>
                <a:gd name="T107" fmla="*/ 63 h 402"/>
                <a:gd name="T108" fmla="*/ 282 w 360"/>
                <a:gd name="T109" fmla="*/ 71 h 402"/>
                <a:gd name="T110" fmla="*/ 277 w 360"/>
                <a:gd name="T111" fmla="*/ 54 h 402"/>
                <a:gd name="T112" fmla="*/ 277 w 360"/>
                <a:gd name="T113" fmla="*/ 30 h 402"/>
                <a:gd name="T114" fmla="*/ 284 w 360"/>
                <a:gd name="T115" fmla="*/ 16 h 402"/>
                <a:gd name="T116" fmla="*/ 261 w 360"/>
                <a:gd name="T117" fmla="*/ 5 h 402"/>
                <a:gd name="T118" fmla="*/ 233 w 360"/>
                <a:gd name="T119" fmla="*/ 2 h 402"/>
                <a:gd name="T120" fmla="*/ 217 w 360"/>
                <a:gd name="T121" fmla="*/ 4 h 402"/>
                <a:gd name="T122" fmla="*/ 183 w 360"/>
                <a:gd name="T123" fmla="*/ 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0" h="402">
                  <a:moveTo>
                    <a:pt x="167" y="3"/>
                  </a:moveTo>
                  <a:cubicBezTo>
                    <a:pt x="166" y="4"/>
                    <a:pt x="166" y="8"/>
                    <a:pt x="166" y="9"/>
                  </a:cubicBezTo>
                  <a:cubicBezTo>
                    <a:pt x="164" y="19"/>
                    <a:pt x="166" y="30"/>
                    <a:pt x="166" y="40"/>
                  </a:cubicBezTo>
                  <a:cubicBezTo>
                    <a:pt x="166" y="50"/>
                    <a:pt x="166" y="60"/>
                    <a:pt x="166" y="71"/>
                  </a:cubicBezTo>
                  <a:cubicBezTo>
                    <a:pt x="166" y="74"/>
                    <a:pt x="166" y="77"/>
                    <a:pt x="166" y="80"/>
                  </a:cubicBezTo>
                  <a:cubicBezTo>
                    <a:pt x="166" y="81"/>
                    <a:pt x="165" y="83"/>
                    <a:pt x="165" y="85"/>
                  </a:cubicBezTo>
                  <a:cubicBezTo>
                    <a:pt x="165" y="86"/>
                    <a:pt x="164" y="86"/>
                    <a:pt x="163" y="86"/>
                  </a:cubicBezTo>
                  <a:cubicBezTo>
                    <a:pt x="157" y="85"/>
                    <a:pt x="149" y="86"/>
                    <a:pt x="143" y="86"/>
                  </a:cubicBezTo>
                  <a:cubicBezTo>
                    <a:pt x="125" y="86"/>
                    <a:pt x="107" y="86"/>
                    <a:pt x="89" y="86"/>
                  </a:cubicBezTo>
                  <a:cubicBezTo>
                    <a:pt x="88" y="86"/>
                    <a:pt x="85" y="85"/>
                    <a:pt x="84" y="86"/>
                  </a:cubicBezTo>
                  <a:cubicBezTo>
                    <a:pt x="83" y="87"/>
                    <a:pt x="84" y="89"/>
                    <a:pt x="83" y="89"/>
                  </a:cubicBezTo>
                  <a:cubicBezTo>
                    <a:pt x="82" y="90"/>
                    <a:pt x="81" y="91"/>
                    <a:pt x="80" y="90"/>
                  </a:cubicBezTo>
                  <a:cubicBezTo>
                    <a:pt x="69" y="82"/>
                    <a:pt x="69" y="82"/>
                    <a:pt x="69" y="82"/>
                  </a:cubicBezTo>
                  <a:cubicBezTo>
                    <a:pt x="66" y="81"/>
                    <a:pt x="64" y="83"/>
                    <a:pt x="63" y="84"/>
                  </a:cubicBezTo>
                  <a:cubicBezTo>
                    <a:pt x="58" y="87"/>
                    <a:pt x="56" y="87"/>
                    <a:pt x="58" y="93"/>
                  </a:cubicBezTo>
                  <a:cubicBezTo>
                    <a:pt x="66" y="114"/>
                    <a:pt x="55" y="107"/>
                    <a:pt x="55" y="107"/>
                  </a:cubicBezTo>
                  <a:cubicBezTo>
                    <a:pt x="53" y="107"/>
                    <a:pt x="51" y="108"/>
                    <a:pt x="50" y="109"/>
                  </a:cubicBezTo>
                  <a:cubicBezTo>
                    <a:pt x="48" y="109"/>
                    <a:pt x="46" y="109"/>
                    <a:pt x="44" y="110"/>
                  </a:cubicBezTo>
                  <a:cubicBezTo>
                    <a:pt x="42" y="110"/>
                    <a:pt x="42" y="112"/>
                    <a:pt x="42" y="114"/>
                  </a:cubicBezTo>
                  <a:cubicBezTo>
                    <a:pt x="42" y="116"/>
                    <a:pt x="42" y="115"/>
                    <a:pt x="43" y="116"/>
                  </a:cubicBezTo>
                  <a:cubicBezTo>
                    <a:pt x="44" y="117"/>
                    <a:pt x="45" y="117"/>
                    <a:pt x="46" y="118"/>
                  </a:cubicBezTo>
                  <a:cubicBezTo>
                    <a:pt x="48" y="119"/>
                    <a:pt x="48" y="120"/>
                    <a:pt x="49" y="121"/>
                  </a:cubicBezTo>
                  <a:cubicBezTo>
                    <a:pt x="50" y="124"/>
                    <a:pt x="51" y="126"/>
                    <a:pt x="52" y="129"/>
                  </a:cubicBezTo>
                  <a:cubicBezTo>
                    <a:pt x="52" y="129"/>
                    <a:pt x="63" y="138"/>
                    <a:pt x="69" y="141"/>
                  </a:cubicBezTo>
                  <a:cubicBezTo>
                    <a:pt x="85" y="150"/>
                    <a:pt x="64" y="150"/>
                    <a:pt x="61" y="149"/>
                  </a:cubicBezTo>
                  <a:cubicBezTo>
                    <a:pt x="54" y="146"/>
                    <a:pt x="43" y="129"/>
                    <a:pt x="43" y="129"/>
                  </a:cubicBezTo>
                  <a:cubicBezTo>
                    <a:pt x="40" y="125"/>
                    <a:pt x="42" y="132"/>
                    <a:pt x="42" y="134"/>
                  </a:cubicBezTo>
                  <a:cubicBezTo>
                    <a:pt x="42" y="137"/>
                    <a:pt x="43" y="140"/>
                    <a:pt x="43" y="143"/>
                  </a:cubicBezTo>
                  <a:cubicBezTo>
                    <a:pt x="45" y="150"/>
                    <a:pt x="44" y="155"/>
                    <a:pt x="42" y="162"/>
                  </a:cubicBezTo>
                  <a:cubicBezTo>
                    <a:pt x="41" y="166"/>
                    <a:pt x="43" y="170"/>
                    <a:pt x="42" y="173"/>
                  </a:cubicBezTo>
                  <a:cubicBezTo>
                    <a:pt x="41" y="175"/>
                    <a:pt x="39" y="178"/>
                    <a:pt x="37" y="180"/>
                  </a:cubicBezTo>
                  <a:cubicBezTo>
                    <a:pt x="35" y="182"/>
                    <a:pt x="33" y="184"/>
                    <a:pt x="31" y="186"/>
                  </a:cubicBezTo>
                  <a:cubicBezTo>
                    <a:pt x="28" y="190"/>
                    <a:pt x="30" y="190"/>
                    <a:pt x="30" y="194"/>
                  </a:cubicBezTo>
                  <a:cubicBezTo>
                    <a:pt x="30" y="194"/>
                    <a:pt x="27" y="199"/>
                    <a:pt x="24" y="201"/>
                  </a:cubicBezTo>
                  <a:cubicBezTo>
                    <a:pt x="24" y="201"/>
                    <a:pt x="0" y="195"/>
                    <a:pt x="15" y="213"/>
                  </a:cubicBezTo>
                  <a:cubicBezTo>
                    <a:pt x="11" y="209"/>
                    <a:pt x="22" y="223"/>
                    <a:pt x="23" y="229"/>
                  </a:cubicBezTo>
                  <a:cubicBezTo>
                    <a:pt x="24" y="227"/>
                    <a:pt x="24" y="226"/>
                    <a:pt x="23" y="224"/>
                  </a:cubicBezTo>
                  <a:cubicBezTo>
                    <a:pt x="27" y="227"/>
                    <a:pt x="23" y="231"/>
                    <a:pt x="25" y="234"/>
                  </a:cubicBezTo>
                  <a:cubicBezTo>
                    <a:pt x="28" y="237"/>
                    <a:pt x="31" y="237"/>
                    <a:pt x="33" y="237"/>
                  </a:cubicBezTo>
                  <a:cubicBezTo>
                    <a:pt x="36" y="238"/>
                    <a:pt x="40" y="270"/>
                    <a:pt x="40" y="270"/>
                  </a:cubicBezTo>
                  <a:cubicBezTo>
                    <a:pt x="40" y="272"/>
                    <a:pt x="45" y="278"/>
                    <a:pt x="47" y="280"/>
                  </a:cubicBezTo>
                  <a:cubicBezTo>
                    <a:pt x="48" y="282"/>
                    <a:pt x="51" y="285"/>
                    <a:pt x="54" y="287"/>
                  </a:cubicBezTo>
                  <a:cubicBezTo>
                    <a:pt x="58" y="291"/>
                    <a:pt x="58" y="296"/>
                    <a:pt x="60" y="300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68" y="311"/>
                    <a:pt x="74" y="316"/>
                    <a:pt x="77" y="320"/>
                  </a:cubicBezTo>
                  <a:cubicBezTo>
                    <a:pt x="83" y="327"/>
                    <a:pt x="92" y="333"/>
                    <a:pt x="99" y="338"/>
                  </a:cubicBezTo>
                  <a:cubicBezTo>
                    <a:pt x="105" y="343"/>
                    <a:pt x="111" y="350"/>
                    <a:pt x="116" y="356"/>
                  </a:cubicBezTo>
                  <a:cubicBezTo>
                    <a:pt x="118" y="359"/>
                    <a:pt x="122" y="360"/>
                    <a:pt x="123" y="364"/>
                  </a:cubicBezTo>
                  <a:cubicBezTo>
                    <a:pt x="124" y="367"/>
                    <a:pt x="122" y="368"/>
                    <a:pt x="125" y="371"/>
                  </a:cubicBezTo>
                  <a:cubicBezTo>
                    <a:pt x="130" y="376"/>
                    <a:pt x="137" y="380"/>
                    <a:pt x="142" y="386"/>
                  </a:cubicBezTo>
                  <a:cubicBezTo>
                    <a:pt x="144" y="388"/>
                    <a:pt x="144" y="391"/>
                    <a:pt x="145" y="394"/>
                  </a:cubicBezTo>
                  <a:cubicBezTo>
                    <a:pt x="147" y="397"/>
                    <a:pt x="150" y="399"/>
                    <a:pt x="153" y="402"/>
                  </a:cubicBezTo>
                  <a:cubicBezTo>
                    <a:pt x="155" y="395"/>
                    <a:pt x="158" y="384"/>
                    <a:pt x="166" y="381"/>
                  </a:cubicBezTo>
                  <a:cubicBezTo>
                    <a:pt x="169" y="380"/>
                    <a:pt x="170" y="381"/>
                    <a:pt x="172" y="379"/>
                  </a:cubicBezTo>
                  <a:cubicBezTo>
                    <a:pt x="174" y="377"/>
                    <a:pt x="173" y="375"/>
                    <a:pt x="177" y="375"/>
                  </a:cubicBezTo>
                  <a:cubicBezTo>
                    <a:pt x="182" y="376"/>
                    <a:pt x="182" y="382"/>
                    <a:pt x="185" y="385"/>
                  </a:cubicBezTo>
                  <a:cubicBezTo>
                    <a:pt x="187" y="387"/>
                    <a:pt x="193" y="388"/>
                    <a:pt x="196" y="388"/>
                  </a:cubicBezTo>
                  <a:cubicBezTo>
                    <a:pt x="198" y="388"/>
                    <a:pt x="201" y="385"/>
                    <a:pt x="200" y="382"/>
                  </a:cubicBezTo>
                  <a:cubicBezTo>
                    <a:pt x="198" y="379"/>
                    <a:pt x="195" y="382"/>
                    <a:pt x="197" y="377"/>
                  </a:cubicBezTo>
                  <a:cubicBezTo>
                    <a:pt x="197" y="374"/>
                    <a:pt x="198" y="372"/>
                    <a:pt x="199" y="369"/>
                  </a:cubicBezTo>
                  <a:cubicBezTo>
                    <a:pt x="200" y="368"/>
                    <a:pt x="204" y="365"/>
                    <a:pt x="204" y="363"/>
                  </a:cubicBezTo>
                  <a:cubicBezTo>
                    <a:pt x="202" y="360"/>
                    <a:pt x="198" y="361"/>
                    <a:pt x="196" y="359"/>
                  </a:cubicBezTo>
                  <a:cubicBezTo>
                    <a:pt x="194" y="357"/>
                    <a:pt x="190" y="356"/>
                    <a:pt x="188" y="354"/>
                  </a:cubicBezTo>
                  <a:cubicBezTo>
                    <a:pt x="187" y="353"/>
                    <a:pt x="188" y="351"/>
                    <a:pt x="187" y="349"/>
                  </a:cubicBezTo>
                  <a:cubicBezTo>
                    <a:pt x="187" y="344"/>
                    <a:pt x="190" y="346"/>
                    <a:pt x="192" y="345"/>
                  </a:cubicBezTo>
                  <a:cubicBezTo>
                    <a:pt x="194" y="343"/>
                    <a:pt x="191" y="341"/>
                    <a:pt x="189" y="339"/>
                  </a:cubicBezTo>
                  <a:cubicBezTo>
                    <a:pt x="188" y="337"/>
                    <a:pt x="186" y="333"/>
                    <a:pt x="184" y="332"/>
                  </a:cubicBezTo>
                  <a:cubicBezTo>
                    <a:pt x="182" y="330"/>
                    <a:pt x="179" y="335"/>
                    <a:pt x="178" y="333"/>
                  </a:cubicBezTo>
                  <a:cubicBezTo>
                    <a:pt x="175" y="331"/>
                    <a:pt x="180" y="327"/>
                    <a:pt x="181" y="325"/>
                  </a:cubicBezTo>
                  <a:cubicBezTo>
                    <a:pt x="183" y="323"/>
                    <a:pt x="184" y="319"/>
                    <a:pt x="184" y="317"/>
                  </a:cubicBezTo>
                  <a:cubicBezTo>
                    <a:pt x="183" y="314"/>
                    <a:pt x="181" y="313"/>
                    <a:pt x="181" y="310"/>
                  </a:cubicBezTo>
                  <a:cubicBezTo>
                    <a:pt x="180" y="309"/>
                    <a:pt x="181" y="307"/>
                    <a:pt x="181" y="306"/>
                  </a:cubicBezTo>
                  <a:cubicBezTo>
                    <a:pt x="181" y="304"/>
                    <a:pt x="180" y="302"/>
                    <a:pt x="180" y="301"/>
                  </a:cubicBezTo>
                  <a:cubicBezTo>
                    <a:pt x="181" y="295"/>
                    <a:pt x="189" y="307"/>
                    <a:pt x="191" y="304"/>
                  </a:cubicBezTo>
                  <a:cubicBezTo>
                    <a:pt x="192" y="303"/>
                    <a:pt x="200" y="299"/>
                    <a:pt x="202" y="300"/>
                  </a:cubicBezTo>
                  <a:cubicBezTo>
                    <a:pt x="205" y="300"/>
                    <a:pt x="205" y="304"/>
                    <a:pt x="208" y="305"/>
                  </a:cubicBezTo>
                  <a:cubicBezTo>
                    <a:pt x="210" y="306"/>
                    <a:pt x="216" y="303"/>
                    <a:pt x="218" y="303"/>
                  </a:cubicBezTo>
                  <a:cubicBezTo>
                    <a:pt x="223" y="302"/>
                    <a:pt x="227" y="301"/>
                    <a:pt x="231" y="300"/>
                  </a:cubicBezTo>
                  <a:cubicBezTo>
                    <a:pt x="234" y="299"/>
                    <a:pt x="235" y="294"/>
                    <a:pt x="235" y="291"/>
                  </a:cubicBezTo>
                  <a:cubicBezTo>
                    <a:pt x="235" y="290"/>
                    <a:pt x="237" y="286"/>
                    <a:pt x="237" y="285"/>
                  </a:cubicBezTo>
                  <a:cubicBezTo>
                    <a:pt x="236" y="284"/>
                    <a:pt x="235" y="284"/>
                    <a:pt x="234" y="283"/>
                  </a:cubicBezTo>
                  <a:cubicBezTo>
                    <a:pt x="232" y="281"/>
                    <a:pt x="231" y="273"/>
                    <a:pt x="233" y="271"/>
                  </a:cubicBezTo>
                  <a:cubicBezTo>
                    <a:pt x="237" y="271"/>
                    <a:pt x="237" y="271"/>
                    <a:pt x="237" y="271"/>
                  </a:cubicBezTo>
                  <a:cubicBezTo>
                    <a:pt x="239" y="269"/>
                    <a:pt x="240" y="267"/>
                    <a:pt x="243" y="267"/>
                  </a:cubicBezTo>
                  <a:cubicBezTo>
                    <a:pt x="247" y="267"/>
                    <a:pt x="250" y="270"/>
                    <a:pt x="253" y="272"/>
                  </a:cubicBezTo>
                  <a:cubicBezTo>
                    <a:pt x="255" y="274"/>
                    <a:pt x="256" y="274"/>
                    <a:pt x="257" y="277"/>
                  </a:cubicBezTo>
                  <a:cubicBezTo>
                    <a:pt x="257" y="280"/>
                    <a:pt x="259" y="282"/>
                    <a:pt x="259" y="284"/>
                  </a:cubicBezTo>
                  <a:cubicBezTo>
                    <a:pt x="260" y="286"/>
                    <a:pt x="260" y="289"/>
                    <a:pt x="262" y="291"/>
                  </a:cubicBezTo>
                  <a:cubicBezTo>
                    <a:pt x="263" y="292"/>
                    <a:pt x="263" y="289"/>
                    <a:pt x="265" y="291"/>
                  </a:cubicBezTo>
                  <a:cubicBezTo>
                    <a:pt x="265" y="292"/>
                    <a:pt x="266" y="293"/>
                    <a:pt x="266" y="294"/>
                  </a:cubicBezTo>
                  <a:cubicBezTo>
                    <a:pt x="268" y="297"/>
                    <a:pt x="266" y="299"/>
                    <a:pt x="265" y="302"/>
                  </a:cubicBezTo>
                  <a:cubicBezTo>
                    <a:pt x="267" y="302"/>
                    <a:pt x="267" y="300"/>
                    <a:pt x="269" y="300"/>
                  </a:cubicBezTo>
                  <a:cubicBezTo>
                    <a:pt x="270" y="300"/>
                    <a:pt x="272" y="301"/>
                    <a:pt x="273" y="302"/>
                  </a:cubicBezTo>
                  <a:cubicBezTo>
                    <a:pt x="276" y="302"/>
                    <a:pt x="279" y="302"/>
                    <a:pt x="282" y="303"/>
                  </a:cubicBezTo>
                  <a:cubicBezTo>
                    <a:pt x="285" y="304"/>
                    <a:pt x="288" y="305"/>
                    <a:pt x="290" y="306"/>
                  </a:cubicBezTo>
                  <a:cubicBezTo>
                    <a:pt x="290" y="306"/>
                    <a:pt x="295" y="306"/>
                    <a:pt x="295" y="306"/>
                  </a:cubicBezTo>
                  <a:cubicBezTo>
                    <a:pt x="296" y="306"/>
                    <a:pt x="296" y="305"/>
                    <a:pt x="297" y="304"/>
                  </a:cubicBezTo>
                  <a:cubicBezTo>
                    <a:pt x="298" y="303"/>
                    <a:pt x="301" y="299"/>
                    <a:pt x="303" y="299"/>
                  </a:cubicBezTo>
                  <a:cubicBezTo>
                    <a:pt x="303" y="299"/>
                    <a:pt x="306" y="294"/>
                    <a:pt x="307" y="293"/>
                  </a:cubicBezTo>
                  <a:cubicBezTo>
                    <a:pt x="310" y="291"/>
                    <a:pt x="309" y="288"/>
                    <a:pt x="311" y="286"/>
                  </a:cubicBezTo>
                  <a:cubicBezTo>
                    <a:pt x="313" y="285"/>
                    <a:pt x="313" y="285"/>
                    <a:pt x="315" y="287"/>
                  </a:cubicBezTo>
                  <a:cubicBezTo>
                    <a:pt x="315" y="288"/>
                    <a:pt x="315" y="290"/>
                    <a:pt x="316" y="291"/>
                  </a:cubicBezTo>
                  <a:cubicBezTo>
                    <a:pt x="317" y="294"/>
                    <a:pt x="318" y="298"/>
                    <a:pt x="321" y="300"/>
                  </a:cubicBezTo>
                  <a:cubicBezTo>
                    <a:pt x="324" y="302"/>
                    <a:pt x="319" y="303"/>
                    <a:pt x="319" y="305"/>
                  </a:cubicBezTo>
                  <a:cubicBezTo>
                    <a:pt x="317" y="310"/>
                    <a:pt x="321" y="309"/>
                    <a:pt x="324" y="309"/>
                  </a:cubicBezTo>
                  <a:cubicBezTo>
                    <a:pt x="326" y="310"/>
                    <a:pt x="328" y="310"/>
                    <a:pt x="331" y="309"/>
                  </a:cubicBezTo>
                  <a:cubicBezTo>
                    <a:pt x="332" y="309"/>
                    <a:pt x="333" y="311"/>
                    <a:pt x="334" y="309"/>
                  </a:cubicBezTo>
                  <a:cubicBezTo>
                    <a:pt x="335" y="308"/>
                    <a:pt x="335" y="307"/>
                    <a:pt x="336" y="306"/>
                  </a:cubicBezTo>
                  <a:cubicBezTo>
                    <a:pt x="336" y="305"/>
                    <a:pt x="336" y="304"/>
                    <a:pt x="338" y="302"/>
                  </a:cubicBezTo>
                  <a:cubicBezTo>
                    <a:pt x="340" y="300"/>
                    <a:pt x="343" y="302"/>
                    <a:pt x="341" y="299"/>
                  </a:cubicBezTo>
                  <a:cubicBezTo>
                    <a:pt x="339" y="297"/>
                    <a:pt x="336" y="295"/>
                    <a:pt x="337" y="293"/>
                  </a:cubicBezTo>
                  <a:cubicBezTo>
                    <a:pt x="338" y="292"/>
                    <a:pt x="340" y="292"/>
                    <a:pt x="340" y="290"/>
                  </a:cubicBezTo>
                  <a:cubicBezTo>
                    <a:pt x="340" y="291"/>
                    <a:pt x="342" y="287"/>
                    <a:pt x="342" y="287"/>
                  </a:cubicBezTo>
                  <a:cubicBezTo>
                    <a:pt x="342" y="286"/>
                    <a:pt x="343" y="284"/>
                    <a:pt x="343" y="282"/>
                  </a:cubicBezTo>
                  <a:cubicBezTo>
                    <a:pt x="343" y="281"/>
                    <a:pt x="342" y="280"/>
                    <a:pt x="342" y="279"/>
                  </a:cubicBezTo>
                  <a:cubicBezTo>
                    <a:pt x="343" y="274"/>
                    <a:pt x="348" y="275"/>
                    <a:pt x="351" y="273"/>
                  </a:cubicBezTo>
                  <a:cubicBezTo>
                    <a:pt x="353" y="271"/>
                    <a:pt x="353" y="268"/>
                    <a:pt x="353" y="265"/>
                  </a:cubicBezTo>
                  <a:cubicBezTo>
                    <a:pt x="353" y="264"/>
                    <a:pt x="352" y="262"/>
                    <a:pt x="353" y="260"/>
                  </a:cubicBezTo>
                  <a:cubicBezTo>
                    <a:pt x="353" y="259"/>
                    <a:pt x="356" y="259"/>
                    <a:pt x="355" y="258"/>
                  </a:cubicBezTo>
                  <a:cubicBezTo>
                    <a:pt x="353" y="256"/>
                    <a:pt x="353" y="257"/>
                    <a:pt x="352" y="255"/>
                  </a:cubicBezTo>
                  <a:cubicBezTo>
                    <a:pt x="351" y="252"/>
                    <a:pt x="351" y="255"/>
                    <a:pt x="352" y="252"/>
                  </a:cubicBezTo>
                  <a:cubicBezTo>
                    <a:pt x="352" y="251"/>
                    <a:pt x="354" y="250"/>
                    <a:pt x="355" y="250"/>
                  </a:cubicBezTo>
                  <a:cubicBezTo>
                    <a:pt x="355" y="249"/>
                    <a:pt x="356" y="250"/>
                    <a:pt x="356" y="249"/>
                  </a:cubicBezTo>
                  <a:cubicBezTo>
                    <a:pt x="356" y="248"/>
                    <a:pt x="355" y="247"/>
                    <a:pt x="355" y="247"/>
                  </a:cubicBezTo>
                  <a:cubicBezTo>
                    <a:pt x="355" y="246"/>
                    <a:pt x="355" y="245"/>
                    <a:pt x="355" y="243"/>
                  </a:cubicBezTo>
                  <a:cubicBezTo>
                    <a:pt x="356" y="242"/>
                    <a:pt x="357" y="242"/>
                    <a:pt x="357" y="241"/>
                  </a:cubicBezTo>
                  <a:cubicBezTo>
                    <a:pt x="357" y="239"/>
                    <a:pt x="356" y="238"/>
                    <a:pt x="355" y="237"/>
                  </a:cubicBezTo>
                  <a:cubicBezTo>
                    <a:pt x="353" y="235"/>
                    <a:pt x="355" y="235"/>
                    <a:pt x="355" y="233"/>
                  </a:cubicBezTo>
                  <a:cubicBezTo>
                    <a:pt x="356" y="232"/>
                    <a:pt x="357" y="231"/>
                    <a:pt x="356" y="229"/>
                  </a:cubicBezTo>
                  <a:cubicBezTo>
                    <a:pt x="356" y="227"/>
                    <a:pt x="354" y="226"/>
                    <a:pt x="354" y="224"/>
                  </a:cubicBezTo>
                  <a:cubicBezTo>
                    <a:pt x="354" y="221"/>
                    <a:pt x="352" y="219"/>
                    <a:pt x="352" y="215"/>
                  </a:cubicBezTo>
                  <a:cubicBezTo>
                    <a:pt x="352" y="214"/>
                    <a:pt x="353" y="210"/>
                    <a:pt x="353" y="208"/>
                  </a:cubicBezTo>
                  <a:cubicBezTo>
                    <a:pt x="355" y="205"/>
                    <a:pt x="355" y="205"/>
                    <a:pt x="355" y="201"/>
                  </a:cubicBezTo>
                  <a:cubicBezTo>
                    <a:pt x="354" y="196"/>
                    <a:pt x="360" y="193"/>
                    <a:pt x="357" y="187"/>
                  </a:cubicBezTo>
                  <a:cubicBezTo>
                    <a:pt x="356" y="184"/>
                    <a:pt x="348" y="176"/>
                    <a:pt x="344" y="178"/>
                  </a:cubicBezTo>
                  <a:cubicBezTo>
                    <a:pt x="342" y="180"/>
                    <a:pt x="338" y="179"/>
                    <a:pt x="338" y="177"/>
                  </a:cubicBezTo>
                  <a:cubicBezTo>
                    <a:pt x="337" y="175"/>
                    <a:pt x="337" y="172"/>
                    <a:pt x="336" y="170"/>
                  </a:cubicBezTo>
                  <a:cubicBezTo>
                    <a:pt x="334" y="167"/>
                    <a:pt x="333" y="167"/>
                    <a:pt x="329" y="166"/>
                  </a:cubicBezTo>
                  <a:cubicBezTo>
                    <a:pt x="328" y="166"/>
                    <a:pt x="326" y="166"/>
                    <a:pt x="325" y="166"/>
                  </a:cubicBezTo>
                  <a:cubicBezTo>
                    <a:pt x="324" y="166"/>
                    <a:pt x="322" y="167"/>
                    <a:pt x="322" y="166"/>
                  </a:cubicBezTo>
                  <a:cubicBezTo>
                    <a:pt x="313" y="166"/>
                    <a:pt x="322" y="156"/>
                    <a:pt x="323" y="152"/>
                  </a:cubicBezTo>
                  <a:cubicBezTo>
                    <a:pt x="324" y="148"/>
                    <a:pt x="322" y="148"/>
                    <a:pt x="322" y="144"/>
                  </a:cubicBezTo>
                  <a:cubicBezTo>
                    <a:pt x="321" y="142"/>
                    <a:pt x="320" y="140"/>
                    <a:pt x="320" y="138"/>
                  </a:cubicBezTo>
                  <a:cubicBezTo>
                    <a:pt x="320" y="134"/>
                    <a:pt x="325" y="127"/>
                    <a:pt x="328" y="124"/>
                  </a:cubicBezTo>
                  <a:cubicBezTo>
                    <a:pt x="330" y="123"/>
                    <a:pt x="331" y="123"/>
                    <a:pt x="332" y="121"/>
                  </a:cubicBezTo>
                  <a:cubicBezTo>
                    <a:pt x="332" y="120"/>
                    <a:pt x="331" y="119"/>
                    <a:pt x="331" y="118"/>
                  </a:cubicBezTo>
                  <a:cubicBezTo>
                    <a:pt x="332" y="113"/>
                    <a:pt x="336" y="116"/>
                    <a:pt x="340" y="116"/>
                  </a:cubicBezTo>
                  <a:cubicBezTo>
                    <a:pt x="343" y="116"/>
                    <a:pt x="346" y="113"/>
                    <a:pt x="347" y="111"/>
                  </a:cubicBezTo>
                  <a:cubicBezTo>
                    <a:pt x="349" y="109"/>
                    <a:pt x="348" y="106"/>
                    <a:pt x="350" y="104"/>
                  </a:cubicBezTo>
                  <a:cubicBezTo>
                    <a:pt x="354" y="100"/>
                    <a:pt x="357" y="94"/>
                    <a:pt x="355" y="90"/>
                  </a:cubicBezTo>
                  <a:cubicBezTo>
                    <a:pt x="354" y="89"/>
                    <a:pt x="353" y="88"/>
                    <a:pt x="352" y="87"/>
                  </a:cubicBezTo>
                  <a:cubicBezTo>
                    <a:pt x="351" y="84"/>
                    <a:pt x="350" y="82"/>
                    <a:pt x="348" y="80"/>
                  </a:cubicBezTo>
                  <a:cubicBezTo>
                    <a:pt x="345" y="77"/>
                    <a:pt x="344" y="76"/>
                    <a:pt x="344" y="71"/>
                  </a:cubicBezTo>
                  <a:cubicBezTo>
                    <a:pt x="345" y="68"/>
                    <a:pt x="344" y="65"/>
                    <a:pt x="341" y="63"/>
                  </a:cubicBezTo>
                  <a:cubicBezTo>
                    <a:pt x="338" y="60"/>
                    <a:pt x="336" y="62"/>
                    <a:pt x="333" y="61"/>
                  </a:cubicBezTo>
                  <a:cubicBezTo>
                    <a:pt x="330" y="61"/>
                    <a:pt x="331" y="61"/>
                    <a:pt x="329" y="60"/>
                  </a:cubicBezTo>
                  <a:cubicBezTo>
                    <a:pt x="327" y="59"/>
                    <a:pt x="325" y="59"/>
                    <a:pt x="323" y="59"/>
                  </a:cubicBezTo>
                  <a:cubicBezTo>
                    <a:pt x="321" y="58"/>
                    <a:pt x="320" y="58"/>
                    <a:pt x="318" y="58"/>
                  </a:cubicBezTo>
                  <a:cubicBezTo>
                    <a:pt x="315" y="58"/>
                    <a:pt x="316" y="59"/>
                    <a:pt x="314" y="60"/>
                  </a:cubicBezTo>
                  <a:cubicBezTo>
                    <a:pt x="314" y="60"/>
                    <a:pt x="314" y="61"/>
                    <a:pt x="313" y="62"/>
                  </a:cubicBezTo>
                  <a:cubicBezTo>
                    <a:pt x="312" y="62"/>
                    <a:pt x="312" y="61"/>
                    <a:pt x="311" y="62"/>
                  </a:cubicBezTo>
                  <a:cubicBezTo>
                    <a:pt x="309" y="62"/>
                    <a:pt x="307" y="62"/>
                    <a:pt x="306" y="63"/>
                  </a:cubicBezTo>
                  <a:cubicBezTo>
                    <a:pt x="303" y="64"/>
                    <a:pt x="301" y="67"/>
                    <a:pt x="298" y="68"/>
                  </a:cubicBezTo>
                  <a:cubicBezTo>
                    <a:pt x="296" y="69"/>
                    <a:pt x="294" y="66"/>
                    <a:pt x="290" y="67"/>
                  </a:cubicBezTo>
                  <a:cubicBezTo>
                    <a:pt x="288" y="68"/>
                    <a:pt x="286" y="70"/>
                    <a:pt x="282" y="71"/>
                  </a:cubicBezTo>
                  <a:cubicBezTo>
                    <a:pt x="278" y="73"/>
                    <a:pt x="274" y="71"/>
                    <a:pt x="278" y="67"/>
                  </a:cubicBezTo>
                  <a:cubicBezTo>
                    <a:pt x="280" y="65"/>
                    <a:pt x="282" y="65"/>
                    <a:pt x="281" y="61"/>
                  </a:cubicBezTo>
                  <a:cubicBezTo>
                    <a:pt x="280" y="58"/>
                    <a:pt x="279" y="56"/>
                    <a:pt x="277" y="54"/>
                  </a:cubicBezTo>
                  <a:cubicBezTo>
                    <a:pt x="277" y="53"/>
                    <a:pt x="276" y="51"/>
                    <a:pt x="275" y="50"/>
                  </a:cubicBezTo>
                  <a:cubicBezTo>
                    <a:pt x="275" y="49"/>
                    <a:pt x="275" y="48"/>
                    <a:pt x="275" y="47"/>
                  </a:cubicBezTo>
                  <a:cubicBezTo>
                    <a:pt x="275" y="40"/>
                    <a:pt x="278" y="36"/>
                    <a:pt x="277" y="30"/>
                  </a:cubicBezTo>
                  <a:cubicBezTo>
                    <a:pt x="277" y="28"/>
                    <a:pt x="276" y="29"/>
                    <a:pt x="277" y="27"/>
                  </a:cubicBezTo>
                  <a:cubicBezTo>
                    <a:pt x="278" y="25"/>
                    <a:pt x="278" y="24"/>
                    <a:pt x="279" y="22"/>
                  </a:cubicBezTo>
                  <a:cubicBezTo>
                    <a:pt x="281" y="20"/>
                    <a:pt x="283" y="20"/>
                    <a:pt x="284" y="16"/>
                  </a:cubicBezTo>
                  <a:cubicBezTo>
                    <a:pt x="285" y="11"/>
                    <a:pt x="285" y="7"/>
                    <a:pt x="280" y="5"/>
                  </a:cubicBezTo>
                  <a:cubicBezTo>
                    <a:pt x="276" y="3"/>
                    <a:pt x="275" y="4"/>
                    <a:pt x="272" y="6"/>
                  </a:cubicBezTo>
                  <a:cubicBezTo>
                    <a:pt x="269" y="7"/>
                    <a:pt x="264" y="5"/>
                    <a:pt x="261" y="5"/>
                  </a:cubicBezTo>
                  <a:cubicBezTo>
                    <a:pt x="258" y="5"/>
                    <a:pt x="256" y="6"/>
                    <a:pt x="253" y="6"/>
                  </a:cubicBezTo>
                  <a:cubicBezTo>
                    <a:pt x="250" y="6"/>
                    <a:pt x="247" y="6"/>
                    <a:pt x="243" y="5"/>
                  </a:cubicBezTo>
                  <a:cubicBezTo>
                    <a:pt x="240" y="5"/>
                    <a:pt x="237" y="3"/>
                    <a:pt x="233" y="2"/>
                  </a:cubicBezTo>
                  <a:cubicBezTo>
                    <a:pt x="232" y="2"/>
                    <a:pt x="230" y="3"/>
                    <a:pt x="228" y="3"/>
                  </a:cubicBezTo>
                  <a:cubicBezTo>
                    <a:pt x="227" y="3"/>
                    <a:pt x="226" y="2"/>
                    <a:pt x="225" y="2"/>
                  </a:cubicBezTo>
                  <a:cubicBezTo>
                    <a:pt x="222" y="2"/>
                    <a:pt x="220" y="4"/>
                    <a:pt x="217" y="4"/>
                  </a:cubicBezTo>
                  <a:cubicBezTo>
                    <a:pt x="215" y="4"/>
                    <a:pt x="213" y="3"/>
                    <a:pt x="211" y="3"/>
                  </a:cubicBezTo>
                  <a:cubicBezTo>
                    <a:pt x="205" y="3"/>
                    <a:pt x="199" y="3"/>
                    <a:pt x="192" y="4"/>
                  </a:cubicBezTo>
                  <a:cubicBezTo>
                    <a:pt x="189" y="4"/>
                    <a:pt x="186" y="0"/>
                    <a:pt x="183" y="2"/>
                  </a:cubicBezTo>
                  <a:lnTo>
                    <a:pt x="167" y="3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2D10751E-CD4C-4980-B75B-D31560808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9850" y="3305175"/>
              <a:ext cx="36513" cy="73025"/>
            </a:xfrm>
            <a:custGeom>
              <a:avLst/>
              <a:gdLst>
                <a:gd name="T0" fmla="*/ 20 w 33"/>
                <a:gd name="T1" fmla="*/ 16 h 64"/>
                <a:gd name="T2" fmla="*/ 4 w 33"/>
                <a:gd name="T3" fmla="*/ 18 h 64"/>
                <a:gd name="T4" fmla="*/ 8 w 33"/>
                <a:gd name="T5" fmla="*/ 36 h 64"/>
                <a:gd name="T6" fmla="*/ 14 w 33"/>
                <a:gd name="T7" fmla="*/ 60 h 64"/>
                <a:gd name="T8" fmla="*/ 20 w 33"/>
                <a:gd name="T9" fmla="*/ 56 h 64"/>
                <a:gd name="T10" fmla="*/ 31 w 33"/>
                <a:gd name="T11" fmla="*/ 37 h 64"/>
                <a:gd name="T12" fmla="*/ 20 w 33"/>
                <a:gd name="T13" fmla="*/ 1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64">
                  <a:moveTo>
                    <a:pt x="20" y="16"/>
                  </a:moveTo>
                  <a:cubicBezTo>
                    <a:pt x="20" y="16"/>
                    <a:pt x="0" y="0"/>
                    <a:pt x="4" y="18"/>
                  </a:cubicBezTo>
                  <a:cubicBezTo>
                    <a:pt x="8" y="36"/>
                    <a:pt x="11" y="19"/>
                    <a:pt x="8" y="36"/>
                  </a:cubicBezTo>
                  <a:cubicBezTo>
                    <a:pt x="5" y="54"/>
                    <a:pt x="14" y="60"/>
                    <a:pt x="14" y="60"/>
                  </a:cubicBezTo>
                  <a:cubicBezTo>
                    <a:pt x="14" y="60"/>
                    <a:pt x="13" y="64"/>
                    <a:pt x="20" y="56"/>
                  </a:cubicBezTo>
                  <a:cubicBezTo>
                    <a:pt x="28" y="48"/>
                    <a:pt x="31" y="44"/>
                    <a:pt x="31" y="37"/>
                  </a:cubicBezTo>
                  <a:cubicBezTo>
                    <a:pt x="32" y="29"/>
                    <a:pt x="33" y="20"/>
                    <a:pt x="20" y="1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63BB4749-BE79-4C50-9BF2-CEE5A054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900" y="3086100"/>
              <a:ext cx="25400" cy="30163"/>
            </a:xfrm>
            <a:custGeom>
              <a:avLst/>
              <a:gdLst>
                <a:gd name="T0" fmla="*/ 0 w 23"/>
                <a:gd name="T1" fmla="*/ 20 h 26"/>
                <a:gd name="T2" fmla="*/ 0 w 23"/>
                <a:gd name="T3" fmla="*/ 21 h 26"/>
                <a:gd name="T4" fmla="*/ 0 w 23"/>
                <a:gd name="T5" fmla="*/ 24 h 26"/>
                <a:gd name="T6" fmla="*/ 3 w 23"/>
                <a:gd name="T7" fmla="*/ 24 h 26"/>
                <a:gd name="T8" fmla="*/ 7 w 23"/>
                <a:gd name="T9" fmla="*/ 25 h 26"/>
                <a:gd name="T10" fmla="*/ 10 w 23"/>
                <a:gd name="T11" fmla="*/ 26 h 26"/>
                <a:gd name="T12" fmla="*/ 10 w 23"/>
                <a:gd name="T13" fmla="*/ 25 h 26"/>
                <a:gd name="T14" fmla="*/ 11 w 23"/>
                <a:gd name="T15" fmla="*/ 24 h 26"/>
                <a:gd name="T16" fmla="*/ 12 w 23"/>
                <a:gd name="T17" fmla="*/ 23 h 26"/>
                <a:gd name="T18" fmla="*/ 14 w 23"/>
                <a:gd name="T19" fmla="*/ 16 h 26"/>
                <a:gd name="T20" fmla="*/ 17 w 23"/>
                <a:gd name="T21" fmla="*/ 11 h 26"/>
                <a:gd name="T22" fmla="*/ 20 w 23"/>
                <a:gd name="T23" fmla="*/ 6 h 26"/>
                <a:gd name="T24" fmla="*/ 21 w 23"/>
                <a:gd name="T25" fmla="*/ 4 h 26"/>
                <a:gd name="T26" fmla="*/ 23 w 23"/>
                <a:gd name="T27" fmla="*/ 2 h 26"/>
                <a:gd name="T28" fmla="*/ 19 w 23"/>
                <a:gd name="T29" fmla="*/ 1 h 26"/>
                <a:gd name="T30" fmla="*/ 13 w 23"/>
                <a:gd name="T31" fmla="*/ 0 h 26"/>
                <a:gd name="T32" fmla="*/ 12 w 23"/>
                <a:gd name="T33" fmla="*/ 4 h 26"/>
                <a:gd name="T34" fmla="*/ 11 w 23"/>
                <a:gd name="T35" fmla="*/ 11 h 26"/>
                <a:gd name="T36" fmla="*/ 10 w 23"/>
                <a:gd name="T37" fmla="*/ 12 h 26"/>
                <a:gd name="T38" fmla="*/ 10 w 23"/>
                <a:gd name="T39" fmla="*/ 13 h 26"/>
                <a:gd name="T40" fmla="*/ 9 w 23"/>
                <a:gd name="T41" fmla="*/ 14 h 26"/>
                <a:gd name="T42" fmla="*/ 9 w 23"/>
                <a:gd name="T43" fmla="*/ 15 h 26"/>
                <a:gd name="T44" fmla="*/ 6 w 23"/>
                <a:gd name="T45" fmla="*/ 19 h 26"/>
                <a:gd name="T46" fmla="*/ 3 w 23"/>
                <a:gd name="T47" fmla="*/ 20 h 26"/>
                <a:gd name="T48" fmla="*/ 0 w 23"/>
                <a:gd name="T4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" h="26">
                  <a:moveTo>
                    <a:pt x="0" y="20"/>
                  </a:moveTo>
                  <a:cubicBezTo>
                    <a:pt x="0" y="20"/>
                    <a:pt x="0" y="21"/>
                    <a:pt x="0" y="21"/>
                  </a:cubicBezTo>
                  <a:cubicBezTo>
                    <a:pt x="0" y="23"/>
                    <a:pt x="0" y="24"/>
                    <a:pt x="0" y="24"/>
                  </a:cubicBezTo>
                  <a:cubicBezTo>
                    <a:pt x="1" y="24"/>
                    <a:pt x="2" y="24"/>
                    <a:pt x="3" y="24"/>
                  </a:cubicBezTo>
                  <a:cubicBezTo>
                    <a:pt x="5" y="25"/>
                    <a:pt x="6" y="25"/>
                    <a:pt x="7" y="25"/>
                  </a:cubicBezTo>
                  <a:cubicBezTo>
                    <a:pt x="8" y="26"/>
                    <a:pt x="9" y="26"/>
                    <a:pt x="10" y="26"/>
                  </a:cubicBezTo>
                  <a:cubicBezTo>
                    <a:pt x="10" y="26"/>
                    <a:pt x="10" y="26"/>
                    <a:pt x="10" y="25"/>
                  </a:cubicBezTo>
                  <a:cubicBezTo>
                    <a:pt x="10" y="25"/>
                    <a:pt x="11" y="25"/>
                    <a:pt x="11" y="24"/>
                  </a:cubicBezTo>
                  <a:cubicBezTo>
                    <a:pt x="11" y="24"/>
                    <a:pt x="12" y="23"/>
                    <a:pt x="12" y="23"/>
                  </a:cubicBezTo>
                  <a:cubicBezTo>
                    <a:pt x="12" y="21"/>
                    <a:pt x="12" y="18"/>
                    <a:pt x="14" y="16"/>
                  </a:cubicBezTo>
                  <a:cubicBezTo>
                    <a:pt x="16" y="15"/>
                    <a:pt x="16" y="13"/>
                    <a:pt x="17" y="11"/>
                  </a:cubicBezTo>
                  <a:cubicBezTo>
                    <a:pt x="18" y="9"/>
                    <a:pt x="19" y="8"/>
                    <a:pt x="20" y="6"/>
                  </a:cubicBezTo>
                  <a:cubicBezTo>
                    <a:pt x="20" y="6"/>
                    <a:pt x="21" y="5"/>
                    <a:pt x="21" y="4"/>
                  </a:cubicBezTo>
                  <a:cubicBezTo>
                    <a:pt x="22" y="3"/>
                    <a:pt x="23" y="2"/>
                    <a:pt x="23" y="2"/>
                  </a:cubicBezTo>
                  <a:cubicBezTo>
                    <a:pt x="23" y="1"/>
                    <a:pt x="20" y="1"/>
                    <a:pt x="19" y="1"/>
                  </a:cubicBezTo>
                  <a:cubicBezTo>
                    <a:pt x="17" y="1"/>
                    <a:pt x="15" y="1"/>
                    <a:pt x="13" y="0"/>
                  </a:cubicBezTo>
                  <a:cubicBezTo>
                    <a:pt x="13" y="1"/>
                    <a:pt x="12" y="3"/>
                    <a:pt x="12" y="4"/>
                  </a:cubicBezTo>
                  <a:cubicBezTo>
                    <a:pt x="12" y="7"/>
                    <a:pt x="11" y="9"/>
                    <a:pt x="11" y="11"/>
                  </a:cubicBezTo>
                  <a:cubicBezTo>
                    <a:pt x="11" y="11"/>
                    <a:pt x="10" y="12"/>
                    <a:pt x="10" y="12"/>
                  </a:cubicBezTo>
                  <a:cubicBezTo>
                    <a:pt x="10" y="12"/>
                    <a:pt x="10" y="13"/>
                    <a:pt x="10" y="13"/>
                  </a:cubicBezTo>
                  <a:cubicBezTo>
                    <a:pt x="10" y="13"/>
                    <a:pt x="9" y="14"/>
                    <a:pt x="9" y="14"/>
                  </a:cubicBezTo>
                  <a:cubicBezTo>
                    <a:pt x="9" y="14"/>
                    <a:pt x="9" y="15"/>
                    <a:pt x="9" y="15"/>
                  </a:cubicBezTo>
                  <a:cubicBezTo>
                    <a:pt x="9" y="17"/>
                    <a:pt x="8" y="18"/>
                    <a:pt x="6" y="19"/>
                  </a:cubicBezTo>
                  <a:cubicBezTo>
                    <a:pt x="5" y="20"/>
                    <a:pt x="3" y="20"/>
                    <a:pt x="3" y="20"/>
                  </a:cubicBezTo>
                  <a:cubicBezTo>
                    <a:pt x="2" y="20"/>
                    <a:pt x="1" y="20"/>
                    <a:pt x="0" y="2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9F3513F2-F2BB-48B1-9773-5C4D8949A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0" y="3078163"/>
              <a:ext cx="38100" cy="46038"/>
            </a:xfrm>
            <a:custGeom>
              <a:avLst/>
              <a:gdLst>
                <a:gd name="T0" fmla="*/ 12 w 33"/>
                <a:gd name="T1" fmla="*/ 11 h 40"/>
                <a:gd name="T2" fmla="*/ 19 w 33"/>
                <a:gd name="T3" fmla="*/ 2 h 40"/>
                <a:gd name="T4" fmla="*/ 33 w 33"/>
                <a:gd name="T5" fmla="*/ 9 h 40"/>
                <a:gd name="T6" fmla="*/ 29 w 33"/>
                <a:gd name="T7" fmla="*/ 16 h 40"/>
                <a:gd name="T8" fmla="*/ 22 w 33"/>
                <a:gd name="T9" fmla="*/ 27 h 40"/>
                <a:gd name="T10" fmla="*/ 21 w 33"/>
                <a:gd name="T11" fmla="*/ 31 h 40"/>
                <a:gd name="T12" fmla="*/ 19 w 33"/>
                <a:gd name="T13" fmla="*/ 35 h 40"/>
                <a:gd name="T14" fmla="*/ 11 w 33"/>
                <a:gd name="T15" fmla="*/ 37 h 40"/>
                <a:gd name="T16" fmla="*/ 0 w 33"/>
                <a:gd name="T17" fmla="*/ 28 h 40"/>
                <a:gd name="T18" fmla="*/ 3 w 33"/>
                <a:gd name="T19" fmla="*/ 22 h 40"/>
                <a:gd name="T20" fmla="*/ 8 w 33"/>
                <a:gd name="T21" fmla="*/ 22 h 40"/>
                <a:gd name="T22" fmla="*/ 10 w 33"/>
                <a:gd name="T23" fmla="*/ 20 h 40"/>
                <a:gd name="T24" fmla="*/ 11 w 33"/>
                <a:gd name="T25" fmla="*/ 18 h 40"/>
                <a:gd name="T26" fmla="*/ 12 w 33"/>
                <a:gd name="T27" fmla="*/ 1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" h="40">
                  <a:moveTo>
                    <a:pt x="12" y="11"/>
                  </a:moveTo>
                  <a:cubicBezTo>
                    <a:pt x="13" y="8"/>
                    <a:pt x="16" y="2"/>
                    <a:pt x="19" y="2"/>
                  </a:cubicBezTo>
                  <a:cubicBezTo>
                    <a:pt x="19" y="6"/>
                    <a:pt x="33" y="0"/>
                    <a:pt x="33" y="9"/>
                  </a:cubicBezTo>
                  <a:cubicBezTo>
                    <a:pt x="33" y="12"/>
                    <a:pt x="30" y="14"/>
                    <a:pt x="29" y="16"/>
                  </a:cubicBezTo>
                  <a:cubicBezTo>
                    <a:pt x="26" y="19"/>
                    <a:pt x="26" y="24"/>
                    <a:pt x="22" y="27"/>
                  </a:cubicBezTo>
                  <a:cubicBezTo>
                    <a:pt x="21" y="28"/>
                    <a:pt x="22" y="30"/>
                    <a:pt x="21" y="31"/>
                  </a:cubicBezTo>
                  <a:cubicBezTo>
                    <a:pt x="21" y="33"/>
                    <a:pt x="20" y="34"/>
                    <a:pt x="19" y="35"/>
                  </a:cubicBezTo>
                  <a:cubicBezTo>
                    <a:pt x="15" y="40"/>
                    <a:pt x="16" y="38"/>
                    <a:pt x="11" y="37"/>
                  </a:cubicBezTo>
                  <a:cubicBezTo>
                    <a:pt x="5" y="35"/>
                    <a:pt x="0" y="36"/>
                    <a:pt x="0" y="28"/>
                  </a:cubicBezTo>
                  <a:cubicBezTo>
                    <a:pt x="0" y="27"/>
                    <a:pt x="1" y="23"/>
                    <a:pt x="3" y="22"/>
                  </a:cubicBezTo>
                  <a:cubicBezTo>
                    <a:pt x="4" y="21"/>
                    <a:pt x="7" y="23"/>
                    <a:pt x="8" y="22"/>
                  </a:cubicBezTo>
                  <a:cubicBezTo>
                    <a:pt x="10" y="22"/>
                    <a:pt x="9" y="21"/>
                    <a:pt x="10" y="20"/>
                  </a:cubicBezTo>
                  <a:cubicBezTo>
                    <a:pt x="10" y="20"/>
                    <a:pt x="11" y="18"/>
                    <a:pt x="11" y="18"/>
                  </a:cubicBezTo>
                  <a:cubicBezTo>
                    <a:pt x="12" y="15"/>
                    <a:pt x="13" y="14"/>
                    <a:pt x="12" y="1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5" name="Freeform 45">
              <a:extLst>
                <a:ext uri="{FF2B5EF4-FFF2-40B4-BE49-F238E27FC236}">
                  <a16:creationId xmlns:a16="http://schemas.microsoft.com/office/drawing/2014/main" id="{FFEC4BD3-3D2F-4244-803B-6363ED2737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8288" y="3186113"/>
              <a:ext cx="147638" cy="106363"/>
            </a:xfrm>
            <a:custGeom>
              <a:avLst/>
              <a:gdLst>
                <a:gd name="T0" fmla="*/ 40 w 131"/>
                <a:gd name="T1" fmla="*/ 93 h 93"/>
                <a:gd name="T2" fmla="*/ 33 w 131"/>
                <a:gd name="T3" fmla="*/ 88 h 93"/>
                <a:gd name="T4" fmla="*/ 27 w 131"/>
                <a:gd name="T5" fmla="*/ 81 h 93"/>
                <a:gd name="T6" fmla="*/ 22 w 131"/>
                <a:gd name="T7" fmla="*/ 85 h 93"/>
                <a:gd name="T8" fmla="*/ 13 w 131"/>
                <a:gd name="T9" fmla="*/ 80 h 93"/>
                <a:gd name="T10" fmla="*/ 7 w 131"/>
                <a:gd name="T11" fmla="*/ 81 h 93"/>
                <a:gd name="T12" fmla="*/ 0 w 131"/>
                <a:gd name="T13" fmla="*/ 72 h 93"/>
                <a:gd name="T14" fmla="*/ 5 w 131"/>
                <a:gd name="T15" fmla="*/ 62 h 93"/>
                <a:gd name="T16" fmla="*/ 9 w 131"/>
                <a:gd name="T17" fmla="*/ 54 h 93"/>
                <a:gd name="T18" fmla="*/ 13 w 131"/>
                <a:gd name="T19" fmla="*/ 49 h 93"/>
                <a:gd name="T20" fmla="*/ 16 w 131"/>
                <a:gd name="T21" fmla="*/ 44 h 93"/>
                <a:gd name="T22" fmla="*/ 18 w 131"/>
                <a:gd name="T23" fmla="*/ 37 h 93"/>
                <a:gd name="T24" fmla="*/ 23 w 131"/>
                <a:gd name="T25" fmla="*/ 32 h 93"/>
                <a:gd name="T26" fmla="*/ 26 w 131"/>
                <a:gd name="T27" fmla="*/ 26 h 93"/>
                <a:gd name="T28" fmla="*/ 25 w 131"/>
                <a:gd name="T29" fmla="*/ 15 h 93"/>
                <a:gd name="T30" fmla="*/ 27 w 131"/>
                <a:gd name="T31" fmla="*/ 3 h 93"/>
                <a:gd name="T32" fmla="*/ 40 w 131"/>
                <a:gd name="T33" fmla="*/ 2 h 93"/>
                <a:gd name="T34" fmla="*/ 70 w 131"/>
                <a:gd name="T35" fmla="*/ 4 h 93"/>
                <a:gd name="T36" fmla="*/ 128 w 131"/>
                <a:gd name="T37" fmla="*/ 5 h 93"/>
                <a:gd name="T38" fmla="*/ 130 w 131"/>
                <a:gd name="T39" fmla="*/ 19 h 93"/>
                <a:gd name="T40" fmla="*/ 130 w 131"/>
                <a:gd name="T41" fmla="*/ 81 h 93"/>
                <a:gd name="T42" fmla="*/ 118 w 131"/>
                <a:gd name="T43" fmla="*/ 88 h 93"/>
                <a:gd name="T44" fmla="*/ 71 w 131"/>
                <a:gd name="T45" fmla="*/ 88 h 93"/>
                <a:gd name="T46" fmla="*/ 47 w 131"/>
                <a:gd name="T47" fmla="*/ 89 h 93"/>
                <a:gd name="T48" fmla="*/ 39 w 131"/>
                <a:gd name="T49" fmla="*/ 81 h 93"/>
                <a:gd name="T50" fmla="*/ 44 w 131"/>
                <a:gd name="T51" fmla="*/ 79 h 93"/>
                <a:gd name="T52" fmla="*/ 109 w 131"/>
                <a:gd name="T53" fmla="*/ 79 h 93"/>
                <a:gd name="T54" fmla="*/ 120 w 131"/>
                <a:gd name="T55" fmla="*/ 79 h 93"/>
                <a:gd name="T56" fmla="*/ 121 w 131"/>
                <a:gd name="T57" fmla="*/ 45 h 93"/>
                <a:gd name="T58" fmla="*/ 121 w 131"/>
                <a:gd name="T59" fmla="*/ 17 h 93"/>
                <a:gd name="T60" fmla="*/ 119 w 131"/>
                <a:gd name="T61" fmla="*/ 13 h 93"/>
                <a:gd name="T62" fmla="*/ 70 w 131"/>
                <a:gd name="T63" fmla="*/ 14 h 93"/>
                <a:gd name="T64" fmla="*/ 34 w 131"/>
                <a:gd name="T65" fmla="*/ 9 h 93"/>
                <a:gd name="T66" fmla="*/ 34 w 131"/>
                <a:gd name="T67" fmla="*/ 15 h 93"/>
                <a:gd name="T68" fmla="*/ 34 w 131"/>
                <a:gd name="T69" fmla="*/ 30 h 93"/>
                <a:gd name="T70" fmla="*/ 30 w 131"/>
                <a:gd name="T71" fmla="*/ 38 h 93"/>
                <a:gd name="T72" fmla="*/ 26 w 131"/>
                <a:gd name="T73" fmla="*/ 42 h 93"/>
                <a:gd name="T74" fmla="*/ 23 w 131"/>
                <a:gd name="T75" fmla="*/ 50 h 93"/>
                <a:gd name="T76" fmla="*/ 22 w 131"/>
                <a:gd name="T77" fmla="*/ 53 h 93"/>
                <a:gd name="T78" fmla="*/ 16 w 131"/>
                <a:gd name="T79" fmla="*/ 60 h 93"/>
                <a:gd name="T80" fmla="*/ 13 w 131"/>
                <a:gd name="T81" fmla="*/ 67 h 93"/>
                <a:gd name="T82" fmla="*/ 10 w 131"/>
                <a:gd name="T83" fmla="*/ 71 h 93"/>
                <a:gd name="T84" fmla="*/ 21 w 131"/>
                <a:gd name="T85" fmla="*/ 74 h 93"/>
                <a:gd name="T86" fmla="*/ 34 w 131"/>
                <a:gd name="T87" fmla="*/ 75 h 93"/>
                <a:gd name="T88" fmla="*/ 39 w 131"/>
                <a:gd name="T89" fmla="*/ 8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1" h="93">
                  <a:moveTo>
                    <a:pt x="41" y="93"/>
                  </a:moveTo>
                  <a:cubicBezTo>
                    <a:pt x="41" y="93"/>
                    <a:pt x="40" y="93"/>
                    <a:pt x="40" y="93"/>
                  </a:cubicBezTo>
                  <a:cubicBezTo>
                    <a:pt x="37" y="93"/>
                    <a:pt x="35" y="90"/>
                    <a:pt x="34" y="89"/>
                  </a:cubicBezTo>
                  <a:cubicBezTo>
                    <a:pt x="34" y="89"/>
                    <a:pt x="33" y="89"/>
                    <a:pt x="33" y="88"/>
                  </a:cubicBezTo>
                  <a:cubicBezTo>
                    <a:pt x="28" y="87"/>
                    <a:pt x="27" y="84"/>
                    <a:pt x="27" y="82"/>
                  </a:cubicBezTo>
                  <a:cubicBezTo>
                    <a:pt x="27" y="82"/>
                    <a:pt x="27" y="82"/>
                    <a:pt x="27" y="81"/>
                  </a:cubicBezTo>
                  <a:cubicBezTo>
                    <a:pt x="26" y="81"/>
                    <a:pt x="25" y="82"/>
                    <a:pt x="25" y="83"/>
                  </a:cubicBezTo>
                  <a:cubicBezTo>
                    <a:pt x="24" y="84"/>
                    <a:pt x="23" y="85"/>
                    <a:pt x="22" y="85"/>
                  </a:cubicBezTo>
                  <a:cubicBezTo>
                    <a:pt x="21" y="85"/>
                    <a:pt x="20" y="85"/>
                    <a:pt x="19" y="85"/>
                  </a:cubicBezTo>
                  <a:cubicBezTo>
                    <a:pt x="18" y="85"/>
                    <a:pt x="14" y="85"/>
                    <a:pt x="13" y="80"/>
                  </a:cubicBezTo>
                  <a:cubicBezTo>
                    <a:pt x="13" y="80"/>
                    <a:pt x="12" y="80"/>
                    <a:pt x="12" y="80"/>
                  </a:cubicBezTo>
                  <a:cubicBezTo>
                    <a:pt x="10" y="81"/>
                    <a:pt x="9" y="81"/>
                    <a:pt x="7" y="81"/>
                  </a:cubicBezTo>
                  <a:cubicBezTo>
                    <a:pt x="5" y="81"/>
                    <a:pt x="3" y="80"/>
                    <a:pt x="2" y="79"/>
                  </a:cubicBezTo>
                  <a:cubicBezTo>
                    <a:pt x="1" y="77"/>
                    <a:pt x="0" y="75"/>
                    <a:pt x="0" y="72"/>
                  </a:cubicBezTo>
                  <a:cubicBezTo>
                    <a:pt x="0" y="70"/>
                    <a:pt x="2" y="68"/>
                    <a:pt x="4" y="64"/>
                  </a:cubicBezTo>
                  <a:cubicBezTo>
                    <a:pt x="5" y="63"/>
                    <a:pt x="5" y="63"/>
                    <a:pt x="5" y="62"/>
                  </a:cubicBezTo>
                  <a:cubicBezTo>
                    <a:pt x="6" y="62"/>
                    <a:pt x="6" y="61"/>
                    <a:pt x="6" y="60"/>
                  </a:cubicBezTo>
                  <a:cubicBezTo>
                    <a:pt x="7" y="58"/>
                    <a:pt x="7" y="56"/>
                    <a:pt x="9" y="54"/>
                  </a:cubicBezTo>
                  <a:cubicBezTo>
                    <a:pt x="10" y="53"/>
                    <a:pt x="11" y="52"/>
                    <a:pt x="12" y="51"/>
                  </a:cubicBezTo>
                  <a:cubicBezTo>
                    <a:pt x="13" y="50"/>
                    <a:pt x="13" y="50"/>
                    <a:pt x="13" y="49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4" y="47"/>
                    <a:pt x="15" y="46"/>
                    <a:pt x="16" y="44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8"/>
                    <a:pt x="17" y="37"/>
                    <a:pt x="18" y="37"/>
                  </a:cubicBezTo>
                  <a:cubicBezTo>
                    <a:pt x="19" y="35"/>
                    <a:pt x="20" y="34"/>
                    <a:pt x="21" y="33"/>
                  </a:cubicBezTo>
                  <a:cubicBezTo>
                    <a:pt x="22" y="33"/>
                    <a:pt x="23" y="32"/>
                    <a:pt x="23" y="32"/>
                  </a:cubicBezTo>
                  <a:cubicBezTo>
                    <a:pt x="24" y="31"/>
                    <a:pt x="24" y="30"/>
                    <a:pt x="25" y="28"/>
                  </a:cubicBezTo>
                  <a:cubicBezTo>
                    <a:pt x="25" y="27"/>
                    <a:pt x="26" y="27"/>
                    <a:pt x="26" y="26"/>
                  </a:cubicBezTo>
                  <a:cubicBezTo>
                    <a:pt x="27" y="24"/>
                    <a:pt x="27" y="23"/>
                    <a:pt x="27" y="21"/>
                  </a:cubicBezTo>
                  <a:cubicBezTo>
                    <a:pt x="26" y="20"/>
                    <a:pt x="25" y="18"/>
                    <a:pt x="25" y="15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0"/>
                    <a:pt x="24" y="6"/>
                    <a:pt x="27" y="3"/>
                  </a:cubicBezTo>
                  <a:cubicBezTo>
                    <a:pt x="29" y="1"/>
                    <a:pt x="31" y="0"/>
                    <a:pt x="34" y="0"/>
                  </a:cubicBezTo>
                  <a:cubicBezTo>
                    <a:pt x="37" y="0"/>
                    <a:pt x="39" y="2"/>
                    <a:pt x="40" y="2"/>
                  </a:cubicBezTo>
                  <a:cubicBezTo>
                    <a:pt x="42" y="4"/>
                    <a:pt x="44" y="4"/>
                    <a:pt x="47" y="4"/>
                  </a:cubicBezTo>
                  <a:cubicBezTo>
                    <a:pt x="55" y="4"/>
                    <a:pt x="62" y="4"/>
                    <a:pt x="70" y="4"/>
                  </a:cubicBezTo>
                  <a:cubicBezTo>
                    <a:pt x="118" y="4"/>
                    <a:pt x="118" y="4"/>
                    <a:pt x="118" y="4"/>
                  </a:cubicBezTo>
                  <a:cubicBezTo>
                    <a:pt x="121" y="4"/>
                    <a:pt x="125" y="3"/>
                    <a:pt x="128" y="5"/>
                  </a:cubicBezTo>
                  <a:cubicBezTo>
                    <a:pt x="131" y="8"/>
                    <a:pt x="131" y="11"/>
                    <a:pt x="130" y="17"/>
                  </a:cubicBezTo>
                  <a:cubicBezTo>
                    <a:pt x="130" y="18"/>
                    <a:pt x="130" y="19"/>
                    <a:pt x="130" y="19"/>
                  </a:cubicBezTo>
                  <a:cubicBezTo>
                    <a:pt x="130" y="45"/>
                    <a:pt x="130" y="45"/>
                    <a:pt x="130" y="45"/>
                  </a:cubicBezTo>
                  <a:cubicBezTo>
                    <a:pt x="131" y="57"/>
                    <a:pt x="131" y="69"/>
                    <a:pt x="130" y="81"/>
                  </a:cubicBezTo>
                  <a:cubicBezTo>
                    <a:pt x="130" y="87"/>
                    <a:pt x="126" y="89"/>
                    <a:pt x="120" y="88"/>
                  </a:cubicBezTo>
                  <a:cubicBezTo>
                    <a:pt x="119" y="88"/>
                    <a:pt x="118" y="88"/>
                    <a:pt x="118" y="88"/>
                  </a:cubicBezTo>
                  <a:cubicBezTo>
                    <a:pt x="109" y="88"/>
                    <a:pt x="109" y="88"/>
                    <a:pt x="109" y="88"/>
                  </a:cubicBezTo>
                  <a:cubicBezTo>
                    <a:pt x="96" y="88"/>
                    <a:pt x="83" y="88"/>
                    <a:pt x="71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47" y="89"/>
                    <a:pt x="47" y="89"/>
                    <a:pt x="47" y="89"/>
                  </a:cubicBezTo>
                  <a:cubicBezTo>
                    <a:pt x="46" y="92"/>
                    <a:pt x="43" y="93"/>
                    <a:pt x="41" y="93"/>
                  </a:cubicBezTo>
                  <a:close/>
                  <a:moveTo>
                    <a:pt x="39" y="81"/>
                  </a:moveTo>
                  <a:cubicBezTo>
                    <a:pt x="39" y="81"/>
                    <a:pt x="39" y="82"/>
                    <a:pt x="40" y="82"/>
                  </a:cubicBezTo>
                  <a:cubicBezTo>
                    <a:pt x="41" y="79"/>
                    <a:pt x="44" y="79"/>
                    <a:pt x="44" y="79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83" y="79"/>
                    <a:pt x="96" y="79"/>
                    <a:pt x="109" y="7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19" y="79"/>
                    <a:pt x="120" y="79"/>
                    <a:pt x="120" y="79"/>
                  </a:cubicBezTo>
                  <a:cubicBezTo>
                    <a:pt x="121" y="79"/>
                    <a:pt x="121" y="79"/>
                    <a:pt x="121" y="79"/>
                  </a:cubicBezTo>
                  <a:cubicBezTo>
                    <a:pt x="122" y="68"/>
                    <a:pt x="121" y="57"/>
                    <a:pt x="121" y="45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1" y="19"/>
                    <a:pt x="121" y="18"/>
                    <a:pt x="121" y="17"/>
                  </a:cubicBezTo>
                  <a:cubicBezTo>
                    <a:pt x="121" y="16"/>
                    <a:pt x="121" y="14"/>
                    <a:pt x="121" y="13"/>
                  </a:cubicBezTo>
                  <a:cubicBezTo>
                    <a:pt x="120" y="13"/>
                    <a:pt x="120" y="13"/>
                    <a:pt x="119" y="13"/>
                  </a:cubicBezTo>
                  <a:cubicBezTo>
                    <a:pt x="118" y="14"/>
                    <a:pt x="117" y="14"/>
                    <a:pt x="117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2" y="14"/>
                    <a:pt x="55" y="14"/>
                    <a:pt x="47" y="13"/>
                  </a:cubicBezTo>
                  <a:cubicBezTo>
                    <a:pt x="42" y="13"/>
                    <a:pt x="38" y="12"/>
                    <a:pt x="34" y="9"/>
                  </a:cubicBezTo>
                  <a:cubicBezTo>
                    <a:pt x="34" y="9"/>
                    <a:pt x="34" y="12"/>
                    <a:pt x="34" y="13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6"/>
                    <a:pt x="35" y="17"/>
                    <a:pt x="35" y="18"/>
                  </a:cubicBezTo>
                  <a:cubicBezTo>
                    <a:pt x="36" y="21"/>
                    <a:pt x="38" y="25"/>
                    <a:pt x="34" y="30"/>
                  </a:cubicBezTo>
                  <a:cubicBezTo>
                    <a:pt x="34" y="31"/>
                    <a:pt x="33" y="32"/>
                    <a:pt x="33" y="33"/>
                  </a:cubicBezTo>
                  <a:cubicBezTo>
                    <a:pt x="32" y="34"/>
                    <a:pt x="31" y="36"/>
                    <a:pt x="30" y="38"/>
                  </a:cubicBezTo>
                  <a:cubicBezTo>
                    <a:pt x="29" y="39"/>
                    <a:pt x="28" y="40"/>
                    <a:pt x="27" y="41"/>
                  </a:cubicBezTo>
                  <a:cubicBezTo>
                    <a:pt x="27" y="41"/>
                    <a:pt x="26" y="41"/>
                    <a:pt x="26" y="42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4" y="49"/>
                    <a:pt x="24" y="49"/>
                    <a:pt x="23" y="50"/>
                  </a:cubicBezTo>
                  <a:cubicBezTo>
                    <a:pt x="23" y="51"/>
                    <a:pt x="23" y="51"/>
                    <a:pt x="22" y="51"/>
                  </a:cubicBezTo>
                  <a:cubicBezTo>
                    <a:pt x="22" y="52"/>
                    <a:pt x="22" y="53"/>
                    <a:pt x="22" y="53"/>
                  </a:cubicBezTo>
                  <a:cubicBezTo>
                    <a:pt x="21" y="56"/>
                    <a:pt x="19" y="57"/>
                    <a:pt x="18" y="58"/>
                  </a:cubicBezTo>
                  <a:cubicBezTo>
                    <a:pt x="17" y="59"/>
                    <a:pt x="16" y="59"/>
                    <a:pt x="16" y="60"/>
                  </a:cubicBezTo>
                  <a:cubicBezTo>
                    <a:pt x="16" y="60"/>
                    <a:pt x="16" y="61"/>
                    <a:pt x="15" y="62"/>
                  </a:cubicBezTo>
                  <a:cubicBezTo>
                    <a:pt x="15" y="64"/>
                    <a:pt x="14" y="65"/>
                    <a:pt x="13" y="67"/>
                  </a:cubicBezTo>
                  <a:cubicBezTo>
                    <a:pt x="13" y="68"/>
                    <a:pt x="12" y="69"/>
                    <a:pt x="12" y="70"/>
                  </a:cubicBezTo>
                  <a:cubicBezTo>
                    <a:pt x="11" y="70"/>
                    <a:pt x="11" y="71"/>
                    <a:pt x="10" y="71"/>
                  </a:cubicBezTo>
                  <a:cubicBezTo>
                    <a:pt x="13" y="71"/>
                    <a:pt x="17" y="71"/>
                    <a:pt x="19" y="73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3" y="72"/>
                    <a:pt x="28" y="71"/>
                    <a:pt x="32" y="74"/>
                  </a:cubicBezTo>
                  <a:cubicBezTo>
                    <a:pt x="33" y="74"/>
                    <a:pt x="34" y="75"/>
                    <a:pt x="34" y="75"/>
                  </a:cubicBezTo>
                  <a:cubicBezTo>
                    <a:pt x="37" y="75"/>
                    <a:pt x="39" y="76"/>
                    <a:pt x="39" y="78"/>
                  </a:cubicBezTo>
                  <a:cubicBezTo>
                    <a:pt x="39" y="79"/>
                    <a:pt x="39" y="80"/>
                    <a:pt x="39" y="8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9AE88327-8482-42B0-AA70-8779B1D96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3050" y="3189288"/>
              <a:ext cx="139700" cy="98425"/>
            </a:xfrm>
            <a:custGeom>
              <a:avLst/>
              <a:gdLst>
                <a:gd name="T0" fmla="*/ 27 w 123"/>
                <a:gd name="T1" fmla="*/ 3 h 86"/>
                <a:gd name="T2" fmla="*/ 26 w 123"/>
                <a:gd name="T3" fmla="*/ 12 h 86"/>
                <a:gd name="T4" fmla="*/ 26 w 123"/>
                <a:gd name="T5" fmla="*/ 25 h 86"/>
                <a:gd name="T6" fmla="*/ 22 w 123"/>
                <a:gd name="T7" fmla="*/ 32 h 86"/>
                <a:gd name="T8" fmla="*/ 18 w 123"/>
                <a:gd name="T9" fmla="*/ 36 h 86"/>
                <a:gd name="T10" fmla="*/ 16 w 123"/>
                <a:gd name="T11" fmla="*/ 44 h 86"/>
                <a:gd name="T12" fmla="*/ 14 w 123"/>
                <a:gd name="T13" fmla="*/ 48 h 86"/>
                <a:gd name="T14" fmla="*/ 8 w 123"/>
                <a:gd name="T15" fmla="*/ 54 h 86"/>
                <a:gd name="T16" fmla="*/ 5 w 123"/>
                <a:gd name="T17" fmla="*/ 62 h 86"/>
                <a:gd name="T18" fmla="*/ 1 w 123"/>
                <a:gd name="T19" fmla="*/ 70 h 86"/>
                <a:gd name="T20" fmla="*/ 12 w 123"/>
                <a:gd name="T21" fmla="*/ 73 h 86"/>
                <a:gd name="T22" fmla="*/ 17 w 123"/>
                <a:gd name="T23" fmla="*/ 78 h 86"/>
                <a:gd name="T24" fmla="*/ 26 w 123"/>
                <a:gd name="T25" fmla="*/ 75 h 86"/>
                <a:gd name="T26" fmla="*/ 30 w 123"/>
                <a:gd name="T27" fmla="*/ 76 h 86"/>
                <a:gd name="T28" fmla="*/ 31 w 123"/>
                <a:gd name="T29" fmla="*/ 81 h 86"/>
                <a:gd name="T30" fmla="*/ 37 w 123"/>
                <a:gd name="T31" fmla="*/ 86 h 86"/>
                <a:gd name="T32" fmla="*/ 39 w 123"/>
                <a:gd name="T33" fmla="*/ 83 h 86"/>
                <a:gd name="T34" fmla="*/ 40 w 123"/>
                <a:gd name="T35" fmla="*/ 81 h 86"/>
                <a:gd name="T36" fmla="*/ 45 w 123"/>
                <a:gd name="T37" fmla="*/ 81 h 86"/>
                <a:gd name="T38" fmla="*/ 66 w 123"/>
                <a:gd name="T39" fmla="*/ 81 h 86"/>
                <a:gd name="T40" fmla="*/ 105 w 123"/>
                <a:gd name="T41" fmla="*/ 81 h 86"/>
                <a:gd name="T42" fmla="*/ 114 w 123"/>
                <a:gd name="T43" fmla="*/ 81 h 86"/>
                <a:gd name="T44" fmla="*/ 121 w 123"/>
                <a:gd name="T45" fmla="*/ 78 h 86"/>
                <a:gd name="T46" fmla="*/ 122 w 123"/>
                <a:gd name="T47" fmla="*/ 33 h 86"/>
                <a:gd name="T48" fmla="*/ 121 w 123"/>
                <a:gd name="T49" fmla="*/ 16 h 86"/>
                <a:gd name="T50" fmla="*/ 121 w 123"/>
                <a:gd name="T51" fmla="*/ 6 h 86"/>
                <a:gd name="T52" fmla="*/ 113 w 123"/>
                <a:gd name="T53" fmla="*/ 6 h 86"/>
                <a:gd name="T54" fmla="*/ 96 w 123"/>
                <a:gd name="T55" fmla="*/ 6 h 86"/>
                <a:gd name="T56" fmla="*/ 43 w 123"/>
                <a:gd name="T57" fmla="*/ 6 h 86"/>
                <a:gd name="T58" fmla="*/ 33 w 123"/>
                <a:gd name="T59" fmla="*/ 3 h 86"/>
                <a:gd name="T60" fmla="*/ 27 w 123"/>
                <a:gd name="T61" fmla="*/ 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3" h="86">
                  <a:moveTo>
                    <a:pt x="27" y="3"/>
                  </a:moveTo>
                  <a:cubicBezTo>
                    <a:pt x="25" y="5"/>
                    <a:pt x="26" y="9"/>
                    <a:pt x="26" y="12"/>
                  </a:cubicBezTo>
                  <a:cubicBezTo>
                    <a:pt x="26" y="17"/>
                    <a:pt x="30" y="19"/>
                    <a:pt x="26" y="25"/>
                  </a:cubicBezTo>
                  <a:cubicBezTo>
                    <a:pt x="25" y="27"/>
                    <a:pt x="24" y="30"/>
                    <a:pt x="22" y="32"/>
                  </a:cubicBezTo>
                  <a:cubicBezTo>
                    <a:pt x="21" y="34"/>
                    <a:pt x="19" y="35"/>
                    <a:pt x="18" y="36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4"/>
                    <a:pt x="14" y="47"/>
                    <a:pt x="14" y="48"/>
                  </a:cubicBezTo>
                  <a:cubicBezTo>
                    <a:pt x="12" y="51"/>
                    <a:pt x="10" y="52"/>
                    <a:pt x="8" y="54"/>
                  </a:cubicBezTo>
                  <a:cubicBezTo>
                    <a:pt x="7" y="56"/>
                    <a:pt x="7" y="59"/>
                    <a:pt x="5" y="62"/>
                  </a:cubicBezTo>
                  <a:cubicBezTo>
                    <a:pt x="4" y="63"/>
                    <a:pt x="1" y="68"/>
                    <a:pt x="1" y="70"/>
                  </a:cubicBezTo>
                  <a:cubicBezTo>
                    <a:pt x="0" y="77"/>
                    <a:pt x="9" y="70"/>
                    <a:pt x="12" y="73"/>
                  </a:cubicBezTo>
                  <a:cubicBezTo>
                    <a:pt x="15" y="75"/>
                    <a:pt x="12" y="79"/>
                    <a:pt x="17" y="78"/>
                  </a:cubicBezTo>
                  <a:cubicBezTo>
                    <a:pt x="17" y="78"/>
                    <a:pt x="20" y="71"/>
                    <a:pt x="26" y="75"/>
                  </a:cubicBezTo>
                  <a:cubicBezTo>
                    <a:pt x="27" y="76"/>
                    <a:pt x="29" y="76"/>
                    <a:pt x="30" y="76"/>
                  </a:cubicBezTo>
                  <a:cubicBezTo>
                    <a:pt x="26" y="78"/>
                    <a:pt x="27" y="80"/>
                    <a:pt x="31" y="81"/>
                  </a:cubicBezTo>
                  <a:cubicBezTo>
                    <a:pt x="33" y="82"/>
                    <a:pt x="34" y="85"/>
                    <a:pt x="37" y="86"/>
                  </a:cubicBezTo>
                  <a:cubicBezTo>
                    <a:pt x="39" y="86"/>
                    <a:pt x="38" y="85"/>
                    <a:pt x="39" y="83"/>
                  </a:cubicBezTo>
                  <a:cubicBezTo>
                    <a:pt x="40" y="83"/>
                    <a:pt x="39" y="81"/>
                    <a:pt x="40" y="81"/>
                  </a:cubicBezTo>
                  <a:cubicBezTo>
                    <a:pt x="42" y="81"/>
                    <a:pt x="43" y="81"/>
                    <a:pt x="45" y="81"/>
                  </a:cubicBezTo>
                  <a:cubicBezTo>
                    <a:pt x="52" y="81"/>
                    <a:pt x="59" y="81"/>
                    <a:pt x="66" y="81"/>
                  </a:cubicBezTo>
                  <a:cubicBezTo>
                    <a:pt x="79" y="81"/>
                    <a:pt x="92" y="81"/>
                    <a:pt x="105" y="81"/>
                  </a:cubicBezTo>
                  <a:cubicBezTo>
                    <a:pt x="108" y="81"/>
                    <a:pt x="111" y="81"/>
                    <a:pt x="114" y="81"/>
                  </a:cubicBezTo>
                  <a:cubicBezTo>
                    <a:pt x="118" y="81"/>
                    <a:pt x="121" y="82"/>
                    <a:pt x="121" y="78"/>
                  </a:cubicBezTo>
                  <a:cubicBezTo>
                    <a:pt x="123" y="63"/>
                    <a:pt x="122" y="48"/>
                    <a:pt x="122" y="33"/>
                  </a:cubicBezTo>
                  <a:cubicBezTo>
                    <a:pt x="122" y="27"/>
                    <a:pt x="121" y="22"/>
                    <a:pt x="121" y="16"/>
                  </a:cubicBezTo>
                  <a:cubicBezTo>
                    <a:pt x="121" y="15"/>
                    <a:pt x="122" y="7"/>
                    <a:pt x="121" y="6"/>
                  </a:cubicBezTo>
                  <a:cubicBezTo>
                    <a:pt x="120" y="5"/>
                    <a:pt x="114" y="6"/>
                    <a:pt x="113" y="6"/>
                  </a:cubicBezTo>
                  <a:cubicBezTo>
                    <a:pt x="107" y="6"/>
                    <a:pt x="102" y="6"/>
                    <a:pt x="96" y="6"/>
                  </a:cubicBezTo>
                  <a:cubicBezTo>
                    <a:pt x="79" y="6"/>
                    <a:pt x="61" y="6"/>
                    <a:pt x="43" y="6"/>
                  </a:cubicBezTo>
                  <a:cubicBezTo>
                    <a:pt x="39" y="6"/>
                    <a:pt x="36" y="5"/>
                    <a:pt x="33" y="3"/>
                  </a:cubicBezTo>
                  <a:cubicBezTo>
                    <a:pt x="33" y="3"/>
                    <a:pt x="29" y="0"/>
                    <a:pt x="27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E6C4EA07-4813-4F3A-88E8-2AAAFC1F99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6075" y="3514725"/>
              <a:ext cx="138113" cy="168275"/>
            </a:xfrm>
            <a:custGeom>
              <a:avLst/>
              <a:gdLst>
                <a:gd name="T0" fmla="*/ 39 w 122"/>
                <a:gd name="T1" fmla="*/ 141 h 148"/>
                <a:gd name="T2" fmla="*/ 29 w 122"/>
                <a:gd name="T3" fmla="*/ 120 h 148"/>
                <a:gd name="T4" fmla="*/ 22 w 122"/>
                <a:gd name="T5" fmla="*/ 102 h 148"/>
                <a:gd name="T6" fmla="*/ 22 w 122"/>
                <a:gd name="T7" fmla="*/ 77 h 148"/>
                <a:gd name="T8" fmla="*/ 14 w 122"/>
                <a:gd name="T9" fmla="*/ 66 h 148"/>
                <a:gd name="T10" fmla="*/ 16 w 122"/>
                <a:gd name="T11" fmla="*/ 55 h 148"/>
                <a:gd name="T12" fmla="*/ 5 w 122"/>
                <a:gd name="T13" fmla="*/ 43 h 148"/>
                <a:gd name="T14" fmla="*/ 3 w 122"/>
                <a:gd name="T15" fmla="*/ 31 h 148"/>
                <a:gd name="T16" fmla="*/ 29 w 122"/>
                <a:gd name="T17" fmla="*/ 25 h 148"/>
                <a:gd name="T18" fmla="*/ 38 w 122"/>
                <a:gd name="T19" fmla="*/ 33 h 148"/>
                <a:gd name="T20" fmla="*/ 43 w 122"/>
                <a:gd name="T21" fmla="*/ 32 h 148"/>
                <a:gd name="T22" fmla="*/ 55 w 122"/>
                <a:gd name="T23" fmla="*/ 30 h 148"/>
                <a:gd name="T24" fmla="*/ 57 w 122"/>
                <a:gd name="T25" fmla="*/ 18 h 148"/>
                <a:gd name="T26" fmla="*/ 63 w 122"/>
                <a:gd name="T27" fmla="*/ 1 h 148"/>
                <a:gd name="T28" fmla="*/ 74 w 122"/>
                <a:gd name="T29" fmla="*/ 6 h 148"/>
                <a:gd name="T30" fmla="*/ 84 w 122"/>
                <a:gd name="T31" fmla="*/ 4 h 148"/>
                <a:gd name="T32" fmla="*/ 102 w 122"/>
                <a:gd name="T33" fmla="*/ 6 h 148"/>
                <a:gd name="T34" fmla="*/ 101 w 122"/>
                <a:gd name="T35" fmla="*/ 23 h 148"/>
                <a:gd name="T36" fmla="*/ 99 w 122"/>
                <a:gd name="T37" fmla="*/ 34 h 148"/>
                <a:gd name="T38" fmla="*/ 102 w 122"/>
                <a:gd name="T39" fmla="*/ 39 h 148"/>
                <a:gd name="T40" fmla="*/ 112 w 122"/>
                <a:gd name="T41" fmla="*/ 44 h 148"/>
                <a:gd name="T42" fmla="*/ 122 w 122"/>
                <a:gd name="T43" fmla="*/ 50 h 148"/>
                <a:gd name="T44" fmla="*/ 122 w 122"/>
                <a:gd name="T45" fmla="*/ 63 h 148"/>
                <a:gd name="T46" fmla="*/ 111 w 122"/>
                <a:gd name="T47" fmla="*/ 74 h 148"/>
                <a:gd name="T48" fmla="*/ 95 w 122"/>
                <a:gd name="T49" fmla="*/ 93 h 148"/>
                <a:gd name="T50" fmla="*/ 87 w 122"/>
                <a:gd name="T51" fmla="*/ 107 h 148"/>
                <a:gd name="T52" fmla="*/ 75 w 122"/>
                <a:gd name="T53" fmla="*/ 127 h 148"/>
                <a:gd name="T54" fmla="*/ 61 w 122"/>
                <a:gd name="T55" fmla="*/ 141 h 148"/>
                <a:gd name="T56" fmla="*/ 50 w 122"/>
                <a:gd name="T57" fmla="*/ 148 h 148"/>
                <a:gd name="T58" fmla="*/ 30 w 122"/>
                <a:gd name="T59" fmla="*/ 85 h 148"/>
                <a:gd name="T60" fmla="*/ 34 w 122"/>
                <a:gd name="T61" fmla="*/ 108 h 148"/>
                <a:gd name="T62" fmla="*/ 40 w 122"/>
                <a:gd name="T63" fmla="*/ 121 h 148"/>
                <a:gd name="T64" fmla="*/ 52 w 122"/>
                <a:gd name="T65" fmla="*/ 133 h 148"/>
                <a:gd name="T66" fmla="*/ 63 w 122"/>
                <a:gd name="T67" fmla="*/ 128 h 148"/>
                <a:gd name="T68" fmla="*/ 75 w 122"/>
                <a:gd name="T69" fmla="*/ 110 h 148"/>
                <a:gd name="T70" fmla="*/ 85 w 122"/>
                <a:gd name="T71" fmla="*/ 95 h 148"/>
                <a:gd name="T72" fmla="*/ 90 w 122"/>
                <a:gd name="T73" fmla="*/ 82 h 148"/>
                <a:gd name="T74" fmla="*/ 110 w 122"/>
                <a:gd name="T75" fmla="*/ 64 h 148"/>
                <a:gd name="T76" fmla="*/ 113 w 122"/>
                <a:gd name="T77" fmla="*/ 59 h 148"/>
                <a:gd name="T78" fmla="*/ 106 w 122"/>
                <a:gd name="T79" fmla="*/ 52 h 148"/>
                <a:gd name="T80" fmla="*/ 96 w 122"/>
                <a:gd name="T81" fmla="*/ 51 h 148"/>
                <a:gd name="T82" fmla="*/ 88 w 122"/>
                <a:gd name="T83" fmla="*/ 36 h 148"/>
                <a:gd name="T84" fmla="*/ 91 w 122"/>
                <a:gd name="T85" fmla="*/ 22 h 148"/>
                <a:gd name="T86" fmla="*/ 91 w 122"/>
                <a:gd name="T87" fmla="*/ 10 h 148"/>
                <a:gd name="T88" fmla="*/ 82 w 122"/>
                <a:gd name="T89" fmla="*/ 13 h 148"/>
                <a:gd name="T90" fmla="*/ 66 w 122"/>
                <a:gd name="T91" fmla="*/ 20 h 148"/>
                <a:gd name="T92" fmla="*/ 56 w 122"/>
                <a:gd name="T93" fmla="*/ 39 h 148"/>
                <a:gd name="T94" fmla="*/ 45 w 122"/>
                <a:gd name="T95" fmla="*/ 41 h 148"/>
                <a:gd name="T96" fmla="*/ 35 w 122"/>
                <a:gd name="T97" fmla="*/ 42 h 148"/>
                <a:gd name="T98" fmla="*/ 22 w 122"/>
                <a:gd name="T99" fmla="*/ 32 h 148"/>
                <a:gd name="T100" fmla="*/ 11 w 122"/>
                <a:gd name="T101" fmla="*/ 36 h 148"/>
                <a:gd name="T102" fmla="*/ 19 w 122"/>
                <a:gd name="T103" fmla="*/ 47 h 148"/>
                <a:gd name="T104" fmla="*/ 23 w 122"/>
                <a:gd name="T105" fmla="*/ 6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48">
                  <a:moveTo>
                    <a:pt x="50" y="148"/>
                  </a:moveTo>
                  <a:cubicBezTo>
                    <a:pt x="48" y="148"/>
                    <a:pt x="45" y="147"/>
                    <a:pt x="43" y="146"/>
                  </a:cubicBezTo>
                  <a:cubicBezTo>
                    <a:pt x="41" y="146"/>
                    <a:pt x="40" y="143"/>
                    <a:pt x="40" y="141"/>
                  </a:cubicBezTo>
                  <a:cubicBezTo>
                    <a:pt x="40" y="141"/>
                    <a:pt x="40" y="141"/>
                    <a:pt x="39" y="141"/>
                  </a:cubicBezTo>
                  <a:cubicBezTo>
                    <a:pt x="39" y="140"/>
                    <a:pt x="37" y="139"/>
                    <a:pt x="36" y="137"/>
                  </a:cubicBezTo>
                  <a:cubicBezTo>
                    <a:pt x="34" y="133"/>
                    <a:pt x="33" y="128"/>
                    <a:pt x="31" y="124"/>
                  </a:cubicBezTo>
                  <a:cubicBezTo>
                    <a:pt x="31" y="123"/>
                    <a:pt x="31" y="123"/>
                    <a:pt x="31" y="123"/>
                  </a:cubicBezTo>
                  <a:cubicBezTo>
                    <a:pt x="30" y="122"/>
                    <a:pt x="30" y="121"/>
                    <a:pt x="29" y="120"/>
                  </a:cubicBezTo>
                  <a:cubicBezTo>
                    <a:pt x="28" y="118"/>
                    <a:pt x="28" y="116"/>
                    <a:pt x="27" y="115"/>
                  </a:cubicBezTo>
                  <a:cubicBezTo>
                    <a:pt x="27" y="114"/>
                    <a:pt x="26" y="113"/>
                    <a:pt x="26" y="112"/>
                  </a:cubicBezTo>
                  <a:cubicBezTo>
                    <a:pt x="25" y="111"/>
                    <a:pt x="23" y="108"/>
                    <a:pt x="23" y="106"/>
                  </a:cubicBezTo>
                  <a:cubicBezTo>
                    <a:pt x="23" y="104"/>
                    <a:pt x="23" y="103"/>
                    <a:pt x="22" y="102"/>
                  </a:cubicBezTo>
                  <a:cubicBezTo>
                    <a:pt x="22" y="100"/>
                    <a:pt x="21" y="98"/>
                    <a:pt x="21" y="94"/>
                  </a:cubicBezTo>
                  <a:cubicBezTo>
                    <a:pt x="21" y="91"/>
                    <a:pt x="21" y="88"/>
                    <a:pt x="21" y="85"/>
                  </a:cubicBezTo>
                  <a:cubicBezTo>
                    <a:pt x="21" y="83"/>
                    <a:pt x="21" y="81"/>
                    <a:pt x="21" y="80"/>
                  </a:cubicBezTo>
                  <a:cubicBezTo>
                    <a:pt x="22" y="79"/>
                    <a:pt x="22" y="78"/>
                    <a:pt x="22" y="77"/>
                  </a:cubicBezTo>
                  <a:cubicBezTo>
                    <a:pt x="22" y="77"/>
                    <a:pt x="21" y="77"/>
                    <a:pt x="21" y="77"/>
                  </a:cubicBezTo>
                  <a:cubicBezTo>
                    <a:pt x="19" y="76"/>
                    <a:pt x="15" y="76"/>
                    <a:pt x="14" y="71"/>
                  </a:cubicBezTo>
                  <a:cubicBezTo>
                    <a:pt x="13" y="69"/>
                    <a:pt x="14" y="68"/>
                    <a:pt x="14" y="67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14" y="66"/>
                    <a:pt x="14" y="65"/>
                    <a:pt x="14" y="65"/>
                  </a:cubicBezTo>
                  <a:cubicBezTo>
                    <a:pt x="14" y="64"/>
                    <a:pt x="14" y="63"/>
                    <a:pt x="14" y="61"/>
                  </a:cubicBezTo>
                  <a:cubicBezTo>
                    <a:pt x="14" y="60"/>
                    <a:pt x="14" y="59"/>
                    <a:pt x="15" y="57"/>
                  </a:cubicBezTo>
                  <a:cubicBezTo>
                    <a:pt x="15" y="57"/>
                    <a:pt x="15" y="56"/>
                    <a:pt x="16" y="55"/>
                  </a:cubicBezTo>
                  <a:cubicBezTo>
                    <a:pt x="15" y="55"/>
                    <a:pt x="14" y="55"/>
                    <a:pt x="13" y="54"/>
                  </a:cubicBezTo>
                  <a:cubicBezTo>
                    <a:pt x="11" y="52"/>
                    <a:pt x="11" y="51"/>
                    <a:pt x="10" y="50"/>
                  </a:cubicBezTo>
                  <a:cubicBezTo>
                    <a:pt x="8" y="48"/>
                    <a:pt x="7" y="47"/>
                    <a:pt x="7" y="45"/>
                  </a:cubicBezTo>
                  <a:cubicBezTo>
                    <a:pt x="6" y="45"/>
                    <a:pt x="6" y="44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3" y="42"/>
                    <a:pt x="0" y="40"/>
                    <a:pt x="0" y="36"/>
                  </a:cubicBezTo>
                  <a:cubicBezTo>
                    <a:pt x="0" y="35"/>
                    <a:pt x="0" y="33"/>
                    <a:pt x="3" y="31"/>
                  </a:cubicBezTo>
                  <a:cubicBezTo>
                    <a:pt x="3" y="30"/>
                    <a:pt x="3" y="30"/>
                    <a:pt x="4" y="28"/>
                  </a:cubicBezTo>
                  <a:cubicBezTo>
                    <a:pt x="4" y="26"/>
                    <a:pt x="4" y="22"/>
                    <a:pt x="7" y="20"/>
                  </a:cubicBezTo>
                  <a:cubicBezTo>
                    <a:pt x="8" y="19"/>
                    <a:pt x="10" y="19"/>
                    <a:pt x="12" y="19"/>
                  </a:cubicBezTo>
                  <a:cubicBezTo>
                    <a:pt x="16" y="19"/>
                    <a:pt x="26" y="22"/>
                    <a:pt x="29" y="25"/>
                  </a:cubicBezTo>
                  <a:cubicBezTo>
                    <a:pt x="31" y="27"/>
                    <a:pt x="31" y="31"/>
                    <a:pt x="31" y="33"/>
                  </a:cubicBezTo>
                  <a:cubicBezTo>
                    <a:pt x="32" y="33"/>
                    <a:pt x="33" y="32"/>
                    <a:pt x="34" y="32"/>
                  </a:cubicBezTo>
                  <a:cubicBezTo>
                    <a:pt x="34" y="32"/>
                    <a:pt x="35" y="33"/>
                    <a:pt x="36" y="33"/>
                  </a:cubicBezTo>
                  <a:cubicBezTo>
                    <a:pt x="37" y="33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3"/>
                    <a:pt x="38" y="33"/>
                    <a:pt x="39" y="33"/>
                  </a:cubicBezTo>
                  <a:cubicBezTo>
                    <a:pt x="40" y="33"/>
                    <a:pt x="41" y="32"/>
                    <a:pt x="42" y="3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6" y="31"/>
                    <a:pt x="48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50" y="30"/>
                    <a:pt x="52" y="29"/>
                    <a:pt x="54" y="30"/>
                  </a:cubicBezTo>
                  <a:cubicBezTo>
                    <a:pt x="54" y="30"/>
                    <a:pt x="54" y="30"/>
                    <a:pt x="55" y="30"/>
                  </a:cubicBezTo>
                  <a:cubicBezTo>
                    <a:pt x="55" y="30"/>
                    <a:pt x="56" y="30"/>
                    <a:pt x="56" y="30"/>
                  </a:cubicBezTo>
                  <a:cubicBezTo>
                    <a:pt x="56" y="29"/>
                    <a:pt x="57" y="27"/>
                    <a:pt x="57" y="26"/>
                  </a:cubicBezTo>
                  <a:cubicBezTo>
                    <a:pt x="57" y="26"/>
                    <a:pt x="57" y="25"/>
                    <a:pt x="57" y="24"/>
                  </a:cubicBezTo>
                  <a:cubicBezTo>
                    <a:pt x="57" y="22"/>
                    <a:pt x="57" y="20"/>
                    <a:pt x="57" y="18"/>
                  </a:cubicBezTo>
                  <a:cubicBezTo>
                    <a:pt x="58" y="16"/>
                    <a:pt x="59" y="15"/>
                    <a:pt x="59" y="15"/>
                  </a:cubicBezTo>
                  <a:cubicBezTo>
                    <a:pt x="59" y="14"/>
                    <a:pt x="59" y="13"/>
                    <a:pt x="59" y="11"/>
                  </a:cubicBezTo>
                  <a:cubicBezTo>
                    <a:pt x="59" y="9"/>
                    <a:pt x="59" y="7"/>
                    <a:pt x="59" y="4"/>
                  </a:cubicBezTo>
                  <a:cubicBezTo>
                    <a:pt x="60" y="2"/>
                    <a:pt x="61" y="1"/>
                    <a:pt x="63" y="1"/>
                  </a:cubicBezTo>
                  <a:cubicBezTo>
                    <a:pt x="65" y="0"/>
                    <a:pt x="67" y="1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9" y="4"/>
                    <a:pt x="70" y="4"/>
                  </a:cubicBezTo>
                  <a:cubicBezTo>
                    <a:pt x="71" y="5"/>
                    <a:pt x="72" y="5"/>
                    <a:pt x="74" y="6"/>
                  </a:cubicBezTo>
                  <a:cubicBezTo>
                    <a:pt x="74" y="7"/>
                    <a:pt x="74" y="7"/>
                    <a:pt x="75" y="7"/>
                  </a:cubicBezTo>
                  <a:cubicBezTo>
                    <a:pt x="75" y="6"/>
                    <a:pt x="76" y="4"/>
                    <a:pt x="79" y="3"/>
                  </a:cubicBezTo>
                  <a:cubicBezTo>
                    <a:pt x="81" y="2"/>
                    <a:pt x="83" y="3"/>
                    <a:pt x="84" y="3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4"/>
                    <a:pt x="85" y="3"/>
                    <a:pt x="85" y="3"/>
                  </a:cubicBezTo>
                  <a:cubicBezTo>
                    <a:pt x="86" y="1"/>
                    <a:pt x="88" y="1"/>
                    <a:pt x="90" y="1"/>
                  </a:cubicBezTo>
                  <a:cubicBezTo>
                    <a:pt x="93" y="1"/>
                    <a:pt x="96" y="2"/>
                    <a:pt x="99" y="4"/>
                  </a:cubicBezTo>
                  <a:cubicBezTo>
                    <a:pt x="100" y="5"/>
                    <a:pt x="101" y="6"/>
                    <a:pt x="102" y="6"/>
                  </a:cubicBezTo>
                  <a:cubicBezTo>
                    <a:pt x="104" y="6"/>
                    <a:pt x="105" y="7"/>
                    <a:pt x="106" y="9"/>
                  </a:cubicBezTo>
                  <a:cubicBezTo>
                    <a:pt x="106" y="11"/>
                    <a:pt x="106" y="12"/>
                    <a:pt x="105" y="14"/>
                  </a:cubicBezTo>
                  <a:cubicBezTo>
                    <a:pt x="104" y="16"/>
                    <a:pt x="103" y="17"/>
                    <a:pt x="102" y="20"/>
                  </a:cubicBezTo>
                  <a:cubicBezTo>
                    <a:pt x="102" y="21"/>
                    <a:pt x="101" y="22"/>
                    <a:pt x="101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2" y="25"/>
                    <a:pt x="103" y="26"/>
                    <a:pt x="102" y="28"/>
                  </a:cubicBezTo>
                  <a:cubicBezTo>
                    <a:pt x="102" y="31"/>
                    <a:pt x="100" y="32"/>
                    <a:pt x="99" y="33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98" y="35"/>
                    <a:pt x="98" y="35"/>
                    <a:pt x="98" y="36"/>
                  </a:cubicBezTo>
                  <a:cubicBezTo>
                    <a:pt x="98" y="38"/>
                    <a:pt x="97" y="39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8" y="39"/>
                    <a:pt x="100" y="39"/>
                    <a:pt x="102" y="39"/>
                  </a:cubicBezTo>
                  <a:cubicBezTo>
                    <a:pt x="104" y="39"/>
                    <a:pt x="106" y="41"/>
                    <a:pt x="107" y="42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9" y="43"/>
                    <a:pt x="109" y="43"/>
                    <a:pt x="110" y="43"/>
                  </a:cubicBezTo>
                  <a:cubicBezTo>
                    <a:pt x="111" y="44"/>
                    <a:pt x="111" y="44"/>
                    <a:pt x="112" y="44"/>
                  </a:cubicBezTo>
                  <a:cubicBezTo>
                    <a:pt x="113" y="44"/>
                    <a:pt x="114" y="44"/>
                    <a:pt x="115" y="44"/>
                  </a:cubicBezTo>
                  <a:cubicBezTo>
                    <a:pt x="115" y="44"/>
                    <a:pt x="116" y="43"/>
                    <a:pt x="117" y="43"/>
                  </a:cubicBezTo>
                  <a:cubicBezTo>
                    <a:pt x="119" y="43"/>
                    <a:pt x="121" y="44"/>
                    <a:pt x="121" y="46"/>
                  </a:cubicBezTo>
                  <a:cubicBezTo>
                    <a:pt x="122" y="47"/>
                    <a:pt x="122" y="49"/>
                    <a:pt x="122" y="50"/>
                  </a:cubicBezTo>
                  <a:cubicBezTo>
                    <a:pt x="120" y="52"/>
                    <a:pt x="120" y="53"/>
                    <a:pt x="120" y="53"/>
                  </a:cubicBezTo>
                  <a:cubicBezTo>
                    <a:pt x="121" y="54"/>
                    <a:pt x="121" y="55"/>
                    <a:pt x="122" y="57"/>
                  </a:cubicBezTo>
                  <a:cubicBezTo>
                    <a:pt x="122" y="59"/>
                    <a:pt x="122" y="60"/>
                    <a:pt x="122" y="62"/>
                  </a:cubicBezTo>
                  <a:cubicBezTo>
                    <a:pt x="122" y="62"/>
                    <a:pt x="122" y="63"/>
                    <a:pt x="122" y="63"/>
                  </a:cubicBezTo>
                  <a:cubicBezTo>
                    <a:pt x="121" y="67"/>
                    <a:pt x="121" y="68"/>
                    <a:pt x="120" y="69"/>
                  </a:cubicBezTo>
                  <a:cubicBezTo>
                    <a:pt x="118" y="72"/>
                    <a:pt x="114" y="73"/>
                    <a:pt x="113" y="73"/>
                  </a:cubicBezTo>
                  <a:cubicBezTo>
                    <a:pt x="112" y="73"/>
                    <a:pt x="111" y="73"/>
                    <a:pt x="111" y="74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12" y="79"/>
                    <a:pt x="107" y="82"/>
                    <a:pt x="99" y="87"/>
                  </a:cubicBezTo>
                  <a:cubicBezTo>
                    <a:pt x="99" y="87"/>
                    <a:pt x="98" y="87"/>
                    <a:pt x="98" y="87"/>
                  </a:cubicBezTo>
                  <a:cubicBezTo>
                    <a:pt x="98" y="88"/>
                    <a:pt x="98" y="89"/>
                    <a:pt x="97" y="90"/>
                  </a:cubicBezTo>
                  <a:cubicBezTo>
                    <a:pt x="97" y="91"/>
                    <a:pt x="96" y="92"/>
                    <a:pt x="95" y="93"/>
                  </a:cubicBezTo>
                  <a:cubicBezTo>
                    <a:pt x="95" y="94"/>
                    <a:pt x="95" y="94"/>
                    <a:pt x="95" y="95"/>
                  </a:cubicBezTo>
                  <a:cubicBezTo>
                    <a:pt x="95" y="96"/>
                    <a:pt x="95" y="98"/>
                    <a:pt x="95" y="99"/>
                  </a:cubicBezTo>
                  <a:cubicBezTo>
                    <a:pt x="94" y="101"/>
                    <a:pt x="93" y="105"/>
                    <a:pt x="89" y="104"/>
                  </a:cubicBezTo>
                  <a:cubicBezTo>
                    <a:pt x="88" y="105"/>
                    <a:pt x="88" y="106"/>
                    <a:pt x="87" y="107"/>
                  </a:cubicBezTo>
                  <a:cubicBezTo>
                    <a:pt x="86" y="108"/>
                    <a:pt x="86" y="108"/>
                    <a:pt x="86" y="108"/>
                  </a:cubicBezTo>
                  <a:cubicBezTo>
                    <a:pt x="85" y="110"/>
                    <a:pt x="85" y="111"/>
                    <a:pt x="84" y="113"/>
                  </a:cubicBezTo>
                  <a:cubicBezTo>
                    <a:pt x="84" y="114"/>
                    <a:pt x="84" y="115"/>
                    <a:pt x="83" y="116"/>
                  </a:cubicBezTo>
                  <a:cubicBezTo>
                    <a:pt x="82" y="120"/>
                    <a:pt x="79" y="123"/>
                    <a:pt x="75" y="127"/>
                  </a:cubicBezTo>
                  <a:cubicBezTo>
                    <a:pt x="74" y="128"/>
                    <a:pt x="74" y="129"/>
                    <a:pt x="73" y="130"/>
                  </a:cubicBezTo>
                  <a:cubicBezTo>
                    <a:pt x="72" y="131"/>
                    <a:pt x="71" y="133"/>
                    <a:pt x="70" y="135"/>
                  </a:cubicBezTo>
                  <a:cubicBezTo>
                    <a:pt x="68" y="136"/>
                    <a:pt x="66" y="138"/>
                    <a:pt x="63" y="140"/>
                  </a:cubicBezTo>
                  <a:cubicBezTo>
                    <a:pt x="62" y="140"/>
                    <a:pt x="62" y="140"/>
                    <a:pt x="61" y="141"/>
                  </a:cubicBezTo>
                  <a:cubicBezTo>
                    <a:pt x="61" y="141"/>
                    <a:pt x="60" y="141"/>
                    <a:pt x="60" y="141"/>
                  </a:cubicBezTo>
                  <a:cubicBezTo>
                    <a:pt x="59" y="142"/>
                    <a:pt x="58" y="142"/>
                    <a:pt x="57" y="142"/>
                  </a:cubicBezTo>
                  <a:cubicBezTo>
                    <a:pt x="56" y="144"/>
                    <a:pt x="56" y="145"/>
                    <a:pt x="54" y="147"/>
                  </a:cubicBezTo>
                  <a:cubicBezTo>
                    <a:pt x="52" y="148"/>
                    <a:pt x="51" y="148"/>
                    <a:pt x="50" y="148"/>
                  </a:cubicBezTo>
                  <a:close/>
                  <a:moveTo>
                    <a:pt x="24" y="68"/>
                  </a:moveTo>
                  <a:cubicBezTo>
                    <a:pt x="27" y="68"/>
                    <a:pt x="31" y="70"/>
                    <a:pt x="31" y="76"/>
                  </a:cubicBezTo>
                  <a:cubicBezTo>
                    <a:pt x="31" y="78"/>
                    <a:pt x="31" y="80"/>
                    <a:pt x="30" y="81"/>
                  </a:cubicBezTo>
                  <a:cubicBezTo>
                    <a:pt x="30" y="82"/>
                    <a:pt x="30" y="84"/>
                    <a:pt x="30" y="85"/>
                  </a:cubicBezTo>
                  <a:cubicBezTo>
                    <a:pt x="30" y="88"/>
                    <a:pt x="30" y="91"/>
                    <a:pt x="30" y="95"/>
                  </a:cubicBezTo>
                  <a:cubicBezTo>
                    <a:pt x="30" y="96"/>
                    <a:pt x="31" y="98"/>
                    <a:pt x="31" y="99"/>
                  </a:cubicBezTo>
                  <a:cubicBezTo>
                    <a:pt x="32" y="101"/>
                    <a:pt x="32" y="103"/>
                    <a:pt x="32" y="105"/>
                  </a:cubicBezTo>
                  <a:cubicBezTo>
                    <a:pt x="32" y="105"/>
                    <a:pt x="33" y="107"/>
                    <a:pt x="34" y="108"/>
                  </a:cubicBezTo>
                  <a:cubicBezTo>
                    <a:pt x="35" y="109"/>
                    <a:pt x="35" y="110"/>
                    <a:pt x="36" y="112"/>
                  </a:cubicBezTo>
                  <a:cubicBezTo>
                    <a:pt x="36" y="113"/>
                    <a:pt x="37" y="114"/>
                    <a:pt x="38" y="116"/>
                  </a:cubicBezTo>
                  <a:cubicBezTo>
                    <a:pt x="38" y="117"/>
                    <a:pt x="39" y="118"/>
                    <a:pt x="39" y="120"/>
                  </a:cubicBezTo>
                  <a:cubicBezTo>
                    <a:pt x="40" y="121"/>
                    <a:pt x="40" y="121"/>
                    <a:pt x="40" y="121"/>
                  </a:cubicBezTo>
                  <a:cubicBezTo>
                    <a:pt x="41" y="125"/>
                    <a:pt x="43" y="129"/>
                    <a:pt x="45" y="133"/>
                  </a:cubicBezTo>
                  <a:cubicBezTo>
                    <a:pt x="45" y="133"/>
                    <a:pt x="45" y="134"/>
                    <a:pt x="46" y="134"/>
                  </a:cubicBezTo>
                  <a:cubicBezTo>
                    <a:pt x="47" y="135"/>
                    <a:pt x="48" y="136"/>
                    <a:pt x="49" y="137"/>
                  </a:cubicBezTo>
                  <a:cubicBezTo>
                    <a:pt x="49" y="136"/>
                    <a:pt x="50" y="134"/>
                    <a:pt x="52" y="133"/>
                  </a:cubicBezTo>
                  <a:cubicBezTo>
                    <a:pt x="53" y="133"/>
                    <a:pt x="54" y="132"/>
                    <a:pt x="55" y="132"/>
                  </a:cubicBezTo>
                  <a:cubicBezTo>
                    <a:pt x="56" y="132"/>
                    <a:pt x="56" y="132"/>
                    <a:pt x="57" y="132"/>
                  </a:cubicBezTo>
                  <a:cubicBezTo>
                    <a:pt x="57" y="132"/>
                    <a:pt x="57" y="132"/>
                    <a:pt x="58" y="132"/>
                  </a:cubicBezTo>
                  <a:cubicBezTo>
                    <a:pt x="60" y="131"/>
                    <a:pt x="62" y="129"/>
                    <a:pt x="63" y="128"/>
                  </a:cubicBezTo>
                  <a:cubicBezTo>
                    <a:pt x="64" y="127"/>
                    <a:pt x="64" y="126"/>
                    <a:pt x="65" y="125"/>
                  </a:cubicBezTo>
                  <a:cubicBezTo>
                    <a:pt x="66" y="124"/>
                    <a:pt x="67" y="122"/>
                    <a:pt x="69" y="120"/>
                  </a:cubicBezTo>
                  <a:cubicBezTo>
                    <a:pt x="72" y="118"/>
                    <a:pt x="73" y="115"/>
                    <a:pt x="74" y="112"/>
                  </a:cubicBezTo>
                  <a:cubicBezTo>
                    <a:pt x="75" y="111"/>
                    <a:pt x="75" y="111"/>
                    <a:pt x="75" y="110"/>
                  </a:cubicBezTo>
                  <a:cubicBezTo>
                    <a:pt x="76" y="108"/>
                    <a:pt x="77" y="106"/>
                    <a:pt x="79" y="103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1"/>
                    <a:pt x="81" y="100"/>
                    <a:pt x="81" y="100"/>
                  </a:cubicBezTo>
                  <a:cubicBezTo>
                    <a:pt x="82" y="96"/>
                    <a:pt x="84" y="95"/>
                    <a:pt x="85" y="95"/>
                  </a:cubicBezTo>
                  <a:cubicBezTo>
                    <a:pt x="85" y="94"/>
                    <a:pt x="85" y="93"/>
                    <a:pt x="86" y="92"/>
                  </a:cubicBezTo>
                  <a:cubicBezTo>
                    <a:pt x="86" y="91"/>
                    <a:pt x="87" y="89"/>
                    <a:pt x="88" y="88"/>
                  </a:cubicBezTo>
                  <a:cubicBezTo>
                    <a:pt x="88" y="88"/>
                    <a:pt x="89" y="87"/>
                    <a:pt x="89" y="87"/>
                  </a:cubicBezTo>
                  <a:cubicBezTo>
                    <a:pt x="89" y="86"/>
                    <a:pt x="89" y="84"/>
                    <a:pt x="90" y="82"/>
                  </a:cubicBezTo>
                  <a:cubicBezTo>
                    <a:pt x="91" y="80"/>
                    <a:pt x="92" y="80"/>
                    <a:pt x="94" y="79"/>
                  </a:cubicBezTo>
                  <a:cubicBezTo>
                    <a:pt x="96" y="78"/>
                    <a:pt x="98" y="76"/>
                    <a:pt x="100" y="75"/>
                  </a:cubicBezTo>
                  <a:cubicBezTo>
                    <a:pt x="99" y="74"/>
                    <a:pt x="99" y="72"/>
                    <a:pt x="100" y="71"/>
                  </a:cubicBezTo>
                  <a:cubicBezTo>
                    <a:pt x="102" y="68"/>
                    <a:pt x="105" y="65"/>
                    <a:pt x="110" y="64"/>
                  </a:cubicBezTo>
                  <a:cubicBezTo>
                    <a:pt x="110" y="64"/>
                    <a:pt x="111" y="64"/>
                    <a:pt x="112" y="64"/>
                  </a:cubicBezTo>
                  <a:cubicBezTo>
                    <a:pt x="112" y="64"/>
                    <a:pt x="112" y="64"/>
                    <a:pt x="112" y="64"/>
                  </a:cubicBezTo>
                  <a:cubicBezTo>
                    <a:pt x="113" y="63"/>
                    <a:pt x="113" y="62"/>
                    <a:pt x="113" y="62"/>
                  </a:cubicBezTo>
                  <a:cubicBezTo>
                    <a:pt x="113" y="60"/>
                    <a:pt x="113" y="60"/>
                    <a:pt x="113" y="59"/>
                  </a:cubicBezTo>
                  <a:cubicBezTo>
                    <a:pt x="112" y="58"/>
                    <a:pt x="112" y="57"/>
                    <a:pt x="112" y="56"/>
                  </a:cubicBezTo>
                  <a:cubicBezTo>
                    <a:pt x="111" y="55"/>
                    <a:pt x="111" y="54"/>
                    <a:pt x="111" y="53"/>
                  </a:cubicBezTo>
                  <a:cubicBezTo>
                    <a:pt x="110" y="53"/>
                    <a:pt x="109" y="53"/>
                    <a:pt x="109" y="53"/>
                  </a:cubicBezTo>
                  <a:cubicBezTo>
                    <a:pt x="108" y="53"/>
                    <a:pt x="107" y="53"/>
                    <a:pt x="106" y="52"/>
                  </a:cubicBezTo>
                  <a:cubicBezTo>
                    <a:pt x="104" y="51"/>
                    <a:pt x="104" y="50"/>
                    <a:pt x="103" y="50"/>
                  </a:cubicBezTo>
                  <a:cubicBezTo>
                    <a:pt x="103" y="50"/>
                    <a:pt x="102" y="49"/>
                    <a:pt x="102" y="49"/>
                  </a:cubicBezTo>
                  <a:cubicBezTo>
                    <a:pt x="102" y="49"/>
                    <a:pt x="101" y="49"/>
                    <a:pt x="101" y="49"/>
                  </a:cubicBezTo>
                  <a:cubicBezTo>
                    <a:pt x="100" y="50"/>
                    <a:pt x="99" y="51"/>
                    <a:pt x="96" y="51"/>
                  </a:cubicBezTo>
                  <a:cubicBezTo>
                    <a:pt x="95" y="51"/>
                    <a:pt x="93" y="50"/>
                    <a:pt x="92" y="49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88" y="44"/>
                    <a:pt x="88" y="43"/>
                    <a:pt x="88" y="42"/>
                  </a:cubicBezTo>
                  <a:cubicBezTo>
                    <a:pt x="86" y="39"/>
                    <a:pt x="88" y="37"/>
                    <a:pt x="88" y="36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89" y="33"/>
                    <a:pt x="89" y="32"/>
                    <a:pt x="90" y="32"/>
                  </a:cubicBezTo>
                  <a:cubicBezTo>
                    <a:pt x="89" y="31"/>
                    <a:pt x="89" y="31"/>
                    <a:pt x="89" y="31"/>
                  </a:cubicBezTo>
                  <a:cubicBezTo>
                    <a:pt x="86" y="26"/>
                    <a:pt x="90" y="23"/>
                    <a:pt x="91" y="22"/>
                  </a:cubicBezTo>
                  <a:cubicBezTo>
                    <a:pt x="92" y="20"/>
                    <a:pt x="93" y="18"/>
                    <a:pt x="93" y="16"/>
                  </a:cubicBezTo>
                  <a:cubicBezTo>
                    <a:pt x="94" y="15"/>
                    <a:pt x="94" y="14"/>
                    <a:pt x="95" y="13"/>
                  </a:cubicBezTo>
                  <a:cubicBezTo>
                    <a:pt x="94" y="13"/>
                    <a:pt x="94" y="12"/>
                    <a:pt x="93" y="12"/>
                  </a:cubicBezTo>
                  <a:cubicBezTo>
                    <a:pt x="93" y="11"/>
                    <a:pt x="92" y="11"/>
                    <a:pt x="91" y="10"/>
                  </a:cubicBezTo>
                  <a:cubicBezTo>
                    <a:pt x="91" y="11"/>
                    <a:pt x="90" y="11"/>
                    <a:pt x="89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7" y="12"/>
                    <a:pt x="86" y="13"/>
                    <a:pt x="85" y="13"/>
                  </a:cubicBezTo>
                  <a:cubicBezTo>
                    <a:pt x="84" y="13"/>
                    <a:pt x="83" y="13"/>
                    <a:pt x="82" y="13"/>
                  </a:cubicBezTo>
                  <a:cubicBezTo>
                    <a:pt x="82" y="14"/>
                    <a:pt x="81" y="15"/>
                    <a:pt x="79" y="16"/>
                  </a:cubicBezTo>
                  <a:cubicBezTo>
                    <a:pt x="75" y="19"/>
                    <a:pt x="71" y="16"/>
                    <a:pt x="68" y="14"/>
                  </a:cubicBezTo>
                  <a:cubicBezTo>
                    <a:pt x="68" y="15"/>
                    <a:pt x="68" y="16"/>
                    <a:pt x="68" y="17"/>
                  </a:cubicBezTo>
                  <a:cubicBezTo>
                    <a:pt x="68" y="18"/>
                    <a:pt x="67" y="20"/>
                    <a:pt x="66" y="20"/>
                  </a:cubicBezTo>
                  <a:cubicBezTo>
                    <a:pt x="66" y="21"/>
                    <a:pt x="66" y="22"/>
                    <a:pt x="66" y="23"/>
                  </a:cubicBezTo>
                  <a:cubicBezTo>
                    <a:pt x="67" y="24"/>
                    <a:pt x="67" y="26"/>
                    <a:pt x="66" y="28"/>
                  </a:cubicBezTo>
                  <a:cubicBezTo>
                    <a:pt x="66" y="31"/>
                    <a:pt x="64" y="35"/>
                    <a:pt x="61" y="37"/>
                  </a:cubicBezTo>
                  <a:cubicBezTo>
                    <a:pt x="59" y="38"/>
                    <a:pt x="58" y="39"/>
                    <a:pt x="56" y="39"/>
                  </a:cubicBezTo>
                  <a:cubicBezTo>
                    <a:pt x="56" y="39"/>
                    <a:pt x="55" y="39"/>
                    <a:pt x="55" y="39"/>
                  </a:cubicBezTo>
                  <a:cubicBezTo>
                    <a:pt x="55" y="39"/>
                    <a:pt x="54" y="40"/>
                    <a:pt x="53" y="40"/>
                  </a:cubicBezTo>
                  <a:cubicBezTo>
                    <a:pt x="51" y="41"/>
                    <a:pt x="48" y="42"/>
                    <a:pt x="45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2"/>
                    <a:pt x="42" y="42"/>
                  </a:cubicBezTo>
                  <a:cubicBezTo>
                    <a:pt x="41" y="42"/>
                    <a:pt x="40" y="43"/>
                    <a:pt x="39" y="43"/>
                  </a:cubicBezTo>
                  <a:cubicBezTo>
                    <a:pt x="37" y="43"/>
                    <a:pt x="35" y="42"/>
                    <a:pt x="35" y="42"/>
                  </a:cubicBezTo>
                  <a:cubicBezTo>
                    <a:pt x="34" y="42"/>
                    <a:pt x="33" y="42"/>
                    <a:pt x="32" y="42"/>
                  </a:cubicBezTo>
                  <a:cubicBezTo>
                    <a:pt x="31" y="42"/>
                    <a:pt x="30" y="43"/>
                    <a:pt x="29" y="43"/>
                  </a:cubicBezTo>
                  <a:cubicBezTo>
                    <a:pt x="26" y="43"/>
                    <a:pt x="25" y="42"/>
                    <a:pt x="24" y="41"/>
                  </a:cubicBezTo>
                  <a:cubicBezTo>
                    <a:pt x="21" y="38"/>
                    <a:pt x="22" y="35"/>
                    <a:pt x="22" y="32"/>
                  </a:cubicBezTo>
                  <a:cubicBezTo>
                    <a:pt x="22" y="32"/>
                    <a:pt x="22" y="31"/>
                    <a:pt x="22" y="31"/>
                  </a:cubicBezTo>
                  <a:cubicBezTo>
                    <a:pt x="20" y="30"/>
                    <a:pt x="16" y="28"/>
                    <a:pt x="13" y="28"/>
                  </a:cubicBezTo>
                  <a:cubicBezTo>
                    <a:pt x="13" y="28"/>
                    <a:pt x="13" y="29"/>
                    <a:pt x="13" y="29"/>
                  </a:cubicBezTo>
                  <a:cubicBezTo>
                    <a:pt x="13" y="31"/>
                    <a:pt x="12" y="33"/>
                    <a:pt x="11" y="36"/>
                  </a:cubicBezTo>
                  <a:cubicBezTo>
                    <a:pt x="12" y="36"/>
                    <a:pt x="12" y="37"/>
                    <a:pt x="13" y="38"/>
                  </a:cubicBezTo>
                  <a:cubicBezTo>
                    <a:pt x="14" y="39"/>
                    <a:pt x="14" y="40"/>
                    <a:pt x="15" y="40"/>
                  </a:cubicBezTo>
                  <a:cubicBezTo>
                    <a:pt x="15" y="42"/>
                    <a:pt x="16" y="42"/>
                    <a:pt x="17" y="43"/>
                  </a:cubicBezTo>
                  <a:cubicBezTo>
                    <a:pt x="18" y="45"/>
                    <a:pt x="19" y="46"/>
                    <a:pt x="19" y="47"/>
                  </a:cubicBezTo>
                  <a:cubicBezTo>
                    <a:pt x="20" y="47"/>
                    <a:pt x="22" y="47"/>
                    <a:pt x="23" y="49"/>
                  </a:cubicBezTo>
                  <a:cubicBezTo>
                    <a:pt x="26" y="53"/>
                    <a:pt x="25" y="57"/>
                    <a:pt x="24" y="60"/>
                  </a:cubicBezTo>
                  <a:cubicBezTo>
                    <a:pt x="23" y="61"/>
                    <a:pt x="23" y="62"/>
                    <a:pt x="23" y="62"/>
                  </a:cubicBezTo>
                  <a:cubicBezTo>
                    <a:pt x="23" y="62"/>
                    <a:pt x="23" y="63"/>
                    <a:pt x="23" y="63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5"/>
                    <a:pt x="24" y="66"/>
                    <a:pt x="24" y="66"/>
                  </a:cubicBezTo>
                  <a:cubicBezTo>
                    <a:pt x="24" y="67"/>
                    <a:pt x="24" y="67"/>
                    <a:pt x="24" y="68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A89CA255-EE3B-42BC-B3B3-3620F7463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9250" y="3516313"/>
              <a:ext cx="130175" cy="161925"/>
            </a:xfrm>
            <a:custGeom>
              <a:avLst/>
              <a:gdLst>
                <a:gd name="T0" fmla="*/ 99 w 116"/>
                <a:gd name="T1" fmla="*/ 10 h 143"/>
                <a:gd name="T2" fmla="*/ 91 w 116"/>
                <a:gd name="T3" fmla="*/ 27 h 143"/>
                <a:gd name="T4" fmla="*/ 93 w 116"/>
                <a:gd name="T5" fmla="*/ 30 h 143"/>
                <a:gd name="T6" fmla="*/ 90 w 116"/>
                <a:gd name="T7" fmla="*/ 40 h 143"/>
                <a:gd name="T8" fmla="*/ 99 w 116"/>
                <a:gd name="T9" fmla="*/ 43 h 143"/>
                <a:gd name="T10" fmla="*/ 106 w 116"/>
                <a:gd name="T11" fmla="*/ 47 h 143"/>
                <a:gd name="T12" fmla="*/ 116 w 116"/>
                <a:gd name="T13" fmla="*/ 47 h 143"/>
                <a:gd name="T14" fmla="*/ 115 w 116"/>
                <a:gd name="T15" fmla="*/ 61 h 143"/>
                <a:gd name="T16" fmla="*/ 109 w 116"/>
                <a:gd name="T17" fmla="*/ 68 h 143"/>
                <a:gd name="T18" fmla="*/ 92 w 116"/>
                <a:gd name="T19" fmla="*/ 83 h 143"/>
                <a:gd name="T20" fmla="*/ 88 w 116"/>
                <a:gd name="T21" fmla="*/ 93 h 143"/>
                <a:gd name="T22" fmla="*/ 86 w 116"/>
                <a:gd name="T23" fmla="*/ 98 h 143"/>
                <a:gd name="T24" fmla="*/ 81 w 116"/>
                <a:gd name="T25" fmla="*/ 104 h 143"/>
                <a:gd name="T26" fmla="*/ 70 w 116"/>
                <a:gd name="T27" fmla="*/ 122 h 143"/>
                <a:gd name="T28" fmla="*/ 59 w 116"/>
                <a:gd name="T29" fmla="*/ 135 h 143"/>
                <a:gd name="T30" fmla="*/ 52 w 116"/>
                <a:gd name="T31" fmla="*/ 136 h 143"/>
                <a:gd name="T32" fmla="*/ 43 w 116"/>
                <a:gd name="T33" fmla="*/ 141 h 143"/>
                <a:gd name="T34" fmla="*/ 33 w 116"/>
                <a:gd name="T35" fmla="*/ 120 h 143"/>
                <a:gd name="T36" fmla="*/ 26 w 116"/>
                <a:gd name="T37" fmla="*/ 104 h 143"/>
                <a:gd name="T38" fmla="*/ 23 w 116"/>
                <a:gd name="T39" fmla="*/ 84 h 143"/>
                <a:gd name="T40" fmla="*/ 16 w 116"/>
                <a:gd name="T41" fmla="*/ 69 h 143"/>
                <a:gd name="T42" fmla="*/ 17 w 116"/>
                <a:gd name="T43" fmla="*/ 65 h 143"/>
                <a:gd name="T44" fmla="*/ 17 w 116"/>
                <a:gd name="T45" fmla="*/ 51 h 143"/>
                <a:gd name="T46" fmla="*/ 12 w 116"/>
                <a:gd name="T47" fmla="*/ 46 h 143"/>
                <a:gd name="T48" fmla="*/ 4 w 116"/>
                <a:gd name="T49" fmla="*/ 33 h 143"/>
                <a:gd name="T50" fmla="*/ 24 w 116"/>
                <a:gd name="T51" fmla="*/ 27 h 143"/>
                <a:gd name="T52" fmla="*/ 33 w 116"/>
                <a:gd name="T53" fmla="*/ 36 h 143"/>
                <a:gd name="T54" fmla="*/ 41 w 116"/>
                <a:gd name="T55" fmla="*/ 36 h 143"/>
                <a:gd name="T56" fmla="*/ 49 w 116"/>
                <a:gd name="T57" fmla="*/ 35 h 143"/>
                <a:gd name="T58" fmla="*/ 52 w 116"/>
                <a:gd name="T59" fmla="*/ 33 h 143"/>
                <a:gd name="T60" fmla="*/ 60 w 116"/>
                <a:gd name="T61" fmla="*/ 26 h 143"/>
                <a:gd name="T62" fmla="*/ 62 w 116"/>
                <a:gd name="T63" fmla="*/ 15 h 143"/>
                <a:gd name="T64" fmla="*/ 69 w 116"/>
                <a:gd name="T65" fmla="*/ 9 h 143"/>
                <a:gd name="T66" fmla="*/ 78 w 116"/>
                <a:gd name="T67" fmla="*/ 6 h 143"/>
                <a:gd name="T68" fmla="*/ 86 w 116"/>
                <a:gd name="T69" fmla="*/ 6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6" h="143">
                  <a:moveTo>
                    <a:pt x="86" y="6"/>
                  </a:moveTo>
                  <a:cubicBezTo>
                    <a:pt x="88" y="0"/>
                    <a:pt x="95" y="10"/>
                    <a:pt x="99" y="10"/>
                  </a:cubicBezTo>
                  <a:cubicBezTo>
                    <a:pt x="96" y="14"/>
                    <a:pt x="96" y="18"/>
                    <a:pt x="94" y="22"/>
                  </a:cubicBezTo>
                  <a:cubicBezTo>
                    <a:pt x="93" y="24"/>
                    <a:pt x="90" y="25"/>
                    <a:pt x="91" y="27"/>
                  </a:cubicBezTo>
                  <a:cubicBezTo>
                    <a:pt x="92" y="29"/>
                    <a:pt x="95" y="27"/>
                    <a:pt x="96" y="26"/>
                  </a:cubicBezTo>
                  <a:cubicBezTo>
                    <a:pt x="95" y="28"/>
                    <a:pt x="94" y="29"/>
                    <a:pt x="93" y="30"/>
                  </a:cubicBezTo>
                  <a:cubicBezTo>
                    <a:pt x="92" y="32"/>
                    <a:pt x="92" y="32"/>
                    <a:pt x="91" y="35"/>
                  </a:cubicBezTo>
                  <a:cubicBezTo>
                    <a:pt x="91" y="37"/>
                    <a:pt x="89" y="38"/>
                    <a:pt x="90" y="40"/>
                  </a:cubicBezTo>
                  <a:cubicBezTo>
                    <a:pt x="90" y="40"/>
                    <a:pt x="94" y="45"/>
                    <a:pt x="94" y="45"/>
                  </a:cubicBezTo>
                  <a:cubicBezTo>
                    <a:pt x="97" y="45"/>
                    <a:pt x="97" y="42"/>
                    <a:pt x="99" y="43"/>
                  </a:cubicBezTo>
                  <a:cubicBezTo>
                    <a:pt x="101" y="43"/>
                    <a:pt x="102" y="44"/>
                    <a:pt x="104" y="45"/>
                  </a:cubicBezTo>
                  <a:cubicBezTo>
                    <a:pt x="105" y="46"/>
                    <a:pt x="105" y="46"/>
                    <a:pt x="106" y="47"/>
                  </a:cubicBezTo>
                  <a:cubicBezTo>
                    <a:pt x="106" y="47"/>
                    <a:pt x="108" y="47"/>
                    <a:pt x="108" y="47"/>
                  </a:cubicBezTo>
                  <a:cubicBezTo>
                    <a:pt x="111" y="48"/>
                    <a:pt x="113" y="47"/>
                    <a:pt x="116" y="47"/>
                  </a:cubicBezTo>
                  <a:cubicBezTo>
                    <a:pt x="112" y="53"/>
                    <a:pt x="114" y="52"/>
                    <a:pt x="115" y="57"/>
                  </a:cubicBezTo>
                  <a:cubicBezTo>
                    <a:pt x="116" y="59"/>
                    <a:pt x="116" y="59"/>
                    <a:pt x="115" y="61"/>
                  </a:cubicBezTo>
                  <a:cubicBezTo>
                    <a:pt x="115" y="62"/>
                    <a:pt x="115" y="65"/>
                    <a:pt x="115" y="65"/>
                  </a:cubicBezTo>
                  <a:cubicBezTo>
                    <a:pt x="113" y="68"/>
                    <a:pt x="110" y="67"/>
                    <a:pt x="109" y="68"/>
                  </a:cubicBezTo>
                  <a:cubicBezTo>
                    <a:pt x="106" y="68"/>
                    <a:pt x="103" y="70"/>
                    <a:pt x="102" y="72"/>
                  </a:cubicBezTo>
                  <a:cubicBezTo>
                    <a:pt x="111" y="74"/>
                    <a:pt x="93" y="82"/>
                    <a:pt x="92" y="83"/>
                  </a:cubicBezTo>
                  <a:cubicBezTo>
                    <a:pt x="91" y="85"/>
                    <a:pt x="92" y="86"/>
                    <a:pt x="91" y="87"/>
                  </a:cubicBezTo>
                  <a:cubicBezTo>
                    <a:pt x="90" y="89"/>
                    <a:pt x="89" y="91"/>
                    <a:pt x="88" y="93"/>
                  </a:cubicBezTo>
                  <a:cubicBezTo>
                    <a:pt x="88" y="94"/>
                    <a:pt x="89" y="96"/>
                    <a:pt x="88" y="97"/>
                  </a:cubicBezTo>
                  <a:cubicBezTo>
                    <a:pt x="87" y="100"/>
                    <a:pt x="88" y="97"/>
                    <a:pt x="86" y="98"/>
                  </a:cubicBezTo>
                  <a:cubicBezTo>
                    <a:pt x="85" y="99"/>
                    <a:pt x="84" y="98"/>
                    <a:pt x="83" y="100"/>
                  </a:cubicBezTo>
                  <a:cubicBezTo>
                    <a:pt x="83" y="102"/>
                    <a:pt x="81" y="103"/>
                    <a:pt x="81" y="104"/>
                  </a:cubicBezTo>
                  <a:cubicBezTo>
                    <a:pt x="78" y="107"/>
                    <a:pt x="78" y="110"/>
                    <a:pt x="77" y="113"/>
                  </a:cubicBezTo>
                  <a:cubicBezTo>
                    <a:pt x="75" y="117"/>
                    <a:pt x="73" y="120"/>
                    <a:pt x="70" y="122"/>
                  </a:cubicBezTo>
                  <a:cubicBezTo>
                    <a:pt x="67" y="125"/>
                    <a:pt x="67" y="128"/>
                    <a:pt x="64" y="130"/>
                  </a:cubicBezTo>
                  <a:cubicBezTo>
                    <a:pt x="63" y="132"/>
                    <a:pt x="61" y="134"/>
                    <a:pt x="59" y="135"/>
                  </a:cubicBezTo>
                  <a:cubicBezTo>
                    <a:pt x="58" y="135"/>
                    <a:pt x="57" y="136"/>
                    <a:pt x="56" y="136"/>
                  </a:cubicBezTo>
                  <a:cubicBezTo>
                    <a:pt x="54" y="137"/>
                    <a:pt x="54" y="135"/>
                    <a:pt x="52" y="136"/>
                  </a:cubicBezTo>
                  <a:cubicBezTo>
                    <a:pt x="50" y="137"/>
                    <a:pt x="50" y="141"/>
                    <a:pt x="49" y="142"/>
                  </a:cubicBezTo>
                  <a:cubicBezTo>
                    <a:pt x="48" y="143"/>
                    <a:pt x="44" y="142"/>
                    <a:pt x="43" y="141"/>
                  </a:cubicBezTo>
                  <a:cubicBezTo>
                    <a:pt x="44" y="138"/>
                    <a:pt x="40" y="137"/>
                    <a:pt x="39" y="134"/>
                  </a:cubicBezTo>
                  <a:cubicBezTo>
                    <a:pt x="36" y="129"/>
                    <a:pt x="35" y="125"/>
                    <a:pt x="33" y="120"/>
                  </a:cubicBezTo>
                  <a:cubicBezTo>
                    <a:pt x="32" y="118"/>
                    <a:pt x="30" y="115"/>
                    <a:pt x="30" y="112"/>
                  </a:cubicBezTo>
                  <a:cubicBezTo>
                    <a:pt x="29" y="110"/>
                    <a:pt x="26" y="107"/>
                    <a:pt x="26" y="104"/>
                  </a:cubicBezTo>
                  <a:cubicBezTo>
                    <a:pt x="25" y="100"/>
                    <a:pt x="23" y="98"/>
                    <a:pt x="24" y="94"/>
                  </a:cubicBezTo>
                  <a:cubicBezTo>
                    <a:pt x="24" y="90"/>
                    <a:pt x="24" y="87"/>
                    <a:pt x="23" y="84"/>
                  </a:cubicBezTo>
                  <a:cubicBezTo>
                    <a:pt x="23" y="81"/>
                    <a:pt x="25" y="78"/>
                    <a:pt x="24" y="75"/>
                  </a:cubicBezTo>
                  <a:cubicBezTo>
                    <a:pt x="24" y="69"/>
                    <a:pt x="17" y="73"/>
                    <a:pt x="16" y="69"/>
                  </a:cubicBezTo>
                  <a:cubicBezTo>
                    <a:pt x="16" y="68"/>
                    <a:pt x="17" y="67"/>
                    <a:pt x="17" y="66"/>
                  </a:cubicBezTo>
                  <a:cubicBezTo>
                    <a:pt x="18" y="65"/>
                    <a:pt x="17" y="66"/>
                    <a:pt x="17" y="65"/>
                  </a:cubicBezTo>
                  <a:cubicBezTo>
                    <a:pt x="17" y="64"/>
                    <a:pt x="16" y="62"/>
                    <a:pt x="16" y="61"/>
                  </a:cubicBezTo>
                  <a:cubicBezTo>
                    <a:pt x="17" y="58"/>
                    <a:pt x="20" y="54"/>
                    <a:pt x="17" y="51"/>
                  </a:cubicBezTo>
                  <a:cubicBezTo>
                    <a:pt x="16" y="50"/>
                    <a:pt x="15" y="50"/>
                    <a:pt x="14" y="49"/>
                  </a:cubicBezTo>
                  <a:cubicBezTo>
                    <a:pt x="13" y="48"/>
                    <a:pt x="13" y="47"/>
                    <a:pt x="12" y="46"/>
                  </a:cubicBezTo>
                  <a:cubicBezTo>
                    <a:pt x="9" y="44"/>
                    <a:pt x="9" y="42"/>
                    <a:pt x="7" y="39"/>
                  </a:cubicBezTo>
                  <a:cubicBezTo>
                    <a:pt x="6" y="38"/>
                    <a:pt x="0" y="36"/>
                    <a:pt x="4" y="33"/>
                  </a:cubicBezTo>
                  <a:cubicBezTo>
                    <a:pt x="8" y="30"/>
                    <a:pt x="5" y="25"/>
                    <a:pt x="8" y="23"/>
                  </a:cubicBezTo>
                  <a:cubicBezTo>
                    <a:pt x="10" y="21"/>
                    <a:pt x="22" y="25"/>
                    <a:pt x="24" y="27"/>
                  </a:cubicBezTo>
                  <a:cubicBezTo>
                    <a:pt x="26" y="29"/>
                    <a:pt x="23" y="34"/>
                    <a:pt x="25" y="36"/>
                  </a:cubicBezTo>
                  <a:cubicBezTo>
                    <a:pt x="27" y="38"/>
                    <a:pt x="30" y="36"/>
                    <a:pt x="33" y="36"/>
                  </a:cubicBezTo>
                  <a:cubicBezTo>
                    <a:pt x="34" y="36"/>
                    <a:pt x="35" y="37"/>
                    <a:pt x="37" y="37"/>
                  </a:cubicBezTo>
                  <a:cubicBezTo>
                    <a:pt x="37" y="37"/>
                    <a:pt x="39" y="36"/>
                    <a:pt x="41" y="36"/>
                  </a:cubicBezTo>
                  <a:cubicBezTo>
                    <a:pt x="43" y="35"/>
                    <a:pt x="42" y="35"/>
                    <a:pt x="45" y="36"/>
                  </a:cubicBezTo>
                  <a:cubicBezTo>
                    <a:pt x="47" y="37"/>
                    <a:pt x="48" y="36"/>
                    <a:pt x="49" y="35"/>
                  </a:cubicBezTo>
                  <a:cubicBezTo>
                    <a:pt x="50" y="35"/>
                    <a:pt x="50" y="34"/>
                    <a:pt x="50" y="33"/>
                  </a:cubicBezTo>
                  <a:cubicBezTo>
                    <a:pt x="51" y="33"/>
                    <a:pt x="51" y="34"/>
                    <a:pt x="52" y="33"/>
                  </a:cubicBezTo>
                  <a:cubicBezTo>
                    <a:pt x="53" y="33"/>
                    <a:pt x="54" y="34"/>
                    <a:pt x="56" y="33"/>
                  </a:cubicBezTo>
                  <a:cubicBezTo>
                    <a:pt x="58" y="31"/>
                    <a:pt x="59" y="28"/>
                    <a:pt x="60" y="26"/>
                  </a:cubicBezTo>
                  <a:cubicBezTo>
                    <a:pt x="60" y="24"/>
                    <a:pt x="59" y="21"/>
                    <a:pt x="60" y="18"/>
                  </a:cubicBezTo>
                  <a:cubicBezTo>
                    <a:pt x="60" y="17"/>
                    <a:pt x="61" y="16"/>
                    <a:pt x="62" y="15"/>
                  </a:cubicBezTo>
                  <a:cubicBezTo>
                    <a:pt x="63" y="11"/>
                    <a:pt x="61" y="8"/>
                    <a:pt x="62" y="4"/>
                  </a:cubicBezTo>
                  <a:cubicBezTo>
                    <a:pt x="63" y="6"/>
                    <a:pt x="67" y="7"/>
                    <a:pt x="69" y="9"/>
                  </a:cubicBezTo>
                  <a:cubicBezTo>
                    <a:pt x="71" y="11"/>
                    <a:pt x="72" y="13"/>
                    <a:pt x="75" y="11"/>
                  </a:cubicBezTo>
                  <a:cubicBezTo>
                    <a:pt x="77" y="10"/>
                    <a:pt x="77" y="7"/>
                    <a:pt x="78" y="6"/>
                  </a:cubicBezTo>
                  <a:cubicBezTo>
                    <a:pt x="80" y="6"/>
                    <a:pt x="81" y="7"/>
                    <a:pt x="82" y="7"/>
                  </a:cubicBezTo>
                  <a:cubicBezTo>
                    <a:pt x="83" y="7"/>
                    <a:pt x="85" y="6"/>
                    <a:pt x="86" y="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D1868F97-9255-4EF6-A8A2-F4D410029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0" y="2484438"/>
              <a:ext cx="704850" cy="992188"/>
            </a:xfrm>
            <a:custGeom>
              <a:avLst/>
              <a:gdLst>
                <a:gd name="T0" fmla="*/ 37 w 624"/>
                <a:gd name="T1" fmla="*/ 877 h 877"/>
                <a:gd name="T2" fmla="*/ 3 w 624"/>
                <a:gd name="T3" fmla="*/ 825 h 877"/>
                <a:gd name="T4" fmla="*/ 2 w 624"/>
                <a:gd name="T5" fmla="*/ 655 h 877"/>
                <a:gd name="T6" fmla="*/ 13 w 624"/>
                <a:gd name="T7" fmla="*/ 576 h 877"/>
                <a:gd name="T8" fmla="*/ 58 w 624"/>
                <a:gd name="T9" fmla="*/ 511 h 877"/>
                <a:gd name="T10" fmla="*/ 94 w 624"/>
                <a:gd name="T11" fmla="*/ 497 h 877"/>
                <a:gd name="T12" fmla="*/ 153 w 624"/>
                <a:gd name="T13" fmla="*/ 459 h 877"/>
                <a:gd name="T14" fmla="*/ 191 w 624"/>
                <a:gd name="T15" fmla="*/ 451 h 877"/>
                <a:gd name="T16" fmla="*/ 253 w 624"/>
                <a:gd name="T17" fmla="*/ 440 h 877"/>
                <a:gd name="T18" fmla="*/ 364 w 624"/>
                <a:gd name="T19" fmla="*/ 256 h 877"/>
                <a:gd name="T20" fmla="*/ 219 w 624"/>
                <a:gd name="T21" fmla="*/ 205 h 877"/>
                <a:gd name="T22" fmla="*/ 164 w 624"/>
                <a:gd name="T23" fmla="*/ 178 h 877"/>
                <a:gd name="T24" fmla="*/ 145 w 624"/>
                <a:gd name="T25" fmla="*/ 166 h 877"/>
                <a:gd name="T26" fmla="*/ 136 w 624"/>
                <a:gd name="T27" fmla="*/ 152 h 877"/>
                <a:gd name="T28" fmla="*/ 119 w 624"/>
                <a:gd name="T29" fmla="*/ 129 h 877"/>
                <a:gd name="T30" fmla="*/ 105 w 624"/>
                <a:gd name="T31" fmla="*/ 109 h 877"/>
                <a:gd name="T32" fmla="*/ 98 w 624"/>
                <a:gd name="T33" fmla="*/ 84 h 877"/>
                <a:gd name="T34" fmla="*/ 106 w 624"/>
                <a:gd name="T35" fmla="*/ 70 h 877"/>
                <a:gd name="T36" fmla="*/ 125 w 624"/>
                <a:gd name="T37" fmla="*/ 39 h 877"/>
                <a:gd name="T38" fmla="*/ 139 w 624"/>
                <a:gd name="T39" fmla="*/ 39 h 877"/>
                <a:gd name="T40" fmla="*/ 143 w 624"/>
                <a:gd name="T41" fmla="*/ 43 h 877"/>
                <a:gd name="T42" fmla="*/ 188 w 624"/>
                <a:gd name="T43" fmla="*/ 95 h 877"/>
                <a:gd name="T44" fmla="*/ 221 w 624"/>
                <a:gd name="T45" fmla="*/ 98 h 877"/>
                <a:gd name="T46" fmla="*/ 249 w 624"/>
                <a:gd name="T47" fmla="*/ 90 h 877"/>
                <a:gd name="T48" fmla="*/ 278 w 624"/>
                <a:gd name="T49" fmla="*/ 74 h 877"/>
                <a:gd name="T50" fmla="*/ 294 w 624"/>
                <a:gd name="T51" fmla="*/ 76 h 877"/>
                <a:gd name="T52" fmla="*/ 321 w 624"/>
                <a:gd name="T53" fmla="*/ 83 h 877"/>
                <a:gd name="T54" fmla="*/ 356 w 624"/>
                <a:gd name="T55" fmla="*/ 66 h 877"/>
                <a:gd name="T56" fmla="*/ 413 w 624"/>
                <a:gd name="T57" fmla="*/ 55 h 877"/>
                <a:gd name="T58" fmla="*/ 437 w 624"/>
                <a:gd name="T59" fmla="*/ 45 h 877"/>
                <a:gd name="T60" fmla="*/ 479 w 624"/>
                <a:gd name="T61" fmla="*/ 46 h 877"/>
                <a:gd name="T62" fmla="*/ 508 w 624"/>
                <a:gd name="T63" fmla="*/ 37 h 877"/>
                <a:gd name="T64" fmla="*/ 533 w 624"/>
                <a:gd name="T65" fmla="*/ 31 h 877"/>
                <a:gd name="T66" fmla="*/ 557 w 624"/>
                <a:gd name="T67" fmla="*/ 21 h 877"/>
                <a:gd name="T68" fmla="*/ 573 w 624"/>
                <a:gd name="T69" fmla="*/ 3 h 877"/>
                <a:gd name="T70" fmla="*/ 602 w 624"/>
                <a:gd name="T71" fmla="*/ 7 h 877"/>
                <a:gd name="T72" fmla="*/ 604 w 624"/>
                <a:gd name="T73" fmla="*/ 33 h 877"/>
                <a:gd name="T74" fmla="*/ 604 w 624"/>
                <a:gd name="T75" fmla="*/ 64 h 877"/>
                <a:gd name="T76" fmla="*/ 608 w 624"/>
                <a:gd name="T77" fmla="*/ 89 h 877"/>
                <a:gd name="T78" fmla="*/ 617 w 624"/>
                <a:gd name="T79" fmla="*/ 103 h 877"/>
                <a:gd name="T80" fmla="*/ 592 w 624"/>
                <a:gd name="T81" fmla="*/ 108 h 877"/>
                <a:gd name="T82" fmla="*/ 591 w 624"/>
                <a:gd name="T83" fmla="*/ 138 h 877"/>
                <a:gd name="T84" fmla="*/ 589 w 624"/>
                <a:gd name="T85" fmla="*/ 166 h 877"/>
                <a:gd name="T86" fmla="*/ 580 w 624"/>
                <a:gd name="T87" fmla="*/ 185 h 877"/>
                <a:gd name="T88" fmla="*/ 561 w 624"/>
                <a:gd name="T89" fmla="*/ 216 h 877"/>
                <a:gd name="T90" fmla="*/ 552 w 624"/>
                <a:gd name="T91" fmla="*/ 235 h 877"/>
                <a:gd name="T92" fmla="*/ 532 w 624"/>
                <a:gd name="T93" fmla="*/ 268 h 877"/>
                <a:gd name="T94" fmla="*/ 493 w 624"/>
                <a:gd name="T95" fmla="*/ 347 h 877"/>
                <a:gd name="T96" fmla="*/ 459 w 624"/>
                <a:gd name="T97" fmla="*/ 423 h 877"/>
                <a:gd name="T98" fmla="*/ 398 w 624"/>
                <a:gd name="T99" fmla="*/ 514 h 877"/>
                <a:gd name="T100" fmla="*/ 353 w 624"/>
                <a:gd name="T101" fmla="*/ 565 h 877"/>
                <a:gd name="T102" fmla="*/ 279 w 624"/>
                <a:gd name="T103" fmla="*/ 632 h 877"/>
                <a:gd name="T104" fmla="*/ 207 w 624"/>
                <a:gd name="T105" fmla="*/ 679 h 877"/>
                <a:gd name="T106" fmla="*/ 184 w 624"/>
                <a:gd name="T107" fmla="*/ 701 h 877"/>
                <a:gd name="T108" fmla="*/ 145 w 624"/>
                <a:gd name="T109" fmla="*/ 738 h 877"/>
                <a:gd name="T110" fmla="*/ 93 w 624"/>
                <a:gd name="T111" fmla="*/ 799 h 877"/>
                <a:gd name="T112" fmla="*/ 74 w 624"/>
                <a:gd name="T113" fmla="*/ 821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4" h="877">
                  <a:moveTo>
                    <a:pt x="54" y="849"/>
                  </a:moveTo>
                  <a:cubicBezTo>
                    <a:pt x="53" y="853"/>
                    <a:pt x="49" y="857"/>
                    <a:pt x="47" y="861"/>
                  </a:cubicBezTo>
                  <a:cubicBezTo>
                    <a:pt x="44" y="867"/>
                    <a:pt x="41" y="872"/>
                    <a:pt x="37" y="877"/>
                  </a:cubicBezTo>
                  <a:cubicBezTo>
                    <a:pt x="37" y="868"/>
                    <a:pt x="30" y="861"/>
                    <a:pt x="25" y="854"/>
                  </a:cubicBezTo>
                  <a:cubicBezTo>
                    <a:pt x="20" y="848"/>
                    <a:pt x="15" y="841"/>
                    <a:pt x="10" y="834"/>
                  </a:cubicBezTo>
                  <a:cubicBezTo>
                    <a:pt x="8" y="831"/>
                    <a:pt x="5" y="828"/>
                    <a:pt x="3" y="825"/>
                  </a:cubicBezTo>
                  <a:cubicBezTo>
                    <a:pt x="1" y="819"/>
                    <a:pt x="3" y="810"/>
                    <a:pt x="3" y="803"/>
                  </a:cubicBezTo>
                  <a:cubicBezTo>
                    <a:pt x="3" y="789"/>
                    <a:pt x="3" y="775"/>
                    <a:pt x="3" y="760"/>
                  </a:cubicBezTo>
                  <a:cubicBezTo>
                    <a:pt x="3" y="725"/>
                    <a:pt x="2" y="690"/>
                    <a:pt x="2" y="655"/>
                  </a:cubicBezTo>
                  <a:cubicBezTo>
                    <a:pt x="2" y="639"/>
                    <a:pt x="2" y="623"/>
                    <a:pt x="2" y="607"/>
                  </a:cubicBezTo>
                  <a:cubicBezTo>
                    <a:pt x="2" y="601"/>
                    <a:pt x="0" y="592"/>
                    <a:pt x="3" y="586"/>
                  </a:cubicBezTo>
                  <a:cubicBezTo>
                    <a:pt x="5" y="582"/>
                    <a:pt x="9" y="579"/>
                    <a:pt x="13" y="576"/>
                  </a:cubicBezTo>
                  <a:cubicBezTo>
                    <a:pt x="22" y="566"/>
                    <a:pt x="29" y="555"/>
                    <a:pt x="37" y="544"/>
                  </a:cubicBezTo>
                  <a:cubicBezTo>
                    <a:pt x="43" y="535"/>
                    <a:pt x="49" y="526"/>
                    <a:pt x="55" y="516"/>
                  </a:cubicBezTo>
                  <a:cubicBezTo>
                    <a:pt x="56" y="515"/>
                    <a:pt x="58" y="513"/>
                    <a:pt x="58" y="511"/>
                  </a:cubicBezTo>
                  <a:cubicBezTo>
                    <a:pt x="59" y="509"/>
                    <a:pt x="59" y="508"/>
                    <a:pt x="60" y="507"/>
                  </a:cubicBezTo>
                  <a:cubicBezTo>
                    <a:pt x="64" y="502"/>
                    <a:pt x="70" y="499"/>
                    <a:pt x="76" y="499"/>
                  </a:cubicBezTo>
                  <a:cubicBezTo>
                    <a:pt x="82" y="499"/>
                    <a:pt x="87" y="499"/>
                    <a:pt x="94" y="497"/>
                  </a:cubicBezTo>
                  <a:cubicBezTo>
                    <a:pt x="100" y="496"/>
                    <a:pt x="111" y="496"/>
                    <a:pt x="116" y="491"/>
                  </a:cubicBezTo>
                  <a:cubicBezTo>
                    <a:pt x="120" y="487"/>
                    <a:pt x="119" y="481"/>
                    <a:pt x="124" y="477"/>
                  </a:cubicBezTo>
                  <a:cubicBezTo>
                    <a:pt x="133" y="469"/>
                    <a:pt x="142" y="464"/>
                    <a:pt x="153" y="459"/>
                  </a:cubicBezTo>
                  <a:cubicBezTo>
                    <a:pt x="159" y="457"/>
                    <a:pt x="164" y="455"/>
                    <a:pt x="170" y="454"/>
                  </a:cubicBezTo>
                  <a:cubicBezTo>
                    <a:pt x="173" y="454"/>
                    <a:pt x="176" y="453"/>
                    <a:pt x="179" y="452"/>
                  </a:cubicBezTo>
                  <a:cubicBezTo>
                    <a:pt x="183" y="450"/>
                    <a:pt x="187" y="451"/>
                    <a:pt x="191" y="451"/>
                  </a:cubicBezTo>
                  <a:cubicBezTo>
                    <a:pt x="204" y="452"/>
                    <a:pt x="216" y="453"/>
                    <a:pt x="228" y="453"/>
                  </a:cubicBezTo>
                  <a:cubicBezTo>
                    <a:pt x="235" y="454"/>
                    <a:pt x="241" y="454"/>
                    <a:pt x="245" y="449"/>
                  </a:cubicBezTo>
                  <a:cubicBezTo>
                    <a:pt x="248" y="446"/>
                    <a:pt x="250" y="443"/>
                    <a:pt x="253" y="440"/>
                  </a:cubicBezTo>
                  <a:cubicBezTo>
                    <a:pt x="290" y="396"/>
                    <a:pt x="327" y="352"/>
                    <a:pt x="368" y="310"/>
                  </a:cubicBezTo>
                  <a:cubicBezTo>
                    <a:pt x="386" y="292"/>
                    <a:pt x="403" y="273"/>
                    <a:pt x="421" y="256"/>
                  </a:cubicBezTo>
                  <a:cubicBezTo>
                    <a:pt x="402" y="256"/>
                    <a:pt x="383" y="256"/>
                    <a:pt x="364" y="256"/>
                  </a:cubicBezTo>
                  <a:cubicBezTo>
                    <a:pt x="358" y="256"/>
                    <a:pt x="351" y="252"/>
                    <a:pt x="346" y="250"/>
                  </a:cubicBezTo>
                  <a:cubicBezTo>
                    <a:pt x="337" y="247"/>
                    <a:pt x="329" y="244"/>
                    <a:pt x="321" y="241"/>
                  </a:cubicBezTo>
                  <a:cubicBezTo>
                    <a:pt x="287" y="229"/>
                    <a:pt x="253" y="217"/>
                    <a:pt x="219" y="205"/>
                  </a:cubicBezTo>
                  <a:cubicBezTo>
                    <a:pt x="211" y="203"/>
                    <a:pt x="204" y="200"/>
                    <a:pt x="197" y="198"/>
                  </a:cubicBezTo>
                  <a:cubicBezTo>
                    <a:pt x="191" y="195"/>
                    <a:pt x="182" y="194"/>
                    <a:pt x="177" y="190"/>
                  </a:cubicBezTo>
                  <a:cubicBezTo>
                    <a:pt x="172" y="187"/>
                    <a:pt x="168" y="182"/>
                    <a:pt x="164" y="178"/>
                  </a:cubicBezTo>
                  <a:cubicBezTo>
                    <a:pt x="162" y="176"/>
                    <a:pt x="160" y="174"/>
                    <a:pt x="158" y="172"/>
                  </a:cubicBezTo>
                  <a:cubicBezTo>
                    <a:pt x="155" y="169"/>
                    <a:pt x="154" y="170"/>
                    <a:pt x="151" y="169"/>
                  </a:cubicBezTo>
                  <a:cubicBezTo>
                    <a:pt x="149" y="169"/>
                    <a:pt x="146" y="167"/>
                    <a:pt x="145" y="166"/>
                  </a:cubicBezTo>
                  <a:cubicBezTo>
                    <a:pt x="142" y="164"/>
                    <a:pt x="143" y="164"/>
                    <a:pt x="142" y="161"/>
                  </a:cubicBezTo>
                  <a:cubicBezTo>
                    <a:pt x="141" y="159"/>
                    <a:pt x="140" y="157"/>
                    <a:pt x="138" y="155"/>
                  </a:cubicBezTo>
                  <a:cubicBezTo>
                    <a:pt x="137" y="154"/>
                    <a:pt x="137" y="153"/>
                    <a:pt x="136" y="152"/>
                  </a:cubicBezTo>
                  <a:cubicBezTo>
                    <a:pt x="134" y="150"/>
                    <a:pt x="133" y="150"/>
                    <a:pt x="132" y="149"/>
                  </a:cubicBezTo>
                  <a:cubicBezTo>
                    <a:pt x="130" y="144"/>
                    <a:pt x="132" y="136"/>
                    <a:pt x="127" y="134"/>
                  </a:cubicBezTo>
                  <a:cubicBezTo>
                    <a:pt x="123" y="132"/>
                    <a:pt x="121" y="134"/>
                    <a:pt x="119" y="129"/>
                  </a:cubicBezTo>
                  <a:cubicBezTo>
                    <a:pt x="118" y="127"/>
                    <a:pt x="118" y="124"/>
                    <a:pt x="116" y="122"/>
                  </a:cubicBezTo>
                  <a:cubicBezTo>
                    <a:pt x="115" y="120"/>
                    <a:pt x="113" y="119"/>
                    <a:pt x="110" y="118"/>
                  </a:cubicBezTo>
                  <a:cubicBezTo>
                    <a:pt x="107" y="115"/>
                    <a:pt x="106" y="113"/>
                    <a:pt x="105" y="109"/>
                  </a:cubicBezTo>
                  <a:cubicBezTo>
                    <a:pt x="103" y="103"/>
                    <a:pt x="102" y="99"/>
                    <a:pt x="98" y="94"/>
                  </a:cubicBezTo>
                  <a:cubicBezTo>
                    <a:pt x="97" y="93"/>
                    <a:pt x="93" y="88"/>
                    <a:pt x="95" y="86"/>
                  </a:cubicBezTo>
                  <a:cubicBezTo>
                    <a:pt x="95" y="86"/>
                    <a:pt x="97" y="85"/>
                    <a:pt x="98" y="84"/>
                  </a:cubicBezTo>
                  <a:cubicBezTo>
                    <a:pt x="99" y="83"/>
                    <a:pt x="99" y="81"/>
                    <a:pt x="99" y="80"/>
                  </a:cubicBezTo>
                  <a:cubicBezTo>
                    <a:pt x="100" y="77"/>
                    <a:pt x="102" y="76"/>
                    <a:pt x="104" y="74"/>
                  </a:cubicBezTo>
                  <a:cubicBezTo>
                    <a:pt x="105" y="72"/>
                    <a:pt x="104" y="71"/>
                    <a:pt x="106" y="70"/>
                  </a:cubicBezTo>
                  <a:cubicBezTo>
                    <a:pt x="107" y="69"/>
                    <a:pt x="108" y="69"/>
                    <a:pt x="109" y="67"/>
                  </a:cubicBezTo>
                  <a:cubicBezTo>
                    <a:pt x="112" y="63"/>
                    <a:pt x="114" y="57"/>
                    <a:pt x="116" y="53"/>
                  </a:cubicBezTo>
                  <a:cubicBezTo>
                    <a:pt x="119" y="48"/>
                    <a:pt x="122" y="44"/>
                    <a:pt x="125" y="39"/>
                  </a:cubicBezTo>
                  <a:cubicBezTo>
                    <a:pt x="126" y="37"/>
                    <a:pt x="127" y="32"/>
                    <a:pt x="130" y="34"/>
                  </a:cubicBezTo>
                  <a:cubicBezTo>
                    <a:pt x="130" y="33"/>
                    <a:pt x="130" y="32"/>
                    <a:pt x="130" y="32"/>
                  </a:cubicBezTo>
                  <a:cubicBezTo>
                    <a:pt x="133" y="33"/>
                    <a:pt x="134" y="38"/>
                    <a:pt x="139" y="39"/>
                  </a:cubicBezTo>
                  <a:cubicBezTo>
                    <a:pt x="139" y="39"/>
                    <a:pt x="140" y="40"/>
                    <a:pt x="140" y="41"/>
                  </a:cubicBezTo>
                  <a:cubicBezTo>
                    <a:pt x="141" y="41"/>
                    <a:pt x="141" y="39"/>
                    <a:pt x="142" y="39"/>
                  </a:cubicBezTo>
                  <a:cubicBezTo>
                    <a:pt x="143" y="40"/>
                    <a:pt x="143" y="42"/>
                    <a:pt x="143" y="43"/>
                  </a:cubicBezTo>
                  <a:cubicBezTo>
                    <a:pt x="142" y="46"/>
                    <a:pt x="143" y="49"/>
                    <a:pt x="145" y="51"/>
                  </a:cubicBezTo>
                  <a:cubicBezTo>
                    <a:pt x="148" y="53"/>
                    <a:pt x="149" y="55"/>
                    <a:pt x="150" y="58"/>
                  </a:cubicBezTo>
                  <a:cubicBezTo>
                    <a:pt x="158" y="74"/>
                    <a:pt x="174" y="84"/>
                    <a:pt x="188" y="95"/>
                  </a:cubicBezTo>
                  <a:cubicBezTo>
                    <a:pt x="190" y="97"/>
                    <a:pt x="192" y="99"/>
                    <a:pt x="195" y="100"/>
                  </a:cubicBezTo>
                  <a:cubicBezTo>
                    <a:pt x="199" y="101"/>
                    <a:pt x="203" y="100"/>
                    <a:pt x="206" y="101"/>
                  </a:cubicBezTo>
                  <a:cubicBezTo>
                    <a:pt x="211" y="101"/>
                    <a:pt x="216" y="97"/>
                    <a:pt x="221" y="98"/>
                  </a:cubicBezTo>
                  <a:cubicBezTo>
                    <a:pt x="224" y="99"/>
                    <a:pt x="227" y="100"/>
                    <a:pt x="230" y="100"/>
                  </a:cubicBezTo>
                  <a:cubicBezTo>
                    <a:pt x="234" y="101"/>
                    <a:pt x="236" y="97"/>
                    <a:pt x="239" y="95"/>
                  </a:cubicBezTo>
                  <a:cubicBezTo>
                    <a:pt x="243" y="93"/>
                    <a:pt x="246" y="92"/>
                    <a:pt x="249" y="90"/>
                  </a:cubicBezTo>
                  <a:cubicBezTo>
                    <a:pt x="253" y="88"/>
                    <a:pt x="254" y="85"/>
                    <a:pt x="257" y="85"/>
                  </a:cubicBezTo>
                  <a:cubicBezTo>
                    <a:pt x="262" y="84"/>
                    <a:pt x="264" y="84"/>
                    <a:pt x="267" y="81"/>
                  </a:cubicBezTo>
                  <a:cubicBezTo>
                    <a:pt x="271" y="79"/>
                    <a:pt x="275" y="77"/>
                    <a:pt x="278" y="74"/>
                  </a:cubicBezTo>
                  <a:cubicBezTo>
                    <a:pt x="279" y="74"/>
                    <a:pt x="280" y="71"/>
                    <a:pt x="281" y="71"/>
                  </a:cubicBezTo>
                  <a:cubicBezTo>
                    <a:pt x="284" y="71"/>
                    <a:pt x="286" y="76"/>
                    <a:pt x="288" y="75"/>
                  </a:cubicBezTo>
                  <a:cubicBezTo>
                    <a:pt x="290" y="73"/>
                    <a:pt x="293" y="76"/>
                    <a:pt x="294" y="76"/>
                  </a:cubicBezTo>
                  <a:cubicBezTo>
                    <a:pt x="297" y="77"/>
                    <a:pt x="300" y="78"/>
                    <a:pt x="303" y="78"/>
                  </a:cubicBezTo>
                  <a:cubicBezTo>
                    <a:pt x="308" y="78"/>
                    <a:pt x="310" y="76"/>
                    <a:pt x="313" y="79"/>
                  </a:cubicBezTo>
                  <a:cubicBezTo>
                    <a:pt x="315" y="82"/>
                    <a:pt x="317" y="83"/>
                    <a:pt x="321" y="83"/>
                  </a:cubicBezTo>
                  <a:cubicBezTo>
                    <a:pt x="325" y="83"/>
                    <a:pt x="329" y="80"/>
                    <a:pt x="333" y="80"/>
                  </a:cubicBezTo>
                  <a:cubicBezTo>
                    <a:pt x="335" y="80"/>
                    <a:pt x="339" y="77"/>
                    <a:pt x="341" y="76"/>
                  </a:cubicBezTo>
                  <a:cubicBezTo>
                    <a:pt x="346" y="73"/>
                    <a:pt x="350" y="69"/>
                    <a:pt x="356" y="66"/>
                  </a:cubicBezTo>
                  <a:cubicBezTo>
                    <a:pt x="367" y="61"/>
                    <a:pt x="377" y="47"/>
                    <a:pt x="391" y="54"/>
                  </a:cubicBezTo>
                  <a:cubicBezTo>
                    <a:pt x="394" y="55"/>
                    <a:pt x="396" y="57"/>
                    <a:pt x="399" y="56"/>
                  </a:cubicBezTo>
                  <a:cubicBezTo>
                    <a:pt x="404" y="55"/>
                    <a:pt x="408" y="55"/>
                    <a:pt x="413" y="55"/>
                  </a:cubicBezTo>
                  <a:cubicBezTo>
                    <a:pt x="419" y="55"/>
                    <a:pt x="424" y="55"/>
                    <a:pt x="428" y="51"/>
                  </a:cubicBezTo>
                  <a:cubicBezTo>
                    <a:pt x="430" y="49"/>
                    <a:pt x="432" y="50"/>
                    <a:pt x="434" y="48"/>
                  </a:cubicBezTo>
                  <a:cubicBezTo>
                    <a:pt x="435" y="48"/>
                    <a:pt x="435" y="46"/>
                    <a:pt x="437" y="45"/>
                  </a:cubicBezTo>
                  <a:cubicBezTo>
                    <a:pt x="442" y="44"/>
                    <a:pt x="446" y="44"/>
                    <a:pt x="451" y="43"/>
                  </a:cubicBezTo>
                  <a:cubicBezTo>
                    <a:pt x="457" y="41"/>
                    <a:pt x="463" y="46"/>
                    <a:pt x="469" y="47"/>
                  </a:cubicBezTo>
                  <a:cubicBezTo>
                    <a:pt x="479" y="46"/>
                    <a:pt x="479" y="46"/>
                    <a:pt x="479" y="46"/>
                  </a:cubicBezTo>
                  <a:cubicBezTo>
                    <a:pt x="483" y="45"/>
                    <a:pt x="488" y="45"/>
                    <a:pt x="492" y="43"/>
                  </a:cubicBezTo>
                  <a:cubicBezTo>
                    <a:pt x="495" y="41"/>
                    <a:pt x="497" y="43"/>
                    <a:pt x="501" y="42"/>
                  </a:cubicBezTo>
                  <a:cubicBezTo>
                    <a:pt x="503" y="40"/>
                    <a:pt x="506" y="38"/>
                    <a:pt x="508" y="37"/>
                  </a:cubicBezTo>
                  <a:cubicBezTo>
                    <a:pt x="510" y="34"/>
                    <a:pt x="512" y="34"/>
                    <a:pt x="516" y="33"/>
                  </a:cubicBezTo>
                  <a:cubicBezTo>
                    <a:pt x="519" y="32"/>
                    <a:pt x="521" y="35"/>
                    <a:pt x="525" y="34"/>
                  </a:cubicBezTo>
                  <a:cubicBezTo>
                    <a:pt x="528" y="33"/>
                    <a:pt x="530" y="31"/>
                    <a:pt x="533" y="31"/>
                  </a:cubicBezTo>
                  <a:cubicBezTo>
                    <a:pt x="537" y="30"/>
                    <a:pt x="540" y="31"/>
                    <a:pt x="543" y="29"/>
                  </a:cubicBezTo>
                  <a:cubicBezTo>
                    <a:pt x="545" y="27"/>
                    <a:pt x="548" y="27"/>
                    <a:pt x="550" y="26"/>
                  </a:cubicBezTo>
                  <a:cubicBezTo>
                    <a:pt x="553" y="25"/>
                    <a:pt x="554" y="22"/>
                    <a:pt x="557" y="21"/>
                  </a:cubicBezTo>
                  <a:cubicBezTo>
                    <a:pt x="560" y="20"/>
                    <a:pt x="562" y="19"/>
                    <a:pt x="564" y="16"/>
                  </a:cubicBezTo>
                  <a:cubicBezTo>
                    <a:pt x="566" y="14"/>
                    <a:pt x="566" y="11"/>
                    <a:pt x="567" y="8"/>
                  </a:cubicBezTo>
                  <a:cubicBezTo>
                    <a:pt x="568" y="6"/>
                    <a:pt x="570" y="4"/>
                    <a:pt x="573" y="3"/>
                  </a:cubicBezTo>
                  <a:cubicBezTo>
                    <a:pt x="574" y="2"/>
                    <a:pt x="579" y="0"/>
                    <a:pt x="581" y="0"/>
                  </a:cubicBezTo>
                  <a:cubicBezTo>
                    <a:pt x="584" y="0"/>
                    <a:pt x="591" y="3"/>
                    <a:pt x="594" y="5"/>
                  </a:cubicBezTo>
                  <a:cubicBezTo>
                    <a:pt x="597" y="6"/>
                    <a:pt x="599" y="7"/>
                    <a:pt x="602" y="7"/>
                  </a:cubicBezTo>
                  <a:cubicBezTo>
                    <a:pt x="604" y="7"/>
                    <a:pt x="612" y="9"/>
                    <a:pt x="612" y="10"/>
                  </a:cubicBezTo>
                  <a:cubicBezTo>
                    <a:pt x="612" y="13"/>
                    <a:pt x="610" y="15"/>
                    <a:pt x="610" y="18"/>
                  </a:cubicBezTo>
                  <a:cubicBezTo>
                    <a:pt x="610" y="24"/>
                    <a:pt x="603" y="27"/>
                    <a:pt x="604" y="33"/>
                  </a:cubicBezTo>
                  <a:cubicBezTo>
                    <a:pt x="604" y="38"/>
                    <a:pt x="598" y="47"/>
                    <a:pt x="602" y="52"/>
                  </a:cubicBezTo>
                  <a:cubicBezTo>
                    <a:pt x="605" y="55"/>
                    <a:pt x="608" y="52"/>
                    <a:pt x="606" y="57"/>
                  </a:cubicBezTo>
                  <a:cubicBezTo>
                    <a:pt x="606" y="59"/>
                    <a:pt x="604" y="62"/>
                    <a:pt x="604" y="64"/>
                  </a:cubicBezTo>
                  <a:cubicBezTo>
                    <a:pt x="604" y="69"/>
                    <a:pt x="605" y="74"/>
                    <a:pt x="606" y="78"/>
                  </a:cubicBezTo>
                  <a:cubicBezTo>
                    <a:pt x="606" y="81"/>
                    <a:pt x="606" y="83"/>
                    <a:pt x="607" y="86"/>
                  </a:cubicBezTo>
                  <a:cubicBezTo>
                    <a:pt x="607" y="86"/>
                    <a:pt x="607" y="89"/>
                    <a:pt x="608" y="89"/>
                  </a:cubicBezTo>
                  <a:cubicBezTo>
                    <a:pt x="614" y="90"/>
                    <a:pt x="623" y="98"/>
                    <a:pt x="623" y="98"/>
                  </a:cubicBezTo>
                  <a:cubicBezTo>
                    <a:pt x="624" y="99"/>
                    <a:pt x="622" y="103"/>
                    <a:pt x="621" y="103"/>
                  </a:cubicBezTo>
                  <a:cubicBezTo>
                    <a:pt x="621" y="103"/>
                    <a:pt x="617" y="103"/>
                    <a:pt x="617" y="103"/>
                  </a:cubicBezTo>
                  <a:cubicBezTo>
                    <a:pt x="615" y="102"/>
                    <a:pt x="614" y="102"/>
                    <a:pt x="612" y="102"/>
                  </a:cubicBezTo>
                  <a:cubicBezTo>
                    <a:pt x="610" y="101"/>
                    <a:pt x="607" y="100"/>
                    <a:pt x="605" y="101"/>
                  </a:cubicBezTo>
                  <a:cubicBezTo>
                    <a:pt x="601" y="102"/>
                    <a:pt x="593" y="104"/>
                    <a:pt x="592" y="108"/>
                  </a:cubicBezTo>
                  <a:cubicBezTo>
                    <a:pt x="592" y="111"/>
                    <a:pt x="594" y="114"/>
                    <a:pt x="593" y="118"/>
                  </a:cubicBezTo>
                  <a:cubicBezTo>
                    <a:pt x="592" y="121"/>
                    <a:pt x="593" y="123"/>
                    <a:pt x="593" y="126"/>
                  </a:cubicBezTo>
                  <a:cubicBezTo>
                    <a:pt x="594" y="130"/>
                    <a:pt x="592" y="134"/>
                    <a:pt x="591" y="138"/>
                  </a:cubicBezTo>
                  <a:cubicBezTo>
                    <a:pt x="590" y="140"/>
                    <a:pt x="590" y="144"/>
                    <a:pt x="590" y="147"/>
                  </a:cubicBezTo>
                  <a:cubicBezTo>
                    <a:pt x="589" y="150"/>
                    <a:pt x="588" y="153"/>
                    <a:pt x="589" y="156"/>
                  </a:cubicBezTo>
                  <a:cubicBezTo>
                    <a:pt x="589" y="160"/>
                    <a:pt x="592" y="161"/>
                    <a:pt x="589" y="166"/>
                  </a:cubicBezTo>
                  <a:cubicBezTo>
                    <a:pt x="588" y="168"/>
                    <a:pt x="587" y="171"/>
                    <a:pt x="585" y="173"/>
                  </a:cubicBezTo>
                  <a:cubicBezTo>
                    <a:pt x="583" y="174"/>
                    <a:pt x="582" y="174"/>
                    <a:pt x="581" y="176"/>
                  </a:cubicBezTo>
                  <a:cubicBezTo>
                    <a:pt x="579" y="179"/>
                    <a:pt x="581" y="182"/>
                    <a:pt x="580" y="185"/>
                  </a:cubicBezTo>
                  <a:cubicBezTo>
                    <a:pt x="579" y="191"/>
                    <a:pt x="572" y="192"/>
                    <a:pt x="569" y="196"/>
                  </a:cubicBezTo>
                  <a:cubicBezTo>
                    <a:pt x="567" y="200"/>
                    <a:pt x="567" y="203"/>
                    <a:pt x="565" y="207"/>
                  </a:cubicBezTo>
                  <a:cubicBezTo>
                    <a:pt x="564" y="210"/>
                    <a:pt x="562" y="213"/>
                    <a:pt x="561" y="216"/>
                  </a:cubicBezTo>
                  <a:cubicBezTo>
                    <a:pt x="561" y="218"/>
                    <a:pt x="562" y="219"/>
                    <a:pt x="561" y="221"/>
                  </a:cubicBezTo>
                  <a:cubicBezTo>
                    <a:pt x="561" y="223"/>
                    <a:pt x="559" y="224"/>
                    <a:pt x="557" y="226"/>
                  </a:cubicBezTo>
                  <a:cubicBezTo>
                    <a:pt x="556" y="229"/>
                    <a:pt x="553" y="232"/>
                    <a:pt x="552" y="235"/>
                  </a:cubicBezTo>
                  <a:cubicBezTo>
                    <a:pt x="549" y="241"/>
                    <a:pt x="549" y="245"/>
                    <a:pt x="543" y="249"/>
                  </a:cubicBezTo>
                  <a:cubicBezTo>
                    <a:pt x="539" y="251"/>
                    <a:pt x="536" y="254"/>
                    <a:pt x="533" y="258"/>
                  </a:cubicBezTo>
                  <a:cubicBezTo>
                    <a:pt x="531" y="262"/>
                    <a:pt x="531" y="265"/>
                    <a:pt x="532" y="268"/>
                  </a:cubicBezTo>
                  <a:cubicBezTo>
                    <a:pt x="533" y="272"/>
                    <a:pt x="531" y="273"/>
                    <a:pt x="529" y="276"/>
                  </a:cubicBezTo>
                  <a:cubicBezTo>
                    <a:pt x="525" y="285"/>
                    <a:pt x="522" y="295"/>
                    <a:pt x="516" y="304"/>
                  </a:cubicBezTo>
                  <a:cubicBezTo>
                    <a:pt x="506" y="317"/>
                    <a:pt x="500" y="332"/>
                    <a:pt x="493" y="347"/>
                  </a:cubicBezTo>
                  <a:cubicBezTo>
                    <a:pt x="491" y="352"/>
                    <a:pt x="489" y="357"/>
                    <a:pt x="489" y="363"/>
                  </a:cubicBezTo>
                  <a:cubicBezTo>
                    <a:pt x="490" y="371"/>
                    <a:pt x="485" y="377"/>
                    <a:pt x="482" y="384"/>
                  </a:cubicBezTo>
                  <a:cubicBezTo>
                    <a:pt x="475" y="397"/>
                    <a:pt x="468" y="411"/>
                    <a:pt x="459" y="423"/>
                  </a:cubicBezTo>
                  <a:cubicBezTo>
                    <a:pt x="449" y="436"/>
                    <a:pt x="439" y="450"/>
                    <a:pt x="433" y="465"/>
                  </a:cubicBezTo>
                  <a:cubicBezTo>
                    <a:pt x="428" y="476"/>
                    <a:pt x="422" y="484"/>
                    <a:pt x="414" y="494"/>
                  </a:cubicBezTo>
                  <a:cubicBezTo>
                    <a:pt x="408" y="501"/>
                    <a:pt x="402" y="507"/>
                    <a:pt x="398" y="514"/>
                  </a:cubicBezTo>
                  <a:cubicBezTo>
                    <a:pt x="393" y="520"/>
                    <a:pt x="388" y="525"/>
                    <a:pt x="383" y="530"/>
                  </a:cubicBezTo>
                  <a:cubicBezTo>
                    <a:pt x="376" y="537"/>
                    <a:pt x="371" y="544"/>
                    <a:pt x="365" y="551"/>
                  </a:cubicBezTo>
                  <a:cubicBezTo>
                    <a:pt x="360" y="556"/>
                    <a:pt x="357" y="561"/>
                    <a:pt x="353" y="565"/>
                  </a:cubicBezTo>
                  <a:cubicBezTo>
                    <a:pt x="348" y="571"/>
                    <a:pt x="342" y="577"/>
                    <a:pt x="336" y="583"/>
                  </a:cubicBezTo>
                  <a:cubicBezTo>
                    <a:pt x="326" y="592"/>
                    <a:pt x="318" y="602"/>
                    <a:pt x="309" y="611"/>
                  </a:cubicBezTo>
                  <a:cubicBezTo>
                    <a:pt x="301" y="620"/>
                    <a:pt x="289" y="625"/>
                    <a:pt x="279" y="632"/>
                  </a:cubicBezTo>
                  <a:cubicBezTo>
                    <a:pt x="271" y="637"/>
                    <a:pt x="262" y="642"/>
                    <a:pt x="253" y="647"/>
                  </a:cubicBezTo>
                  <a:cubicBezTo>
                    <a:pt x="239" y="653"/>
                    <a:pt x="226" y="663"/>
                    <a:pt x="215" y="673"/>
                  </a:cubicBezTo>
                  <a:cubicBezTo>
                    <a:pt x="213" y="675"/>
                    <a:pt x="209" y="677"/>
                    <a:pt x="207" y="679"/>
                  </a:cubicBezTo>
                  <a:cubicBezTo>
                    <a:pt x="204" y="682"/>
                    <a:pt x="201" y="686"/>
                    <a:pt x="198" y="688"/>
                  </a:cubicBezTo>
                  <a:cubicBezTo>
                    <a:pt x="195" y="690"/>
                    <a:pt x="194" y="692"/>
                    <a:pt x="191" y="694"/>
                  </a:cubicBezTo>
                  <a:cubicBezTo>
                    <a:pt x="189" y="696"/>
                    <a:pt x="186" y="699"/>
                    <a:pt x="184" y="701"/>
                  </a:cubicBezTo>
                  <a:cubicBezTo>
                    <a:pt x="181" y="705"/>
                    <a:pt x="174" y="707"/>
                    <a:pt x="171" y="712"/>
                  </a:cubicBezTo>
                  <a:cubicBezTo>
                    <a:pt x="169" y="715"/>
                    <a:pt x="165" y="717"/>
                    <a:pt x="162" y="720"/>
                  </a:cubicBezTo>
                  <a:cubicBezTo>
                    <a:pt x="156" y="725"/>
                    <a:pt x="151" y="732"/>
                    <a:pt x="145" y="738"/>
                  </a:cubicBezTo>
                  <a:cubicBezTo>
                    <a:pt x="134" y="751"/>
                    <a:pt x="124" y="764"/>
                    <a:pt x="112" y="776"/>
                  </a:cubicBezTo>
                  <a:cubicBezTo>
                    <a:pt x="106" y="783"/>
                    <a:pt x="99" y="788"/>
                    <a:pt x="95" y="795"/>
                  </a:cubicBezTo>
                  <a:cubicBezTo>
                    <a:pt x="94" y="796"/>
                    <a:pt x="94" y="798"/>
                    <a:pt x="93" y="799"/>
                  </a:cubicBezTo>
                  <a:cubicBezTo>
                    <a:pt x="93" y="799"/>
                    <a:pt x="92" y="798"/>
                    <a:pt x="91" y="799"/>
                  </a:cubicBezTo>
                  <a:cubicBezTo>
                    <a:pt x="89" y="802"/>
                    <a:pt x="86" y="805"/>
                    <a:pt x="84" y="807"/>
                  </a:cubicBezTo>
                  <a:cubicBezTo>
                    <a:pt x="81" y="811"/>
                    <a:pt x="78" y="818"/>
                    <a:pt x="74" y="821"/>
                  </a:cubicBezTo>
                  <a:lnTo>
                    <a:pt x="54" y="849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7809557D-31E4-4133-A7AD-94E23EF50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500" y="2201863"/>
              <a:ext cx="38100" cy="23813"/>
            </a:xfrm>
            <a:custGeom>
              <a:avLst/>
              <a:gdLst>
                <a:gd name="T0" fmla="*/ 25 w 34"/>
                <a:gd name="T1" fmla="*/ 21 h 21"/>
                <a:gd name="T2" fmla="*/ 15 w 34"/>
                <a:gd name="T3" fmla="*/ 19 h 21"/>
                <a:gd name="T4" fmla="*/ 9 w 34"/>
                <a:gd name="T5" fmla="*/ 19 h 21"/>
                <a:gd name="T6" fmla="*/ 4 w 34"/>
                <a:gd name="T7" fmla="*/ 17 h 21"/>
                <a:gd name="T8" fmla="*/ 3 w 34"/>
                <a:gd name="T9" fmla="*/ 13 h 21"/>
                <a:gd name="T10" fmla="*/ 5 w 34"/>
                <a:gd name="T11" fmla="*/ 15 h 21"/>
                <a:gd name="T12" fmla="*/ 9 w 34"/>
                <a:gd name="T13" fmla="*/ 12 h 21"/>
                <a:gd name="T14" fmla="*/ 2 w 34"/>
                <a:gd name="T15" fmla="*/ 9 h 21"/>
                <a:gd name="T16" fmla="*/ 6 w 34"/>
                <a:gd name="T17" fmla="*/ 8 h 21"/>
                <a:gd name="T18" fmla="*/ 7 w 34"/>
                <a:gd name="T19" fmla="*/ 5 h 21"/>
                <a:gd name="T20" fmla="*/ 4 w 34"/>
                <a:gd name="T21" fmla="*/ 0 h 21"/>
                <a:gd name="T22" fmla="*/ 12 w 34"/>
                <a:gd name="T23" fmla="*/ 3 h 21"/>
                <a:gd name="T24" fmla="*/ 12 w 34"/>
                <a:gd name="T25" fmla="*/ 7 h 21"/>
                <a:gd name="T26" fmla="*/ 15 w 34"/>
                <a:gd name="T27" fmla="*/ 6 h 21"/>
                <a:gd name="T28" fmla="*/ 16 w 34"/>
                <a:gd name="T29" fmla="*/ 16 h 21"/>
                <a:gd name="T30" fmla="*/ 24 w 34"/>
                <a:gd name="T31" fmla="*/ 15 h 21"/>
                <a:gd name="T32" fmla="*/ 22 w 34"/>
                <a:gd name="T33" fmla="*/ 13 h 21"/>
                <a:gd name="T34" fmla="*/ 28 w 34"/>
                <a:gd name="T35" fmla="*/ 15 h 21"/>
                <a:gd name="T36" fmla="*/ 32 w 34"/>
                <a:gd name="T37" fmla="*/ 20 h 21"/>
                <a:gd name="T38" fmla="*/ 25 w 34"/>
                <a:gd name="T3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" h="21">
                  <a:moveTo>
                    <a:pt x="25" y="21"/>
                  </a:moveTo>
                  <a:cubicBezTo>
                    <a:pt x="21" y="20"/>
                    <a:pt x="19" y="19"/>
                    <a:pt x="15" y="19"/>
                  </a:cubicBezTo>
                  <a:cubicBezTo>
                    <a:pt x="14" y="20"/>
                    <a:pt x="11" y="20"/>
                    <a:pt x="9" y="19"/>
                  </a:cubicBezTo>
                  <a:cubicBezTo>
                    <a:pt x="7" y="19"/>
                    <a:pt x="5" y="18"/>
                    <a:pt x="4" y="17"/>
                  </a:cubicBezTo>
                  <a:cubicBezTo>
                    <a:pt x="4" y="16"/>
                    <a:pt x="3" y="14"/>
                    <a:pt x="3" y="13"/>
                  </a:cubicBezTo>
                  <a:cubicBezTo>
                    <a:pt x="4" y="12"/>
                    <a:pt x="4" y="14"/>
                    <a:pt x="5" y="15"/>
                  </a:cubicBezTo>
                  <a:cubicBezTo>
                    <a:pt x="8" y="16"/>
                    <a:pt x="14" y="16"/>
                    <a:pt x="9" y="12"/>
                  </a:cubicBezTo>
                  <a:cubicBezTo>
                    <a:pt x="7" y="10"/>
                    <a:pt x="3" y="11"/>
                    <a:pt x="2" y="9"/>
                  </a:cubicBezTo>
                  <a:cubicBezTo>
                    <a:pt x="0" y="6"/>
                    <a:pt x="5" y="8"/>
                    <a:pt x="6" y="8"/>
                  </a:cubicBezTo>
                  <a:cubicBezTo>
                    <a:pt x="4" y="5"/>
                    <a:pt x="7" y="5"/>
                    <a:pt x="7" y="5"/>
                  </a:cubicBezTo>
                  <a:cubicBezTo>
                    <a:pt x="8" y="2"/>
                    <a:pt x="6" y="2"/>
                    <a:pt x="4" y="0"/>
                  </a:cubicBezTo>
                  <a:cubicBezTo>
                    <a:pt x="6" y="1"/>
                    <a:pt x="11" y="1"/>
                    <a:pt x="12" y="3"/>
                  </a:cubicBezTo>
                  <a:cubicBezTo>
                    <a:pt x="13" y="5"/>
                    <a:pt x="12" y="7"/>
                    <a:pt x="12" y="7"/>
                  </a:cubicBezTo>
                  <a:cubicBezTo>
                    <a:pt x="14" y="9"/>
                    <a:pt x="13" y="4"/>
                    <a:pt x="15" y="6"/>
                  </a:cubicBezTo>
                  <a:cubicBezTo>
                    <a:pt x="16" y="8"/>
                    <a:pt x="13" y="13"/>
                    <a:pt x="16" y="16"/>
                  </a:cubicBezTo>
                  <a:cubicBezTo>
                    <a:pt x="19" y="19"/>
                    <a:pt x="21" y="15"/>
                    <a:pt x="24" y="15"/>
                  </a:cubicBezTo>
                  <a:cubicBezTo>
                    <a:pt x="22" y="15"/>
                    <a:pt x="17" y="14"/>
                    <a:pt x="22" y="13"/>
                  </a:cubicBezTo>
                  <a:cubicBezTo>
                    <a:pt x="25" y="12"/>
                    <a:pt x="26" y="14"/>
                    <a:pt x="28" y="15"/>
                  </a:cubicBezTo>
                  <a:cubicBezTo>
                    <a:pt x="29" y="16"/>
                    <a:pt x="34" y="18"/>
                    <a:pt x="32" y="20"/>
                  </a:cubicBezTo>
                  <a:cubicBezTo>
                    <a:pt x="32" y="21"/>
                    <a:pt x="26" y="21"/>
                    <a:pt x="25" y="2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CB8E8C6A-25E6-4536-80CE-ACADD81A80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1375" y="2043113"/>
              <a:ext cx="471488" cy="419100"/>
            </a:xfrm>
            <a:custGeom>
              <a:avLst/>
              <a:gdLst>
                <a:gd name="T0" fmla="*/ 365 w 417"/>
                <a:gd name="T1" fmla="*/ 363 h 371"/>
                <a:gd name="T2" fmla="*/ 285 w 417"/>
                <a:gd name="T3" fmla="*/ 279 h 371"/>
                <a:gd name="T4" fmla="*/ 208 w 417"/>
                <a:gd name="T5" fmla="*/ 235 h 371"/>
                <a:gd name="T6" fmla="*/ 181 w 417"/>
                <a:gd name="T7" fmla="*/ 235 h 371"/>
                <a:gd name="T8" fmla="*/ 137 w 417"/>
                <a:gd name="T9" fmla="*/ 238 h 371"/>
                <a:gd name="T10" fmla="*/ 94 w 417"/>
                <a:gd name="T11" fmla="*/ 215 h 371"/>
                <a:gd name="T12" fmla="*/ 64 w 417"/>
                <a:gd name="T13" fmla="*/ 252 h 371"/>
                <a:gd name="T14" fmla="*/ 40 w 417"/>
                <a:gd name="T15" fmla="*/ 249 h 371"/>
                <a:gd name="T16" fmla="*/ 2 w 417"/>
                <a:gd name="T17" fmla="*/ 210 h 371"/>
                <a:gd name="T18" fmla="*/ 10 w 417"/>
                <a:gd name="T19" fmla="*/ 166 h 371"/>
                <a:gd name="T20" fmla="*/ 28 w 417"/>
                <a:gd name="T21" fmla="*/ 115 h 371"/>
                <a:gd name="T22" fmla="*/ 29 w 417"/>
                <a:gd name="T23" fmla="*/ 85 h 371"/>
                <a:gd name="T24" fmla="*/ 42 w 417"/>
                <a:gd name="T25" fmla="*/ 62 h 371"/>
                <a:gd name="T26" fmla="*/ 59 w 417"/>
                <a:gd name="T27" fmla="*/ 48 h 371"/>
                <a:gd name="T28" fmla="*/ 98 w 417"/>
                <a:gd name="T29" fmla="*/ 30 h 371"/>
                <a:gd name="T30" fmla="*/ 123 w 417"/>
                <a:gd name="T31" fmla="*/ 2 h 371"/>
                <a:gd name="T32" fmla="*/ 146 w 417"/>
                <a:gd name="T33" fmla="*/ 33 h 371"/>
                <a:gd name="T34" fmla="*/ 168 w 417"/>
                <a:gd name="T35" fmla="*/ 94 h 371"/>
                <a:gd name="T36" fmla="*/ 187 w 417"/>
                <a:gd name="T37" fmla="*/ 149 h 371"/>
                <a:gd name="T38" fmla="*/ 205 w 417"/>
                <a:gd name="T39" fmla="*/ 164 h 371"/>
                <a:gd name="T40" fmla="*/ 229 w 417"/>
                <a:gd name="T41" fmla="*/ 191 h 371"/>
                <a:gd name="T42" fmla="*/ 255 w 417"/>
                <a:gd name="T43" fmla="*/ 197 h 371"/>
                <a:gd name="T44" fmla="*/ 267 w 417"/>
                <a:gd name="T45" fmla="*/ 211 h 371"/>
                <a:gd name="T46" fmla="*/ 303 w 417"/>
                <a:gd name="T47" fmla="*/ 229 h 371"/>
                <a:gd name="T48" fmla="*/ 318 w 417"/>
                <a:gd name="T49" fmla="*/ 251 h 371"/>
                <a:gd name="T50" fmla="*/ 346 w 417"/>
                <a:gd name="T51" fmla="*/ 273 h 371"/>
                <a:gd name="T52" fmla="*/ 369 w 417"/>
                <a:gd name="T53" fmla="*/ 305 h 371"/>
                <a:gd name="T54" fmla="*/ 393 w 417"/>
                <a:gd name="T55" fmla="*/ 326 h 371"/>
                <a:gd name="T56" fmla="*/ 410 w 417"/>
                <a:gd name="T57" fmla="*/ 332 h 371"/>
                <a:gd name="T58" fmla="*/ 401 w 417"/>
                <a:gd name="T59" fmla="*/ 354 h 371"/>
                <a:gd name="T60" fmla="*/ 383 w 417"/>
                <a:gd name="T61" fmla="*/ 357 h 371"/>
                <a:gd name="T62" fmla="*/ 399 w 417"/>
                <a:gd name="T63" fmla="*/ 345 h 371"/>
                <a:gd name="T64" fmla="*/ 393 w 417"/>
                <a:gd name="T65" fmla="*/ 340 h 371"/>
                <a:gd name="T66" fmla="*/ 375 w 417"/>
                <a:gd name="T67" fmla="*/ 319 h 371"/>
                <a:gd name="T68" fmla="*/ 343 w 417"/>
                <a:gd name="T69" fmla="*/ 284 h 371"/>
                <a:gd name="T70" fmla="*/ 317 w 417"/>
                <a:gd name="T71" fmla="*/ 265 h 371"/>
                <a:gd name="T72" fmla="*/ 299 w 417"/>
                <a:gd name="T73" fmla="*/ 241 h 371"/>
                <a:gd name="T74" fmla="*/ 274 w 417"/>
                <a:gd name="T75" fmla="*/ 222 h 371"/>
                <a:gd name="T76" fmla="*/ 257 w 417"/>
                <a:gd name="T77" fmla="*/ 210 h 371"/>
                <a:gd name="T78" fmla="*/ 241 w 417"/>
                <a:gd name="T79" fmla="*/ 205 h 371"/>
                <a:gd name="T80" fmla="*/ 218 w 417"/>
                <a:gd name="T81" fmla="*/ 188 h 371"/>
                <a:gd name="T82" fmla="*/ 210 w 417"/>
                <a:gd name="T83" fmla="*/ 176 h 371"/>
                <a:gd name="T84" fmla="*/ 195 w 417"/>
                <a:gd name="T85" fmla="*/ 184 h 371"/>
                <a:gd name="T86" fmla="*/ 179 w 417"/>
                <a:gd name="T87" fmla="*/ 156 h 371"/>
                <a:gd name="T88" fmla="*/ 163 w 417"/>
                <a:gd name="T89" fmla="*/ 113 h 371"/>
                <a:gd name="T90" fmla="*/ 144 w 417"/>
                <a:gd name="T91" fmla="*/ 49 h 371"/>
                <a:gd name="T92" fmla="*/ 125 w 417"/>
                <a:gd name="T93" fmla="*/ 13 h 371"/>
                <a:gd name="T94" fmla="*/ 106 w 417"/>
                <a:gd name="T95" fmla="*/ 40 h 371"/>
                <a:gd name="T96" fmla="*/ 83 w 417"/>
                <a:gd name="T97" fmla="*/ 45 h 371"/>
                <a:gd name="T98" fmla="*/ 57 w 417"/>
                <a:gd name="T99" fmla="*/ 71 h 371"/>
                <a:gd name="T100" fmla="*/ 38 w 417"/>
                <a:gd name="T101" fmla="*/ 71 h 371"/>
                <a:gd name="T102" fmla="*/ 36 w 417"/>
                <a:gd name="T103" fmla="*/ 108 h 371"/>
                <a:gd name="T104" fmla="*/ 22 w 417"/>
                <a:gd name="T105" fmla="*/ 153 h 371"/>
                <a:gd name="T106" fmla="*/ 11 w 417"/>
                <a:gd name="T107" fmla="*/ 188 h 371"/>
                <a:gd name="T108" fmla="*/ 40 w 417"/>
                <a:gd name="T109" fmla="*/ 240 h 371"/>
                <a:gd name="T110" fmla="*/ 72 w 417"/>
                <a:gd name="T111" fmla="*/ 246 h 371"/>
                <a:gd name="T112" fmla="*/ 93 w 417"/>
                <a:gd name="T113" fmla="*/ 201 h 371"/>
                <a:gd name="T114" fmla="*/ 129 w 417"/>
                <a:gd name="T115" fmla="*/ 230 h 371"/>
                <a:gd name="T116" fmla="*/ 163 w 417"/>
                <a:gd name="T117" fmla="*/ 215 h 371"/>
                <a:gd name="T118" fmla="*/ 190 w 417"/>
                <a:gd name="T119" fmla="*/ 221 h 371"/>
                <a:gd name="T120" fmla="*/ 217 w 417"/>
                <a:gd name="T121" fmla="*/ 228 h 371"/>
                <a:gd name="T122" fmla="*/ 302 w 417"/>
                <a:gd name="T123" fmla="*/ 286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7" h="371">
                  <a:moveTo>
                    <a:pt x="387" y="371"/>
                  </a:moveTo>
                  <a:cubicBezTo>
                    <a:pt x="386" y="371"/>
                    <a:pt x="385" y="370"/>
                    <a:pt x="383" y="369"/>
                  </a:cubicBezTo>
                  <a:cubicBezTo>
                    <a:pt x="381" y="368"/>
                    <a:pt x="379" y="366"/>
                    <a:pt x="378" y="365"/>
                  </a:cubicBezTo>
                  <a:cubicBezTo>
                    <a:pt x="378" y="364"/>
                    <a:pt x="377" y="364"/>
                    <a:pt x="377" y="363"/>
                  </a:cubicBezTo>
                  <a:cubicBezTo>
                    <a:pt x="375" y="362"/>
                    <a:pt x="374" y="362"/>
                    <a:pt x="374" y="362"/>
                  </a:cubicBezTo>
                  <a:cubicBezTo>
                    <a:pt x="374" y="362"/>
                    <a:pt x="374" y="362"/>
                    <a:pt x="372" y="363"/>
                  </a:cubicBezTo>
                  <a:cubicBezTo>
                    <a:pt x="371" y="364"/>
                    <a:pt x="370" y="365"/>
                    <a:pt x="369" y="365"/>
                  </a:cubicBezTo>
                  <a:cubicBezTo>
                    <a:pt x="367" y="364"/>
                    <a:pt x="366" y="364"/>
                    <a:pt x="365" y="363"/>
                  </a:cubicBezTo>
                  <a:cubicBezTo>
                    <a:pt x="363" y="360"/>
                    <a:pt x="361" y="357"/>
                    <a:pt x="359" y="355"/>
                  </a:cubicBezTo>
                  <a:cubicBezTo>
                    <a:pt x="356" y="349"/>
                    <a:pt x="352" y="344"/>
                    <a:pt x="348" y="342"/>
                  </a:cubicBezTo>
                  <a:cubicBezTo>
                    <a:pt x="341" y="339"/>
                    <a:pt x="336" y="336"/>
                    <a:pt x="333" y="328"/>
                  </a:cubicBezTo>
                  <a:cubicBezTo>
                    <a:pt x="328" y="317"/>
                    <a:pt x="321" y="309"/>
                    <a:pt x="311" y="303"/>
                  </a:cubicBezTo>
                  <a:cubicBezTo>
                    <a:pt x="308" y="301"/>
                    <a:pt x="306" y="300"/>
                    <a:pt x="303" y="298"/>
                  </a:cubicBezTo>
                  <a:cubicBezTo>
                    <a:pt x="301" y="297"/>
                    <a:pt x="299" y="295"/>
                    <a:pt x="297" y="294"/>
                  </a:cubicBezTo>
                  <a:cubicBezTo>
                    <a:pt x="291" y="290"/>
                    <a:pt x="289" y="285"/>
                    <a:pt x="286" y="281"/>
                  </a:cubicBezTo>
                  <a:cubicBezTo>
                    <a:pt x="285" y="279"/>
                    <a:pt x="285" y="279"/>
                    <a:pt x="285" y="279"/>
                  </a:cubicBezTo>
                  <a:cubicBezTo>
                    <a:pt x="282" y="272"/>
                    <a:pt x="277" y="266"/>
                    <a:pt x="270" y="259"/>
                  </a:cubicBezTo>
                  <a:cubicBezTo>
                    <a:pt x="267" y="256"/>
                    <a:pt x="264" y="256"/>
                    <a:pt x="261" y="255"/>
                  </a:cubicBezTo>
                  <a:cubicBezTo>
                    <a:pt x="258" y="254"/>
                    <a:pt x="255" y="253"/>
                    <a:pt x="252" y="252"/>
                  </a:cubicBezTo>
                  <a:cubicBezTo>
                    <a:pt x="248" y="250"/>
                    <a:pt x="244" y="247"/>
                    <a:pt x="241" y="244"/>
                  </a:cubicBezTo>
                  <a:cubicBezTo>
                    <a:pt x="238" y="242"/>
                    <a:pt x="236" y="239"/>
                    <a:pt x="233" y="238"/>
                  </a:cubicBezTo>
                  <a:cubicBezTo>
                    <a:pt x="229" y="236"/>
                    <a:pt x="224" y="236"/>
                    <a:pt x="219" y="237"/>
                  </a:cubicBezTo>
                  <a:cubicBezTo>
                    <a:pt x="214" y="239"/>
                    <a:pt x="211" y="237"/>
                    <a:pt x="209" y="236"/>
                  </a:cubicBezTo>
                  <a:cubicBezTo>
                    <a:pt x="208" y="235"/>
                    <a:pt x="208" y="235"/>
                    <a:pt x="208" y="235"/>
                  </a:cubicBezTo>
                  <a:cubicBezTo>
                    <a:pt x="207" y="234"/>
                    <a:pt x="206" y="234"/>
                    <a:pt x="205" y="234"/>
                  </a:cubicBezTo>
                  <a:cubicBezTo>
                    <a:pt x="202" y="234"/>
                    <a:pt x="200" y="234"/>
                    <a:pt x="197" y="234"/>
                  </a:cubicBezTo>
                  <a:cubicBezTo>
                    <a:pt x="196" y="233"/>
                    <a:pt x="194" y="232"/>
                    <a:pt x="193" y="231"/>
                  </a:cubicBezTo>
                  <a:cubicBezTo>
                    <a:pt x="193" y="231"/>
                    <a:pt x="193" y="231"/>
                    <a:pt x="193" y="231"/>
                  </a:cubicBezTo>
                  <a:cubicBezTo>
                    <a:pt x="192" y="231"/>
                    <a:pt x="192" y="231"/>
                    <a:pt x="192" y="232"/>
                  </a:cubicBezTo>
                  <a:cubicBezTo>
                    <a:pt x="190" y="233"/>
                    <a:pt x="189" y="233"/>
                    <a:pt x="188" y="234"/>
                  </a:cubicBezTo>
                  <a:cubicBezTo>
                    <a:pt x="186" y="234"/>
                    <a:pt x="186" y="234"/>
                    <a:pt x="186" y="234"/>
                  </a:cubicBezTo>
                  <a:cubicBezTo>
                    <a:pt x="185" y="234"/>
                    <a:pt x="183" y="235"/>
                    <a:pt x="181" y="235"/>
                  </a:cubicBezTo>
                  <a:cubicBezTo>
                    <a:pt x="180" y="235"/>
                    <a:pt x="180" y="235"/>
                    <a:pt x="179" y="235"/>
                  </a:cubicBezTo>
                  <a:cubicBezTo>
                    <a:pt x="178" y="238"/>
                    <a:pt x="175" y="238"/>
                    <a:pt x="174" y="238"/>
                  </a:cubicBezTo>
                  <a:cubicBezTo>
                    <a:pt x="169" y="238"/>
                    <a:pt x="168" y="234"/>
                    <a:pt x="168" y="232"/>
                  </a:cubicBezTo>
                  <a:cubicBezTo>
                    <a:pt x="166" y="228"/>
                    <a:pt x="165" y="226"/>
                    <a:pt x="164" y="225"/>
                  </a:cubicBezTo>
                  <a:cubicBezTo>
                    <a:pt x="163" y="227"/>
                    <a:pt x="163" y="228"/>
                    <a:pt x="161" y="229"/>
                  </a:cubicBezTo>
                  <a:cubicBezTo>
                    <a:pt x="160" y="230"/>
                    <a:pt x="157" y="232"/>
                    <a:pt x="155" y="234"/>
                  </a:cubicBezTo>
                  <a:cubicBezTo>
                    <a:pt x="152" y="235"/>
                    <a:pt x="148" y="236"/>
                    <a:pt x="145" y="236"/>
                  </a:cubicBezTo>
                  <a:cubicBezTo>
                    <a:pt x="142" y="237"/>
                    <a:pt x="140" y="237"/>
                    <a:pt x="137" y="238"/>
                  </a:cubicBezTo>
                  <a:cubicBezTo>
                    <a:pt x="136" y="238"/>
                    <a:pt x="136" y="238"/>
                    <a:pt x="136" y="238"/>
                  </a:cubicBezTo>
                  <a:cubicBezTo>
                    <a:pt x="133" y="239"/>
                    <a:pt x="129" y="240"/>
                    <a:pt x="126" y="239"/>
                  </a:cubicBezTo>
                  <a:cubicBezTo>
                    <a:pt x="124" y="238"/>
                    <a:pt x="121" y="236"/>
                    <a:pt x="119" y="234"/>
                  </a:cubicBezTo>
                  <a:cubicBezTo>
                    <a:pt x="118" y="233"/>
                    <a:pt x="118" y="233"/>
                    <a:pt x="118" y="233"/>
                  </a:cubicBezTo>
                  <a:cubicBezTo>
                    <a:pt x="116" y="231"/>
                    <a:pt x="114" y="228"/>
                    <a:pt x="113" y="226"/>
                  </a:cubicBezTo>
                  <a:cubicBezTo>
                    <a:pt x="112" y="223"/>
                    <a:pt x="111" y="222"/>
                    <a:pt x="110" y="222"/>
                  </a:cubicBezTo>
                  <a:cubicBezTo>
                    <a:pt x="109" y="222"/>
                    <a:pt x="108" y="222"/>
                    <a:pt x="107" y="222"/>
                  </a:cubicBezTo>
                  <a:cubicBezTo>
                    <a:pt x="101" y="222"/>
                    <a:pt x="97" y="218"/>
                    <a:pt x="94" y="215"/>
                  </a:cubicBezTo>
                  <a:cubicBezTo>
                    <a:pt x="94" y="216"/>
                    <a:pt x="93" y="218"/>
                    <a:pt x="92" y="220"/>
                  </a:cubicBezTo>
                  <a:cubicBezTo>
                    <a:pt x="91" y="225"/>
                    <a:pt x="89" y="229"/>
                    <a:pt x="87" y="234"/>
                  </a:cubicBezTo>
                  <a:cubicBezTo>
                    <a:pt x="86" y="238"/>
                    <a:pt x="84" y="241"/>
                    <a:pt x="83" y="245"/>
                  </a:cubicBezTo>
                  <a:cubicBezTo>
                    <a:pt x="83" y="246"/>
                    <a:pt x="83" y="246"/>
                    <a:pt x="83" y="246"/>
                  </a:cubicBezTo>
                  <a:cubicBezTo>
                    <a:pt x="81" y="252"/>
                    <a:pt x="79" y="259"/>
                    <a:pt x="73" y="259"/>
                  </a:cubicBezTo>
                  <a:cubicBezTo>
                    <a:pt x="73" y="259"/>
                    <a:pt x="72" y="259"/>
                    <a:pt x="72" y="259"/>
                  </a:cubicBezTo>
                  <a:cubicBezTo>
                    <a:pt x="70" y="259"/>
                    <a:pt x="67" y="257"/>
                    <a:pt x="67" y="254"/>
                  </a:cubicBezTo>
                  <a:cubicBezTo>
                    <a:pt x="66" y="253"/>
                    <a:pt x="65" y="253"/>
                    <a:pt x="64" y="252"/>
                  </a:cubicBezTo>
                  <a:cubicBezTo>
                    <a:pt x="63" y="250"/>
                    <a:pt x="63" y="249"/>
                    <a:pt x="63" y="248"/>
                  </a:cubicBezTo>
                  <a:cubicBezTo>
                    <a:pt x="62" y="247"/>
                    <a:pt x="60" y="247"/>
                    <a:pt x="59" y="245"/>
                  </a:cubicBezTo>
                  <a:cubicBezTo>
                    <a:pt x="58" y="243"/>
                    <a:pt x="58" y="242"/>
                    <a:pt x="58" y="241"/>
                  </a:cubicBezTo>
                  <a:cubicBezTo>
                    <a:pt x="57" y="240"/>
                    <a:pt x="57" y="239"/>
                    <a:pt x="57" y="239"/>
                  </a:cubicBezTo>
                  <a:cubicBezTo>
                    <a:pt x="56" y="238"/>
                    <a:pt x="55" y="237"/>
                    <a:pt x="53" y="237"/>
                  </a:cubicBezTo>
                  <a:cubicBezTo>
                    <a:pt x="52" y="237"/>
                    <a:pt x="50" y="238"/>
                    <a:pt x="49" y="239"/>
                  </a:cubicBezTo>
                  <a:cubicBezTo>
                    <a:pt x="49" y="240"/>
                    <a:pt x="49" y="240"/>
                    <a:pt x="49" y="241"/>
                  </a:cubicBezTo>
                  <a:cubicBezTo>
                    <a:pt x="49" y="243"/>
                    <a:pt x="48" y="249"/>
                    <a:pt x="40" y="249"/>
                  </a:cubicBezTo>
                  <a:cubicBezTo>
                    <a:pt x="40" y="249"/>
                    <a:pt x="40" y="249"/>
                    <a:pt x="40" y="249"/>
                  </a:cubicBezTo>
                  <a:cubicBezTo>
                    <a:pt x="37" y="249"/>
                    <a:pt x="35" y="248"/>
                    <a:pt x="33" y="247"/>
                  </a:cubicBezTo>
                  <a:cubicBezTo>
                    <a:pt x="33" y="246"/>
                    <a:pt x="32" y="246"/>
                    <a:pt x="32" y="246"/>
                  </a:cubicBezTo>
                  <a:cubicBezTo>
                    <a:pt x="31" y="246"/>
                    <a:pt x="29" y="245"/>
                    <a:pt x="26" y="245"/>
                  </a:cubicBezTo>
                  <a:cubicBezTo>
                    <a:pt x="20" y="245"/>
                    <a:pt x="17" y="246"/>
                    <a:pt x="16" y="247"/>
                  </a:cubicBezTo>
                  <a:cubicBezTo>
                    <a:pt x="16" y="249"/>
                    <a:pt x="14" y="250"/>
                    <a:pt x="12" y="250"/>
                  </a:cubicBezTo>
                  <a:cubicBezTo>
                    <a:pt x="9" y="250"/>
                    <a:pt x="8" y="248"/>
                    <a:pt x="7" y="246"/>
                  </a:cubicBezTo>
                  <a:cubicBezTo>
                    <a:pt x="5" y="234"/>
                    <a:pt x="4" y="222"/>
                    <a:pt x="2" y="210"/>
                  </a:cubicBezTo>
                  <a:cubicBezTo>
                    <a:pt x="1" y="197"/>
                    <a:pt x="1" y="197"/>
                    <a:pt x="1" y="197"/>
                  </a:cubicBezTo>
                  <a:cubicBezTo>
                    <a:pt x="0" y="194"/>
                    <a:pt x="0" y="191"/>
                    <a:pt x="0" y="188"/>
                  </a:cubicBezTo>
                  <a:cubicBezTo>
                    <a:pt x="1" y="185"/>
                    <a:pt x="3" y="183"/>
                    <a:pt x="5" y="181"/>
                  </a:cubicBezTo>
                  <a:cubicBezTo>
                    <a:pt x="5" y="180"/>
                    <a:pt x="5" y="180"/>
                    <a:pt x="5" y="180"/>
                  </a:cubicBezTo>
                  <a:cubicBezTo>
                    <a:pt x="6" y="179"/>
                    <a:pt x="7" y="177"/>
                    <a:pt x="7" y="174"/>
                  </a:cubicBezTo>
                  <a:cubicBezTo>
                    <a:pt x="8" y="172"/>
                    <a:pt x="8" y="171"/>
                    <a:pt x="9" y="169"/>
                  </a:cubicBezTo>
                  <a:cubicBezTo>
                    <a:pt x="9" y="168"/>
                    <a:pt x="10" y="168"/>
                    <a:pt x="10" y="167"/>
                  </a:cubicBezTo>
                  <a:cubicBezTo>
                    <a:pt x="10" y="167"/>
                    <a:pt x="10" y="166"/>
                    <a:pt x="10" y="166"/>
                  </a:cubicBezTo>
                  <a:cubicBezTo>
                    <a:pt x="10" y="164"/>
                    <a:pt x="11" y="162"/>
                    <a:pt x="11" y="160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2" y="155"/>
                    <a:pt x="12" y="152"/>
                    <a:pt x="13" y="150"/>
                  </a:cubicBezTo>
                  <a:cubicBezTo>
                    <a:pt x="14" y="148"/>
                    <a:pt x="15" y="146"/>
                    <a:pt x="16" y="145"/>
                  </a:cubicBezTo>
                  <a:cubicBezTo>
                    <a:pt x="17" y="144"/>
                    <a:pt x="18" y="143"/>
                    <a:pt x="18" y="142"/>
                  </a:cubicBezTo>
                  <a:cubicBezTo>
                    <a:pt x="20" y="139"/>
                    <a:pt x="20" y="136"/>
                    <a:pt x="21" y="132"/>
                  </a:cubicBezTo>
                  <a:cubicBezTo>
                    <a:pt x="22" y="127"/>
                    <a:pt x="23" y="122"/>
                    <a:pt x="26" y="117"/>
                  </a:cubicBezTo>
                  <a:cubicBezTo>
                    <a:pt x="27" y="116"/>
                    <a:pt x="27" y="115"/>
                    <a:pt x="28" y="115"/>
                  </a:cubicBezTo>
                  <a:cubicBezTo>
                    <a:pt x="28" y="115"/>
                    <a:pt x="28" y="114"/>
                    <a:pt x="28" y="113"/>
                  </a:cubicBezTo>
                  <a:cubicBezTo>
                    <a:pt x="28" y="113"/>
                    <a:pt x="28" y="111"/>
                    <a:pt x="27" y="110"/>
                  </a:cubicBezTo>
                  <a:cubicBezTo>
                    <a:pt x="27" y="109"/>
                    <a:pt x="27" y="109"/>
                    <a:pt x="27" y="109"/>
                  </a:cubicBezTo>
                  <a:cubicBezTo>
                    <a:pt x="27" y="108"/>
                    <a:pt x="27" y="108"/>
                    <a:pt x="26" y="106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3" y="102"/>
                    <a:pt x="23" y="98"/>
                    <a:pt x="24" y="93"/>
                  </a:cubicBezTo>
                  <a:cubicBezTo>
                    <a:pt x="25" y="89"/>
                    <a:pt x="27" y="88"/>
                    <a:pt x="28" y="86"/>
                  </a:cubicBezTo>
                  <a:cubicBezTo>
                    <a:pt x="28" y="86"/>
                    <a:pt x="29" y="85"/>
                    <a:pt x="29" y="85"/>
                  </a:cubicBezTo>
                  <a:cubicBezTo>
                    <a:pt x="30" y="84"/>
                    <a:pt x="30" y="80"/>
                    <a:pt x="30" y="79"/>
                  </a:cubicBezTo>
                  <a:cubicBezTo>
                    <a:pt x="30" y="78"/>
                    <a:pt x="29" y="76"/>
                    <a:pt x="29" y="75"/>
                  </a:cubicBezTo>
                  <a:cubicBezTo>
                    <a:pt x="29" y="73"/>
                    <a:pt x="29" y="72"/>
                    <a:pt x="29" y="72"/>
                  </a:cubicBezTo>
                  <a:cubicBezTo>
                    <a:pt x="29" y="71"/>
                    <a:pt x="29" y="70"/>
                    <a:pt x="29" y="70"/>
                  </a:cubicBezTo>
                  <a:cubicBezTo>
                    <a:pt x="29" y="70"/>
                    <a:pt x="29" y="69"/>
                    <a:pt x="29" y="69"/>
                  </a:cubicBezTo>
                  <a:cubicBezTo>
                    <a:pt x="28" y="64"/>
                    <a:pt x="29" y="61"/>
                    <a:pt x="33" y="60"/>
                  </a:cubicBezTo>
                  <a:cubicBezTo>
                    <a:pt x="33" y="60"/>
                    <a:pt x="35" y="60"/>
                    <a:pt x="35" y="60"/>
                  </a:cubicBezTo>
                  <a:cubicBezTo>
                    <a:pt x="38" y="60"/>
                    <a:pt x="40" y="61"/>
                    <a:pt x="42" y="62"/>
                  </a:cubicBezTo>
                  <a:cubicBezTo>
                    <a:pt x="42" y="63"/>
                    <a:pt x="43" y="63"/>
                    <a:pt x="43" y="63"/>
                  </a:cubicBezTo>
                  <a:cubicBezTo>
                    <a:pt x="44" y="63"/>
                    <a:pt x="45" y="63"/>
                    <a:pt x="46" y="63"/>
                  </a:cubicBezTo>
                  <a:cubicBezTo>
                    <a:pt x="47" y="63"/>
                    <a:pt x="47" y="63"/>
                    <a:pt x="48" y="63"/>
                  </a:cubicBezTo>
                  <a:cubicBezTo>
                    <a:pt x="49" y="62"/>
                    <a:pt x="50" y="61"/>
                    <a:pt x="53" y="61"/>
                  </a:cubicBezTo>
                  <a:cubicBezTo>
                    <a:pt x="54" y="61"/>
                    <a:pt x="56" y="61"/>
                    <a:pt x="57" y="61"/>
                  </a:cubicBezTo>
                  <a:cubicBezTo>
                    <a:pt x="58" y="59"/>
                    <a:pt x="59" y="58"/>
                    <a:pt x="59" y="56"/>
                  </a:cubicBezTo>
                  <a:cubicBezTo>
                    <a:pt x="60" y="55"/>
                    <a:pt x="60" y="54"/>
                    <a:pt x="60" y="53"/>
                  </a:cubicBezTo>
                  <a:cubicBezTo>
                    <a:pt x="59" y="53"/>
                    <a:pt x="58" y="51"/>
                    <a:pt x="59" y="48"/>
                  </a:cubicBezTo>
                  <a:cubicBezTo>
                    <a:pt x="60" y="43"/>
                    <a:pt x="66" y="42"/>
                    <a:pt x="69" y="42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72" y="41"/>
                    <a:pt x="73" y="41"/>
                    <a:pt x="73" y="41"/>
                  </a:cubicBezTo>
                  <a:cubicBezTo>
                    <a:pt x="73" y="41"/>
                    <a:pt x="74" y="39"/>
                    <a:pt x="74" y="39"/>
                  </a:cubicBezTo>
                  <a:cubicBezTo>
                    <a:pt x="75" y="37"/>
                    <a:pt x="77" y="34"/>
                    <a:pt x="80" y="34"/>
                  </a:cubicBezTo>
                  <a:cubicBezTo>
                    <a:pt x="83" y="34"/>
                    <a:pt x="84" y="34"/>
                    <a:pt x="85" y="35"/>
                  </a:cubicBezTo>
                  <a:cubicBezTo>
                    <a:pt x="86" y="35"/>
                    <a:pt x="87" y="34"/>
                    <a:pt x="87" y="33"/>
                  </a:cubicBezTo>
                  <a:cubicBezTo>
                    <a:pt x="90" y="31"/>
                    <a:pt x="94" y="28"/>
                    <a:pt x="98" y="30"/>
                  </a:cubicBezTo>
                  <a:cubicBezTo>
                    <a:pt x="100" y="29"/>
                    <a:pt x="102" y="29"/>
                    <a:pt x="104" y="29"/>
                  </a:cubicBezTo>
                  <a:cubicBezTo>
                    <a:pt x="104" y="29"/>
                    <a:pt x="104" y="28"/>
                    <a:pt x="104" y="28"/>
                  </a:cubicBezTo>
                  <a:cubicBezTo>
                    <a:pt x="105" y="26"/>
                    <a:pt x="107" y="26"/>
                    <a:pt x="108" y="25"/>
                  </a:cubicBezTo>
                  <a:cubicBezTo>
                    <a:pt x="109" y="24"/>
                    <a:pt x="109" y="24"/>
                    <a:pt x="110" y="22"/>
                  </a:cubicBezTo>
                  <a:cubicBezTo>
                    <a:pt x="111" y="21"/>
                    <a:pt x="111" y="20"/>
                    <a:pt x="111" y="18"/>
                  </a:cubicBezTo>
                  <a:cubicBezTo>
                    <a:pt x="112" y="17"/>
                    <a:pt x="112" y="15"/>
                    <a:pt x="113" y="14"/>
                  </a:cubicBezTo>
                  <a:cubicBezTo>
                    <a:pt x="115" y="10"/>
                    <a:pt x="118" y="6"/>
                    <a:pt x="121" y="4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24" y="1"/>
                    <a:pt x="126" y="0"/>
                    <a:pt x="128" y="1"/>
                  </a:cubicBezTo>
                  <a:cubicBezTo>
                    <a:pt x="129" y="1"/>
                    <a:pt x="130" y="3"/>
                    <a:pt x="131" y="4"/>
                  </a:cubicBezTo>
                  <a:cubicBezTo>
                    <a:pt x="131" y="6"/>
                    <a:pt x="132" y="7"/>
                    <a:pt x="133" y="9"/>
                  </a:cubicBezTo>
                  <a:cubicBezTo>
                    <a:pt x="134" y="10"/>
                    <a:pt x="135" y="12"/>
                    <a:pt x="135" y="13"/>
                  </a:cubicBezTo>
                  <a:cubicBezTo>
                    <a:pt x="137" y="16"/>
                    <a:pt x="138" y="18"/>
                    <a:pt x="140" y="21"/>
                  </a:cubicBezTo>
                  <a:cubicBezTo>
                    <a:pt x="141" y="22"/>
                    <a:pt x="141" y="23"/>
                    <a:pt x="142" y="24"/>
                  </a:cubicBezTo>
                  <a:cubicBezTo>
                    <a:pt x="144" y="26"/>
                    <a:pt x="145" y="29"/>
                    <a:pt x="146" y="31"/>
                  </a:cubicBezTo>
                  <a:cubicBezTo>
                    <a:pt x="146" y="33"/>
                    <a:pt x="146" y="33"/>
                    <a:pt x="146" y="33"/>
                  </a:cubicBezTo>
                  <a:cubicBezTo>
                    <a:pt x="147" y="34"/>
                    <a:pt x="148" y="35"/>
                    <a:pt x="149" y="36"/>
                  </a:cubicBezTo>
                  <a:cubicBezTo>
                    <a:pt x="150" y="38"/>
                    <a:pt x="151" y="40"/>
                    <a:pt x="152" y="43"/>
                  </a:cubicBezTo>
                  <a:cubicBezTo>
                    <a:pt x="153" y="45"/>
                    <a:pt x="153" y="47"/>
                    <a:pt x="154" y="48"/>
                  </a:cubicBezTo>
                  <a:cubicBezTo>
                    <a:pt x="154" y="50"/>
                    <a:pt x="154" y="51"/>
                    <a:pt x="154" y="52"/>
                  </a:cubicBezTo>
                  <a:cubicBezTo>
                    <a:pt x="155" y="53"/>
                    <a:pt x="155" y="54"/>
                    <a:pt x="156" y="54"/>
                  </a:cubicBezTo>
                  <a:cubicBezTo>
                    <a:pt x="157" y="56"/>
                    <a:pt x="158" y="58"/>
                    <a:pt x="158" y="60"/>
                  </a:cubicBezTo>
                  <a:cubicBezTo>
                    <a:pt x="160" y="66"/>
                    <a:pt x="162" y="71"/>
                    <a:pt x="164" y="76"/>
                  </a:cubicBezTo>
                  <a:cubicBezTo>
                    <a:pt x="166" y="82"/>
                    <a:pt x="167" y="87"/>
                    <a:pt x="168" y="94"/>
                  </a:cubicBezTo>
                  <a:cubicBezTo>
                    <a:pt x="168" y="96"/>
                    <a:pt x="168" y="98"/>
                    <a:pt x="169" y="101"/>
                  </a:cubicBezTo>
                  <a:cubicBezTo>
                    <a:pt x="170" y="103"/>
                    <a:pt x="171" y="106"/>
                    <a:pt x="171" y="110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2" y="117"/>
                    <a:pt x="173" y="122"/>
                    <a:pt x="175" y="127"/>
                  </a:cubicBezTo>
                  <a:cubicBezTo>
                    <a:pt x="176" y="130"/>
                    <a:pt x="176" y="132"/>
                    <a:pt x="178" y="135"/>
                  </a:cubicBezTo>
                  <a:cubicBezTo>
                    <a:pt x="178" y="136"/>
                    <a:pt x="179" y="137"/>
                    <a:pt x="181" y="138"/>
                  </a:cubicBezTo>
                  <a:cubicBezTo>
                    <a:pt x="183" y="140"/>
                    <a:pt x="185" y="141"/>
                    <a:pt x="186" y="143"/>
                  </a:cubicBezTo>
                  <a:cubicBezTo>
                    <a:pt x="187" y="145"/>
                    <a:pt x="187" y="147"/>
                    <a:pt x="187" y="149"/>
                  </a:cubicBezTo>
                  <a:cubicBezTo>
                    <a:pt x="187" y="149"/>
                    <a:pt x="187" y="150"/>
                    <a:pt x="187" y="150"/>
                  </a:cubicBezTo>
                  <a:cubicBezTo>
                    <a:pt x="188" y="151"/>
                    <a:pt x="188" y="152"/>
                    <a:pt x="188" y="154"/>
                  </a:cubicBezTo>
                  <a:cubicBezTo>
                    <a:pt x="188" y="154"/>
                    <a:pt x="189" y="154"/>
                    <a:pt x="189" y="154"/>
                  </a:cubicBezTo>
                  <a:cubicBezTo>
                    <a:pt x="190" y="156"/>
                    <a:pt x="190" y="158"/>
                    <a:pt x="190" y="159"/>
                  </a:cubicBezTo>
                  <a:cubicBezTo>
                    <a:pt x="197" y="160"/>
                    <a:pt x="199" y="166"/>
                    <a:pt x="200" y="170"/>
                  </a:cubicBezTo>
                  <a:cubicBezTo>
                    <a:pt x="200" y="169"/>
                    <a:pt x="201" y="168"/>
                    <a:pt x="201" y="167"/>
                  </a:cubicBezTo>
                  <a:cubicBezTo>
                    <a:pt x="202" y="165"/>
                    <a:pt x="204" y="164"/>
                    <a:pt x="205" y="164"/>
                  </a:cubicBezTo>
                  <a:cubicBezTo>
                    <a:pt x="205" y="164"/>
                    <a:pt x="205" y="164"/>
                    <a:pt x="205" y="164"/>
                  </a:cubicBezTo>
                  <a:cubicBezTo>
                    <a:pt x="206" y="162"/>
                    <a:pt x="209" y="161"/>
                    <a:pt x="211" y="162"/>
                  </a:cubicBezTo>
                  <a:cubicBezTo>
                    <a:pt x="214" y="163"/>
                    <a:pt x="216" y="165"/>
                    <a:pt x="219" y="168"/>
                  </a:cubicBezTo>
                  <a:cubicBezTo>
                    <a:pt x="220" y="168"/>
                    <a:pt x="221" y="169"/>
                    <a:pt x="222" y="170"/>
                  </a:cubicBezTo>
                  <a:cubicBezTo>
                    <a:pt x="224" y="171"/>
                    <a:pt x="229" y="174"/>
                    <a:pt x="225" y="180"/>
                  </a:cubicBezTo>
                  <a:cubicBezTo>
                    <a:pt x="225" y="181"/>
                    <a:pt x="225" y="181"/>
                    <a:pt x="225" y="182"/>
                  </a:cubicBezTo>
                  <a:cubicBezTo>
                    <a:pt x="225" y="183"/>
                    <a:pt x="226" y="183"/>
                    <a:pt x="226" y="184"/>
                  </a:cubicBezTo>
                  <a:cubicBezTo>
                    <a:pt x="227" y="185"/>
                    <a:pt x="227" y="187"/>
                    <a:pt x="228" y="188"/>
                  </a:cubicBezTo>
                  <a:cubicBezTo>
                    <a:pt x="228" y="189"/>
                    <a:pt x="228" y="191"/>
                    <a:pt x="229" y="191"/>
                  </a:cubicBezTo>
                  <a:cubicBezTo>
                    <a:pt x="229" y="191"/>
                    <a:pt x="229" y="192"/>
                    <a:pt x="230" y="192"/>
                  </a:cubicBezTo>
                  <a:cubicBezTo>
                    <a:pt x="230" y="193"/>
                    <a:pt x="231" y="194"/>
                    <a:pt x="232" y="194"/>
                  </a:cubicBezTo>
                  <a:cubicBezTo>
                    <a:pt x="232" y="195"/>
                    <a:pt x="232" y="196"/>
                    <a:pt x="233" y="196"/>
                  </a:cubicBezTo>
                  <a:cubicBezTo>
                    <a:pt x="233" y="196"/>
                    <a:pt x="234" y="197"/>
                    <a:pt x="235" y="197"/>
                  </a:cubicBezTo>
                  <a:cubicBezTo>
                    <a:pt x="237" y="195"/>
                    <a:pt x="240" y="192"/>
                    <a:pt x="244" y="192"/>
                  </a:cubicBezTo>
                  <a:cubicBezTo>
                    <a:pt x="245" y="192"/>
                    <a:pt x="246" y="192"/>
                    <a:pt x="247" y="193"/>
                  </a:cubicBezTo>
                  <a:cubicBezTo>
                    <a:pt x="248" y="192"/>
                    <a:pt x="249" y="192"/>
                    <a:pt x="250" y="193"/>
                  </a:cubicBezTo>
                  <a:cubicBezTo>
                    <a:pt x="253" y="193"/>
                    <a:pt x="255" y="196"/>
                    <a:pt x="255" y="197"/>
                  </a:cubicBezTo>
                  <a:cubicBezTo>
                    <a:pt x="258" y="197"/>
                    <a:pt x="259" y="199"/>
                    <a:pt x="260" y="200"/>
                  </a:cubicBezTo>
                  <a:cubicBezTo>
                    <a:pt x="260" y="200"/>
                    <a:pt x="260" y="200"/>
                    <a:pt x="260" y="200"/>
                  </a:cubicBezTo>
                  <a:cubicBezTo>
                    <a:pt x="264" y="200"/>
                    <a:pt x="265" y="203"/>
                    <a:pt x="265" y="204"/>
                  </a:cubicBezTo>
                  <a:cubicBezTo>
                    <a:pt x="265" y="204"/>
                    <a:pt x="265" y="204"/>
                    <a:pt x="265" y="204"/>
                  </a:cubicBezTo>
                  <a:cubicBezTo>
                    <a:pt x="266" y="205"/>
                    <a:pt x="266" y="205"/>
                    <a:pt x="267" y="206"/>
                  </a:cubicBezTo>
                  <a:cubicBezTo>
                    <a:pt x="268" y="208"/>
                    <a:pt x="267" y="210"/>
                    <a:pt x="267" y="211"/>
                  </a:cubicBezTo>
                  <a:cubicBezTo>
                    <a:pt x="267" y="211"/>
                    <a:pt x="267" y="211"/>
                    <a:pt x="267" y="211"/>
                  </a:cubicBezTo>
                  <a:cubicBezTo>
                    <a:pt x="267" y="211"/>
                    <a:pt x="267" y="211"/>
                    <a:pt x="267" y="211"/>
                  </a:cubicBezTo>
                  <a:cubicBezTo>
                    <a:pt x="269" y="212"/>
                    <a:pt x="269" y="212"/>
                    <a:pt x="269" y="212"/>
                  </a:cubicBezTo>
                  <a:cubicBezTo>
                    <a:pt x="272" y="212"/>
                    <a:pt x="274" y="212"/>
                    <a:pt x="278" y="214"/>
                  </a:cubicBezTo>
                  <a:cubicBezTo>
                    <a:pt x="279" y="214"/>
                    <a:pt x="280" y="215"/>
                    <a:pt x="282" y="215"/>
                  </a:cubicBezTo>
                  <a:cubicBezTo>
                    <a:pt x="283" y="215"/>
                    <a:pt x="284" y="215"/>
                    <a:pt x="286" y="215"/>
                  </a:cubicBezTo>
                  <a:cubicBezTo>
                    <a:pt x="291" y="217"/>
                    <a:pt x="292" y="218"/>
                    <a:pt x="294" y="221"/>
                  </a:cubicBezTo>
                  <a:cubicBezTo>
                    <a:pt x="295" y="222"/>
                    <a:pt x="295" y="222"/>
                    <a:pt x="295" y="222"/>
                  </a:cubicBezTo>
                  <a:cubicBezTo>
                    <a:pt x="296" y="222"/>
                    <a:pt x="296" y="223"/>
                    <a:pt x="297" y="224"/>
                  </a:cubicBezTo>
                  <a:cubicBezTo>
                    <a:pt x="299" y="225"/>
                    <a:pt x="301" y="226"/>
                    <a:pt x="303" y="229"/>
                  </a:cubicBezTo>
                  <a:cubicBezTo>
                    <a:pt x="303" y="230"/>
                    <a:pt x="304" y="232"/>
                    <a:pt x="304" y="232"/>
                  </a:cubicBezTo>
                  <a:cubicBezTo>
                    <a:pt x="304" y="233"/>
                    <a:pt x="304" y="233"/>
                    <a:pt x="305" y="234"/>
                  </a:cubicBezTo>
                  <a:cubicBezTo>
                    <a:pt x="305" y="234"/>
                    <a:pt x="306" y="235"/>
                    <a:pt x="307" y="236"/>
                  </a:cubicBezTo>
                  <a:cubicBezTo>
                    <a:pt x="308" y="237"/>
                    <a:pt x="309" y="239"/>
                    <a:pt x="309" y="239"/>
                  </a:cubicBezTo>
                  <a:cubicBezTo>
                    <a:pt x="309" y="241"/>
                    <a:pt x="310" y="241"/>
                    <a:pt x="311" y="242"/>
                  </a:cubicBezTo>
                  <a:cubicBezTo>
                    <a:pt x="312" y="243"/>
                    <a:pt x="314" y="244"/>
                    <a:pt x="315" y="246"/>
                  </a:cubicBezTo>
                  <a:cubicBezTo>
                    <a:pt x="315" y="247"/>
                    <a:pt x="316" y="248"/>
                    <a:pt x="316" y="249"/>
                  </a:cubicBezTo>
                  <a:cubicBezTo>
                    <a:pt x="317" y="250"/>
                    <a:pt x="317" y="251"/>
                    <a:pt x="318" y="251"/>
                  </a:cubicBezTo>
                  <a:cubicBezTo>
                    <a:pt x="321" y="254"/>
                    <a:pt x="323" y="256"/>
                    <a:pt x="324" y="259"/>
                  </a:cubicBezTo>
                  <a:cubicBezTo>
                    <a:pt x="325" y="260"/>
                    <a:pt x="325" y="261"/>
                    <a:pt x="325" y="262"/>
                  </a:cubicBezTo>
                  <a:cubicBezTo>
                    <a:pt x="326" y="262"/>
                    <a:pt x="327" y="262"/>
                    <a:pt x="327" y="262"/>
                  </a:cubicBezTo>
                  <a:cubicBezTo>
                    <a:pt x="328" y="262"/>
                    <a:pt x="328" y="262"/>
                    <a:pt x="329" y="262"/>
                  </a:cubicBezTo>
                  <a:cubicBezTo>
                    <a:pt x="331" y="262"/>
                    <a:pt x="332" y="263"/>
                    <a:pt x="333" y="264"/>
                  </a:cubicBezTo>
                  <a:cubicBezTo>
                    <a:pt x="334" y="265"/>
                    <a:pt x="335" y="265"/>
                    <a:pt x="336" y="265"/>
                  </a:cubicBezTo>
                  <a:cubicBezTo>
                    <a:pt x="337" y="266"/>
                    <a:pt x="339" y="266"/>
                    <a:pt x="341" y="267"/>
                  </a:cubicBezTo>
                  <a:cubicBezTo>
                    <a:pt x="344" y="268"/>
                    <a:pt x="345" y="271"/>
                    <a:pt x="346" y="273"/>
                  </a:cubicBezTo>
                  <a:cubicBezTo>
                    <a:pt x="346" y="273"/>
                    <a:pt x="346" y="274"/>
                    <a:pt x="347" y="275"/>
                  </a:cubicBezTo>
                  <a:cubicBezTo>
                    <a:pt x="349" y="276"/>
                    <a:pt x="350" y="278"/>
                    <a:pt x="351" y="280"/>
                  </a:cubicBezTo>
                  <a:cubicBezTo>
                    <a:pt x="352" y="281"/>
                    <a:pt x="352" y="281"/>
                    <a:pt x="352" y="282"/>
                  </a:cubicBezTo>
                  <a:cubicBezTo>
                    <a:pt x="364" y="292"/>
                    <a:pt x="364" y="292"/>
                    <a:pt x="364" y="292"/>
                  </a:cubicBezTo>
                  <a:cubicBezTo>
                    <a:pt x="364" y="292"/>
                    <a:pt x="365" y="293"/>
                    <a:pt x="365" y="293"/>
                  </a:cubicBezTo>
                  <a:cubicBezTo>
                    <a:pt x="366" y="296"/>
                    <a:pt x="366" y="296"/>
                    <a:pt x="366" y="296"/>
                  </a:cubicBezTo>
                  <a:cubicBezTo>
                    <a:pt x="367" y="297"/>
                    <a:pt x="368" y="299"/>
                    <a:pt x="368" y="302"/>
                  </a:cubicBezTo>
                  <a:cubicBezTo>
                    <a:pt x="369" y="305"/>
                    <a:pt x="369" y="305"/>
                    <a:pt x="369" y="305"/>
                  </a:cubicBezTo>
                  <a:cubicBezTo>
                    <a:pt x="369" y="306"/>
                    <a:pt x="369" y="308"/>
                    <a:pt x="369" y="309"/>
                  </a:cubicBezTo>
                  <a:cubicBezTo>
                    <a:pt x="370" y="309"/>
                    <a:pt x="370" y="309"/>
                    <a:pt x="371" y="309"/>
                  </a:cubicBezTo>
                  <a:cubicBezTo>
                    <a:pt x="371" y="308"/>
                    <a:pt x="373" y="307"/>
                    <a:pt x="375" y="307"/>
                  </a:cubicBezTo>
                  <a:cubicBezTo>
                    <a:pt x="377" y="307"/>
                    <a:pt x="379" y="309"/>
                    <a:pt x="380" y="311"/>
                  </a:cubicBezTo>
                  <a:cubicBezTo>
                    <a:pt x="380" y="311"/>
                    <a:pt x="380" y="311"/>
                    <a:pt x="381" y="312"/>
                  </a:cubicBezTo>
                  <a:cubicBezTo>
                    <a:pt x="383" y="314"/>
                    <a:pt x="383" y="314"/>
                    <a:pt x="383" y="314"/>
                  </a:cubicBezTo>
                  <a:cubicBezTo>
                    <a:pt x="385" y="316"/>
                    <a:pt x="386" y="317"/>
                    <a:pt x="387" y="319"/>
                  </a:cubicBezTo>
                  <a:cubicBezTo>
                    <a:pt x="391" y="321"/>
                    <a:pt x="391" y="322"/>
                    <a:pt x="393" y="326"/>
                  </a:cubicBezTo>
                  <a:cubicBezTo>
                    <a:pt x="393" y="327"/>
                    <a:pt x="393" y="327"/>
                    <a:pt x="393" y="328"/>
                  </a:cubicBezTo>
                  <a:cubicBezTo>
                    <a:pt x="393" y="329"/>
                    <a:pt x="394" y="330"/>
                    <a:pt x="394" y="331"/>
                  </a:cubicBezTo>
                  <a:cubicBezTo>
                    <a:pt x="395" y="331"/>
                    <a:pt x="395" y="331"/>
                    <a:pt x="396" y="331"/>
                  </a:cubicBezTo>
                  <a:cubicBezTo>
                    <a:pt x="397" y="332"/>
                    <a:pt x="398" y="333"/>
                    <a:pt x="399" y="333"/>
                  </a:cubicBezTo>
                  <a:cubicBezTo>
                    <a:pt x="399" y="332"/>
                    <a:pt x="399" y="331"/>
                    <a:pt x="400" y="330"/>
                  </a:cubicBezTo>
                  <a:cubicBezTo>
                    <a:pt x="401" y="329"/>
                    <a:pt x="403" y="328"/>
                    <a:pt x="405" y="328"/>
                  </a:cubicBezTo>
                  <a:cubicBezTo>
                    <a:pt x="405" y="328"/>
                    <a:pt x="405" y="328"/>
                    <a:pt x="405" y="328"/>
                  </a:cubicBezTo>
                  <a:cubicBezTo>
                    <a:pt x="407" y="328"/>
                    <a:pt x="409" y="330"/>
                    <a:pt x="410" y="332"/>
                  </a:cubicBezTo>
                  <a:cubicBezTo>
                    <a:pt x="413" y="334"/>
                    <a:pt x="414" y="337"/>
                    <a:pt x="414" y="339"/>
                  </a:cubicBezTo>
                  <a:cubicBezTo>
                    <a:pt x="414" y="339"/>
                    <a:pt x="415" y="340"/>
                    <a:pt x="415" y="340"/>
                  </a:cubicBezTo>
                  <a:cubicBezTo>
                    <a:pt x="415" y="340"/>
                    <a:pt x="415" y="341"/>
                    <a:pt x="415" y="341"/>
                  </a:cubicBezTo>
                  <a:cubicBezTo>
                    <a:pt x="417" y="347"/>
                    <a:pt x="414" y="349"/>
                    <a:pt x="410" y="350"/>
                  </a:cubicBezTo>
                  <a:cubicBezTo>
                    <a:pt x="407" y="347"/>
                    <a:pt x="407" y="347"/>
                    <a:pt x="407" y="347"/>
                  </a:cubicBezTo>
                  <a:cubicBezTo>
                    <a:pt x="409" y="351"/>
                    <a:pt x="409" y="351"/>
                    <a:pt x="409" y="351"/>
                  </a:cubicBezTo>
                  <a:cubicBezTo>
                    <a:pt x="407" y="352"/>
                    <a:pt x="406" y="353"/>
                    <a:pt x="404" y="353"/>
                  </a:cubicBezTo>
                  <a:cubicBezTo>
                    <a:pt x="403" y="354"/>
                    <a:pt x="402" y="354"/>
                    <a:pt x="401" y="354"/>
                  </a:cubicBezTo>
                  <a:cubicBezTo>
                    <a:pt x="400" y="355"/>
                    <a:pt x="400" y="357"/>
                    <a:pt x="398" y="358"/>
                  </a:cubicBezTo>
                  <a:cubicBezTo>
                    <a:pt x="398" y="358"/>
                    <a:pt x="398" y="358"/>
                    <a:pt x="398" y="358"/>
                  </a:cubicBezTo>
                  <a:cubicBezTo>
                    <a:pt x="399" y="359"/>
                    <a:pt x="399" y="360"/>
                    <a:pt x="399" y="362"/>
                  </a:cubicBezTo>
                  <a:cubicBezTo>
                    <a:pt x="398" y="365"/>
                    <a:pt x="395" y="366"/>
                    <a:pt x="394" y="367"/>
                  </a:cubicBezTo>
                  <a:cubicBezTo>
                    <a:pt x="393" y="368"/>
                    <a:pt x="393" y="368"/>
                    <a:pt x="392" y="368"/>
                  </a:cubicBezTo>
                  <a:cubicBezTo>
                    <a:pt x="391" y="369"/>
                    <a:pt x="390" y="371"/>
                    <a:pt x="387" y="371"/>
                  </a:cubicBezTo>
                  <a:close/>
                  <a:moveTo>
                    <a:pt x="374" y="352"/>
                  </a:moveTo>
                  <a:cubicBezTo>
                    <a:pt x="378" y="352"/>
                    <a:pt x="381" y="355"/>
                    <a:pt x="383" y="357"/>
                  </a:cubicBezTo>
                  <a:cubicBezTo>
                    <a:pt x="384" y="358"/>
                    <a:pt x="385" y="358"/>
                    <a:pt x="385" y="359"/>
                  </a:cubicBezTo>
                  <a:cubicBezTo>
                    <a:pt x="386" y="360"/>
                    <a:pt x="386" y="360"/>
                    <a:pt x="387" y="361"/>
                  </a:cubicBezTo>
                  <a:cubicBezTo>
                    <a:pt x="387" y="361"/>
                    <a:pt x="387" y="360"/>
                    <a:pt x="388" y="360"/>
                  </a:cubicBezTo>
                  <a:cubicBezTo>
                    <a:pt x="389" y="359"/>
                    <a:pt x="389" y="359"/>
                    <a:pt x="389" y="359"/>
                  </a:cubicBezTo>
                  <a:cubicBezTo>
                    <a:pt x="388" y="359"/>
                    <a:pt x="388" y="358"/>
                    <a:pt x="389" y="356"/>
                  </a:cubicBezTo>
                  <a:cubicBezTo>
                    <a:pt x="389" y="354"/>
                    <a:pt x="391" y="352"/>
                    <a:pt x="392" y="351"/>
                  </a:cubicBezTo>
                  <a:cubicBezTo>
                    <a:pt x="393" y="349"/>
                    <a:pt x="393" y="347"/>
                    <a:pt x="395" y="346"/>
                  </a:cubicBezTo>
                  <a:cubicBezTo>
                    <a:pt x="396" y="346"/>
                    <a:pt x="397" y="345"/>
                    <a:pt x="399" y="345"/>
                  </a:cubicBezTo>
                  <a:cubicBezTo>
                    <a:pt x="400" y="345"/>
                    <a:pt x="400" y="345"/>
                    <a:pt x="401" y="345"/>
                  </a:cubicBezTo>
                  <a:cubicBezTo>
                    <a:pt x="402" y="344"/>
                    <a:pt x="404" y="343"/>
                    <a:pt x="405" y="343"/>
                  </a:cubicBezTo>
                  <a:cubicBezTo>
                    <a:pt x="405" y="343"/>
                    <a:pt x="406" y="342"/>
                    <a:pt x="406" y="342"/>
                  </a:cubicBezTo>
                  <a:cubicBezTo>
                    <a:pt x="406" y="342"/>
                    <a:pt x="406" y="342"/>
                    <a:pt x="405" y="341"/>
                  </a:cubicBezTo>
                  <a:cubicBezTo>
                    <a:pt x="405" y="342"/>
                    <a:pt x="404" y="343"/>
                    <a:pt x="403" y="343"/>
                  </a:cubicBezTo>
                  <a:cubicBezTo>
                    <a:pt x="402" y="343"/>
                    <a:pt x="401" y="343"/>
                    <a:pt x="400" y="343"/>
                  </a:cubicBezTo>
                  <a:cubicBezTo>
                    <a:pt x="399" y="343"/>
                    <a:pt x="398" y="343"/>
                    <a:pt x="397" y="343"/>
                  </a:cubicBezTo>
                  <a:cubicBezTo>
                    <a:pt x="395" y="342"/>
                    <a:pt x="393" y="341"/>
                    <a:pt x="393" y="340"/>
                  </a:cubicBezTo>
                  <a:cubicBezTo>
                    <a:pt x="393" y="340"/>
                    <a:pt x="393" y="340"/>
                    <a:pt x="393" y="340"/>
                  </a:cubicBezTo>
                  <a:cubicBezTo>
                    <a:pt x="393" y="340"/>
                    <a:pt x="392" y="340"/>
                    <a:pt x="392" y="340"/>
                  </a:cubicBezTo>
                  <a:cubicBezTo>
                    <a:pt x="391" y="340"/>
                    <a:pt x="390" y="340"/>
                    <a:pt x="389" y="339"/>
                  </a:cubicBezTo>
                  <a:cubicBezTo>
                    <a:pt x="386" y="338"/>
                    <a:pt x="385" y="334"/>
                    <a:pt x="384" y="331"/>
                  </a:cubicBezTo>
                  <a:cubicBezTo>
                    <a:pt x="384" y="330"/>
                    <a:pt x="384" y="329"/>
                    <a:pt x="384" y="329"/>
                  </a:cubicBezTo>
                  <a:cubicBezTo>
                    <a:pt x="383" y="327"/>
                    <a:pt x="383" y="327"/>
                    <a:pt x="381" y="326"/>
                  </a:cubicBezTo>
                  <a:cubicBezTo>
                    <a:pt x="380" y="324"/>
                    <a:pt x="378" y="322"/>
                    <a:pt x="377" y="321"/>
                  </a:cubicBezTo>
                  <a:cubicBezTo>
                    <a:pt x="375" y="319"/>
                    <a:pt x="375" y="319"/>
                    <a:pt x="375" y="319"/>
                  </a:cubicBezTo>
                  <a:cubicBezTo>
                    <a:pt x="374" y="319"/>
                    <a:pt x="374" y="318"/>
                    <a:pt x="374" y="318"/>
                  </a:cubicBezTo>
                  <a:cubicBezTo>
                    <a:pt x="369" y="319"/>
                    <a:pt x="364" y="318"/>
                    <a:pt x="362" y="315"/>
                  </a:cubicBezTo>
                  <a:cubicBezTo>
                    <a:pt x="361" y="313"/>
                    <a:pt x="360" y="311"/>
                    <a:pt x="359" y="306"/>
                  </a:cubicBezTo>
                  <a:cubicBezTo>
                    <a:pt x="359" y="304"/>
                    <a:pt x="359" y="304"/>
                    <a:pt x="359" y="304"/>
                  </a:cubicBezTo>
                  <a:cubicBezTo>
                    <a:pt x="359" y="302"/>
                    <a:pt x="358" y="301"/>
                    <a:pt x="357" y="299"/>
                  </a:cubicBezTo>
                  <a:cubicBezTo>
                    <a:pt x="357" y="298"/>
                    <a:pt x="357" y="298"/>
                    <a:pt x="357" y="298"/>
                  </a:cubicBezTo>
                  <a:cubicBezTo>
                    <a:pt x="346" y="289"/>
                    <a:pt x="346" y="289"/>
                    <a:pt x="346" y="289"/>
                  </a:cubicBezTo>
                  <a:cubicBezTo>
                    <a:pt x="345" y="287"/>
                    <a:pt x="344" y="286"/>
                    <a:pt x="343" y="284"/>
                  </a:cubicBezTo>
                  <a:cubicBezTo>
                    <a:pt x="343" y="284"/>
                    <a:pt x="342" y="283"/>
                    <a:pt x="342" y="283"/>
                  </a:cubicBezTo>
                  <a:cubicBezTo>
                    <a:pt x="339" y="281"/>
                    <a:pt x="338" y="279"/>
                    <a:pt x="337" y="277"/>
                  </a:cubicBezTo>
                  <a:cubicBezTo>
                    <a:pt x="337" y="276"/>
                    <a:pt x="337" y="275"/>
                    <a:pt x="336" y="275"/>
                  </a:cubicBezTo>
                  <a:cubicBezTo>
                    <a:pt x="336" y="275"/>
                    <a:pt x="335" y="275"/>
                    <a:pt x="334" y="274"/>
                  </a:cubicBezTo>
                  <a:cubicBezTo>
                    <a:pt x="332" y="274"/>
                    <a:pt x="330" y="274"/>
                    <a:pt x="328" y="272"/>
                  </a:cubicBezTo>
                  <a:cubicBezTo>
                    <a:pt x="328" y="272"/>
                    <a:pt x="327" y="272"/>
                    <a:pt x="327" y="271"/>
                  </a:cubicBezTo>
                  <a:cubicBezTo>
                    <a:pt x="324" y="271"/>
                    <a:pt x="324" y="271"/>
                    <a:pt x="323" y="271"/>
                  </a:cubicBezTo>
                  <a:cubicBezTo>
                    <a:pt x="318" y="270"/>
                    <a:pt x="317" y="267"/>
                    <a:pt x="317" y="265"/>
                  </a:cubicBezTo>
                  <a:cubicBezTo>
                    <a:pt x="316" y="264"/>
                    <a:pt x="316" y="264"/>
                    <a:pt x="316" y="264"/>
                  </a:cubicBezTo>
                  <a:cubicBezTo>
                    <a:pt x="315" y="262"/>
                    <a:pt x="314" y="260"/>
                    <a:pt x="312" y="258"/>
                  </a:cubicBezTo>
                  <a:cubicBezTo>
                    <a:pt x="310" y="256"/>
                    <a:pt x="309" y="254"/>
                    <a:pt x="308" y="253"/>
                  </a:cubicBezTo>
                  <a:cubicBezTo>
                    <a:pt x="308" y="252"/>
                    <a:pt x="307" y="251"/>
                    <a:pt x="307" y="250"/>
                  </a:cubicBezTo>
                  <a:cubicBezTo>
                    <a:pt x="307" y="250"/>
                    <a:pt x="306" y="249"/>
                    <a:pt x="305" y="249"/>
                  </a:cubicBezTo>
                  <a:cubicBezTo>
                    <a:pt x="304" y="248"/>
                    <a:pt x="303" y="247"/>
                    <a:pt x="302" y="246"/>
                  </a:cubicBezTo>
                  <a:cubicBezTo>
                    <a:pt x="301" y="245"/>
                    <a:pt x="300" y="243"/>
                    <a:pt x="300" y="242"/>
                  </a:cubicBezTo>
                  <a:cubicBezTo>
                    <a:pt x="300" y="242"/>
                    <a:pt x="299" y="241"/>
                    <a:pt x="299" y="241"/>
                  </a:cubicBezTo>
                  <a:cubicBezTo>
                    <a:pt x="298" y="240"/>
                    <a:pt x="297" y="239"/>
                    <a:pt x="296" y="238"/>
                  </a:cubicBezTo>
                  <a:cubicBezTo>
                    <a:pt x="295" y="237"/>
                    <a:pt x="295" y="235"/>
                    <a:pt x="295" y="234"/>
                  </a:cubicBezTo>
                  <a:cubicBezTo>
                    <a:pt x="294" y="233"/>
                    <a:pt x="293" y="232"/>
                    <a:pt x="292" y="231"/>
                  </a:cubicBezTo>
                  <a:cubicBezTo>
                    <a:pt x="291" y="230"/>
                    <a:pt x="289" y="229"/>
                    <a:pt x="288" y="228"/>
                  </a:cubicBezTo>
                  <a:cubicBezTo>
                    <a:pt x="287" y="227"/>
                    <a:pt x="287" y="227"/>
                    <a:pt x="287" y="227"/>
                  </a:cubicBezTo>
                  <a:cubicBezTo>
                    <a:pt x="286" y="225"/>
                    <a:pt x="286" y="225"/>
                    <a:pt x="284" y="224"/>
                  </a:cubicBezTo>
                  <a:cubicBezTo>
                    <a:pt x="283" y="224"/>
                    <a:pt x="282" y="224"/>
                    <a:pt x="281" y="224"/>
                  </a:cubicBezTo>
                  <a:cubicBezTo>
                    <a:pt x="279" y="224"/>
                    <a:pt x="276" y="223"/>
                    <a:pt x="274" y="222"/>
                  </a:cubicBezTo>
                  <a:cubicBezTo>
                    <a:pt x="271" y="221"/>
                    <a:pt x="271" y="221"/>
                    <a:pt x="269" y="221"/>
                  </a:cubicBezTo>
                  <a:cubicBezTo>
                    <a:pt x="267" y="221"/>
                    <a:pt x="267" y="221"/>
                    <a:pt x="267" y="221"/>
                  </a:cubicBezTo>
                  <a:cubicBezTo>
                    <a:pt x="267" y="221"/>
                    <a:pt x="267" y="221"/>
                    <a:pt x="266" y="221"/>
                  </a:cubicBezTo>
                  <a:cubicBezTo>
                    <a:pt x="265" y="221"/>
                    <a:pt x="264" y="220"/>
                    <a:pt x="263" y="220"/>
                  </a:cubicBezTo>
                  <a:cubicBezTo>
                    <a:pt x="263" y="220"/>
                    <a:pt x="262" y="219"/>
                    <a:pt x="262" y="219"/>
                  </a:cubicBezTo>
                  <a:cubicBezTo>
                    <a:pt x="260" y="218"/>
                    <a:pt x="259" y="217"/>
                    <a:pt x="258" y="214"/>
                  </a:cubicBezTo>
                  <a:cubicBezTo>
                    <a:pt x="257" y="212"/>
                    <a:pt x="257" y="211"/>
                    <a:pt x="258" y="210"/>
                  </a:cubicBezTo>
                  <a:cubicBezTo>
                    <a:pt x="257" y="210"/>
                    <a:pt x="257" y="210"/>
                    <a:pt x="257" y="210"/>
                  </a:cubicBezTo>
                  <a:cubicBezTo>
                    <a:pt x="256" y="210"/>
                    <a:pt x="254" y="209"/>
                    <a:pt x="253" y="208"/>
                  </a:cubicBezTo>
                  <a:cubicBezTo>
                    <a:pt x="253" y="208"/>
                    <a:pt x="252" y="207"/>
                    <a:pt x="251" y="206"/>
                  </a:cubicBezTo>
                  <a:cubicBezTo>
                    <a:pt x="251" y="205"/>
                    <a:pt x="251" y="205"/>
                    <a:pt x="250" y="205"/>
                  </a:cubicBezTo>
                  <a:cubicBezTo>
                    <a:pt x="250" y="205"/>
                    <a:pt x="250" y="205"/>
                    <a:pt x="249" y="204"/>
                  </a:cubicBezTo>
                  <a:cubicBezTo>
                    <a:pt x="249" y="204"/>
                    <a:pt x="249" y="204"/>
                    <a:pt x="249" y="204"/>
                  </a:cubicBezTo>
                  <a:cubicBezTo>
                    <a:pt x="249" y="204"/>
                    <a:pt x="248" y="205"/>
                    <a:pt x="248" y="205"/>
                  </a:cubicBezTo>
                  <a:cubicBezTo>
                    <a:pt x="247" y="205"/>
                    <a:pt x="244" y="204"/>
                    <a:pt x="243" y="202"/>
                  </a:cubicBezTo>
                  <a:cubicBezTo>
                    <a:pt x="242" y="203"/>
                    <a:pt x="241" y="204"/>
                    <a:pt x="241" y="205"/>
                  </a:cubicBezTo>
                  <a:cubicBezTo>
                    <a:pt x="241" y="206"/>
                    <a:pt x="240" y="206"/>
                    <a:pt x="239" y="207"/>
                  </a:cubicBezTo>
                  <a:cubicBezTo>
                    <a:pt x="239" y="207"/>
                    <a:pt x="238" y="207"/>
                    <a:pt x="237" y="207"/>
                  </a:cubicBezTo>
                  <a:cubicBezTo>
                    <a:pt x="234" y="207"/>
                    <a:pt x="228" y="204"/>
                    <a:pt x="227" y="203"/>
                  </a:cubicBezTo>
                  <a:cubicBezTo>
                    <a:pt x="225" y="202"/>
                    <a:pt x="224" y="201"/>
                    <a:pt x="224" y="199"/>
                  </a:cubicBezTo>
                  <a:cubicBezTo>
                    <a:pt x="224" y="199"/>
                    <a:pt x="223" y="199"/>
                    <a:pt x="223" y="198"/>
                  </a:cubicBezTo>
                  <a:cubicBezTo>
                    <a:pt x="222" y="198"/>
                    <a:pt x="221" y="197"/>
                    <a:pt x="221" y="196"/>
                  </a:cubicBezTo>
                  <a:cubicBezTo>
                    <a:pt x="220" y="194"/>
                    <a:pt x="219" y="193"/>
                    <a:pt x="219" y="191"/>
                  </a:cubicBezTo>
                  <a:cubicBezTo>
                    <a:pt x="218" y="190"/>
                    <a:pt x="218" y="189"/>
                    <a:pt x="218" y="188"/>
                  </a:cubicBezTo>
                  <a:cubicBezTo>
                    <a:pt x="217" y="188"/>
                    <a:pt x="217" y="187"/>
                    <a:pt x="217" y="187"/>
                  </a:cubicBezTo>
                  <a:cubicBezTo>
                    <a:pt x="216" y="185"/>
                    <a:pt x="215" y="182"/>
                    <a:pt x="216" y="179"/>
                  </a:cubicBezTo>
                  <a:cubicBezTo>
                    <a:pt x="216" y="178"/>
                    <a:pt x="216" y="178"/>
                    <a:pt x="216" y="177"/>
                  </a:cubicBezTo>
                  <a:cubicBezTo>
                    <a:pt x="215" y="177"/>
                    <a:pt x="214" y="176"/>
                    <a:pt x="213" y="175"/>
                  </a:cubicBezTo>
                  <a:cubicBezTo>
                    <a:pt x="212" y="174"/>
                    <a:pt x="211" y="173"/>
                    <a:pt x="210" y="172"/>
                  </a:cubicBezTo>
                  <a:cubicBezTo>
                    <a:pt x="210" y="172"/>
                    <a:pt x="209" y="172"/>
                    <a:pt x="209" y="172"/>
                  </a:cubicBezTo>
                  <a:cubicBezTo>
                    <a:pt x="208" y="173"/>
                    <a:pt x="208" y="174"/>
                    <a:pt x="209" y="176"/>
                  </a:cubicBezTo>
                  <a:cubicBezTo>
                    <a:pt x="209" y="176"/>
                    <a:pt x="209" y="176"/>
                    <a:pt x="210" y="176"/>
                  </a:cubicBezTo>
                  <a:cubicBezTo>
                    <a:pt x="211" y="178"/>
                    <a:pt x="212" y="180"/>
                    <a:pt x="212" y="181"/>
                  </a:cubicBezTo>
                  <a:cubicBezTo>
                    <a:pt x="214" y="185"/>
                    <a:pt x="213" y="187"/>
                    <a:pt x="212" y="190"/>
                  </a:cubicBezTo>
                  <a:cubicBezTo>
                    <a:pt x="212" y="191"/>
                    <a:pt x="212" y="191"/>
                    <a:pt x="212" y="191"/>
                  </a:cubicBezTo>
                  <a:cubicBezTo>
                    <a:pt x="212" y="194"/>
                    <a:pt x="211" y="196"/>
                    <a:pt x="208" y="197"/>
                  </a:cubicBezTo>
                  <a:cubicBezTo>
                    <a:pt x="205" y="199"/>
                    <a:pt x="202" y="197"/>
                    <a:pt x="201" y="197"/>
                  </a:cubicBezTo>
                  <a:cubicBezTo>
                    <a:pt x="200" y="196"/>
                    <a:pt x="198" y="196"/>
                    <a:pt x="197" y="194"/>
                  </a:cubicBezTo>
                  <a:cubicBezTo>
                    <a:pt x="195" y="192"/>
                    <a:pt x="195" y="188"/>
                    <a:pt x="195" y="185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5" y="182"/>
                    <a:pt x="195" y="182"/>
                    <a:pt x="194" y="180"/>
                  </a:cubicBezTo>
                  <a:cubicBezTo>
                    <a:pt x="193" y="178"/>
                    <a:pt x="193" y="178"/>
                    <a:pt x="193" y="178"/>
                  </a:cubicBezTo>
                  <a:cubicBezTo>
                    <a:pt x="192" y="176"/>
                    <a:pt x="191" y="174"/>
                    <a:pt x="191" y="172"/>
                  </a:cubicBezTo>
                  <a:cubicBezTo>
                    <a:pt x="190" y="169"/>
                    <a:pt x="190" y="168"/>
                    <a:pt x="189" y="168"/>
                  </a:cubicBezTo>
                  <a:cubicBezTo>
                    <a:pt x="188" y="169"/>
                    <a:pt x="185" y="170"/>
                    <a:pt x="182" y="168"/>
                  </a:cubicBezTo>
                  <a:cubicBezTo>
                    <a:pt x="180" y="167"/>
                    <a:pt x="180" y="165"/>
                    <a:pt x="179" y="163"/>
                  </a:cubicBezTo>
                  <a:cubicBezTo>
                    <a:pt x="178" y="160"/>
                    <a:pt x="178" y="158"/>
                    <a:pt x="179" y="157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79" y="155"/>
                    <a:pt x="179" y="154"/>
                    <a:pt x="179" y="153"/>
                  </a:cubicBezTo>
                  <a:cubicBezTo>
                    <a:pt x="178" y="152"/>
                    <a:pt x="178" y="150"/>
                    <a:pt x="178" y="149"/>
                  </a:cubicBezTo>
                  <a:cubicBezTo>
                    <a:pt x="178" y="149"/>
                    <a:pt x="178" y="148"/>
                    <a:pt x="178" y="148"/>
                  </a:cubicBezTo>
                  <a:cubicBezTo>
                    <a:pt x="177" y="147"/>
                    <a:pt x="176" y="146"/>
                    <a:pt x="175" y="145"/>
                  </a:cubicBezTo>
                  <a:cubicBezTo>
                    <a:pt x="173" y="144"/>
                    <a:pt x="171" y="142"/>
                    <a:pt x="169" y="139"/>
                  </a:cubicBezTo>
                  <a:cubicBezTo>
                    <a:pt x="168" y="136"/>
                    <a:pt x="167" y="133"/>
                    <a:pt x="166" y="130"/>
                  </a:cubicBezTo>
                  <a:cubicBezTo>
                    <a:pt x="164" y="124"/>
                    <a:pt x="163" y="118"/>
                    <a:pt x="163" y="113"/>
                  </a:cubicBezTo>
                  <a:cubicBezTo>
                    <a:pt x="162" y="111"/>
                    <a:pt x="162" y="111"/>
                    <a:pt x="162" y="111"/>
                  </a:cubicBezTo>
                  <a:cubicBezTo>
                    <a:pt x="162" y="108"/>
                    <a:pt x="161" y="106"/>
                    <a:pt x="160" y="103"/>
                  </a:cubicBezTo>
                  <a:cubicBezTo>
                    <a:pt x="159" y="101"/>
                    <a:pt x="159" y="98"/>
                    <a:pt x="158" y="94"/>
                  </a:cubicBezTo>
                  <a:cubicBezTo>
                    <a:pt x="158" y="89"/>
                    <a:pt x="157" y="86"/>
                    <a:pt x="155" y="80"/>
                  </a:cubicBezTo>
                  <a:cubicBezTo>
                    <a:pt x="153" y="75"/>
                    <a:pt x="151" y="69"/>
                    <a:pt x="149" y="62"/>
                  </a:cubicBezTo>
                  <a:cubicBezTo>
                    <a:pt x="149" y="61"/>
                    <a:pt x="149" y="60"/>
                    <a:pt x="148" y="59"/>
                  </a:cubicBezTo>
                  <a:cubicBezTo>
                    <a:pt x="147" y="58"/>
                    <a:pt x="146" y="57"/>
                    <a:pt x="146" y="55"/>
                  </a:cubicBezTo>
                  <a:cubicBezTo>
                    <a:pt x="145" y="53"/>
                    <a:pt x="145" y="51"/>
                    <a:pt x="144" y="49"/>
                  </a:cubicBezTo>
                  <a:cubicBezTo>
                    <a:pt x="144" y="48"/>
                    <a:pt x="144" y="47"/>
                    <a:pt x="144" y="46"/>
                  </a:cubicBezTo>
                  <a:cubicBezTo>
                    <a:pt x="143" y="45"/>
                    <a:pt x="142" y="43"/>
                    <a:pt x="141" y="42"/>
                  </a:cubicBezTo>
                  <a:cubicBezTo>
                    <a:pt x="140" y="40"/>
                    <a:pt x="139" y="38"/>
                    <a:pt x="138" y="37"/>
                  </a:cubicBezTo>
                  <a:cubicBezTo>
                    <a:pt x="137" y="34"/>
                    <a:pt x="137" y="34"/>
                    <a:pt x="137" y="34"/>
                  </a:cubicBezTo>
                  <a:cubicBezTo>
                    <a:pt x="136" y="32"/>
                    <a:pt x="135" y="31"/>
                    <a:pt x="134" y="29"/>
                  </a:cubicBezTo>
                  <a:cubicBezTo>
                    <a:pt x="134" y="28"/>
                    <a:pt x="133" y="27"/>
                    <a:pt x="132" y="26"/>
                  </a:cubicBezTo>
                  <a:cubicBezTo>
                    <a:pt x="130" y="23"/>
                    <a:pt x="128" y="20"/>
                    <a:pt x="127" y="17"/>
                  </a:cubicBezTo>
                  <a:cubicBezTo>
                    <a:pt x="126" y="16"/>
                    <a:pt x="126" y="15"/>
                    <a:pt x="125" y="13"/>
                  </a:cubicBezTo>
                  <a:cubicBezTo>
                    <a:pt x="125" y="13"/>
                    <a:pt x="125" y="13"/>
                    <a:pt x="125" y="13"/>
                  </a:cubicBezTo>
                  <a:cubicBezTo>
                    <a:pt x="123" y="15"/>
                    <a:pt x="122" y="16"/>
                    <a:pt x="121" y="18"/>
                  </a:cubicBezTo>
                  <a:cubicBezTo>
                    <a:pt x="121" y="19"/>
                    <a:pt x="121" y="20"/>
                    <a:pt x="120" y="21"/>
                  </a:cubicBezTo>
                  <a:cubicBezTo>
                    <a:pt x="120" y="23"/>
                    <a:pt x="119" y="25"/>
                    <a:pt x="118" y="26"/>
                  </a:cubicBezTo>
                  <a:cubicBezTo>
                    <a:pt x="117" y="29"/>
                    <a:pt x="116" y="30"/>
                    <a:pt x="114" y="32"/>
                  </a:cubicBezTo>
                  <a:cubicBezTo>
                    <a:pt x="113" y="32"/>
                    <a:pt x="113" y="33"/>
                    <a:pt x="113" y="33"/>
                  </a:cubicBezTo>
                  <a:cubicBezTo>
                    <a:pt x="113" y="34"/>
                    <a:pt x="112" y="35"/>
                    <a:pt x="112" y="37"/>
                  </a:cubicBezTo>
                  <a:cubicBezTo>
                    <a:pt x="110" y="39"/>
                    <a:pt x="108" y="40"/>
                    <a:pt x="106" y="40"/>
                  </a:cubicBezTo>
                  <a:cubicBezTo>
                    <a:pt x="106" y="40"/>
                    <a:pt x="106" y="40"/>
                    <a:pt x="106" y="40"/>
                  </a:cubicBezTo>
                  <a:cubicBezTo>
                    <a:pt x="105" y="40"/>
                    <a:pt x="105" y="40"/>
                    <a:pt x="104" y="39"/>
                  </a:cubicBezTo>
                  <a:cubicBezTo>
                    <a:pt x="104" y="40"/>
                    <a:pt x="103" y="40"/>
                    <a:pt x="103" y="41"/>
                  </a:cubicBezTo>
                  <a:cubicBezTo>
                    <a:pt x="102" y="42"/>
                    <a:pt x="100" y="43"/>
                    <a:pt x="98" y="43"/>
                  </a:cubicBezTo>
                  <a:cubicBezTo>
                    <a:pt x="98" y="43"/>
                    <a:pt x="95" y="42"/>
                    <a:pt x="94" y="40"/>
                  </a:cubicBezTo>
                  <a:cubicBezTo>
                    <a:pt x="94" y="40"/>
                    <a:pt x="94" y="40"/>
                    <a:pt x="93" y="40"/>
                  </a:cubicBezTo>
                  <a:cubicBezTo>
                    <a:pt x="93" y="40"/>
                    <a:pt x="93" y="41"/>
                    <a:pt x="93" y="41"/>
                  </a:cubicBezTo>
                  <a:cubicBezTo>
                    <a:pt x="91" y="43"/>
                    <a:pt x="88" y="46"/>
                    <a:pt x="83" y="45"/>
                  </a:cubicBezTo>
                  <a:cubicBezTo>
                    <a:pt x="83" y="45"/>
                    <a:pt x="82" y="45"/>
                    <a:pt x="82" y="45"/>
                  </a:cubicBezTo>
                  <a:cubicBezTo>
                    <a:pt x="79" y="49"/>
                    <a:pt x="77" y="50"/>
                    <a:pt x="72" y="51"/>
                  </a:cubicBezTo>
                  <a:cubicBezTo>
                    <a:pt x="71" y="51"/>
                    <a:pt x="71" y="51"/>
                    <a:pt x="71" y="51"/>
                  </a:cubicBezTo>
                  <a:cubicBezTo>
                    <a:pt x="70" y="51"/>
                    <a:pt x="69" y="51"/>
                    <a:pt x="69" y="51"/>
                  </a:cubicBezTo>
                  <a:cubicBezTo>
                    <a:pt x="69" y="52"/>
                    <a:pt x="69" y="52"/>
                    <a:pt x="69" y="53"/>
                  </a:cubicBezTo>
                  <a:cubicBezTo>
                    <a:pt x="69" y="55"/>
                    <a:pt x="68" y="58"/>
                    <a:pt x="68" y="59"/>
                  </a:cubicBezTo>
                  <a:cubicBezTo>
                    <a:pt x="67" y="62"/>
                    <a:pt x="66" y="65"/>
                    <a:pt x="64" y="67"/>
                  </a:cubicBezTo>
                  <a:cubicBezTo>
                    <a:pt x="63" y="69"/>
                    <a:pt x="61" y="71"/>
                    <a:pt x="57" y="71"/>
                  </a:cubicBezTo>
                  <a:cubicBezTo>
                    <a:pt x="56" y="71"/>
                    <a:pt x="55" y="71"/>
                    <a:pt x="55" y="70"/>
                  </a:cubicBezTo>
                  <a:cubicBezTo>
                    <a:pt x="54" y="70"/>
                    <a:pt x="54" y="70"/>
                    <a:pt x="53" y="70"/>
                  </a:cubicBezTo>
                  <a:cubicBezTo>
                    <a:pt x="53" y="71"/>
                    <a:pt x="52" y="71"/>
                    <a:pt x="50" y="72"/>
                  </a:cubicBezTo>
                  <a:cubicBezTo>
                    <a:pt x="49" y="72"/>
                    <a:pt x="47" y="72"/>
                    <a:pt x="46" y="72"/>
                  </a:cubicBezTo>
                  <a:cubicBezTo>
                    <a:pt x="46" y="72"/>
                    <a:pt x="45" y="72"/>
                    <a:pt x="45" y="72"/>
                  </a:cubicBezTo>
                  <a:cubicBezTo>
                    <a:pt x="44" y="72"/>
                    <a:pt x="43" y="72"/>
                    <a:pt x="43" y="72"/>
                  </a:cubicBezTo>
                  <a:cubicBezTo>
                    <a:pt x="41" y="72"/>
                    <a:pt x="40" y="72"/>
                    <a:pt x="38" y="71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38" y="71"/>
                    <a:pt x="38" y="72"/>
                    <a:pt x="38" y="73"/>
                  </a:cubicBezTo>
                  <a:cubicBezTo>
                    <a:pt x="38" y="74"/>
                    <a:pt x="39" y="76"/>
                    <a:pt x="39" y="76"/>
                  </a:cubicBezTo>
                  <a:cubicBezTo>
                    <a:pt x="40" y="80"/>
                    <a:pt x="39" y="87"/>
                    <a:pt x="37" y="89"/>
                  </a:cubicBezTo>
                  <a:cubicBezTo>
                    <a:pt x="36" y="91"/>
                    <a:pt x="35" y="92"/>
                    <a:pt x="34" y="93"/>
                  </a:cubicBezTo>
                  <a:cubicBezTo>
                    <a:pt x="34" y="94"/>
                    <a:pt x="33" y="94"/>
                    <a:pt x="33" y="94"/>
                  </a:cubicBezTo>
                  <a:cubicBezTo>
                    <a:pt x="32" y="98"/>
                    <a:pt x="33" y="100"/>
                    <a:pt x="33" y="100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104"/>
                    <a:pt x="36" y="105"/>
                    <a:pt x="36" y="108"/>
                  </a:cubicBezTo>
                  <a:cubicBezTo>
                    <a:pt x="36" y="109"/>
                    <a:pt x="36" y="109"/>
                    <a:pt x="36" y="109"/>
                  </a:cubicBezTo>
                  <a:cubicBezTo>
                    <a:pt x="37" y="110"/>
                    <a:pt x="37" y="111"/>
                    <a:pt x="37" y="111"/>
                  </a:cubicBezTo>
                  <a:cubicBezTo>
                    <a:pt x="38" y="116"/>
                    <a:pt x="37" y="118"/>
                    <a:pt x="35" y="120"/>
                  </a:cubicBezTo>
                  <a:cubicBezTo>
                    <a:pt x="35" y="121"/>
                    <a:pt x="34" y="121"/>
                    <a:pt x="34" y="122"/>
                  </a:cubicBezTo>
                  <a:cubicBezTo>
                    <a:pt x="32" y="125"/>
                    <a:pt x="31" y="129"/>
                    <a:pt x="30" y="134"/>
                  </a:cubicBezTo>
                  <a:cubicBezTo>
                    <a:pt x="29" y="138"/>
                    <a:pt x="28" y="143"/>
                    <a:pt x="26" y="147"/>
                  </a:cubicBezTo>
                  <a:cubicBezTo>
                    <a:pt x="25" y="148"/>
                    <a:pt x="25" y="149"/>
                    <a:pt x="24" y="150"/>
                  </a:cubicBezTo>
                  <a:cubicBezTo>
                    <a:pt x="23" y="151"/>
                    <a:pt x="22" y="152"/>
                    <a:pt x="22" y="153"/>
                  </a:cubicBezTo>
                  <a:cubicBezTo>
                    <a:pt x="21" y="155"/>
                    <a:pt x="21" y="157"/>
                    <a:pt x="21" y="159"/>
                  </a:cubicBezTo>
                  <a:cubicBezTo>
                    <a:pt x="20" y="162"/>
                    <a:pt x="20" y="162"/>
                    <a:pt x="20" y="162"/>
                  </a:cubicBezTo>
                  <a:cubicBezTo>
                    <a:pt x="20" y="163"/>
                    <a:pt x="19" y="165"/>
                    <a:pt x="19" y="166"/>
                  </a:cubicBezTo>
                  <a:cubicBezTo>
                    <a:pt x="20" y="167"/>
                    <a:pt x="20" y="169"/>
                    <a:pt x="19" y="170"/>
                  </a:cubicBezTo>
                  <a:cubicBezTo>
                    <a:pt x="19" y="172"/>
                    <a:pt x="18" y="173"/>
                    <a:pt x="17" y="173"/>
                  </a:cubicBezTo>
                  <a:cubicBezTo>
                    <a:pt x="17" y="174"/>
                    <a:pt x="17" y="175"/>
                    <a:pt x="17" y="176"/>
                  </a:cubicBezTo>
                  <a:cubicBezTo>
                    <a:pt x="16" y="180"/>
                    <a:pt x="15" y="184"/>
                    <a:pt x="12" y="187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10" y="189"/>
                    <a:pt x="10" y="189"/>
                    <a:pt x="10" y="190"/>
                  </a:cubicBezTo>
                  <a:cubicBezTo>
                    <a:pt x="9" y="191"/>
                    <a:pt x="9" y="193"/>
                    <a:pt x="10" y="196"/>
                  </a:cubicBezTo>
                  <a:cubicBezTo>
                    <a:pt x="11" y="209"/>
                    <a:pt x="11" y="209"/>
                    <a:pt x="11" y="209"/>
                  </a:cubicBezTo>
                  <a:cubicBezTo>
                    <a:pt x="12" y="218"/>
                    <a:pt x="14" y="228"/>
                    <a:pt x="15" y="237"/>
                  </a:cubicBezTo>
                  <a:cubicBezTo>
                    <a:pt x="18" y="237"/>
                    <a:pt x="21" y="236"/>
                    <a:pt x="26" y="236"/>
                  </a:cubicBezTo>
                  <a:cubicBezTo>
                    <a:pt x="29" y="236"/>
                    <a:pt x="32" y="236"/>
                    <a:pt x="34" y="237"/>
                  </a:cubicBezTo>
                  <a:cubicBezTo>
                    <a:pt x="36" y="237"/>
                    <a:pt x="38" y="239"/>
                    <a:pt x="39" y="239"/>
                  </a:cubicBezTo>
                  <a:cubicBezTo>
                    <a:pt x="39" y="240"/>
                    <a:pt x="40" y="240"/>
                    <a:pt x="40" y="240"/>
                  </a:cubicBezTo>
                  <a:cubicBezTo>
                    <a:pt x="40" y="240"/>
                    <a:pt x="40" y="240"/>
                    <a:pt x="40" y="240"/>
                  </a:cubicBezTo>
                  <a:cubicBezTo>
                    <a:pt x="40" y="239"/>
                    <a:pt x="40" y="238"/>
                    <a:pt x="40" y="237"/>
                  </a:cubicBezTo>
                  <a:cubicBezTo>
                    <a:pt x="41" y="232"/>
                    <a:pt x="46" y="228"/>
                    <a:pt x="53" y="228"/>
                  </a:cubicBezTo>
                  <a:cubicBezTo>
                    <a:pt x="57" y="228"/>
                    <a:pt x="61" y="229"/>
                    <a:pt x="63" y="232"/>
                  </a:cubicBezTo>
                  <a:cubicBezTo>
                    <a:pt x="65" y="234"/>
                    <a:pt x="66" y="237"/>
                    <a:pt x="67" y="238"/>
                  </a:cubicBezTo>
                  <a:cubicBezTo>
                    <a:pt x="67" y="239"/>
                    <a:pt x="67" y="239"/>
                    <a:pt x="67" y="240"/>
                  </a:cubicBezTo>
                  <a:cubicBezTo>
                    <a:pt x="68" y="240"/>
                    <a:pt x="70" y="241"/>
                    <a:pt x="71" y="242"/>
                  </a:cubicBezTo>
                  <a:cubicBezTo>
                    <a:pt x="72" y="244"/>
                    <a:pt x="72" y="245"/>
                    <a:pt x="72" y="246"/>
                  </a:cubicBezTo>
                  <a:cubicBezTo>
                    <a:pt x="72" y="246"/>
                    <a:pt x="73" y="246"/>
                    <a:pt x="73" y="247"/>
                  </a:cubicBezTo>
                  <a:cubicBezTo>
                    <a:pt x="73" y="245"/>
                    <a:pt x="74" y="244"/>
                    <a:pt x="74" y="243"/>
                  </a:cubicBezTo>
                  <a:cubicBezTo>
                    <a:pt x="74" y="242"/>
                    <a:pt x="74" y="242"/>
                    <a:pt x="74" y="241"/>
                  </a:cubicBezTo>
                  <a:cubicBezTo>
                    <a:pt x="76" y="238"/>
                    <a:pt x="77" y="234"/>
                    <a:pt x="78" y="231"/>
                  </a:cubicBezTo>
                  <a:cubicBezTo>
                    <a:pt x="80" y="226"/>
                    <a:pt x="82" y="222"/>
                    <a:pt x="84" y="217"/>
                  </a:cubicBezTo>
                  <a:cubicBezTo>
                    <a:pt x="85" y="214"/>
                    <a:pt x="85" y="212"/>
                    <a:pt x="87" y="209"/>
                  </a:cubicBezTo>
                  <a:cubicBezTo>
                    <a:pt x="88" y="206"/>
                    <a:pt x="88" y="206"/>
                    <a:pt x="88" y="206"/>
                  </a:cubicBezTo>
                  <a:cubicBezTo>
                    <a:pt x="89" y="203"/>
                    <a:pt x="91" y="201"/>
                    <a:pt x="93" y="201"/>
                  </a:cubicBezTo>
                  <a:cubicBezTo>
                    <a:pt x="97" y="201"/>
                    <a:pt x="98" y="204"/>
                    <a:pt x="99" y="206"/>
                  </a:cubicBezTo>
                  <a:cubicBezTo>
                    <a:pt x="100" y="206"/>
                    <a:pt x="100" y="207"/>
                    <a:pt x="100" y="207"/>
                  </a:cubicBezTo>
                  <a:cubicBezTo>
                    <a:pt x="102" y="210"/>
                    <a:pt x="105" y="213"/>
                    <a:pt x="107" y="213"/>
                  </a:cubicBezTo>
                  <a:cubicBezTo>
                    <a:pt x="109" y="213"/>
                    <a:pt x="109" y="213"/>
                    <a:pt x="110" y="213"/>
                  </a:cubicBezTo>
                  <a:cubicBezTo>
                    <a:pt x="117" y="213"/>
                    <a:pt x="120" y="218"/>
                    <a:pt x="122" y="222"/>
                  </a:cubicBezTo>
                  <a:cubicBezTo>
                    <a:pt x="122" y="224"/>
                    <a:pt x="123" y="226"/>
                    <a:pt x="124" y="226"/>
                  </a:cubicBezTo>
                  <a:cubicBezTo>
                    <a:pt x="125" y="228"/>
                    <a:pt x="125" y="228"/>
                    <a:pt x="125" y="228"/>
                  </a:cubicBezTo>
                  <a:cubicBezTo>
                    <a:pt x="126" y="228"/>
                    <a:pt x="128" y="230"/>
                    <a:pt x="129" y="230"/>
                  </a:cubicBezTo>
                  <a:cubicBezTo>
                    <a:pt x="130" y="230"/>
                    <a:pt x="132" y="230"/>
                    <a:pt x="133" y="229"/>
                  </a:cubicBezTo>
                  <a:cubicBezTo>
                    <a:pt x="134" y="229"/>
                    <a:pt x="134" y="229"/>
                    <a:pt x="134" y="229"/>
                  </a:cubicBezTo>
                  <a:cubicBezTo>
                    <a:pt x="138" y="228"/>
                    <a:pt x="140" y="228"/>
                    <a:pt x="144" y="227"/>
                  </a:cubicBezTo>
                  <a:cubicBezTo>
                    <a:pt x="146" y="227"/>
                    <a:pt x="149" y="226"/>
                    <a:pt x="150" y="226"/>
                  </a:cubicBezTo>
                  <a:cubicBezTo>
                    <a:pt x="152" y="225"/>
                    <a:pt x="153" y="224"/>
                    <a:pt x="155" y="222"/>
                  </a:cubicBezTo>
                  <a:cubicBezTo>
                    <a:pt x="155" y="222"/>
                    <a:pt x="155" y="222"/>
                    <a:pt x="155" y="221"/>
                  </a:cubicBezTo>
                  <a:cubicBezTo>
                    <a:pt x="156" y="220"/>
                    <a:pt x="156" y="217"/>
                    <a:pt x="160" y="216"/>
                  </a:cubicBezTo>
                  <a:cubicBezTo>
                    <a:pt x="161" y="215"/>
                    <a:pt x="162" y="215"/>
                    <a:pt x="163" y="215"/>
                  </a:cubicBezTo>
                  <a:cubicBezTo>
                    <a:pt x="169" y="215"/>
                    <a:pt x="173" y="222"/>
                    <a:pt x="175" y="226"/>
                  </a:cubicBezTo>
                  <a:cubicBezTo>
                    <a:pt x="177" y="226"/>
                    <a:pt x="179" y="225"/>
                    <a:pt x="181" y="225"/>
                  </a:cubicBezTo>
                  <a:cubicBezTo>
                    <a:pt x="182" y="225"/>
                    <a:pt x="183" y="225"/>
                    <a:pt x="184" y="225"/>
                  </a:cubicBezTo>
                  <a:cubicBezTo>
                    <a:pt x="184" y="225"/>
                    <a:pt x="185" y="225"/>
                    <a:pt x="185" y="225"/>
                  </a:cubicBezTo>
                  <a:cubicBezTo>
                    <a:pt x="186" y="224"/>
                    <a:pt x="186" y="224"/>
                    <a:pt x="186" y="224"/>
                  </a:cubicBezTo>
                  <a:cubicBezTo>
                    <a:pt x="186" y="224"/>
                    <a:pt x="187" y="224"/>
                    <a:pt x="187" y="223"/>
                  </a:cubicBezTo>
                  <a:cubicBezTo>
                    <a:pt x="188" y="222"/>
                    <a:pt x="188" y="222"/>
                    <a:pt x="189" y="222"/>
                  </a:cubicBezTo>
                  <a:cubicBezTo>
                    <a:pt x="189" y="221"/>
                    <a:pt x="190" y="221"/>
                    <a:pt x="190" y="221"/>
                  </a:cubicBezTo>
                  <a:cubicBezTo>
                    <a:pt x="190" y="221"/>
                    <a:pt x="192" y="221"/>
                    <a:pt x="192" y="221"/>
                  </a:cubicBezTo>
                  <a:cubicBezTo>
                    <a:pt x="195" y="221"/>
                    <a:pt x="197" y="222"/>
                    <a:pt x="199" y="224"/>
                  </a:cubicBezTo>
                  <a:cubicBezTo>
                    <a:pt x="199" y="224"/>
                    <a:pt x="200" y="225"/>
                    <a:pt x="200" y="225"/>
                  </a:cubicBezTo>
                  <a:cubicBezTo>
                    <a:pt x="201" y="225"/>
                    <a:pt x="203" y="225"/>
                    <a:pt x="204" y="225"/>
                  </a:cubicBezTo>
                  <a:cubicBezTo>
                    <a:pt x="207" y="225"/>
                    <a:pt x="211" y="225"/>
                    <a:pt x="213" y="227"/>
                  </a:cubicBezTo>
                  <a:cubicBezTo>
                    <a:pt x="215" y="229"/>
                    <a:pt x="215" y="229"/>
                    <a:pt x="215" y="229"/>
                  </a:cubicBezTo>
                  <a:cubicBezTo>
                    <a:pt x="215" y="229"/>
                    <a:pt x="215" y="229"/>
                    <a:pt x="215" y="229"/>
                  </a:cubicBezTo>
                  <a:cubicBezTo>
                    <a:pt x="216" y="229"/>
                    <a:pt x="216" y="229"/>
                    <a:pt x="217" y="228"/>
                  </a:cubicBezTo>
                  <a:cubicBezTo>
                    <a:pt x="224" y="227"/>
                    <a:pt x="231" y="227"/>
                    <a:pt x="236" y="229"/>
                  </a:cubicBezTo>
                  <a:cubicBezTo>
                    <a:pt x="241" y="232"/>
                    <a:pt x="244" y="234"/>
                    <a:pt x="247" y="237"/>
                  </a:cubicBezTo>
                  <a:cubicBezTo>
                    <a:pt x="250" y="240"/>
                    <a:pt x="253" y="242"/>
                    <a:pt x="256" y="244"/>
                  </a:cubicBezTo>
                  <a:cubicBezTo>
                    <a:pt x="258" y="245"/>
                    <a:pt x="261" y="245"/>
                    <a:pt x="263" y="246"/>
                  </a:cubicBezTo>
                  <a:cubicBezTo>
                    <a:pt x="267" y="247"/>
                    <a:pt x="272" y="248"/>
                    <a:pt x="276" y="253"/>
                  </a:cubicBezTo>
                  <a:cubicBezTo>
                    <a:pt x="284" y="260"/>
                    <a:pt x="289" y="267"/>
                    <a:pt x="293" y="274"/>
                  </a:cubicBezTo>
                  <a:cubicBezTo>
                    <a:pt x="294" y="276"/>
                    <a:pt x="294" y="276"/>
                    <a:pt x="294" y="276"/>
                  </a:cubicBezTo>
                  <a:cubicBezTo>
                    <a:pt x="297" y="281"/>
                    <a:pt x="298" y="284"/>
                    <a:pt x="302" y="286"/>
                  </a:cubicBezTo>
                  <a:cubicBezTo>
                    <a:pt x="304" y="288"/>
                    <a:pt x="306" y="289"/>
                    <a:pt x="309" y="290"/>
                  </a:cubicBezTo>
                  <a:cubicBezTo>
                    <a:pt x="311" y="292"/>
                    <a:pt x="313" y="294"/>
                    <a:pt x="316" y="295"/>
                  </a:cubicBezTo>
                  <a:cubicBezTo>
                    <a:pt x="328" y="303"/>
                    <a:pt x="336" y="312"/>
                    <a:pt x="341" y="324"/>
                  </a:cubicBezTo>
                  <a:cubicBezTo>
                    <a:pt x="344" y="329"/>
                    <a:pt x="346" y="331"/>
                    <a:pt x="352" y="334"/>
                  </a:cubicBezTo>
                  <a:cubicBezTo>
                    <a:pt x="359" y="337"/>
                    <a:pt x="363" y="344"/>
                    <a:pt x="367" y="349"/>
                  </a:cubicBezTo>
                  <a:cubicBezTo>
                    <a:pt x="368" y="351"/>
                    <a:pt x="369" y="352"/>
                    <a:pt x="370" y="354"/>
                  </a:cubicBezTo>
                  <a:cubicBezTo>
                    <a:pt x="371" y="353"/>
                    <a:pt x="373" y="352"/>
                    <a:pt x="374" y="35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B609DD15-531C-4CA4-9B80-E68EC9E57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38" y="2049463"/>
              <a:ext cx="461963" cy="407988"/>
            </a:xfrm>
            <a:custGeom>
              <a:avLst/>
              <a:gdLst>
                <a:gd name="T0" fmla="*/ 134 w 408"/>
                <a:gd name="T1" fmla="*/ 21 h 362"/>
                <a:gd name="T2" fmla="*/ 146 w 408"/>
                <a:gd name="T3" fmla="*/ 48 h 362"/>
                <a:gd name="T4" fmla="*/ 159 w 408"/>
                <a:gd name="T5" fmla="*/ 89 h 362"/>
                <a:gd name="T6" fmla="*/ 169 w 408"/>
                <a:gd name="T7" fmla="*/ 132 h 362"/>
                <a:gd name="T8" fmla="*/ 179 w 408"/>
                <a:gd name="T9" fmla="*/ 152 h 362"/>
                <a:gd name="T10" fmla="*/ 181 w 408"/>
                <a:gd name="T11" fmla="*/ 159 h 362"/>
                <a:gd name="T12" fmla="*/ 196 w 408"/>
                <a:gd name="T13" fmla="*/ 179 h 362"/>
                <a:gd name="T14" fmla="*/ 203 w 408"/>
                <a:gd name="T15" fmla="*/ 184 h 362"/>
                <a:gd name="T16" fmla="*/ 202 w 408"/>
                <a:gd name="T17" fmla="*/ 175 h 362"/>
                <a:gd name="T18" fmla="*/ 201 w 408"/>
                <a:gd name="T19" fmla="*/ 165 h 362"/>
                <a:gd name="T20" fmla="*/ 215 w 408"/>
                <a:gd name="T21" fmla="*/ 169 h 362"/>
                <a:gd name="T22" fmla="*/ 221 w 408"/>
                <a:gd name="T23" fmla="*/ 189 h 362"/>
                <a:gd name="T24" fmla="*/ 233 w 408"/>
                <a:gd name="T25" fmla="*/ 198 h 362"/>
                <a:gd name="T26" fmla="*/ 245 w 408"/>
                <a:gd name="T27" fmla="*/ 192 h 362"/>
                <a:gd name="T28" fmla="*/ 252 w 408"/>
                <a:gd name="T29" fmla="*/ 200 h 362"/>
                <a:gd name="T30" fmla="*/ 258 w 408"/>
                <a:gd name="T31" fmla="*/ 203 h 362"/>
                <a:gd name="T32" fmla="*/ 264 w 408"/>
                <a:gd name="T33" fmla="*/ 211 h 362"/>
                <a:gd name="T34" fmla="*/ 287 w 408"/>
                <a:gd name="T35" fmla="*/ 220 h 362"/>
                <a:gd name="T36" fmla="*/ 300 w 408"/>
                <a:gd name="T37" fmla="*/ 234 h 362"/>
                <a:gd name="T38" fmla="*/ 311 w 408"/>
                <a:gd name="T39" fmla="*/ 250 h 362"/>
                <a:gd name="T40" fmla="*/ 324 w 408"/>
                <a:gd name="T41" fmla="*/ 261 h 362"/>
                <a:gd name="T42" fmla="*/ 340 w 408"/>
                <a:gd name="T43" fmla="*/ 274 h 362"/>
                <a:gd name="T44" fmla="*/ 360 w 408"/>
                <a:gd name="T45" fmla="*/ 298 h 362"/>
                <a:gd name="T46" fmla="*/ 371 w 408"/>
                <a:gd name="T47" fmla="*/ 307 h 362"/>
                <a:gd name="T48" fmla="*/ 384 w 408"/>
                <a:gd name="T49" fmla="*/ 323 h 362"/>
                <a:gd name="T50" fmla="*/ 394 w 408"/>
                <a:gd name="T51" fmla="*/ 333 h 362"/>
                <a:gd name="T52" fmla="*/ 401 w 408"/>
                <a:gd name="T53" fmla="*/ 328 h 362"/>
                <a:gd name="T54" fmla="*/ 404 w 408"/>
                <a:gd name="T55" fmla="*/ 341 h 362"/>
                <a:gd name="T56" fmla="*/ 392 w 408"/>
                <a:gd name="T57" fmla="*/ 349 h 362"/>
                <a:gd name="T58" fmla="*/ 387 w 408"/>
                <a:gd name="T59" fmla="*/ 359 h 362"/>
                <a:gd name="T60" fmla="*/ 365 w 408"/>
                <a:gd name="T61" fmla="*/ 355 h 362"/>
                <a:gd name="T62" fmla="*/ 309 w 408"/>
                <a:gd name="T63" fmla="*/ 294 h 362"/>
                <a:gd name="T64" fmla="*/ 269 w 408"/>
                <a:gd name="T65" fmla="*/ 251 h 362"/>
                <a:gd name="T66" fmla="*/ 214 w 408"/>
                <a:gd name="T67" fmla="*/ 228 h 362"/>
                <a:gd name="T68" fmla="*/ 187 w 408"/>
                <a:gd name="T69" fmla="*/ 220 h 362"/>
                <a:gd name="T70" fmla="*/ 172 w 408"/>
                <a:gd name="T71" fmla="*/ 226 h 362"/>
                <a:gd name="T72" fmla="*/ 157 w 408"/>
                <a:gd name="T73" fmla="*/ 215 h 362"/>
                <a:gd name="T74" fmla="*/ 141 w 408"/>
                <a:gd name="T75" fmla="*/ 227 h 362"/>
                <a:gd name="T76" fmla="*/ 117 w 408"/>
                <a:gd name="T77" fmla="*/ 225 h 362"/>
                <a:gd name="T78" fmla="*/ 88 w 408"/>
                <a:gd name="T79" fmla="*/ 203 h 362"/>
                <a:gd name="T80" fmla="*/ 69 w 408"/>
                <a:gd name="T81" fmla="*/ 250 h 362"/>
                <a:gd name="T82" fmla="*/ 63 w 408"/>
                <a:gd name="T83" fmla="*/ 240 h 362"/>
                <a:gd name="T84" fmla="*/ 41 w 408"/>
                <a:gd name="T85" fmla="*/ 233 h 362"/>
                <a:gd name="T86" fmla="*/ 8 w 408"/>
                <a:gd name="T87" fmla="*/ 240 h 362"/>
                <a:gd name="T88" fmla="*/ 5 w 408"/>
                <a:gd name="T89" fmla="*/ 178 h 362"/>
                <a:gd name="T90" fmla="*/ 11 w 408"/>
                <a:gd name="T91" fmla="*/ 161 h 362"/>
                <a:gd name="T92" fmla="*/ 18 w 408"/>
                <a:gd name="T93" fmla="*/ 140 h 362"/>
                <a:gd name="T94" fmla="*/ 28 w 408"/>
                <a:gd name="T95" fmla="*/ 104 h 362"/>
                <a:gd name="T96" fmla="*/ 29 w 408"/>
                <a:gd name="T97" fmla="*/ 82 h 362"/>
                <a:gd name="T98" fmla="*/ 29 w 408"/>
                <a:gd name="T99" fmla="*/ 66 h 362"/>
                <a:gd name="T100" fmla="*/ 45 w 408"/>
                <a:gd name="T101" fmla="*/ 62 h 362"/>
                <a:gd name="T102" fmla="*/ 60 w 408"/>
                <a:gd name="T103" fmla="*/ 52 h 362"/>
                <a:gd name="T104" fmla="*/ 67 w 408"/>
                <a:gd name="T105" fmla="*/ 41 h 362"/>
                <a:gd name="T106" fmla="*/ 80 w 408"/>
                <a:gd name="T107" fmla="*/ 36 h 362"/>
                <a:gd name="T108" fmla="*/ 96 w 408"/>
                <a:gd name="T109" fmla="*/ 32 h 362"/>
                <a:gd name="T110" fmla="*/ 104 w 408"/>
                <a:gd name="T111" fmla="*/ 26 h 362"/>
                <a:gd name="T112" fmla="*/ 113 w 408"/>
                <a:gd name="T113" fmla="*/ 11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8" h="362">
                  <a:moveTo>
                    <a:pt x="122" y="0"/>
                  </a:moveTo>
                  <a:cubicBezTo>
                    <a:pt x="123" y="4"/>
                    <a:pt x="126" y="7"/>
                    <a:pt x="127" y="10"/>
                  </a:cubicBezTo>
                  <a:cubicBezTo>
                    <a:pt x="129" y="14"/>
                    <a:pt x="132" y="18"/>
                    <a:pt x="134" y="21"/>
                  </a:cubicBezTo>
                  <a:cubicBezTo>
                    <a:pt x="136" y="24"/>
                    <a:pt x="137" y="27"/>
                    <a:pt x="138" y="30"/>
                  </a:cubicBezTo>
                  <a:cubicBezTo>
                    <a:pt x="140" y="33"/>
                    <a:pt x="143" y="36"/>
                    <a:pt x="144" y="40"/>
                  </a:cubicBezTo>
                  <a:cubicBezTo>
                    <a:pt x="145" y="42"/>
                    <a:pt x="145" y="46"/>
                    <a:pt x="146" y="48"/>
                  </a:cubicBezTo>
                  <a:cubicBezTo>
                    <a:pt x="147" y="51"/>
                    <a:pt x="149" y="53"/>
                    <a:pt x="150" y="56"/>
                  </a:cubicBezTo>
                  <a:cubicBezTo>
                    <a:pt x="151" y="62"/>
                    <a:pt x="153" y="68"/>
                    <a:pt x="155" y="73"/>
                  </a:cubicBezTo>
                  <a:cubicBezTo>
                    <a:pt x="158" y="79"/>
                    <a:pt x="159" y="83"/>
                    <a:pt x="159" y="89"/>
                  </a:cubicBezTo>
                  <a:cubicBezTo>
                    <a:pt x="159" y="94"/>
                    <a:pt x="162" y="99"/>
                    <a:pt x="163" y="105"/>
                  </a:cubicBezTo>
                  <a:cubicBezTo>
                    <a:pt x="164" y="111"/>
                    <a:pt x="164" y="117"/>
                    <a:pt x="166" y="123"/>
                  </a:cubicBezTo>
                  <a:cubicBezTo>
                    <a:pt x="167" y="126"/>
                    <a:pt x="168" y="129"/>
                    <a:pt x="169" y="132"/>
                  </a:cubicBezTo>
                  <a:cubicBezTo>
                    <a:pt x="171" y="136"/>
                    <a:pt x="176" y="137"/>
                    <a:pt x="178" y="141"/>
                  </a:cubicBezTo>
                  <a:cubicBezTo>
                    <a:pt x="179" y="142"/>
                    <a:pt x="178" y="145"/>
                    <a:pt x="179" y="147"/>
                  </a:cubicBezTo>
                  <a:cubicBezTo>
                    <a:pt x="180" y="149"/>
                    <a:pt x="180" y="150"/>
                    <a:pt x="179" y="152"/>
                  </a:cubicBezTo>
                  <a:cubicBezTo>
                    <a:pt x="181" y="151"/>
                    <a:pt x="182" y="152"/>
                    <a:pt x="181" y="153"/>
                  </a:cubicBezTo>
                  <a:cubicBezTo>
                    <a:pt x="181" y="155"/>
                    <a:pt x="178" y="152"/>
                    <a:pt x="179" y="155"/>
                  </a:cubicBezTo>
                  <a:cubicBezTo>
                    <a:pt x="179" y="156"/>
                    <a:pt x="180" y="158"/>
                    <a:pt x="181" y="159"/>
                  </a:cubicBezTo>
                  <a:cubicBezTo>
                    <a:pt x="183" y="160"/>
                    <a:pt x="183" y="158"/>
                    <a:pt x="185" y="158"/>
                  </a:cubicBezTo>
                  <a:cubicBezTo>
                    <a:pt x="191" y="159"/>
                    <a:pt x="191" y="167"/>
                    <a:pt x="193" y="171"/>
                  </a:cubicBezTo>
                  <a:cubicBezTo>
                    <a:pt x="195" y="174"/>
                    <a:pt x="196" y="175"/>
                    <a:pt x="196" y="179"/>
                  </a:cubicBezTo>
                  <a:cubicBezTo>
                    <a:pt x="196" y="181"/>
                    <a:pt x="195" y="187"/>
                    <a:pt x="198" y="187"/>
                  </a:cubicBezTo>
                  <a:cubicBezTo>
                    <a:pt x="200" y="187"/>
                    <a:pt x="200" y="189"/>
                    <a:pt x="202" y="188"/>
                  </a:cubicBezTo>
                  <a:cubicBezTo>
                    <a:pt x="204" y="187"/>
                    <a:pt x="203" y="186"/>
                    <a:pt x="203" y="184"/>
                  </a:cubicBezTo>
                  <a:cubicBezTo>
                    <a:pt x="205" y="181"/>
                    <a:pt x="205" y="181"/>
                    <a:pt x="203" y="177"/>
                  </a:cubicBezTo>
                  <a:cubicBezTo>
                    <a:pt x="203" y="177"/>
                    <a:pt x="203" y="175"/>
                    <a:pt x="203" y="175"/>
                  </a:cubicBezTo>
                  <a:cubicBezTo>
                    <a:pt x="203" y="175"/>
                    <a:pt x="201" y="175"/>
                    <a:pt x="202" y="175"/>
                  </a:cubicBezTo>
                  <a:cubicBezTo>
                    <a:pt x="202" y="176"/>
                    <a:pt x="201" y="176"/>
                    <a:pt x="200" y="175"/>
                  </a:cubicBezTo>
                  <a:cubicBezTo>
                    <a:pt x="200" y="175"/>
                    <a:pt x="200" y="173"/>
                    <a:pt x="200" y="173"/>
                  </a:cubicBezTo>
                  <a:cubicBezTo>
                    <a:pt x="200" y="170"/>
                    <a:pt x="199" y="167"/>
                    <a:pt x="201" y="165"/>
                  </a:cubicBezTo>
                  <a:cubicBezTo>
                    <a:pt x="202" y="164"/>
                    <a:pt x="203" y="163"/>
                    <a:pt x="204" y="163"/>
                  </a:cubicBezTo>
                  <a:cubicBezTo>
                    <a:pt x="206" y="161"/>
                    <a:pt x="204" y="161"/>
                    <a:pt x="206" y="162"/>
                  </a:cubicBezTo>
                  <a:cubicBezTo>
                    <a:pt x="209" y="162"/>
                    <a:pt x="213" y="167"/>
                    <a:pt x="215" y="169"/>
                  </a:cubicBezTo>
                  <a:cubicBezTo>
                    <a:pt x="220" y="172"/>
                    <a:pt x="218" y="171"/>
                    <a:pt x="216" y="175"/>
                  </a:cubicBezTo>
                  <a:cubicBezTo>
                    <a:pt x="215" y="178"/>
                    <a:pt x="217" y="178"/>
                    <a:pt x="218" y="181"/>
                  </a:cubicBezTo>
                  <a:cubicBezTo>
                    <a:pt x="219" y="184"/>
                    <a:pt x="220" y="187"/>
                    <a:pt x="221" y="189"/>
                  </a:cubicBezTo>
                  <a:cubicBezTo>
                    <a:pt x="221" y="189"/>
                    <a:pt x="223" y="191"/>
                    <a:pt x="224" y="192"/>
                  </a:cubicBezTo>
                  <a:cubicBezTo>
                    <a:pt x="224" y="193"/>
                    <a:pt x="224" y="193"/>
                    <a:pt x="226" y="195"/>
                  </a:cubicBezTo>
                  <a:cubicBezTo>
                    <a:pt x="226" y="195"/>
                    <a:pt x="232" y="198"/>
                    <a:pt x="233" y="198"/>
                  </a:cubicBezTo>
                  <a:cubicBezTo>
                    <a:pt x="233" y="198"/>
                    <a:pt x="237" y="190"/>
                    <a:pt x="242" y="192"/>
                  </a:cubicBezTo>
                  <a:cubicBezTo>
                    <a:pt x="242" y="193"/>
                    <a:pt x="242" y="195"/>
                    <a:pt x="244" y="195"/>
                  </a:cubicBezTo>
                  <a:cubicBezTo>
                    <a:pt x="246" y="195"/>
                    <a:pt x="246" y="193"/>
                    <a:pt x="245" y="192"/>
                  </a:cubicBezTo>
                  <a:cubicBezTo>
                    <a:pt x="248" y="193"/>
                    <a:pt x="247" y="195"/>
                    <a:pt x="249" y="196"/>
                  </a:cubicBezTo>
                  <a:cubicBezTo>
                    <a:pt x="251" y="197"/>
                    <a:pt x="250" y="195"/>
                    <a:pt x="252" y="197"/>
                  </a:cubicBezTo>
                  <a:cubicBezTo>
                    <a:pt x="253" y="198"/>
                    <a:pt x="251" y="199"/>
                    <a:pt x="252" y="200"/>
                  </a:cubicBezTo>
                  <a:cubicBezTo>
                    <a:pt x="253" y="200"/>
                    <a:pt x="254" y="200"/>
                    <a:pt x="254" y="200"/>
                  </a:cubicBezTo>
                  <a:cubicBezTo>
                    <a:pt x="253" y="199"/>
                    <a:pt x="259" y="199"/>
                    <a:pt x="255" y="200"/>
                  </a:cubicBezTo>
                  <a:cubicBezTo>
                    <a:pt x="256" y="202"/>
                    <a:pt x="258" y="203"/>
                    <a:pt x="258" y="203"/>
                  </a:cubicBezTo>
                  <a:cubicBezTo>
                    <a:pt x="259" y="205"/>
                    <a:pt x="258" y="206"/>
                    <a:pt x="258" y="207"/>
                  </a:cubicBezTo>
                  <a:cubicBezTo>
                    <a:pt x="259" y="209"/>
                    <a:pt x="260" y="210"/>
                    <a:pt x="261" y="210"/>
                  </a:cubicBezTo>
                  <a:cubicBezTo>
                    <a:pt x="263" y="212"/>
                    <a:pt x="261" y="211"/>
                    <a:pt x="264" y="211"/>
                  </a:cubicBezTo>
                  <a:cubicBezTo>
                    <a:pt x="267" y="211"/>
                    <a:pt x="268" y="211"/>
                    <a:pt x="272" y="213"/>
                  </a:cubicBezTo>
                  <a:cubicBezTo>
                    <a:pt x="275" y="215"/>
                    <a:pt x="277" y="214"/>
                    <a:pt x="281" y="215"/>
                  </a:cubicBezTo>
                  <a:cubicBezTo>
                    <a:pt x="285" y="216"/>
                    <a:pt x="285" y="217"/>
                    <a:pt x="287" y="220"/>
                  </a:cubicBezTo>
                  <a:cubicBezTo>
                    <a:pt x="290" y="222"/>
                    <a:pt x="293" y="223"/>
                    <a:pt x="295" y="226"/>
                  </a:cubicBezTo>
                  <a:cubicBezTo>
                    <a:pt x="295" y="228"/>
                    <a:pt x="295" y="229"/>
                    <a:pt x="296" y="230"/>
                  </a:cubicBezTo>
                  <a:cubicBezTo>
                    <a:pt x="297" y="232"/>
                    <a:pt x="299" y="232"/>
                    <a:pt x="300" y="234"/>
                  </a:cubicBezTo>
                  <a:cubicBezTo>
                    <a:pt x="300" y="235"/>
                    <a:pt x="300" y="237"/>
                    <a:pt x="301" y="238"/>
                  </a:cubicBezTo>
                  <a:cubicBezTo>
                    <a:pt x="303" y="240"/>
                    <a:pt x="305" y="241"/>
                    <a:pt x="307" y="243"/>
                  </a:cubicBezTo>
                  <a:cubicBezTo>
                    <a:pt x="308" y="246"/>
                    <a:pt x="309" y="247"/>
                    <a:pt x="311" y="250"/>
                  </a:cubicBezTo>
                  <a:cubicBezTo>
                    <a:pt x="313" y="252"/>
                    <a:pt x="315" y="254"/>
                    <a:pt x="316" y="256"/>
                  </a:cubicBezTo>
                  <a:cubicBezTo>
                    <a:pt x="317" y="259"/>
                    <a:pt x="317" y="261"/>
                    <a:pt x="320" y="261"/>
                  </a:cubicBezTo>
                  <a:cubicBezTo>
                    <a:pt x="321" y="262"/>
                    <a:pt x="323" y="261"/>
                    <a:pt x="324" y="261"/>
                  </a:cubicBezTo>
                  <a:cubicBezTo>
                    <a:pt x="325" y="262"/>
                    <a:pt x="325" y="262"/>
                    <a:pt x="327" y="263"/>
                  </a:cubicBezTo>
                  <a:cubicBezTo>
                    <a:pt x="329" y="265"/>
                    <a:pt x="332" y="265"/>
                    <a:pt x="335" y="266"/>
                  </a:cubicBezTo>
                  <a:cubicBezTo>
                    <a:pt x="338" y="267"/>
                    <a:pt x="337" y="272"/>
                    <a:pt x="340" y="274"/>
                  </a:cubicBezTo>
                  <a:cubicBezTo>
                    <a:pt x="343" y="275"/>
                    <a:pt x="343" y="279"/>
                    <a:pt x="345" y="280"/>
                  </a:cubicBezTo>
                  <a:cubicBezTo>
                    <a:pt x="357" y="290"/>
                    <a:pt x="357" y="290"/>
                    <a:pt x="357" y="290"/>
                  </a:cubicBezTo>
                  <a:cubicBezTo>
                    <a:pt x="358" y="293"/>
                    <a:pt x="359" y="295"/>
                    <a:pt x="360" y="298"/>
                  </a:cubicBezTo>
                  <a:cubicBezTo>
                    <a:pt x="360" y="300"/>
                    <a:pt x="361" y="306"/>
                    <a:pt x="361" y="307"/>
                  </a:cubicBezTo>
                  <a:cubicBezTo>
                    <a:pt x="363" y="309"/>
                    <a:pt x="367" y="309"/>
                    <a:pt x="369" y="308"/>
                  </a:cubicBezTo>
                  <a:cubicBezTo>
                    <a:pt x="369" y="308"/>
                    <a:pt x="371" y="305"/>
                    <a:pt x="371" y="307"/>
                  </a:cubicBezTo>
                  <a:cubicBezTo>
                    <a:pt x="372" y="308"/>
                    <a:pt x="373" y="310"/>
                    <a:pt x="374" y="311"/>
                  </a:cubicBezTo>
                  <a:cubicBezTo>
                    <a:pt x="376" y="313"/>
                    <a:pt x="378" y="315"/>
                    <a:pt x="380" y="317"/>
                  </a:cubicBezTo>
                  <a:cubicBezTo>
                    <a:pt x="383" y="319"/>
                    <a:pt x="383" y="320"/>
                    <a:pt x="384" y="323"/>
                  </a:cubicBezTo>
                  <a:cubicBezTo>
                    <a:pt x="385" y="324"/>
                    <a:pt x="386" y="329"/>
                    <a:pt x="387" y="331"/>
                  </a:cubicBezTo>
                  <a:cubicBezTo>
                    <a:pt x="387" y="331"/>
                    <a:pt x="390" y="331"/>
                    <a:pt x="391" y="331"/>
                  </a:cubicBezTo>
                  <a:cubicBezTo>
                    <a:pt x="392" y="331"/>
                    <a:pt x="392" y="333"/>
                    <a:pt x="394" y="333"/>
                  </a:cubicBezTo>
                  <a:cubicBezTo>
                    <a:pt x="396" y="333"/>
                    <a:pt x="395" y="334"/>
                    <a:pt x="397" y="334"/>
                  </a:cubicBezTo>
                  <a:cubicBezTo>
                    <a:pt x="399" y="333"/>
                    <a:pt x="398" y="332"/>
                    <a:pt x="399" y="331"/>
                  </a:cubicBezTo>
                  <a:cubicBezTo>
                    <a:pt x="400" y="329"/>
                    <a:pt x="399" y="328"/>
                    <a:pt x="401" y="328"/>
                  </a:cubicBezTo>
                  <a:cubicBezTo>
                    <a:pt x="402" y="328"/>
                    <a:pt x="403" y="331"/>
                    <a:pt x="404" y="331"/>
                  </a:cubicBezTo>
                  <a:cubicBezTo>
                    <a:pt x="405" y="332"/>
                    <a:pt x="406" y="335"/>
                    <a:pt x="406" y="337"/>
                  </a:cubicBezTo>
                  <a:cubicBezTo>
                    <a:pt x="407" y="340"/>
                    <a:pt x="408" y="340"/>
                    <a:pt x="404" y="341"/>
                  </a:cubicBezTo>
                  <a:cubicBezTo>
                    <a:pt x="402" y="342"/>
                    <a:pt x="400" y="343"/>
                    <a:pt x="398" y="344"/>
                  </a:cubicBezTo>
                  <a:cubicBezTo>
                    <a:pt x="397" y="344"/>
                    <a:pt x="394" y="345"/>
                    <a:pt x="393" y="345"/>
                  </a:cubicBezTo>
                  <a:cubicBezTo>
                    <a:pt x="392" y="346"/>
                    <a:pt x="393" y="348"/>
                    <a:pt x="392" y="349"/>
                  </a:cubicBezTo>
                  <a:cubicBezTo>
                    <a:pt x="390" y="350"/>
                    <a:pt x="389" y="351"/>
                    <a:pt x="389" y="352"/>
                  </a:cubicBezTo>
                  <a:cubicBezTo>
                    <a:pt x="389" y="354"/>
                    <a:pt x="390" y="355"/>
                    <a:pt x="390" y="355"/>
                  </a:cubicBezTo>
                  <a:cubicBezTo>
                    <a:pt x="390" y="357"/>
                    <a:pt x="388" y="358"/>
                    <a:pt x="387" y="359"/>
                  </a:cubicBezTo>
                  <a:cubicBezTo>
                    <a:pt x="384" y="360"/>
                    <a:pt x="384" y="362"/>
                    <a:pt x="381" y="360"/>
                  </a:cubicBezTo>
                  <a:cubicBezTo>
                    <a:pt x="379" y="359"/>
                    <a:pt x="378" y="357"/>
                    <a:pt x="376" y="355"/>
                  </a:cubicBezTo>
                  <a:cubicBezTo>
                    <a:pt x="372" y="351"/>
                    <a:pt x="369" y="351"/>
                    <a:pt x="365" y="355"/>
                  </a:cubicBezTo>
                  <a:cubicBezTo>
                    <a:pt x="359" y="348"/>
                    <a:pt x="354" y="337"/>
                    <a:pt x="346" y="333"/>
                  </a:cubicBezTo>
                  <a:cubicBezTo>
                    <a:pt x="339" y="330"/>
                    <a:pt x="336" y="328"/>
                    <a:pt x="333" y="321"/>
                  </a:cubicBezTo>
                  <a:cubicBezTo>
                    <a:pt x="328" y="309"/>
                    <a:pt x="320" y="301"/>
                    <a:pt x="309" y="294"/>
                  </a:cubicBezTo>
                  <a:cubicBezTo>
                    <a:pt x="305" y="291"/>
                    <a:pt x="300" y="288"/>
                    <a:pt x="296" y="285"/>
                  </a:cubicBezTo>
                  <a:cubicBezTo>
                    <a:pt x="290" y="281"/>
                    <a:pt x="288" y="277"/>
                    <a:pt x="285" y="271"/>
                  </a:cubicBezTo>
                  <a:cubicBezTo>
                    <a:pt x="281" y="264"/>
                    <a:pt x="275" y="257"/>
                    <a:pt x="269" y="251"/>
                  </a:cubicBezTo>
                  <a:cubicBezTo>
                    <a:pt x="263" y="245"/>
                    <a:pt x="257" y="246"/>
                    <a:pt x="250" y="243"/>
                  </a:cubicBezTo>
                  <a:cubicBezTo>
                    <a:pt x="243" y="239"/>
                    <a:pt x="238" y="232"/>
                    <a:pt x="231" y="229"/>
                  </a:cubicBezTo>
                  <a:cubicBezTo>
                    <a:pt x="225" y="226"/>
                    <a:pt x="219" y="227"/>
                    <a:pt x="214" y="228"/>
                  </a:cubicBezTo>
                  <a:cubicBezTo>
                    <a:pt x="210" y="229"/>
                    <a:pt x="210" y="229"/>
                    <a:pt x="207" y="226"/>
                  </a:cubicBezTo>
                  <a:cubicBezTo>
                    <a:pt x="203" y="223"/>
                    <a:pt x="199" y="226"/>
                    <a:pt x="195" y="224"/>
                  </a:cubicBezTo>
                  <a:cubicBezTo>
                    <a:pt x="192" y="223"/>
                    <a:pt x="190" y="220"/>
                    <a:pt x="187" y="220"/>
                  </a:cubicBezTo>
                  <a:cubicBezTo>
                    <a:pt x="187" y="220"/>
                    <a:pt x="186" y="223"/>
                    <a:pt x="185" y="223"/>
                  </a:cubicBezTo>
                  <a:cubicBezTo>
                    <a:pt x="184" y="224"/>
                    <a:pt x="183" y="224"/>
                    <a:pt x="181" y="224"/>
                  </a:cubicBezTo>
                  <a:cubicBezTo>
                    <a:pt x="178" y="225"/>
                    <a:pt x="174" y="225"/>
                    <a:pt x="172" y="226"/>
                  </a:cubicBezTo>
                  <a:cubicBezTo>
                    <a:pt x="171" y="226"/>
                    <a:pt x="171" y="229"/>
                    <a:pt x="170" y="229"/>
                  </a:cubicBezTo>
                  <a:cubicBezTo>
                    <a:pt x="168" y="229"/>
                    <a:pt x="168" y="226"/>
                    <a:pt x="168" y="225"/>
                  </a:cubicBezTo>
                  <a:cubicBezTo>
                    <a:pt x="167" y="222"/>
                    <a:pt x="163" y="213"/>
                    <a:pt x="157" y="215"/>
                  </a:cubicBezTo>
                  <a:cubicBezTo>
                    <a:pt x="155" y="216"/>
                    <a:pt x="156" y="219"/>
                    <a:pt x="154" y="221"/>
                  </a:cubicBezTo>
                  <a:cubicBezTo>
                    <a:pt x="152" y="222"/>
                    <a:pt x="150" y="224"/>
                    <a:pt x="149" y="225"/>
                  </a:cubicBezTo>
                  <a:cubicBezTo>
                    <a:pt x="147" y="226"/>
                    <a:pt x="143" y="227"/>
                    <a:pt x="141" y="227"/>
                  </a:cubicBezTo>
                  <a:cubicBezTo>
                    <a:pt x="137" y="227"/>
                    <a:pt x="135" y="227"/>
                    <a:pt x="132" y="228"/>
                  </a:cubicBezTo>
                  <a:cubicBezTo>
                    <a:pt x="129" y="229"/>
                    <a:pt x="126" y="231"/>
                    <a:pt x="123" y="230"/>
                  </a:cubicBezTo>
                  <a:cubicBezTo>
                    <a:pt x="122" y="229"/>
                    <a:pt x="119" y="226"/>
                    <a:pt x="117" y="225"/>
                  </a:cubicBezTo>
                  <a:cubicBezTo>
                    <a:pt x="113" y="220"/>
                    <a:pt x="112" y="211"/>
                    <a:pt x="105" y="212"/>
                  </a:cubicBezTo>
                  <a:cubicBezTo>
                    <a:pt x="99" y="213"/>
                    <a:pt x="94" y="208"/>
                    <a:pt x="92" y="205"/>
                  </a:cubicBezTo>
                  <a:cubicBezTo>
                    <a:pt x="91" y="202"/>
                    <a:pt x="90" y="198"/>
                    <a:pt x="88" y="203"/>
                  </a:cubicBezTo>
                  <a:cubicBezTo>
                    <a:pt x="87" y="206"/>
                    <a:pt x="85" y="210"/>
                    <a:pt x="84" y="214"/>
                  </a:cubicBezTo>
                  <a:cubicBezTo>
                    <a:pt x="81" y="222"/>
                    <a:pt x="78" y="230"/>
                    <a:pt x="75" y="238"/>
                  </a:cubicBezTo>
                  <a:cubicBezTo>
                    <a:pt x="74" y="240"/>
                    <a:pt x="72" y="250"/>
                    <a:pt x="69" y="250"/>
                  </a:cubicBezTo>
                  <a:cubicBezTo>
                    <a:pt x="66" y="249"/>
                    <a:pt x="68" y="248"/>
                    <a:pt x="67" y="246"/>
                  </a:cubicBezTo>
                  <a:cubicBezTo>
                    <a:pt x="66" y="245"/>
                    <a:pt x="65" y="245"/>
                    <a:pt x="64" y="244"/>
                  </a:cubicBezTo>
                  <a:cubicBezTo>
                    <a:pt x="63" y="243"/>
                    <a:pt x="64" y="241"/>
                    <a:pt x="63" y="240"/>
                  </a:cubicBezTo>
                  <a:cubicBezTo>
                    <a:pt x="62" y="239"/>
                    <a:pt x="60" y="239"/>
                    <a:pt x="59" y="237"/>
                  </a:cubicBezTo>
                  <a:cubicBezTo>
                    <a:pt x="58" y="235"/>
                    <a:pt x="58" y="232"/>
                    <a:pt x="56" y="230"/>
                  </a:cubicBezTo>
                  <a:cubicBezTo>
                    <a:pt x="52" y="226"/>
                    <a:pt x="42" y="227"/>
                    <a:pt x="41" y="233"/>
                  </a:cubicBezTo>
                  <a:cubicBezTo>
                    <a:pt x="40" y="236"/>
                    <a:pt x="41" y="240"/>
                    <a:pt x="36" y="240"/>
                  </a:cubicBezTo>
                  <a:cubicBezTo>
                    <a:pt x="33" y="240"/>
                    <a:pt x="32" y="237"/>
                    <a:pt x="29" y="236"/>
                  </a:cubicBezTo>
                  <a:cubicBezTo>
                    <a:pt x="25" y="235"/>
                    <a:pt x="9" y="235"/>
                    <a:pt x="8" y="240"/>
                  </a:cubicBezTo>
                  <a:cubicBezTo>
                    <a:pt x="5" y="225"/>
                    <a:pt x="3" y="209"/>
                    <a:pt x="1" y="193"/>
                  </a:cubicBezTo>
                  <a:cubicBezTo>
                    <a:pt x="1" y="190"/>
                    <a:pt x="0" y="187"/>
                    <a:pt x="1" y="184"/>
                  </a:cubicBezTo>
                  <a:cubicBezTo>
                    <a:pt x="1" y="181"/>
                    <a:pt x="3" y="180"/>
                    <a:pt x="5" y="178"/>
                  </a:cubicBezTo>
                  <a:cubicBezTo>
                    <a:pt x="8" y="175"/>
                    <a:pt x="8" y="169"/>
                    <a:pt x="9" y="166"/>
                  </a:cubicBezTo>
                  <a:cubicBezTo>
                    <a:pt x="10" y="165"/>
                    <a:pt x="11" y="164"/>
                    <a:pt x="11" y="164"/>
                  </a:cubicBezTo>
                  <a:cubicBezTo>
                    <a:pt x="11" y="163"/>
                    <a:pt x="10" y="162"/>
                    <a:pt x="11" y="161"/>
                  </a:cubicBezTo>
                  <a:cubicBezTo>
                    <a:pt x="11" y="160"/>
                    <a:pt x="11" y="158"/>
                    <a:pt x="11" y="156"/>
                  </a:cubicBezTo>
                  <a:cubicBezTo>
                    <a:pt x="12" y="153"/>
                    <a:pt x="12" y="150"/>
                    <a:pt x="13" y="147"/>
                  </a:cubicBezTo>
                  <a:cubicBezTo>
                    <a:pt x="15" y="144"/>
                    <a:pt x="17" y="142"/>
                    <a:pt x="18" y="140"/>
                  </a:cubicBezTo>
                  <a:cubicBezTo>
                    <a:pt x="22" y="132"/>
                    <a:pt x="21" y="122"/>
                    <a:pt x="26" y="115"/>
                  </a:cubicBezTo>
                  <a:cubicBezTo>
                    <a:pt x="28" y="111"/>
                    <a:pt x="29" y="112"/>
                    <a:pt x="28" y="108"/>
                  </a:cubicBezTo>
                  <a:cubicBezTo>
                    <a:pt x="28" y="106"/>
                    <a:pt x="28" y="105"/>
                    <a:pt x="28" y="104"/>
                  </a:cubicBezTo>
                  <a:cubicBezTo>
                    <a:pt x="27" y="101"/>
                    <a:pt x="27" y="100"/>
                    <a:pt x="25" y="98"/>
                  </a:cubicBezTo>
                  <a:cubicBezTo>
                    <a:pt x="24" y="95"/>
                    <a:pt x="24" y="91"/>
                    <a:pt x="25" y="88"/>
                  </a:cubicBezTo>
                  <a:cubicBezTo>
                    <a:pt x="25" y="85"/>
                    <a:pt x="28" y="85"/>
                    <a:pt x="29" y="82"/>
                  </a:cubicBezTo>
                  <a:cubicBezTo>
                    <a:pt x="30" y="80"/>
                    <a:pt x="31" y="75"/>
                    <a:pt x="30" y="73"/>
                  </a:cubicBezTo>
                  <a:cubicBezTo>
                    <a:pt x="30" y="72"/>
                    <a:pt x="29" y="70"/>
                    <a:pt x="29" y="69"/>
                  </a:cubicBezTo>
                  <a:cubicBezTo>
                    <a:pt x="29" y="68"/>
                    <a:pt x="29" y="67"/>
                    <a:pt x="29" y="66"/>
                  </a:cubicBezTo>
                  <a:cubicBezTo>
                    <a:pt x="30" y="63"/>
                    <a:pt x="28" y="60"/>
                    <a:pt x="30" y="59"/>
                  </a:cubicBezTo>
                  <a:cubicBezTo>
                    <a:pt x="33" y="58"/>
                    <a:pt x="36" y="63"/>
                    <a:pt x="40" y="63"/>
                  </a:cubicBezTo>
                  <a:cubicBezTo>
                    <a:pt x="41" y="62"/>
                    <a:pt x="43" y="63"/>
                    <a:pt x="45" y="62"/>
                  </a:cubicBezTo>
                  <a:cubicBezTo>
                    <a:pt x="47" y="62"/>
                    <a:pt x="47" y="61"/>
                    <a:pt x="49" y="60"/>
                  </a:cubicBezTo>
                  <a:cubicBezTo>
                    <a:pt x="53" y="60"/>
                    <a:pt x="53" y="63"/>
                    <a:pt x="56" y="59"/>
                  </a:cubicBezTo>
                  <a:cubicBezTo>
                    <a:pt x="58" y="57"/>
                    <a:pt x="59" y="55"/>
                    <a:pt x="60" y="52"/>
                  </a:cubicBezTo>
                  <a:cubicBezTo>
                    <a:pt x="60" y="51"/>
                    <a:pt x="60" y="49"/>
                    <a:pt x="60" y="48"/>
                  </a:cubicBezTo>
                  <a:cubicBezTo>
                    <a:pt x="60" y="47"/>
                    <a:pt x="59" y="46"/>
                    <a:pt x="59" y="44"/>
                  </a:cubicBezTo>
                  <a:cubicBezTo>
                    <a:pt x="60" y="42"/>
                    <a:pt x="65" y="42"/>
                    <a:pt x="67" y="41"/>
                  </a:cubicBezTo>
                  <a:cubicBezTo>
                    <a:pt x="72" y="40"/>
                    <a:pt x="72" y="40"/>
                    <a:pt x="74" y="36"/>
                  </a:cubicBezTo>
                  <a:cubicBezTo>
                    <a:pt x="75" y="36"/>
                    <a:pt x="75" y="34"/>
                    <a:pt x="77" y="33"/>
                  </a:cubicBezTo>
                  <a:cubicBezTo>
                    <a:pt x="79" y="33"/>
                    <a:pt x="78" y="35"/>
                    <a:pt x="80" y="36"/>
                  </a:cubicBezTo>
                  <a:cubicBezTo>
                    <a:pt x="84" y="36"/>
                    <a:pt x="84" y="33"/>
                    <a:pt x="86" y="32"/>
                  </a:cubicBezTo>
                  <a:cubicBezTo>
                    <a:pt x="90" y="29"/>
                    <a:pt x="91" y="28"/>
                    <a:pt x="93" y="30"/>
                  </a:cubicBezTo>
                  <a:cubicBezTo>
                    <a:pt x="94" y="31"/>
                    <a:pt x="93" y="34"/>
                    <a:pt x="96" y="32"/>
                  </a:cubicBezTo>
                  <a:cubicBezTo>
                    <a:pt x="97" y="31"/>
                    <a:pt x="95" y="28"/>
                    <a:pt x="99" y="29"/>
                  </a:cubicBezTo>
                  <a:cubicBezTo>
                    <a:pt x="101" y="29"/>
                    <a:pt x="102" y="32"/>
                    <a:pt x="104" y="29"/>
                  </a:cubicBezTo>
                  <a:cubicBezTo>
                    <a:pt x="105" y="28"/>
                    <a:pt x="103" y="26"/>
                    <a:pt x="104" y="26"/>
                  </a:cubicBezTo>
                  <a:cubicBezTo>
                    <a:pt x="104" y="25"/>
                    <a:pt x="106" y="25"/>
                    <a:pt x="107" y="24"/>
                  </a:cubicBezTo>
                  <a:cubicBezTo>
                    <a:pt x="108" y="22"/>
                    <a:pt x="109" y="22"/>
                    <a:pt x="110" y="19"/>
                  </a:cubicBezTo>
                  <a:cubicBezTo>
                    <a:pt x="112" y="17"/>
                    <a:pt x="112" y="13"/>
                    <a:pt x="113" y="11"/>
                  </a:cubicBezTo>
                  <a:cubicBezTo>
                    <a:pt x="115" y="7"/>
                    <a:pt x="119" y="4"/>
                    <a:pt x="122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8A29FDF0-741B-4FC5-8F60-EBE5C8F691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2775" y="2551113"/>
              <a:ext cx="909638" cy="646113"/>
            </a:xfrm>
            <a:custGeom>
              <a:avLst/>
              <a:gdLst>
                <a:gd name="T0" fmla="*/ 97 w 805"/>
                <a:gd name="T1" fmla="*/ 516 h 573"/>
                <a:gd name="T2" fmla="*/ 38 w 805"/>
                <a:gd name="T3" fmla="*/ 430 h 573"/>
                <a:gd name="T4" fmla="*/ 15 w 805"/>
                <a:gd name="T5" fmla="*/ 337 h 573"/>
                <a:gd name="T6" fmla="*/ 63 w 805"/>
                <a:gd name="T7" fmla="*/ 236 h 573"/>
                <a:gd name="T8" fmla="*/ 116 w 805"/>
                <a:gd name="T9" fmla="*/ 217 h 573"/>
                <a:gd name="T10" fmla="*/ 164 w 805"/>
                <a:gd name="T11" fmla="*/ 215 h 573"/>
                <a:gd name="T12" fmla="*/ 199 w 805"/>
                <a:gd name="T13" fmla="*/ 196 h 573"/>
                <a:gd name="T14" fmla="*/ 270 w 805"/>
                <a:gd name="T15" fmla="*/ 144 h 573"/>
                <a:gd name="T16" fmla="*/ 329 w 805"/>
                <a:gd name="T17" fmla="*/ 127 h 573"/>
                <a:gd name="T18" fmla="*/ 388 w 805"/>
                <a:gd name="T19" fmla="*/ 105 h 573"/>
                <a:gd name="T20" fmla="*/ 428 w 805"/>
                <a:gd name="T21" fmla="*/ 62 h 573"/>
                <a:gd name="T22" fmla="*/ 480 w 805"/>
                <a:gd name="T23" fmla="*/ 6 h 573"/>
                <a:gd name="T24" fmla="*/ 543 w 805"/>
                <a:gd name="T25" fmla="*/ 33 h 573"/>
                <a:gd name="T26" fmla="*/ 564 w 805"/>
                <a:gd name="T27" fmla="*/ 146 h 573"/>
                <a:gd name="T28" fmla="*/ 614 w 805"/>
                <a:gd name="T29" fmla="*/ 176 h 573"/>
                <a:gd name="T30" fmla="*/ 665 w 805"/>
                <a:gd name="T31" fmla="*/ 227 h 573"/>
                <a:gd name="T32" fmla="*/ 720 w 805"/>
                <a:gd name="T33" fmla="*/ 269 h 573"/>
                <a:gd name="T34" fmla="*/ 755 w 805"/>
                <a:gd name="T35" fmla="*/ 321 h 573"/>
                <a:gd name="T36" fmla="*/ 803 w 805"/>
                <a:gd name="T37" fmla="*/ 390 h 573"/>
                <a:gd name="T38" fmla="*/ 736 w 805"/>
                <a:gd name="T39" fmla="*/ 390 h 573"/>
                <a:gd name="T40" fmla="*/ 690 w 805"/>
                <a:gd name="T41" fmla="*/ 376 h 573"/>
                <a:gd name="T42" fmla="*/ 659 w 805"/>
                <a:gd name="T43" fmla="*/ 395 h 573"/>
                <a:gd name="T44" fmla="*/ 607 w 805"/>
                <a:gd name="T45" fmla="*/ 398 h 573"/>
                <a:gd name="T46" fmla="*/ 563 w 805"/>
                <a:gd name="T47" fmla="*/ 414 h 573"/>
                <a:gd name="T48" fmla="*/ 516 w 805"/>
                <a:gd name="T49" fmla="*/ 420 h 573"/>
                <a:gd name="T50" fmla="*/ 437 w 805"/>
                <a:gd name="T51" fmla="*/ 442 h 573"/>
                <a:gd name="T52" fmla="*/ 370 w 805"/>
                <a:gd name="T53" fmla="*/ 417 h 573"/>
                <a:gd name="T54" fmla="*/ 313 w 805"/>
                <a:gd name="T55" fmla="*/ 386 h 573"/>
                <a:gd name="T56" fmla="*/ 268 w 805"/>
                <a:gd name="T57" fmla="*/ 487 h 573"/>
                <a:gd name="T58" fmla="*/ 208 w 805"/>
                <a:gd name="T59" fmla="*/ 483 h 573"/>
                <a:gd name="T60" fmla="*/ 154 w 805"/>
                <a:gd name="T61" fmla="*/ 490 h 573"/>
                <a:gd name="T62" fmla="*/ 122 w 805"/>
                <a:gd name="T63" fmla="*/ 567 h 573"/>
                <a:gd name="T64" fmla="*/ 130 w 805"/>
                <a:gd name="T65" fmla="*/ 514 h 573"/>
                <a:gd name="T66" fmla="*/ 175 w 805"/>
                <a:gd name="T67" fmla="*/ 477 h 573"/>
                <a:gd name="T68" fmla="*/ 236 w 805"/>
                <a:gd name="T69" fmla="*/ 479 h 573"/>
                <a:gd name="T70" fmla="*/ 293 w 805"/>
                <a:gd name="T71" fmla="*/ 390 h 573"/>
                <a:gd name="T72" fmla="*/ 365 w 805"/>
                <a:gd name="T73" fmla="*/ 399 h 573"/>
                <a:gd name="T74" fmla="*/ 424 w 805"/>
                <a:gd name="T75" fmla="*/ 429 h 573"/>
                <a:gd name="T76" fmla="*/ 497 w 805"/>
                <a:gd name="T77" fmla="*/ 434 h 573"/>
                <a:gd name="T78" fmla="*/ 548 w 805"/>
                <a:gd name="T79" fmla="*/ 410 h 573"/>
                <a:gd name="T80" fmla="*/ 597 w 805"/>
                <a:gd name="T81" fmla="*/ 391 h 573"/>
                <a:gd name="T82" fmla="*/ 653 w 805"/>
                <a:gd name="T83" fmla="*/ 387 h 573"/>
                <a:gd name="T84" fmla="*/ 696 w 805"/>
                <a:gd name="T85" fmla="*/ 369 h 573"/>
                <a:gd name="T86" fmla="*/ 741 w 805"/>
                <a:gd name="T87" fmla="*/ 381 h 573"/>
                <a:gd name="T88" fmla="*/ 780 w 805"/>
                <a:gd name="T89" fmla="*/ 350 h 573"/>
                <a:gd name="T90" fmla="*/ 733 w 805"/>
                <a:gd name="T91" fmla="*/ 323 h 573"/>
                <a:gd name="T92" fmla="*/ 706 w 805"/>
                <a:gd name="T93" fmla="*/ 264 h 573"/>
                <a:gd name="T94" fmla="*/ 660 w 805"/>
                <a:gd name="T95" fmla="*/ 210 h 573"/>
                <a:gd name="T96" fmla="*/ 594 w 805"/>
                <a:gd name="T97" fmla="*/ 179 h 573"/>
                <a:gd name="T98" fmla="*/ 552 w 805"/>
                <a:gd name="T99" fmla="*/ 149 h 573"/>
                <a:gd name="T100" fmla="*/ 537 w 805"/>
                <a:gd name="T101" fmla="*/ 40 h 573"/>
                <a:gd name="T102" fmla="*/ 480 w 805"/>
                <a:gd name="T103" fmla="*/ 19 h 573"/>
                <a:gd name="T104" fmla="*/ 425 w 805"/>
                <a:gd name="T105" fmla="*/ 76 h 573"/>
                <a:gd name="T106" fmla="*/ 381 w 805"/>
                <a:gd name="T107" fmla="*/ 119 h 573"/>
                <a:gd name="T108" fmla="*/ 321 w 805"/>
                <a:gd name="T109" fmla="*/ 136 h 573"/>
                <a:gd name="T110" fmla="*/ 268 w 805"/>
                <a:gd name="T111" fmla="*/ 191 h 573"/>
                <a:gd name="T112" fmla="*/ 190 w 805"/>
                <a:gd name="T113" fmla="*/ 209 h 573"/>
                <a:gd name="T114" fmla="*/ 153 w 805"/>
                <a:gd name="T115" fmla="*/ 231 h 573"/>
                <a:gd name="T116" fmla="*/ 95 w 805"/>
                <a:gd name="T117" fmla="*/ 236 h 573"/>
                <a:gd name="T118" fmla="*/ 54 w 805"/>
                <a:gd name="T119" fmla="*/ 268 h 573"/>
                <a:gd name="T120" fmla="*/ 24 w 805"/>
                <a:gd name="T121" fmla="*/ 362 h 573"/>
                <a:gd name="T122" fmla="*/ 59 w 805"/>
                <a:gd name="T123" fmla="*/ 452 h 573"/>
                <a:gd name="T124" fmla="*/ 115 w 805"/>
                <a:gd name="T125" fmla="*/ 531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5" h="573">
                  <a:moveTo>
                    <a:pt x="117" y="573"/>
                  </a:moveTo>
                  <a:cubicBezTo>
                    <a:pt x="116" y="573"/>
                    <a:pt x="115" y="573"/>
                    <a:pt x="114" y="572"/>
                  </a:cubicBezTo>
                  <a:cubicBezTo>
                    <a:pt x="108" y="569"/>
                    <a:pt x="106" y="555"/>
                    <a:pt x="106" y="553"/>
                  </a:cubicBezTo>
                  <a:cubicBezTo>
                    <a:pt x="106" y="552"/>
                    <a:pt x="105" y="551"/>
                    <a:pt x="105" y="549"/>
                  </a:cubicBezTo>
                  <a:cubicBezTo>
                    <a:pt x="105" y="547"/>
                    <a:pt x="106" y="546"/>
                    <a:pt x="106" y="545"/>
                  </a:cubicBezTo>
                  <a:cubicBezTo>
                    <a:pt x="105" y="543"/>
                    <a:pt x="106" y="541"/>
                    <a:pt x="106" y="540"/>
                  </a:cubicBezTo>
                  <a:cubicBezTo>
                    <a:pt x="105" y="540"/>
                    <a:pt x="105" y="539"/>
                    <a:pt x="105" y="539"/>
                  </a:cubicBezTo>
                  <a:cubicBezTo>
                    <a:pt x="104" y="538"/>
                    <a:pt x="104" y="533"/>
                    <a:pt x="104" y="532"/>
                  </a:cubicBezTo>
                  <a:cubicBezTo>
                    <a:pt x="104" y="530"/>
                    <a:pt x="106" y="529"/>
                    <a:pt x="106" y="528"/>
                  </a:cubicBezTo>
                  <a:cubicBezTo>
                    <a:pt x="106" y="527"/>
                    <a:pt x="105" y="526"/>
                    <a:pt x="105" y="525"/>
                  </a:cubicBezTo>
                  <a:cubicBezTo>
                    <a:pt x="105" y="525"/>
                    <a:pt x="105" y="524"/>
                    <a:pt x="104" y="524"/>
                  </a:cubicBezTo>
                  <a:cubicBezTo>
                    <a:pt x="103" y="524"/>
                    <a:pt x="102" y="524"/>
                    <a:pt x="102" y="523"/>
                  </a:cubicBezTo>
                  <a:cubicBezTo>
                    <a:pt x="100" y="522"/>
                    <a:pt x="100" y="521"/>
                    <a:pt x="99" y="519"/>
                  </a:cubicBezTo>
                  <a:cubicBezTo>
                    <a:pt x="99" y="519"/>
                    <a:pt x="98" y="518"/>
                    <a:pt x="98" y="517"/>
                  </a:cubicBezTo>
                  <a:cubicBezTo>
                    <a:pt x="98" y="517"/>
                    <a:pt x="98" y="516"/>
                    <a:pt x="97" y="516"/>
                  </a:cubicBezTo>
                  <a:cubicBezTo>
                    <a:pt x="97" y="516"/>
                    <a:pt x="97" y="516"/>
                    <a:pt x="97" y="516"/>
                  </a:cubicBezTo>
                  <a:cubicBezTo>
                    <a:pt x="96" y="516"/>
                    <a:pt x="95" y="516"/>
                    <a:pt x="95" y="516"/>
                  </a:cubicBezTo>
                  <a:cubicBezTo>
                    <a:pt x="90" y="516"/>
                    <a:pt x="88" y="513"/>
                    <a:pt x="86" y="511"/>
                  </a:cubicBezTo>
                  <a:cubicBezTo>
                    <a:pt x="83" y="508"/>
                    <a:pt x="83" y="508"/>
                    <a:pt x="83" y="508"/>
                  </a:cubicBezTo>
                  <a:cubicBezTo>
                    <a:pt x="79" y="503"/>
                    <a:pt x="75" y="499"/>
                    <a:pt x="71" y="494"/>
                  </a:cubicBezTo>
                  <a:cubicBezTo>
                    <a:pt x="67" y="490"/>
                    <a:pt x="63" y="486"/>
                    <a:pt x="59" y="481"/>
                  </a:cubicBezTo>
                  <a:cubicBezTo>
                    <a:pt x="57" y="480"/>
                    <a:pt x="57" y="480"/>
                    <a:pt x="57" y="480"/>
                  </a:cubicBezTo>
                  <a:cubicBezTo>
                    <a:pt x="53" y="475"/>
                    <a:pt x="49" y="469"/>
                    <a:pt x="46" y="464"/>
                  </a:cubicBezTo>
                  <a:cubicBezTo>
                    <a:pt x="45" y="462"/>
                    <a:pt x="44" y="461"/>
                    <a:pt x="43" y="458"/>
                  </a:cubicBezTo>
                  <a:cubicBezTo>
                    <a:pt x="42" y="457"/>
                    <a:pt x="42" y="457"/>
                    <a:pt x="42" y="457"/>
                  </a:cubicBezTo>
                  <a:cubicBezTo>
                    <a:pt x="42" y="455"/>
                    <a:pt x="41" y="453"/>
                    <a:pt x="43" y="451"/>
                  </a:cubicBezTo>
                  <a:cubicBezTo>
                    <a:pt x="43" y="450"/>
                    <a:pt x="45" y="449"/>
                    <a:pt x="47" y="449"/>
                  </a:cubicBezTo>
                  <a:cubicBezTo>
                    <a:pt x="47" y="449"/>
                    <a:pt x="47" y="449"/>
                    <a:pt x="47" y="449"/>
                  </a:cubicBezTo>
                  <a:cubicBezTo>
                    <a:pt x="46" y="446"/>
                    <a:pt x="46" y="444"/>
                    <a:pt x="45" y="442"/>
                  </a:cubicBezTo>
                  <a:cubicBezTo>
                    <a:pt x="45" y="440"/>
                    <a:pt x="45" y="438"/>
                    <a:pt x="44" y="437"/>
                  </a:cubicBezTo>
                  <a:cubicBezTo>
                    <a:pt x="43" y="435"/>
                    <a:pt x="43" y="435"/>
                    <a:pt x="43" y="435"/>
                  </a:cubicBezTo>
                  <a:cubicBezTo>
                    <a:pt x="41" y="433"/>
                    <a:pt x="40" y="431"/>
                    <a:pt x="38" y="430"/>
                  </a:cubicBezTo>
                  <a:cubicBezTo>
                    <a:pt x="34" y="428"/>
                    <a:pt x="30" y="425"/>
                    <a:pt x="26" y="421"/>
                  </a:cubicBezTo>
                  <a:cubicBezTo>
                    <a:pt x="20" y="414"/>
                    <a:pt x="20" y="403"/>
                    <a:pt x="21" y="398"/>
                  </a:cubicBezTo>
                  <a:cubicBezTo>
                    <a:pt x="21" y="398"/>
                    <a:pt x="21" y="396"/>
                    <a:pt x="20" y="395"/>
                  </a:cubicBezTo>
                  <a:cubicBezTo>
                    <a:pt x="20" y="394"/>
                    <a:pt x="19" y="392"/>
                    <a:pt x="19" y="390"/>
                  </a:cubicBezTo>
                  <a:cubicBezTo>
                    <a:pt x="19" y="388"/>
                    <a:pt x="19" y="387"/>
                    <a:pt x="19" y="386"/>
                  </a:cubicBezTo>
                  <a:cubicBezTo>
                    <a:pt x="19" y="384"/>
                    <a:pt x="20" y="383"/>
                    <a:pt x="19" y="382"/>
                  </a:cubicBezTo>
                  <a:cubicBezTo>
                    <a:pt x="19" y="380"/>
                    <a:pt x="19" y="380"/>
                    <a:pt x="16" y="379"/>
                  </a:cubicBezTo>
                  <a:cubicBezTo>
                    <a:pt x="13" y="377"/>
                    <a:pt x="9" y="374"/>
                    <a:pt x="12" y="366"/>
                  </a:cubicBezTo>
                  <a:cubicBezTo>
                    <a:pt x="12" y="365"/>
                    <a:pt x="13" y="364"/>
                    <a:pt x="13" y="363"/>
                  </a:cubicBezTo>
                  <a:cubicBezTo>
                    <a:pt x="14" y="362"/>
                    <a:pt x="14" y="361"/>
                    <a:pt x="15" y="359"/>
                  </a:cubicBezTo>
                  <a:cubicBezTo>
                    <a:pt x="15" y="358"/>
                    <a:pt x="15" y="358"/>
                    <a:pt x="15" y="356"/>
                  </a:cubicBezTo>
                  <a:cubicBezTo>
                    <a:pt x="14" y="355"/>
                    <a:pt x="14" y="355"/>
                    <a:pt x="14" y="354"/>
                  </a:cubicBezTo>
                  <a:cubicBezTo>
                    <a:pt x="13" y="350"/>
                    <a:pt x="14" y="348"/>
                    <a:pt x="15" y="346"/>
                  </a:cubicBezTo>
                  <a:cubicBezTo>
                    <a:pt x="15" y="345"/>
                    <a:pt x="16" y="344"/>
                    <a:pt x="16" y="344"/>
                  </a:cubicBezTo>
                  <a:cubicBezTo>
                    <a:pt x="16" y="342"/>
                    <a:pt x="16" y="340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0" y="336"/>
                    <a:pt x="7" y="333"/>
                    <a:pt x="5" y="328"/>
                  </a:cubicBezTo>
                  <a:cubicBezTo>
                    <a:pt x="0" y="318"/>
                    <a:pt x="10" y="313"/>
                    <a:pt x="17" y="309"/>
                  </a:cubicBezTo>
                  <a:cubicBezTo>
                    <a:pt x="21" y="307"/>
                    <a:pt x="26" y="305"/>
                    <a:pt x="27" y="302"/>
                  </a:cubicBezTo>
                  <a:cubicBezTo>
                    <a:pt x="27" y="294"/>
                    <a:pt x="32" y="284"/>
                    <a:pt x="35" y="280"/>
                  </a:cubicBezTo>
                  <a:cubicBezTo>
                    <a:pt x="37" y="277"/>
                    <a:pt x="39" y="276"/>
                    <a:pt x="41" y="275"/>
                  </a:cubicBezTo>
                  <a:cubicBezTo>
                    <a:pt x="42" y="274"/>
                    <a:pt x="42" y="274"/>
                    <a:pt x="43" y="274"/>
                  </a:cubicBezTo>
                  <a:cubicBezTo>
                    <a:pt x="43" y="273"/>
                    <a:pt x="44" y="271"/>
                    <a:pt x="44" y="269"/>
                  </a:cubicBezTo>
                  <a:cubicBezTo>
                    <a:pt x="45" y="267"/>
                    <a:pt x="45" y="266"/>
                    <a:pt x="46" y="264"/>
                  </a:cubicBezTo>
                  <a:cubicBezTo>
                    <a:pt x="46" y="264"/>
                    <a:pt x="46" y="263"/>
                    <a:pt x="46" y="262"/>
                  </a:cubicBezTo>
                  <a:cubicBezTo>
                    <a:pt x="47" y="261"/>
                    <a:pt x="47" y="261"/>
                    <a:pt x="47" y="260"/>
                  </a:cubicBezTo>
                  <a:cubicBezTo>
                    <a:pt x="48" y="258"/>
                    <a:pt x="49" y="257"/>
                    <a:pt x="49" y="256"/>
                  </a:cubicBezTo>
                  <a:cubicBezTo>
                    <a:pt x="50" y="255"/>
                    <a:pt x="50" y="255"/>
                    <a:pt x="50" y="255"/>
                  </a:cubicBezTo>
                  <a:cubicBezTo>
                    <a:pt x="51" y="254"/>
                    <a:pt x="51" y="253"/>
                    <a:pt x="51" y="252"/>
                  </a:cubicBezTo>
                  <a:cubicBezTo>
                    <a:pt x="51" y="250"/>
                    <a:pt x="51" y="248"/>
                    <a:pt x="52" y="245"/>
                  </a:cubicBezTo>
                  <a:cubicBezTo>
                    <a:pt x="54" y="242"/>
                    <a:pt x="58" y="240"/>
                    <a:pt x="60" y="238"/>
                  </a:cubicBezTo>
                  <a:cubicBezTo>
                    <a:pt x="61" y="237"/>
                    <a:pt x="62" y="237"/>
                    <a:pt x="63" y="236"/>
                  </a:cubicBezTo>
                  <a:cubicBezTo>
                    <a:pt x="65" y="235"/>
                    <a:pt x="65" y="235"/>
                    <a:pt x="65" y="235"/>
                  </a:cubicBezTo>
                  <a:cubicBezTo>
                    <a:pt x="65" y="235"/>
                    <a:pt x="65" y="235"/>
                    <a:pt x="65" y="235"/>
                  </a:cubicBezTo>
                  <a:cubicBezTo>
                    <a:pt x="64" y="233"/>
                    <a:pt x="65" y="231"/>
                    <a:pt x="66" y="230"/>
                  </a:cubicBezTo>
                  <a:cubicBezTo>
                    <a:pt x="66" y="230"/>
                    <a:pt x="66" y="230"/>
                    <a:pt x="66" y="230"/>
                  </a:cubicBezTo>
                  <a:cubicBezTo>
                    <a:pt x="68" y="227"/>
                    <a:pt x="69" y="225"/>
                    <a:pt x="71" y="224"/>
                  </a:cubicBezTo>
                  <a:cubicBezTo>
                    <a:pt x="73" y="223"/>
                    <a:pt x="75" y="224"/>
                    <a:pt x="76" y="224"/>
                  </a:cubicBezTo>
                  <a:cubicBezTo>
                    <a:pt x="77" y="224"/>
                    <a:pt x="79" y="224"/>
                    <a:pt x="81" y="224"/>
                  </a:cubicBezTo>
                  <a:cubicBezTo>
                    <a:pt x="86" y="224"/>
                    <a:pt x="87" y="225"/>
                    <a:pt x="89" y="227"/>
                  </a:cubicBezTo>
                  <a:cubicBezTo>
                    <a:pt x="90" y="228"/>
                    <a:pt x="90" y="228"/>
                    <a:pt x="90" y="228"/>
                  </a:cubicBezTo>
                  <a:cubicBezTo>
                    <a:pt x="91" y="228"/>
                    <a:pt x="92" y="227"/>
                    <a:pt x="93" y="227"/>
                  </a:cubicBezTo>
                  <a:cubicBezTo>
                    <a:pt x="94" y="227"/>
                    <a:pt x="95" y="226"/>
                    <a:pt x="96" y="226"/>
                  </a:cubicBezTo>
                  <a:cubicBezTo>
                    <a:pt x="99" y="226"/>
                    <a:pt x="100" y="225"/>
                    <a:pt x="101" y="224"/>
                  </a:cubicBezTo>
                  <a:cubicBezTo>
                    <a:pt x="102" y="223"/>
                    <a:pt x="102" y="222"/>
                    <a:pt x="104" y="221"/>
                  </a:cubicBezTo>
                  <a:cubicBezTo>
                    <a:pt x="106" y="219"/>
                    <a:pt x="108" y="219"/>
                    <a:pt x="110" y="219"/>
                  </a:cubicBezTo>
                  <a:cubicBezTo>
                    <a:pt x="111" y="219"/>
                    <a:pt x="111" y="219"/>
                    <a:pt x="111" y="219"/>
                  </a:cubicBezTo>
                  <a:cubicBezTo>
                    <a:pt x="113" y="218"/>
                    <a:pt x="114" y="218"/>
                    <a:pt x="116" y="217"/>
                  </a:cubicBezTo>
                  <a:cubicBezTo>
                    <a:pt x="117" y="216"/>
                    <a:pt x="118" y="216"/>
                    <a:pt x="119" y="215"/>
                  </a:cubicBezTo>
                  <a:cubicBezTo>
                    <a:pt x="120" y="215"/>
                    <a:pt x="122" y="215"/>
                    <a:pt x="123" y="214"/>
                  </a:cubicBezTo>
                  <a:cubicBezTo>
                    <a:pt x="123" y="214"/>
                    <a:pt x="123" y="214"/>
                    <a:pt x="123" y="214"/>
                  </a:cubicBezTo>
                  <a:cubicBezTo>
                    <a:pt x="123" y="212"/>
                    <a:pt x="123" y="210"/>
                    <a:pt x="125" y="208"/>
                  </a:cubicBezTo>
                  <a:cubicBezTo>
                    <a:pt x="126" y="207"/>
                    <a:pt x="128" y="206"/>
                    <a:pt x="129" y="206"/>
                  </a:cubicBezTo>
                  <a:cubicBezTo>
                    <a:pt x="130" y="204"/>
                    <a:pt x="132" y="202"/>
                    <a:pt x="135" y="202"/>
                  </a:cubicBezTo>
                  <a:cubicBezTo>
                    <a:pt x="135" y="202"/>
                    <a:pt x="136" y="202"/>
                    <a:pt x="136" y="202"/>
                  </a:cubicBezTo>
                  <a:cubicBezTo>
                    <a:pt x="138" y="202"/>
                    <a:pt x="142" y="203"/>
                    <a:pt x="142" y="209"/>
                  </a:cubicBezTo>
                  <a:cubicBezTo>
                    <a:pt x="143" y="209"/>
                    <a:pt x="143" y="210"/>
                    <a:pt x="143" y="210"/>
                  </a:cubicBezTo>
                  <a:cubicBezTo>
                    <a:pt x="144" y="210"/>
                    <a:pt x="145" y="211"/>
                    <a:pt x="146" y="214"/>
                  </a:cubicBezTo>
                  <a:cubicBezTo>
                    <a:pt x="147" y="215"/>
                    <a:pt x="147" y="215"/>
                    <a:pt x="147" y="216"/>
                  </a:cubicBezTo>
                  <a:cubicBezTo>
                    <a:pt x="147" y="216"/>
                    <a:pt x="147" y="217"/>
                    <a:pt x="148" y="217"/>
                  </a:cubicBezTo>
                  <a:cubicBezTo>
                    <a:pt x="149" y="218"/>
                    <a:pt x="151" y="220"/>
                    <a:pt x="152" y="221"/>
                  </a:cubicBezTo>
                  <a:cubicBezTo>
                    <a:pt x="153" y="220"/>
                    <a:pt x="154" y="218"/>
                    <a:pt x="156" y="217"/>
                  </a:cubicBezTo>
                  <a:cubicBezTo>
                    <a:pt x="158" y="216"/>
                    <a:pt x="160" y="215"/>
                    <a:pt x="162" y="215"/>
                  </a:cubicBezTo>
                  <a:cubicBezTo>
                    <a:pt x="163" y="215"/>
                    <a:pt x="164" y="215"/>
                    <a:pt x="164" y="215"/>
                  </a:cubicBezTo>
                  <a:cubicBezTo>
                    <a:pt x="164" y="215"/>
                    <a:pt x="164" y="215"/>
                    <a:pt x="164" y="215"/>
                  </a:cubicBezTo>
                  <a:cubicBezTo>
                    <a:pt x="165" y="213"/>
                    <a:pt x="167" y="212"/>
                    <a:pt x="168" y="212"/>
                  </a:cubicBezTo>
                  <a:cubicBezTo>
                    <a:pt x="169" y="212"/>
                    <a:pt x="170" y="212"/>
                    <a:pt x="170" y="212"/>
                  </a:cubicBezTo>
                  <a:cubicBezTo>
                    <a:pt x="171" y="212"/>
                    <a:pt x="171" y="211"/>
                    <a:pt x="172" y="211"/>
                  </a:cubicBezTo>
                  <a:cubicBezTo>
                    <a:pt x="173" y="210"/>
                    <a:pt x="173" y="210"/>
                    <a:pt x="174" y="209"/>
                  </a:cubicBezTo>
                  <a:cubicBezTo>
                    <a:pt x="174" y="209"/>
                    <a:pt x="174" y="209"/>
                    <a:pt x="174" y="209"/>
                  </a:cubicBezTo>
                  <a:cubicBezTo>
                    <a:pt x="175" y="209"/>
                    <a:pt x="175" y="208"/>
                    <a:pt x="175" y="208"/>
                  </a:cubicBezTo>
                  <a:cubicBezTo>
                    <a:pt x="176" y="207"/>
                    <a:pt x="177" y="206"/>
                    <a:pt x="179" y="205"/>
                  </a:cubicBezTo>
                  <a:cubicBezTo>
                    <a:pt x="180" y="204"/>
                    <a:pt x="181" y="204"/>
                    <a:pt x="181" y="204"/>
                  </a:cubicBezTo>
                  <a:cubicBezTo>
                    <a:pt x="182" y="203"/>
                    <a:pt x="182" y="203"/>
                    <a:pt x="183" y="203"/>
                  </a:cubicBezTo>
                  <a:cubicBezTo>
                    <a:pt x="184" y="202"/>
                    <a:pt x="187" y="201"/>
                    <a:pt x="189" y="200"/>
                  </a:cubicBezTo>
                  <a:cubicBezTo>
                    <a:pt x="189" y="200"/>
                    <a:pt x="190" y="200"/>
                    <a:pt x="191" y="200"/>
                  </a:cubicBezTo>
                  <a:cubicBezTo>
                    <a:pt x="191" y="199"/>
                    <a:pt x="192" y="198"/>
                    <a:pt x="193" y="198"/>
                  </a:cubicBezTo>
                  <a:cubicBezTo>
                    <a:pt x="194" y="197"/>
                    <a:pt x="196" y="197"/>
                    <a:pt x="197" y="197"/>
                  </a:cubicBezTo>
                  <a:cubicBezTo>
                    <a:pt x="198" y="197"/>
                    <a:pt x="198" y="197"/>
                    <a:pt x="198" y="197"/>
                  </a:cubicBezTo>
                  <a:cubicBezTo>
                    <a:pt x="198" y="197"/>
                    <a:pt x="199" y="197"/>
                    <a:pt x="199" y="196"/>
                  </a:cubicBezTo>
                  <a:cubicBezTo>
                    <a:pt x="201" y="195"/>
                    <a:pt x="203" y="193"/>
                    <a:pt x="209" y="194"/>
                  </a:cubicBezTo>
                  <a:cubicBezTo>
                    <a:pt x="210" y="195"/>
                    <a:pt x="210" y="195"/>
                    <a:pt x="210" y="195"/>
                  </a:cubicBezTo>
                  <a:cubicBezTo>
                    <a:pt x="213" y="195"/>
                    <a:pt x="215" y="196"/>
                    <a:pt x="217" y="195"/>
                  </a:cubicBezTo>
                  <a:cubicBezTo>
                    <a:pt x="218" y="195"/>
                    <a:pt x="219" y="195"/>
                    <a:pt x="220" y="194"/>
                  </a:cubicBezTo>
                  <a:cubicBezTo>
                    <a:pt x="222" y="194"/>
                    <a:pt x="224" y="193"/>
                    <a:pt x="226" y="192"/>
                  </a:cubicBezTo>
                  <a:cubicBezTo>
                    <a:pt x="228" y="192"/>
                    <a:pt x="231" y="192"/>
                    <a:pt x="233" y="192"/>
                  </a:cubicBezTo>
                  <a:cubicBezTo>
                    <a:pt x="235" y="192"/>
                    <a:pt x="236" y="192"/>
                    <a:pt x="237" y="192"/>
                  </a:cubicBezTo>
                  <a:cubicBezTo>
                    <a:pt x="241" y="191"/>
                    <a:pt x="246" y="191"/>
                    <a:pt x="250" y="191"/>
                  </a:cubicBezTo>
                  <a:cubicBezTo>
                    <a:pt x="257" y="191"/>
                    <a:pt x="257" y="191"/>
                    <a:pt x="257" y="191"/>
                  </a:cubicBezTo>
                  <a:cubicBezTo>
                    <a:pt x="258" y="191"/>
                    <a:pt x="258" y="191"/>
                    <a:pt x="259" y="188"/>
                  </a:cubicBezTo>
                  <a:cubicBezTo>
                    <a:pt x="260" y="185"/>
                    <a:pt x="262" y="181"/>
                    <a:pt x="267" y="179"/>
                  </a:cubicBezTo>
                  <a:cubicBezTo>
                    <a:pt x="271" y="177"/>
                    <a:pt x="273" y="174"/>
                    <a:pt x="276" y="169"/>
                  </a:cubicBezTo>
                  <a:cubicBezTo>
                    <a:pt x="278" y="167"/>
                    <a:pt x="279" y="165"/>
                    <a:pt x="282" y="162"/>
                  </a:cubicBezTo>
                  <a:cubicBezTo>
                    <a:pt x="282" y="161"/>
                    <a:pt x="283" y="160"/>
                    <a:pt x="284" y="159"/>
                  </a:cubicBezTo>
                  <a:cubicBezTo>
                    <a:pt x="284" y="158"/>
                    <a:pt x="285" y="157"/>
                    <a:pt x="285" y="156"/>
                  </a:cubicBezTo>
                  <a:cubicBezTo>
                    <a:pt x="278" y="154"/>
                    <a:pt x="270" y="150"/>
                    <a:pt x="270" y="144"/>
                  </a:cubicBezTo>
                  <a:cubicBezTo>
                    <a:pt x="270" y="142"/>
                    <a:pt x="270" y="138"/>
                    <a:pt x="276" y="135"/>
                  </a:cubicBezTo>
                  <a:cubicBezTo>
                    <a:pt x="291" y="129"/>
                    <a:pt x="291" y="129"/>
                    <a:pt x="291" y="129"/>
                  </a:cubicBezTo>
                  <a:cubicBezTo>
                    <a:pt x="291" y="129"/>
                    <a:pt x="292" y="129"/>
                    <a:pt x="292" y="129"/>
                  </a:cubicBezTo>
                  <a:cubicBezTo>
                    <a:pt x="292" y="129"/>
                    <a:pt x="293" y="129"/>
                    <a:pt x="293" y="128"/>
                  </a:cubicBezTo>
                  <a:cubicBezTo>
                    <a:pt x="294" y="128"/>
                    <a:pt x="295" y="128"/>
                    <a:pt x="296" y="128"/>
                  </a:cubicBezTo>
                  <a:cubicBezTo>
                    <a:pt x="296" y="128"/>
                    <a:pt x="297" y="128"/>
                    <a:pt x="297" y="128"/>
                  </a:cubicBezTo>
                  <a:cubicBezTo>
                    <a:pt x="299" y="128"/>
                    <a:pt x="301" y="128"/>
                    <a:pt x="302" y="128"/>
                  </a:cubicBezTo>
                  <a:cubicBezTo>
                    <a:pt x="303" y="129"/>
                    <a:pt x="304" y="129"/>
                    <a:pt x="305" y="129"/>
                  </a:cubicBezTo>
                  <a:cubicBezTo>
                    <a:pt x="306" y="129"/>
                    <a:pt x="307" y="129"/>
                    <a:pt x="308" y="129"/>
                  </a:cubicBezTo>
                  <a:cubicBezTo>
                    <a:pt x="311" y="128"/>
                    <a:pt x="314" y="128"/>
                    <a:pt x="316" y="128"/>
                  </a:cubicBezTo>
                  <a:cubicBezTo>
                    <a:pt x="316" y="128"/>
                    <a:pt x="316" y="128"/>
                    <a:pt x="317" y="128"/>
                  </a:cubicBezTo>
                  <a:cubicBezTo>
                    <a:pt x="317" y="128"/>
                    <a:pt x="319" y="127"/>
                    <a:pt x="320" y="127"/>
                  </a:cubicBezTo>
                  <a:cubicBezTo>
                    <a:pt x="322" y="127"/>
                    <a:pt x="323" y="127"/>
                    <a:pt x="324" y="128"/>
                  </a:cubicBezTo>
                  <a:cubicBezTo>
                    <a:pt x="325" y="128"/>
                    <a:pt x="325" y="128"/>
                    <a:pt x="325" y="128"/>
                  </a:cubicBezTo>
                  <a:cubicBezTo>
                    <a:pt x="326" y="128"/>
                    <a:pt x="326" y="128"/>
                    <a:pt x="327" y="127"/>
                  </a:cubicBezTo>
                  <a:cubicBezTo>
                    <a:pt x="327" y="127"/>
                    <a:pt x="328" y="127"/>
                    <a:pt x="329" y="127"/>
                  </a:cubicBezTo>
                  <a:cubicBezTo>
                    <a:pt x="331" y="126"/>
                    <a:pt x="332" y="126"/>
                    <a:pt x="333" y="126"/>
                  </a:cubicBezTo>
                  <a:cubicBezTo>
                    <a:pt x="336" y="126"/>
                    <a:pt x="336" y="126"/>
                    <a:pt x="336" y="126"/>
                  </a:cubicBezTo>
                  <a:cubicBezTo>
                    <a:pt x="336" y="126"/>
                    <a:pt x="336" y="126"/>
                    <a:pt x="337" y="126"/>
                  </a:cubicBezTo>
                  <a:cubicBezTo>
                    <a:pt x="347" y="121"/>
                    <a:pt x="347" y="121"/>
                    <a:pt x="347" y="121"/>
                  </a:cubicBezTo>
                  <a:cubicBezTo>
                    <a:pt x="348" y="121"/>
                    <a:pt x="349" y="120"/>
                    <a:pt x="350" y="121"/>
                  </a:cubicBezTo>
                  <a:cubicBezTo>
                    <a:pt x="351" y="120"/>
                    <a:pt x="352" y="120"/>
                    <a:pt x="353" y="120"/>
                  </a:cubicBezTo>
                  <a:cubicBezTo>
                    <a:pt x="354" y="121"/>
                    <a:pt x="354" y="121"/>
                    <a:pt x="355" y="121"/>
                  </a:cubicBezTo>
                  <a:cubicBezTo>
                    <a:pt x="357" y="120"/>
                    <a:pt x="360" y="121"/>
                    <a:pt x="361" y="121"/>
                  </a:cubicBezTo>
                  <a:cubicBezTo>
                    <a:pt x="364" y="122"/>
                    <a:pt x="366" y="122"/>
                    <a:pt x="368" y="121"/>
                  </a:cubicBezTo>
                  <a:cubicBezTo>
                    <a:pt x="369" y="121"/>
                    <a:pt x="370" y="119"/>
                    <a:pt x="371" y="118"/>
                  </a:cubicBezTo>
                  <a:cubicBezTo>
                    <a:pt x="370" y="116"/>
                    <a:pt x="372" y="114"/>
                    <a:pt x="373" y="113"/>
                  </a:cubicBezTo>
                  <a:cubicBezTo>
                    <a:pt x="374" y="109"/>
                    <a:pt x="376" y="109"/>
                    <a:pt x="377" y="109"/>
                  </a:cubicBezTo>
                  <a:cubicBezTo>
                    <a:pt x="378" y="108"/>
                    <a:pt x="380" y="109"/>
                    <a:pt x="381" y="109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81" y="109"/>
                    <a:pt x="381" y="108"/>
                    <a:pt x="382" y="108"/>
                  </a:cubicBezTo>
                  <a:cubicBezTo>
                    <a:pt x="383" y="106"/>
                    <a:pt x="386" y="106"/>
                    <a:pt x="388" y="105"/>
                  </a:cubicBezTo>
                  <a:cubicBezTo>
                    <a:pt x="388" y="105"/>
                    <a:pt x="388" y="105"/>
                    <a:pt x="388" y="105"/>
                  </a:cubicBezTo>
                  <a:cubicBezTo>
                    <a:pt x="389" y="105"/>
                    <a:pt x="390" y="104"/>
                    <a:pt x="391" y="102"/>
                  </a:cubicBezTo>
                  <a:cubicBezTo>
                    <a:pt x="392" y="101"/>
                    <a:pt x="392" y="100"/>
                    <a:pt x="393" y="100"/>
                  </a:cubicBezTo>
                  <a:cubicBezTo>
                    <a:pt x="394" y="98"/>
                    <a:pt x="396" y="96"/>
                    <a:pt x="398" y="94"/>
                  </a:cubicBezTo>
                  <a:cubicBezTo>
                    <a:pt x="399" y="92"/>
                    <a:pt x="399" y="92"/>
                    <a:pt x="399" y="92"/>
                  </a:cubicBezTo>
                  <a:cubicBezTo>
                    <a:pt x="400" y="91"/>
                    <a:pt x="400" y="91"/>
                    <a:pt x="400" y="89"/>
                  </a:cubicBezTo>
                  <a:cubicBezTo>
                    <a:pt x="401" y="87"/>
                    <a:pt x="401" y="87"/>
                    <a:pt x="401" y="87"/>
                  </a:cubicBezTo>
                  <a:cubicBezTo>
                    <a:pt x="402" y="85"/>
                    <a:pt x="402" y="82"/>
                    <a:pt x="405" y="81"/>
                  </a:cubicBezTo>
                  <a:cubicBezTo>
                    <a:pt x="406" y="81"/>
                    <a:pt x="407" y="80"/>
                    <a:pt x="408" y="80"/>
                  </a:cubicBezTo>
                  <a:cubicBezTo>
                    <a:pt x="409" y="78"/>
                    <a:pt x="411" y="76"/>
                    <a:pt x="412" y="74"/>
                  </a:cubicBezTo>
                  <a:cubicBezTo>
                    <a:pt x="414" y="73"/>
                    <a:pt x="414" y="73"/>
                    <a:pt x="414" y="73"/>
                  </a:cubicBezTo>
                  <a:cubicBezTo>
                    <a:pt x="414" y="72"/>
                    <a:pt x="414" y="72"/>
                    <a:pt x="415" y="71"/>
                  </a:cubicBezTo>
                  <a:cubicBezTo>
                    <a:pt x="415" y="70"/>
                    <a:pt x="416" y="69"/>
                    <a:pt x="417" y="68"/>
                  </a:cubicBezTo>
                  <a:cubicBezTo>
                    <a:pt x="421" y="66"/>
                    <a:pt x="424" y="67"/>
                    <a:pt x="425" y="67"/>
                  </a:cubicBezTo>
                  <a:cubicBezTo>
                    <a:pt x="425" y="67"/>
                    <a:pt x="426" y="66"/>
                    <a:pt x="427" y="64"/>
                  </a:cubicBezTo>
                  <a:cubicBezTo>
                    <a:pt x="428" y="62"/>
                    <a:pt x="428" y="62"/>
                    <a:pt x="428" y="62"/>
                  </a:cubicBezTo>
                  <a:cubicBezTo>
                    <a:pt x="429" y="59"/>
                    <a:pt x="430" y="57"/>
                    <a:pt x="432" y="54"/>
                  </a:cubicBezTo>
                  <a:cubicBezTo>
                    <a:pt x="435" y="51"/>
                    <a:pt x="438" y="51"/>
                    <a:pt x="440" y="51"/>
                  </a:cubicBezTo>
                  <a:cubicBezTo>
                    <a:pt x="441" y="51"/>
                    <a:pt x="441" y="51"/>
                    <a:pt x="442" y="51"/>
                  </a:cubicBezTo>
                  <a:cubicBezTo>
                    <a:pt x="444" y="50"/>
                    <a:pt x="446" y="44"/>
                    <a:pt x="445" y="42"/>
                  </a:cubicBezTo>
                  <a:cubicBezTo>
                    <a:pt x="443" y="37"/>
                    <a:pt x="442" y="31"/>
                    <a:pt x="445" y="27"/>
                  </a:cubicBezTo>
                  <a:cubicBezTo>
                    <a:pt x="446" y="24"/>
                    <a:pt x="449" y="22"/>
                    <a:pt x="454" y="21"/>
                  </a:cubicBezTo>
                  <a:cubicBezTo>
                    <a:pt x="456" y="26"/>
                    <a:pt x="456" y="26"/>
                    <a:pt x="456" y="26"/>
                  </a:cubicBezTo>
                  <a:cubicBezTo>
                    <a:pt x="455" y="21"/>
                    <a:pt x="455" y="21"/>
                    <a:pt x="455" y="21"/>
                  </a:cubicBezTo>
                  <a:cubicBezTo>
                    <a:pt x="455" y="21"/>
                    <a:pt x="455" y="21"/>
                    <a:pt x="456" y="21"/>
                  </a:cubicBezTo>
                  <a:cubicBezTo>
                    <a:pt x="457" y="20"/>
                    <a:pt x="458" y="20"/>
                    <a:pt x="460" y="19"/>
                  </a:cubicBezTo>
                  <a:cubicBezTo>
                    <a:pt x="460" y="19"/>
                    <a:pt x="461" y="19"/>
                    <a:pt x="461" y="19"/>
                  </a:cubicBezTo>
                  <a:cubicBezTo>
                    <a:pt x="462" y="17"/>
                    <a:pt x="463" y="13"/>
                    <a:pt x="468" y="12"/>
                  </a:cubicBezTo>
                  <a:cubicBezTo>
                    <a:pt x="470" y="11"/>
                    <a:pt x="472" y="12"/>
                    <a:pt x="474" y="12"/>
                  </a:cubicBezTo>
                  <a:cubicBezTo>
                    <a:pt x="474" y="12"/>
                    <a:pt x="474" y="12"/>
                    <a:pt x="474" y="12"/>
                  </a:cubicBezTo>
                  <a:cubicBezTo>
                    <a:pt x="474" y="11"/>
                    <a:pt x="475" y="10"/>
                    <a:pt x="476" y="9"/>
                  </a:cubicBezTo>
                  <a:cubicBezTo>
                    <a:pt x="477" y="7"/>
                    <a:pt x="478" y="7"/>
                    <a:pt x="480" y="6"/>
                  </a:cubicBezTo>
                  <a:cubicBezTo>
                    <a:pt x="480" y="6"/>
                    <a:pt x="481" y="6"/>
                    <a:pt x="481" y="6"/>
                  </a:cubicBezTo>
                  <a:cubicBezTo>
                    <a:pt x="483" y="5"/>
                    <a:pt x="484" y="4"/>
                    <a:pt x="486" y="4"/>
                  </a:cubicBezTo>
                  <a:cubicBezTo>
                    <a:pt x="486" y="3"/>
                    <a:pt x="487" y="3"/>
                    <a:pt x="487" y="3"/>
                  </a:cubicBezTo>
                  <a:cubicBezTo>
                    <a:pt x="489" y="2"/>
                    <a:pt x="492" y="0"/>
                    <a:pt x="496" y="1"/>
                  </a:cubicBezTo>
                  <a:cubicBezTo>
                    <a:pt x="496" y="2"/>
                    <a:pt x="498" y="2"/>
                    <a:pt x="499" y="2"/>
                  </a:cubicBezTo>
                  <a:cubicBezTo>
                    <a:pt x="501" y="2"/>
                    <a:pt x="502" y="2"/>
                    <a:pt x="505" y="3"/>
                  </a:cubicBezTo>
                  <a:cubicBezTo>
                    <a:pt x="506" y="3"/>
                    <a:pt x="509" y="4"/>
                    <a:pt x="511" y="4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4" y="5"/>
                    <a:pt x="515" y="5"/>
                    <a:pt x="515" y="5"/>
                  </a:cubicBezTo>
                  <a:cubicBezTo>
                    <a:pt x="517" y="5"/>
                    <a:pt x="519" y="5"/>
                    <a:pt x="521" y="7"/>
                  </a:cubicBezTo>
                  <a:cubicBezTo>
                    <a:pt x="522" y="7"/>
                    <a:pt x="523" y="9"/>
                    <a:pt x="523" y="11"/>
                  </a:cubicBezTo>
                  <a:cubicBezTo>
                    <a:pt x="523" y="11"/>
                    <a:pt x="523" y="11"/>
                    <a:pt x="523" y="11"/>
                  </a:cubicBezTo>
                  <a:cubicBezTo>
                    <a:pt x="524" y="12"/>
                    <a:pt x="524" y="13"/>
                    <a:pt x="525" y="14"/>
                  </a:cubicBezTo>
                  <a:cubicBezTo>
                    <a:pt x="526" y="16"/>
                    <a:pt x="526" y="16"/>
                    <a:pt x="526" y="16"/>
                  </a:cubicBezTo>
                  <a:cubicBezTo>
                    <a:pt x="529" y="20"/>
                    <a:pt x="533" y="24"/>
                    <a:pt x="537" y="28"/>
                  </a:cubicBezTo>
                  <a:cubicBezTo>
                    <a:pt x="539" y="30"/>
                    <a:pt x="541" y="31"/>
                    <a:pt x="543" y="33"/>
                  </a:cubicBezTo>
                  <a:cubicBezTo>
                    <a:pt x="549" y="39"/>
                    <a:pt x="553" y="45"/>
                    <a:pt x="557" y="52"/>
                  </a:cubicBezTo>
                  <a:cubicBezTo>
                    <a:pt x="559" y="55"/>
                    <a:pt x="559" y="55"/>
                    <a:pt x="559" y="55"/>
                  </a:cubicBezTo>
                  <a:cubicBezTo>
                    <a:pt x="560" y="57"/>
                    <a:pt x="561" y="59"/>
                    <a:pt x="562" y="61"/>
                  </a:cubicBezTo>
                  <a:cubicBezTo>
                    <a:pt x="566" y="67"/>
                    <a:pt x="571" y="74"/>
                    <a:pt x="572" y="80"/>
                  </a:cubicBezTo>
                  <a:cubicBezTo>
                    <a:pt x="572" y="81"/>
                    <a:pt x="572" y="82"/>
                    <a:pt x="572" y="83"/>
                  </a:cubicBezTo>
                  <a:cubicBezTo>
                    <a:pt x="573" y="86"/>
                    <a:pt x="573" y="89"/>
                    <a:pt x="572" y="93"/>
                  </a:cubicBezTo>
                  <a:cubicBezTo>
                    <a:pt x="572" y="94"/>
                    <a:pt x="571" y="96"/>
                    <a:pt x="570" y="97"/>
                  </a:cubicBezTo>
                  <a:cubicBezTo>
                    <a:pt x="570" y="98"/>
                    <a:pt x="569" y="99"/>
                    <a:pt x="569" y="99"/>
                  </a:cubicBezTo>
                  <a:cubicBezTo>
                    <a:pt x="570" y="101"/>
                    <a:pt x="570" y="101"/>
                    <a:pt x="570" y="101"/>
                  </a:cubicBezTo>
                  <a:cubicBezTo>
                    <a:pt x="571" y="107"/>
                    <a:pt x="572" y="113"/>
                    <a:pt x="568" y="120"/>
                  </a:cubicBezTo>
                  <a:cubicBezTo>
                    <a:pt x="566" y="124"/>
                    <a:pt x="563" y="126"/>
                    <a:pt x="559" y="127"/>
                  </a:cubicBezTo>
                  <a:cubicBezTo>
                    <a:pt x="559" y="127"/>
                    <a:pt x="559" y="128"/>
                    <a:pt x="559" y="130"/>
                  </a:cubicBezTo>
                  <a:cubicBezTo>
                    <a:pt x="559" y="129"/>
                    <a:pt x="560" y="129"/>
                    <a:pt x="560" y="129"/>
                  </a:cubicBezTo>
                  <a:cubicBezTo>
                    <a:pt x="563" y="129"/>
                    <a:pt x="565" y="130"/>
                    <a:pt x="566" y="132"/>
                  </a:cubicBezTo>
                  <a:cubicBezTo>
                    <a:pt x="568" y="137"/>
                    <a:pt x="565" y="143"/>
                    <a:pt x="565" y="143"/>
                  </a:cubicBezTo>
                  <a:cubicBezTo>
                    <a:pt x="565" y="144"/>
                    <a:pt x="564" y="145"/>
                    <a:pt x="564" y="146"/>
                  </a:cubicBezTo>
                  <a:cubicBezTo>
                    <a:pt x="566" y="146"/>
                    <a:pt x="567" y="146"/>
                    <a:pt x="569" y="147"/>
                  </a:cubicBezTo>
                  <a:cubicBezTo>
                    <a:pt x="570" y="147"/>
                    <a:pt x="570" y="148"/>
                    <a:pt x="571" y="148"/>
                  </a:cubicBezTo>
                  <a:cubicBezTo>
                    <a:pt x="572" y="148"/>
                    <a:pt x="573" y="147"/>
                    <a:pt x="573" y="147"/>
                  </a:cubicBezTo>
                  <a:cubicBezTo>
                    <a:pt x="576" y="147"/>
                    <a:pt x="578" y="147"/>
                    <a:pt x="580" y="148"/>
                  </a:cubicBezTo>
                  <a:cubicBezTo>
                    <a:pt x="582" y="148"/>
                    <a:pt x="583" y="148"/>
                    <a:pt x="584" y="148"/>
                  </a:cubicBezTo>
                  <a:cubicBezTo>
                    <a:pt x="586" y="148"/>
                    <a:pt x="587" y="148"/>
                    <a:pt x="589" y="148"/>
                  </a:cubicBezTo>
                  <a:cubicBezTo>
                    <a:pt x="591" y="149"/>
                    <a:pt x="594" y="149"/>
                    <a:pt x="596" y="149"/>
                  </a:cubicBezTo>
                  <a:cubicBezTo>
                    <a:pt x="598" y="149"/>
                    <a:pt x="599" y="149"/>
                    <a:pt x="600" y="149"/>
                  </a:cubicBezTo>
                  <a:cubicBezTo>
                    <a:pt x="605" y="149"/>
                    <a:pt x="607" y="152"/>
                    <a:pt x="607" y="153"/>
                  </a:cubicBezTo>
                  <a:cubicBezTo>
                    <a:pt x="607" y="154"/>
                    <a:pt x="608" y="159"/>
                    <a:pt x="607" y="162"/>
                  </a:cubicBezTo>
                  <a:cubicBezTo>
                    <a:pt x="607" y="164"/>
                    <a:pt x="605" y="166"/>
                    <a:pt x="604" y="167"/>
                  </a:cubicBezTo>
                  <a:cubicBezTo>
                    <a:pt x="603" y="168"/>
                    <a:pt x="603" y="168"/>
                    <a:pt x="602" y="169"/>
                  </a:cubicBezTo>
                  <a:cubicBezTo>
                    <a:pt x="602" y="170"/>
                    <a:pt x="601" y="172"/>
                    <a:pt x="602" y="174"/>
                  </a:cubicBezTo>
                  <a:cubicBezTo>
                    <a:pt x="603" y="175"/>
                    <a:pt x="606" y="177"/>
                    <a:pt x="609" y="177"/>
                  </a:cubicBezTo>
                  <a:cubicBezTo>
                    <a:pt x="610" y="177"/>
                    <a:pt x="610" y="177"/>
                    <a:pt x="610" y="176"/>
                  </a:cubicBezTo>
                  <a:cubicBezTo>
                    <a:pt x="611" y="176"/>
                    <a:pt x="613" y="176"/>
                    <a:pt x="614" y="176"/>
                  </a:cubicBezTo>
                  <a:cubicBezTo>
                    <a:pt x="618" y="176"/>
                    <a:pt x="620" y="178"/>
                    <a:pt x="620" y="179"/>
                  </a:cubicBezTo>
                  <a:cubicBezTo>
                    <a:pt x="620" y="179"/>
                    <a:pt x="621" y="180"/>
                    <a:pt x="622" y="180"/>
                  </a:cubicBezTo>
                  <a:cubicBezTo>
                    <a:pt x="623" y="180"/>
                    <a:pt x="623" y="180"/>
                    <a:pt x="624" y="180"/>
                  </a:cubicBezTo>
                  <a:cubicBezTo>
                    <a:pt x="625" y="179"/>
                    <a:pt x="626" y="179"/>
                    <a:pt x="627" y="179"/>
                  </a:cubicBezTo>
                  <a:cubicBezTo>
                    <a:pt x="630" y="179"/>
                    <a:pt x="631" y="180"/>
                    <a:pt x="633" y="180"/>
                  </a:cubicBezTo>
                  <a:cubicBezTo>
                    <a:pt x="634" y="181"/>
                    <a:pt x="635" y="181"/>
                    <a:pt x="635" y="181"/>
                  </a:cubicBezTo>
                  <a:cubicBezTo>
                    <a:pt x="640" y="181"/>
                    <a:pt x="645" y="184"/>
                    <a:pt x="648" y="189"/>
                  </a:cubicBezTo>
                  <a:cubicBezTo>
                    <a:pt x="648" y="190"/>
                    <a:pt x="649" y="191"/>
                    <a:pt x="649" y="193"/>
                  </a:cubicBezTo>
                  <a:cubicBezTo>
                    <a:pt x="650" y="193"/>
                    <a:pt x="650" y="195"/>
                    <a:pt x="650" y="195"/>
                  </a:cubicBezTo>
                  <a:cubicBezTo>
                    <a:pt x="651" y="196"/>
                    <a:pt x="653" y="197"/>
                    <a:pt x="654" y="198"/>
                  </a:cubicBezTo>
                  <a:cubicBezTo>
                    <a:pt x="655" y="199"/>
                    <a:pt x="655" y="200"/>
                    <a:pt x="656" y="200"/>
                  </a:cubicBezTo>
                  <a:cubicBezTo>
                    <a:pt x="657" y="200"/>
                    <a:pt x="657" y="200"/>
                    <a:pt x="658" y="200"/>
                  </a:cubicBezTo>
                  <a:cubicBezTo>
                    <a:pt x="661" y="200"/>
                    <a:pt x="666" y="200"/>
                    <a:pt x="668" y="206"/>
                  </a:cubicBezTo>
                  <a:cubicBezTo>
                    <a:pt x="670" y="210"/>
                    <a:pt x="670" y="213"/>
                    <a:pt x="671" y="216"/>
                  </a:cubicBezTo>
                  <a:cubicBezTo>
                    <a:pt x="671" y="222"/>
                    <a:pt x="670" y="223"/>
                    <a:pt x="666" y="226"/>
                  </a:cubicBezTo>
                  <a:cubicBezTo>
                    <a:pt x="665" y="226"/>
                    <a:pt x="665" y="226"/>
                    <a:pt x="665" y="227"/>
                  </a:cubicBezTo>
                  <a:cubicBezTo>
                    <a:pt x="665" y="227"/>
                    <a:pt x="667" y="228"/>
                    <a:pt x="670" y="231"/>
                  </a:cubicBezTo>
                  <a:cubicBezTo>
                    <a:pt x="673" y="232"/>
                    <a:pt x="674" y="235"/>
                    <a:pt x="674" y="236"/>
                  </a:cubicBezTo>
                  <a:cubicBezTo>
                    <a:pt x="675" y="237"/>
                    <a:pt x="675" y="237"/>
                    <a:pt x="675" y="237"/>
                  </a:cubicBezTo>
                  <a:cubicBezTo>
                    <a:pt x="676" y="237"/>
                    <a:pt x="676" y="237"/>
                    <a:pt x="677" y="238"/>
                  </a:cubicBezTo>
                  <a:cubicBezTo>
                    <a:pt x="678" y="239"/>
                    <a:pt x="679" y="239"/>
                    <a:pt x="681" y="240"/>
                  </a:cubicBezTo>
                  <a:cubicBezTo>
                    <a:pt x="682" y="240"/>
                    <a:pt x="684" y="241"/>
                    <a:pt x="685" y="242"/>
                  </a:cubicBezTo>
                  <a:cubicBezTo>
                    <a:pt x="688" y="244"/>
                    <a:pt x="691" y="245"/>
                    <a:pt x="694" y="247"/>
                  </a:cubicBezTo>
                  <a:cubicBezTo>
                    <a:pt x="695" y="247"/>
                    <a:pt x="695" y="247"/>
                    <a:pt x="696" y="247"/>
                  </a:cubicBezTo>
                  <a:cubicBezTo>
                    <a:pt x="697" y="247"/>
                    <a:pt x="698" y="248"/>
                    <a:pt x="700" y="249"/>
                  </a:cubicBezTo>
                  <a:cubicBezTo>
                    <a:pt x="701" y="249"/>
                    <a:pt x="701" y="250"/>
                    <a:pt x="702" y="251"/>
                  </a:cubicBezTo>
                  <a:cubicBezTo>
                    <a:pt x="704" y="251"/>
                    <a:pt x="706" y="253"/>
                    <a:pt x="708" y="254"/>
                  </a:cubicBezTo>
                  <a:cubicBezTo>
                    <a:pt x="709" y="255"/>
                    <a:pt x="709" y="256"/>
                    <a:pt x="710" y="256"/>
                  </a:cubicBezTo>
                  <a:cubicBezTo>
                    <a:pt x="711" y="256"/>
                    <a:pt x="712" y="257"/>
                    <a:pt x="712" y="257"/>
                  </a:cubicBezTo>
                  <a:cubicBezTo>
                    <a:pt x="714" y="258"/>
                    <a:pt x="717" y="259"/>
                    <a:pt x="717" y="264"/>
                  </a:cubicBezTo>
                  <a:cubicBezTo>
                    <a:pt x="718" y="265"/>
                    <a:pt x="718" y="265"/>
                    <a:pt x="718" y="265"/>
                  </a:cubicBezTo>
                  <a:cubicBezTo>
                    <a:pt x="718" y="266"/>
                    <a:pt x="719" y="269"/>
                    <a:pt x="720" y="269"/>
                  </a:cubicBezTo>
                  <a:cubicBezTo>
                    <a:pt x="722" y="270"/>
                    <a:pt x="724" y="272"/>
                    <a:pt x="725" y="274"/>
                  </a:cubicBezTo>
                  <a:cubicBezTo>
                    <a:pt x="726" y="275"/>
                    <a:pt x="727" y="276"/>
                    <a:pt x="728" y="276"/>
                  </a:cubicBezTo>
                  <a:cubicBezTo>
                    <a:pt x="729" y="277"/>
                    <a:pt x="730" y="277"/>
                    <a:pt x="730" y="277"/>
                  </a:cubicBezTo>
                  <a:cubicBezTo>
                    <a:pt x="732" y="278"/>
                    <a:pt x="735" y="279"/>
                    <a:pt x="737" y="281"/>
                  </a:cubicBezTo>
                  <a:cubicBezTo>
                    <a:pt x="741" y="285"/>
                    <a:pt x="737" y="291"/>
                    <a:pt x="733" y="297"/>
                  </a:cubicBezTo>
                  <a:cubicBezTo>
                    <a:pt x="732" y="297"/>
                    <a:pt x="732" y="297"/>
                    <a:pt x="732" y="297"/>
                  </a:cubicBezTo>
                  <a:cubicBezTo>
                    <a:pt x="732" y="298"/>
                    <a:pt x="734" y="299"/>
                    <a:pt x="734" y="299"/>
                  </a:cubicBezTo>
                  <a:cubicBezTo>
                    <a:pt x="736" y="300"/>
                    <a:pt x="736" y="301"/>
                    <a:pt x="737" y="302"/>
                  </a:cubicBezTo>
                  <a:cubicBezTo>
                    <a:pt x="738" y="302"/>
                    <a:pt x="740" y="303"/>
                    <a:pt x="741" y="305"/>
                  </a:cubicBezTo>
                  <a:cubicBezTo>
                    <a:pt x="742" y="306"/>
                    <a:pt x="743" y="307"/>
                    <a:pt x="743" y="308"/>
                  </a:cubicBezTo>
                  <a:cubicBezTo>
                    <a:pt x="745" y="309"/>
                    <a:pt x="745" y="310"/>
                    <a:pt x="746" y="311"/>
                  </a:cubicBezTo>
                  <a:cubicBezTo>
                    <a:pt x="747" y="313"/>
                    <a:pt x="747" y="315"/>
                    <a:pt x="745" y="317"/>
                  </a:cubicBezTo>
                  <a:cubicBezTo>
                    <a:pt x="746" y="318"/>
                    <a:pt x="746" y="318"/>
                    <a:pt x="746" y="318"/>
                  </a:cubicBezTo>
                  <a:cubicBezTo>
                    <a:pt x="747" y="319"/>
                    <a:pt x="748" y="320"/>
                    <a:pt x="749" y="321"/>
                  </a:cubicBezTo>
                  <a:cubicBezTo>
                    <a:pt x="749" y="321"/>
                    <a:pt x="751" y="321"/>
                    <a:pt x="752" y="321"/>
                  </a:cubicBezTo>
                  <a:cubicBezTo>
                    <a:pt x="753" y="321"/>
                    <a:pt x="754" y="321"/>
                    <a:pt x="755" y="321"/>
                  </a:cubicBezTo>
                  <a:cubicBezTo>
                    <a:pt x="760" y="322"/>
                    <a:pt x="762" y="325"/>
                    <a:pt x="764" y="327"/>
                  </a:cubicBezTo>
                  <a:cubicBezTo>
                    <a:pt x="764" y="328"/>
                    <a:pt x="764" y="328"/>
                    <a:pt x="765" y="329"/>
                  </a:cubicBezTo>
                  <a:cubicBezTo>
                    <a:pt x="766" y="329"/>
                    <a:pt x="767" y="329"/>
                    <a:pt x="769" y="330"/>
                  </a:cubicBezTo>
                  <a:cubicBezTo>
                    <a:pt x="770" y="330"/>
                    <a:pt x="772" y="331"/>
                    <a:pt x="773" y="331"/>
                  </a:cubicBezTo>
                  <a:cubicBezTo>
                    <a:pt x="775" y="332"/>
                    <a:pt x="776" y="334"/>
                    <a:pt x="776" y="335"/>
                  </a:cubicBezTo>
                  <a:cubicBezTo>
                    <a:pt x="776" y="335"/>
                    <a:pt x="776" y="335"/>
                    <a:pt x="776" y="335"/>
                  </a:cubicBezTo>
                  <a:cubicBezTo>
                    <a:pt x="777" y="335"/>
                    <a:pt x="779" y="335"/>
                    <a:pt x="780" y="336"/>
                  </a:cubicBezTo>
                  <a:cubicBezTo>
                    <a:pt x="782" y="337"/>
                    <a:pt x="783" y="339"/>
                    <a:pt x="784" y="340"/>
                  </a:cubicBezTo>
                  <a:cubicBezTo>
                    <a:pt x="785" y="341"/>
                    <a:pt x="785" y="341"/>
                    <a:pt x="785" y="341"/>
                  </a:cubicBezTo>
                  <a:cubicBezTo>
                    <a:pt x="786" y="342"/>
                    <a:pt x="787" y="343"/>
                    <a:pt x="788" y="346"/>
                  </a:cubicBezTo>
                  <a:cubicBezTo>
                    <a:pt x="789" y="346"/>
                    <a:pt x="789" y="347"/>
                    <a:pt x="789" y="348"/>
                  </a:cubicBezTo>
                  <a:cubicBezTo>
                    <a:pt x="790" y="349"/>
                    <a:pt x="792" y="350"/>
                    <a:pt x="792" y="353"/>
                  </a:cubicBezTo>
                  <a:cubicBezTo>
                    <a:pt x="793" y="355"/>
                    <a:pt x="792" y="358"/>
                    <a:pt x="791" y="359"/>
                  </a:cubicBezTo>
                  <a:cubicBezTo>
                    <a:pt x="790" y="363"/>
                    <a:pt x="791" y="367"/>
                    <a:pt x="794" y="373"/>
                  </a:cubicBezTo>
                  <a:cubicBezTo>
                    <a:pt x="794" y="374"/>
                    <a:pt x="795" y="376"/>
                    <a:pt x="797" y="377"/>
                  </a:cubicBezTo>
                  <a:cubicBezTo>
                    <a:pt x="800" y="379"/>
                    <a:pt x="805" y="383"/>
                    <a:pt x="803" y="390"/>
                  </a:cubicBezTo>
                  <a:cubicBezTo>
                    <a:pt x="803" y="392"/>
                    <a:pt x="802" y="393"/>
                    <a:pt x="801" y="393"/>
                  </a:cubicBezTo>
                  <a:cubicBezTo>
                    <a:pt x="799" y="394"/>
                    <a:pt x="798" y="394"/>
                    <a:pt x="797" y="393"/>
                  </a:cubicBezTo>
                  <a:cubicBezTo>
                    <a:pt x="794" y="392"/>
                    <a:pt x="793" y="390"/>
                    <a:pt x="793" y="389"/>
                  </a:cubicBezTo>
                  <a:cubicBezTo>
                    <a:pt x="792" y="389"/>
                    <a:pt x="791" y="389"/>
                    <a:pt x="790" y="388"/>
                  </a:cubicBezTo>
                  <a:cubicBezTo>
                    <a:pt x="788" y="387"/>
                    <a:pt x="787" y="386"/>
                    <a:pt x="785" y="385"/>
                  </a:cubicBezTo>
                  <a:cubicBezTo>
                    <a:pt x="783" y="384"/>
                    <a:pt x="781" y="383"/>
                    <a:pt x="779" y="383"/>
                  </a:cubicBezTo>
                  <a:cubicBezTo>
                    <a:pt x="776" y="381"/>
                    <a:pt x="772" y="384"/>
                    <a:pt x="770" y="386"/>
                  </a:cubicBezTo>
                  <a:cubicBezTo>
                    <a:pt x="770" y="386"/>
                    <a:pt x="769" y="387"/>
                    <a:pt x="769" y="387"/>
                  </a:cubicBezTo>
                  <a:cubicBezTo>
                    <a:pt x="768" y="389"/>
                    <a:pt x="766" y="392"/>
                    <a:pt x="763" y="392"/>
                  </a:cubicBezTo>
                  <a:cubicBezTo>
                    <a:pt x="763" y="392"/>
                    <a:pt x="762" y="392"/>
                    <a:pt x="762" y="392"/>
                  </a:cubicBezTo>
                  <a:cubicBezTo>
                    <a:pt x="759" y="392"/>
                    <a:pt x="757" y="391"/>
                    <a:pt x="755" y="390"/>
                  </a:cubicBezTo>
                  <a:cubicBezTo>
                    <a:pt x="755" y="390"/>
                    <a:pt x="754" y="389"/>
                    <a:pt x="754" y="389"/>
                  </a:cubicBezTo>
                  <a:cubicBezTo>
                    <a:pt x="754" y="389"/>
                    <a:pt x="753" y="390"/>
                    <a:pt x="751" y="390"/>
                  </a:cubicBezTo>
                  <a:cubicBezTo>
                    <a:pt x="750" y="390"/>
                    <a:pt x="749" y="390"/>
                    <a:pt x="748" y="390"/>
                  </a:cubicBezTo>
                  <a:cubicBezTo>
                    <a:pt x="747" y="390"/>
                    <a:pt x="747" y="390"/>
                    <a:pt x="746" y="390"/>
                  </a:cubicBezTo>
                  <a:cubicBezTo>
                    <a:pt x="743" y="391"/>
                    <a:pt x="739" y="392"/>
                    <a:pt x="736" y="390"/>
                  </a:cubicBezTo>
                  <a:cubicBezTo>
                    <a:pt x="734" y="389"/>
                    <a:pt x="734" y="388"/>
                    <a:pt x="733" y="387"/>
                  </a:cubicBezTo>
                  <a:cubicBezTo>
                    <a:pt x="733" y="386"/>
                    <a:pt x="732" y="386"/>
                    <a:pt x="732" y="386"/>
                  </a:cubicBezTo>
                  <a:cubicBezTo>
                    <a:pt x="730" y="387"/>
                    <a:pt x="729" y="386"/>
                    <a:pt x="728" y="386"/>
                  </a:cubicBezTo>
                  <a:cubicBezTo>
                    <a:pt x="726" y="385"/>
                    <a:pt x="724" y="384"/>
                    <a:pt x="722" y="382"/>
                  </a:cubicBezTo>
                  <a:cubicBezTo>
                    <a:pt x="720" y="381"/>
                    <a:pt x="720" y="381"/>
                    <a:pt x="720" y="381"/>
                  </a:cubicBezTo>
                  <a:cubicBezTo>
                    <a:pt x="720" y="380"/>
                    <a:pt x="720" y="380"/>
                    <a:pt x="719" y="380"/>
                  </a:cubicBezTo>
                  <a:cubicBezTo>
                    <a:pt x="718" y="380"/>
                    <a:pt x="718" y="380"/>
                    <a:pt x="718" y="380"/>
                  </a:cubicBezTo>
                  <a:cubicBezTo>
                    <a:pt x="718" y="380"/>
                    <a:pt x="718" y="380"/>
                    <a:pt x="718" y="380"/>
                  </a:cubicBezTo>
                  <a:cubicBezTo>
                    <a:pt x="717" y="381"/>
                    <a:pt x="715" y="382"/>
                    <a:pt x="712" y="382"/>
                  </a:cubicBezTo>
                  <a:cubicBezTo>
                    <a:pt x="712" y="382"/>
                    <a:pt x="711" y="382"/>
                    <a:pt x="711" y="382"/>
                  </a:cubicBezTo>
                  <a:cubicBezTo>
                    <a:pt x="710" y="382"/>
                    <a:pt x="709" y="382"/>
                    <a:pt x="709" y="382"/>
                  </a:cubicBezTo>
                  <a:cubicBezTo>
                    <a:pt x="708" y="383"/>
                    <a:pt x="707" y="384"/>
                    <a:pt x="706" y="384"/>
                  </a:cubicBezTo>
                  <a:cubicBezTo>
                    <a:pt x="704" y="384"/>
                    <a:pt x="702" y="384"/>
                    <a:pt x="701" y="382"/>
                  </a:cubicBezTo>
                  <a:cubicBezTo>
                    <a:pt x="700" y="382"/>
                    <a:pt x="699" y="382"/>
                    <a:pt x="698" y="382"/>
                  </a:cubicBezTo>
                  <a:cubicBezTo>
                    <a:pt x="697" y="381"/>
                    <a:pt x="696" y="380"/>
                    <a:pt x="695" y="379"/>
                  </a:cubicBezTo>
                  <a:cubicBezTo>
                    <a:pt x="693" y="379"/>
                    <a:pt x="692" y="377"/>
                    <a:pt x="690" y="376"/>
                  </a:cubicBezTo>
                  <a:cubicBezTo>
                    <a:pt x="688" y="375"/>
                    <a:pt x="688" y="375"/>
                    <a:pt x="688" y="375"/>
                  </a:cubicBezTo>
                  <a:cubicBezTo>
                    <a:pt x="686" y="374"/>
                    <a:pt x="685" y="374"/>
                    <a:pt x="683" y="372"/>
                  </a:cubicBezTo>
                  <a:cubicBezTo>
                    <a:pt x="683" y="372"/>
                    <a:pt x="683" y="372"/>
                    <a:pt x="682" y="372"/>
                  </a:cubicBezTo>
                  <a:cubicBezTo>
                    <a:pt x="682" y="373"/>
                    <a:pt x="680" y="373"/>
                    <a:pt x="679" y="373"/>
                  </a:cubicBezTo>
                  <a:cubicBezTo>
                    <a:pt x="679" y="373"/>
                    <a:pt x="678" y="373"/>
                    <a:pt x="678" y="373"/>
                  </a:cubicBezTo>
                  <a:cubicBezTo>
                    <a:pt x="677" y="373"/>
                    <a:pt x="676" y="374"/>
                    <a:pt x="675" y="374"/>
                  </a:cubicBezTo>
                  <a:cubicBezTo>
                    <a:pt x="675" y="374"/>
                    <a:pt x="675" y="375"/>
                    <a:pt x="675" y="376"/>
                  </a:cubicBezTo>
                  <a:cubicBezTo>
                    <a:pt x="675" y="376"/>
                    <a:pt x="674" y="377"/>
                    <a:pt x="674" y="377"/>
                  </a:cubicBezTo>
                  <a:cubicBezTo>
                    <a:pt x="674" y="378"/>
                    <a:pt x="674" y="378"/>
                    <a:pt x="674" y="378"/>
                  </a:cubicBezTo>
                  <a:cubicBezTo>
                    <a:pt x="674" y="379"/>
                    <a:pt x="675" y="380"/>
                    <a:pt x="675" y="382"/>
                  </a:cubicBezTo>
                  <a:cubicBezTo>
                    <a:pt x="676" y="385"/>
                    <a:pt x="674" y="388"/>
                    <a:pt x="673" y="390"/>
                  </a:cubicBezTo>
                  <a:cubicBezTo>
                    <a:pt x="671" y="392"/>
                    <a:pt x="669" y="393"/>
                    <a:pt x="667" y="393"/>
                  </a:cubicBezTo>
                  <a:cubicBezTo>
                    <a:pt x="666" y="393"/>
                    <a:pt x="665" y="394"/>
                    <a:pt x="664" y="394"/>
                  </a:cubicBezTo>
                  <a:cubicBezTo>
                    <a:pt x="662" y="394"/>
                    <a:pt x="661" y="394"/>
                    <a:pt x="660" y="395"/>
                  </a:cubicBezTo>
                  <a:cubicBezTo>
                    <a:pt x="659" y="395"/>
                    <a:pt x="659" y="395"/>
                    <a:pt x="659" y="395"/>
                  </a:cubicBezTo>
                  <a:cubicBezTo>
                    <a:pt x="659" y="395"/>
                    <a:pt x="659" y="395"/>
                    <a:pt x="659" y="395"/>
                  </a:cubicBezTo>
                  <a:cubicBezTo>
                    <a:pt x="659" y="395"/>
                    <a:pt x="659" y="395"/>
                    <a:pt x="658" y="395"/>
                  </a:cubicBezTo>
                  <a:cubicBezTo>
                    <a:pt x="658" y="395"/>
                    <a:pt x="658" y="395"/>
                    <a:pt x="658" y="396"/>
                  </a:cubicBezTo>
                  <a:cubicBezTo>
                    <a:pt x="657" y="397"/>
                    <a:pt x="655" y="399"/>
                    <a:pt x="650" y="397"/>
                  </a:cubicBezTo>
                  <a:cubicBezTo>
                    <a:pt x="649" y="396"/>
                    <a:pt x="648" y="396"/>
                    <a:pt x="648" y="396"/>
                  </a:cubicBezTo>
                  <a:cubicBezTo>
                    <a:pt x="646" y="396"/>
                    <a:pt x="645" y="397"/>
                    <a:pt x="643" y="398"/>
                  </a:cubicBezTo>
                  <a:cubicBezTo>
                    <a:pt x="641" y="399"/>
                    <a:pt x="639" y="399"/>
                    <a:pt x="637" y="400"/>
                  </a:cubicBezTo>
                  <a:cubicBezTo>
                    <a:pt x="636" y="400"/>
                    <a:pt x="634" y="400"/>
                    <a:pt x="632" y="400"/>
                  </a:cubicBezTo>
                  <a:cubicBezTo>
                    <a:pt x="628" y="400"/>
                    <a:pt x="626" y="399"/>
                    <a:pt x="625" y="396"/>
                  </a:cubicBezTo>
                  <a:cubicBezTo>
                    <a:pt x="625" y="396"/>
                    <a:pt x="625" y="395"/>
                    <a:pt x="624" y="395"/>
                  </a:cubicBezTo>
                  <a:cubicBezTo>
                    <a:pt x="624" y="394"/>
                    <a:pt x="623" y="393"/>
                    <a:pt x="623" y="393"/>
                  </a:cubicBezTo>
                  <a:cubicBezTo>
                    <a:pt x="622" y="392"/>
                    <a:pt x="622" y="392"/>
                    <a:pt x="622" y="392"/>
                  </a:cubicBezTo>
                  <a:cubicBezTo>
                    <a:pt x="620" y="391"/>
                    <a:pt x="619" y="390"/>
                    <a:pt x="618" y="389"/>
                  </a:cubicBezTo>
                  <a:cubicBezTo>
                    <a:pt x="618" y="389"/>
                    <a:pt x="618" y="389"/>
                    <a:pt x="617" y="389"/>
                  </a:cubicBezTo>
                  <a:cubicBezTo>
                    <a:pt x="617" y="391"/>
                    <a:pt x="616" y="392"/>
                    <a:pt x="615" y="393"/>
                  </a:cubicBezTo>
                  <a:cubicBezTo>
                    <a:pt x="613" y="394"/>
                    <a:pt x="611" y="395"/>
                    <a:pt x="610" y="395"/>
                  </a:cubicBezTo>
                  <a:cubicBezTo>
                    <a:pt x="609" y="396"/>
                    <a:pt x="609" y="397"/>
                    <a:pt x="607" y="398"/>
                  </a:cubicBezTo>
                  <a:cubicBezTo>
                    <a:pt x="607" y="398"/>
                    <a:pt x="607" y="398"/>
                    <a:pt x="607" y="398"/>
                  </a:cubicBezTo>
                  <a:cubicBezTo>
                    <a:pt x="607" y="398"/>
                    <a:pt x="607" y="399"/>
                    <a:pt x="607" y="399"/>
                  </a:cubicBezTo>
                  <a:cubicBezTo>
                    <a:pt x="606" y="399"/>
                    <a:pt x="604" y="399"/>
                    <a:pt x="603" y="399"/>
                  </a:cubicBezTo>
                  <a:cubicBezTo>
                    <a:pt x="603" y="399"/>
                    <a:pt x="603" y="399"/>
                    <a:pt x="603" y="399"/>
                  </a:cubicBezTo>
                  <a:cubicBezTo>
                    <a:pt x="602" y="400"/>
                    <a:pt x="601" y="401"/>
                    <a:pt x="599" y="401"/>
                  </a:cubicBezTo>
                  <a:cubicBezTo>
                    <a:pt x="598" y="401"/>
                    <a:pt x="597" y="401"/>
                    <a:pt x="596" y="401"/>
                  </a:cubicBezTo>
                  <a:cubicBezTo>
                    <a:pt x="596" y="401"/>
                    <a:pt x="595" y="401"/>
                    <a:pt x="595" y="401"/>
                  </a:cubicBezTo>
                  <a:cubicBezTo>
                    <a:pt x="593" y="402"/>
                    <a:pt x="593" y="402"/>
                    <a:pt x="593" y="402"/>
                  </a:cubicBezTo>
                  <a:cubicBezTo>
                    <a:pt x="592" y="402"/>
                    <a:pt x="592" y="403"/>
                    <a:pt x="591" y="403"/>
                  </a:cubicBezTo>
                  <a:cubicBezTo>
                    <a:pt x="591" y="403"/>
                    <a:pt x="590" y="403"/>
                    <a:pt x="590" y="403"/>
                  </a:cubicBezTo>
                  <a:cubicBezTo>
                    <a:pt x="590" y="404"/>
                    <a:pt x="590" y="404"/>
                    <a:pt x="589" y="405"/>
                  </a:cubicBezTo>
                  <a:cubicBezTo>
                    <a:pt x="587" y="407"/>
                    <a:pt x="584" y="407"/>
                    <a:pt x="581" y="407"/>
                  </a:cubicBezTo>
                  <a:cubicBezTo>
                    <a:pt x="581" y="407"/>
                    <a:pt x="580" y="407"/>
                    <a:pt x="580" y="407"/>
                  </a:cubicBezTo>
                  <a:cubicBezTo>
                    <a:pt x="577" y="407"/>
                    <a:pt x="575" y="408"/>
                    <a:pt x="573" y="409"/>
                  </a:cubicBezTo>
                  <a:cubicBezTo>
                    <a:pt x="572" y="410"/>
                    <a:pt x="571" y="410"/>
                    <a:pt x="569" y="411"/>
                  </a:cubicBezTo>
                  <a:cubicBezTo>
                    <a:pt x="567" y="412"/>
                    <a:pt x="566" y="413"/>
                    <a:pt x="563" y="414"/>
                  </a:cubicBezTo>
                  <a:cubicBezTo>
                    <a:pt x="561" y="415"/>
                    <a:pt x="561" y="415"/>
                    <a:pt x="561" y="415"/>
                  </a:cubicBezTo>
                  <a:cubicBezTo>
                    <a:pt x="560" y="416"/>
                    <a:pt x="560" y="416"/>
                    <a:pt x="559" y="416"/>
                  </a:cubicBezTo>
                  <a:cubicBezTo>
                    <a:pt x="559" y="416"/>
                    <a:pt x="559" y="416"/>
                    <a:pt x="559" y="416"/>
                  </a:cubicBezTo>
                  <a:cubicBezTo>
                    <a:pt x="559" y="419"/>
                    <a:pt x="557" y="420"/>
                    <a:pt x="553" y="421"/>
                  </a:cubicBezTo>
                  <a:cubicBezTo>
                    <a:pt x="553" y="421"/>
                    <a:pt x="552" y="421"/>
                    <a:pt x="552" y="421"/>
                  </a:cubicBezTo>
                  <a:cubicBezTo>
                    <a:pt x="547" y="421"/>
                    <a:pt x="542" y="418"/>
                    <a:pt x="542" y="417"/>
                  </a:cubicBezTo>
                  <a:cubicBezTo>
                    <a:pt x="541" y="416"/>
                    <a:pt x="540" y="415"/>
                    <a:pt x="539" y="414"/>
                  </a:cubicBezTo>
                  <a:cubicBezTo>
                    <a:pt x="539" y="414"/>
                    <a:pt x="538" y="413"/>
                    <a:pt x="538" y="412"/>
                  </a:cubicBezTo>
                  <a:cubicBezTo>
                    <a:pt x="537" y="413"/>
                    <a:pt x="536" y="413"/>
                    <a:pt x="534" y="413"/>
                  </a:cubicBezTo>
                  <a:cubicBezTo>
                    <a:pt x="534" y="413"/>
                    <a:pt x="533" y="413"/>
                    <a:pt x="533" y="413"/>
                  </a:cubicBezTo>
                  <a:cubicBezTo>
                    <a:pt x="530" y="413"/>
                    <a:pt x="526" y="409"/>
                    <a:pt x="526" y="409"/>
                  </a:cubicBezTo>
                  <a:cubicBezTo>
                    <a:pt x="526" y="409"/>
                    <a:pt x="526" y="409"/>
                    <a:pt x="525" y="408"/>
                  </a:cubicBezTo>
                  <a:cubicBezTo>
                    <a:pt x="525" y="409"/>
                    <a:pt x="525" y="409"/>
                    <a:pt x="524" y="410"/>
                  </a:cubicBezTo>
                  <a:cubicBezTo>
                    <a:pt x="522" y="413"/>
                    <a:pt x="519" y="413"/>
                    <a:pt x="518" y="413"/>
                  </a:cubicBezTo>
                  <a:cubicBezTo>
                    <a:pt x="517" y="414"/>
                    <a:pt x="517" y="416"/>
                    <a:pt x="516" y="418"/>
                  </a:cubicBezTo>
                  <a:cubicBezTo>
                    <a:pt x="516" y="420"/>
                    <a:pt x="516" y="420"/>
                    <a:pt x="516" y="420"/>
                  </a:cubicBezTo>
                  <a:cubicBezTo>
                    <a:pt x="515" y="423"/>
                    <a:pt x="514" y="426"/>
                    <a:pt x="511" y="428"/>
                  </a:cubicBezTo>
                  <a:cubicBezTo>
                    <a:pt x="510" y="428"/>
                    <a:pt x="510" y="428"/>
                    <a:pt x="509" y="428"/>
                  </a:cubicBezTo>
                  <a:cubicBezTo>
                    <a:pt x="509" y="430"/>
                    <a:pt x="510" y="431"/>
                    <a:pt x="509" y="433"/>
                  </a:cubicBezTo>
                  <a:cubicBezTo>
                    <a:pt x="509" y="435"/>
                    <a:pt x="508" y="436"/>
                    <a:pt x="506" y="437"/>
                  </a:cubicBezTo>
                  <a:cubicBezTo>
                    <a:pt x="506" y="437"/>
                    <a:pt x="506" y="437"/>
                    <a:pt x="506" y="437"/>
                  </a:cubicBezTo>
                  <a:cubicBezTo>
                    <a:pt x="506" y="438"/>
                    <a:pt x="506" y="438"/>
                    <a:pt x="506" y="438"/>
                  </a:cubicBezTo>
                  <a:cubicBezTo>
                    <a:pt x="506" y="439"/>
                    <a:pt x="506" y="440"/>
                    <a:pt x="505" y="442"/>
                  </a:cubicBezTo>
                  <a:cubicBezTo>
                    <a:pt x="504" y="444"/>
                    <a:pt x="501" y="447"/>
                    <a:pt x="500" y="447"/>
                  </a:cubicBezTo>
                  <a:cubicBezTo>
                    <a:pt x="495" y="451"/>
                    <a:pt x="485" y="452"/>
                    <a:pt x="478" y="449"/>
                  </a:cubicBezTo>
                  <a:cubicBezTo>
                    <a:pt x="474" y="447"/>
                    <a:pt x="471" y="445"/>
                    <a:pt x="468" y="444"/>
                  </a:cubicBezTo>
                  <a:cubicBezTo>
                    <a:pt x="467" y="444"/>
                    <a:pt x="467" y="443"/>
                    <a:pt x="465" y="443"/>
                  </a:cubicBezTo>
                  <a:cubicBezTo>
                    <a:pt x="463" y="444"/>
                    <a:pt x="463" y="444"/>
                    <a:pt x="463" y="444"/>
                  </a:cubicBezTo>
                  <a:cubicBezTo>
                    <a:pt x="461" y="444"/>
                    <a:pt x="460" y="443"/>
                    <a:pt x="458" y="443"/>
                  </a:cubicBezTo>
                  <a:cubicBezTo>
                    <a:pt x="456" y="443"/>
                    <a:pt x="455" y="442"/>
                    <a:pt x="454" y="442"/>
                  </a:cubicBezTo>
                  <a:cubicBezTo>
                    <a:pt x="451" y="441"/>
                    <a:pt x="448" y="440"/>
                    <a:pt x="445" y="441"/>
                  </a:cubicBezTo>
                  <a:cubicBezTo>
                    <a:pt x="442" y="443"/>
                    <a:pt x="441" y="443"/>
                    <a:pt x="437" y="442"/>
                  </a:cubicBezTo>
                  <a:cubicBezTo>
                    <a:pt x="435" y="442"/>
                    <a:pt x="435" y="442"/>
                    <a:pt x="435" y="442"/>
                  </a:cubicBezTo>
                  <a:cubicBezTo>
                    <a:pt x="432" y="442"/>
                    <a:pt x="430" y="442"/>
                    <a:pt x="427" y="441"/>
                  </a:cubicBezTo>
                  <a:cubicBezTo>
                    <a:pt x="426" y="440"/>
                    <a:pt x="425" y="439"/>
                    <a:pt x="424" y="439"/>
                  </a:cubicBezTo>
                  <a:cubicBezTo>
                    <a:pt x="423" y="440"/>
                    <a:pt x="419" y="441"/>
                    <a:pt x="416" y="439"/>
                  </a:cubicBezTo>
                  <a:cubicBezTo>
                    <a:pt x="413" y="438"/>
                    <a:pt x="412" y="436"/>
                    <a:pt x="410" y="435"/>
                  </a:cubicBezTo>
                  <a:cubicBezTo>
                    <a:pt x="409" y="434"/>
                    <a:pt x="408" y="433"/>
                    <a:pt x="407" y="433"/>
                  </a:cubicBezTo>
                  <a:cubicBezTo>
                    <a:pt x="404" y="431"/>
                    <a:pt x="401" y="430"/>
                    <a:pt x="399" y="430"/>
                  </a:cubicBezTo>
                  <a:cubicBezTo>
                    <a:pt x="398" y="431"/>
                    <a:pt x="397" y="432"/>
                    <a:pt x="396" y="432"/>
                  </a:cubicBezTo>
                  <a:cubicBezTo>
                    <a:pt x="395" y="432"/>
                    <a:pt x="393" y="432"/>
                    <a:pt x="392" y="432"/>
                  </a:cubicBezTo>
                  <a:cubicBezTo>
                    <a:pt x="391" y="432"/>
                    <a:pt x="390" y="432"/>
                    <a:pt x="388" y="432"/>
                  </a:cubicBezTo>
                  <a:cubicBezTo>
                    <a:pt x="387" y="432"/>
                    <a:pt x="385" y="433"/>
                    <a:pt x="383" y="433"/>
                  </a:cubicBezTo>
                  <a:cubicBezTo>
                    <a:pt x="383" y="433"/>
                    <a:pt x="382" y="433"/>
                    <a:pt x="382" y="433"/>
                  </a:cubicBezTo>
                  <a:cubicBezTo>
                    <a:pt x="379" y="432"/>
                    <a:pt x="376" y="430"/>
                    <a:pt x="375" y="428"/>
                  </a:cubicBezTo>
                  <a:cubicBezTo>
                    <a:pt x="374" y="427"/>
                    <a:pt x="374" y="427"/>
                    <a:pt x="374" y="427"/>
                  </a:cubicBezTo>
                  <a:cubicBezTo>
                    <a:pt x="373" y="426"/>
                    <a:pt x="372" y="425"/>
                    <a:pt x="371" y="424"/>
                  </a:cubicBezTo>
                  <a:cubicBezTo>
                    <a:pt x="369" y="421"/>
                    <a:pt x="369" y="418"/>
                    <a:pt x="370" y="417"/>
                  </a:cubicBezTo>
                  <a:cubicBezTo>
                    <a:pt x="369" y="416"/>
                    <a:pt x="368" y="415"/>
                    <a:pt x="368" y="414"/>
                  </a:cubicBezTo>
                  <a:cubicBezTo>
                    <a:pt x="367" y="413"/>
                    <a:pt x="366" y="412"/>
                    <a:pt x="365" y="411"/>
                  </a:cubicBezTo>
                  <a:cubicBezTo>
                    <a:pt x="365" y="410"/>
                    <a:pt x="364" y="410"/>
                    <a:pt x="363" y="409"/>
                  </a:cubicBezTo>
                  <a:cubicBezTo>
                    <a:pt x="362" y="408"/>
                    <a:pt x="361" y="408"/>
                    <a:pt x="360" y="407"/>
                  </a:cubicBezTo>
                  <a:cubicBezTo>
                    <a:pt x="358" y="406"/>
                    <a:pt x="357" y="405"/>
                    <a:pt x="355" y="404"/>
                  </a:cubicBezTo>
                  <a:cubicBezTo>
                    <a:pt x="354" y="403"/>
                    <a:pt x="353" y="402"/>
                    <a:pt x="352" y="401"/>
                  </a:cubicBezTo>
                  <a:cubicBezTo>
                    <a:pt x="350" y="400"/>
                    <a:pt x="349" y="399"/>
                    <a:pt x="347" y="398"/>
                  </a:cubicBezTo>
                  <a:cubicBezTo>
                    <a:pt x="346" y="397"/>
                    <a:pt x="346" y="397"/>
                    <a:pt x="345" y="396"/>
                  </a:cubicBezTo>
                  <a:cubicBezTo>
                    <a:pt x="345" y="396"/>
                    <a:pt x="344" y="396"/>
                    <a:pt x="343" y="396"/>
                  </a:cubicBezTo>
                  <a:cubicBezTo>
                    <a:pt x="341" y="396"/>
                    <a:pt x="337" y="395"/>
                    <a:pt x="335" y="392"/>
                  </a:cubicBezTo>
                  <a:cubicBezTo>
                    <a:pt x="335" y="391"/>
                    <a:pt x="334" y="390"/>
                    <a:pt x="334" y="389"/>
                  </a:cubicBezTo>
                  <a:cubicBezTo>
                    <a:pt x="334" y="389"/>
                    <a:pt x="334" y="388"/>
                    <a:pt x="334" y="388"/>
                  </a:cubicBezTo>
                  <a:cubicBezTo>
                    <a:pt x="332" y="387"/>
                    <a:pt x="326" y="385"/>
                    <a:pt x="322" y="385"/>
                  </a:cubicBezTo>
                  <a:cubicBezTo>
                    <a:pt x="321" y="385"/>
                    <a:pt x="320" y="385"/>
                    <a:pt x="320" y="385"/>
                  </a:cubicBezTo>
                  <a:cubicBezTo>
                    <a:pt x="319" y="386"/>
                    <a:pt x="318" y="386"/>
                    <a:pt x="316" y="386"/>
                  </a:cubicBezTo>
                  <a:cubicBezTo>
                    <a:pt x="315" y="386"/>
                    <a:pt x="313" y="386"/>
                    <a:pt x="313" y="386"/>
                  </a:cubicBezTo>
                  <a:cubicBezTo>
                    <a:pt x="313" y="387"/>
                    <a:pt x="312" y="387"/>
                    <a:pt x="312" y="387"/>
                  </a:cubicBezTo>
                  <a:cubicBezTo>
                    <a:pt x="312" y="388"/>
                    <a:pt x="311" y="388"/>
                    <a:pt x="311" y="389"/>
                  </a:cubicBezTo>
                  <a:cubicBezTo>
                    <a:pt x="309" y="390"/>
                    <a:pt x="308" y="391"/>
                    <a:pt x="306" y="392"/>
                  </a:cubicBezTo>
                  <a:cubicBezTo>
                    <a:pt x="305" y="393"/>
                    <a:pt x="303" y="393"/>
                    <a:pt x="303" y="394"/>
                  </a:cubicBezTo>
                  <a:cubicBezTo>
                    <a:pt x="301" y="397"/>
                    <a:pt x="299" y="398"/>
                    <a:pt x="297" y="398"/>
                  </a:cubicBezTo>
                  <a:cubicBezTo>
                    <a:pt x="294" y="399"/>
                    <a:pt x="294" y="399"/>
                    <a:pt x="293" y="401"/>
                  </a:cubicBezTo>
                  <a:cubicBezTo>
                    <a:pt x="293" y="402"/>
                    <a:pt x="293" y="403"/>
                    <a:pt x="292" y="404"/>
                  </a:cubicBezTo>
                  <a:cubicBezTo>
                    <a:pt x="291" y="406"/>
                    <a:pt x="291" y="408"/>
                    <a:pt x="289" y="410"/>
                  </a:cubicBezTo>
                  <a:cubicBezTo>
                    <a:pt x="284" y="416"/>
                    <a:pt x="281" y="420"/>
                    <a:pt x="278" y="426"/>
                  </a:cubicBezTo>
                  <a:cubicBezTo>
                    <a:pt x="277" y="429"/>
                    <a:pt x="274" y="434"/>
                    <a:pt x="268" y="436"/>
                  </a:cubicBezTo>
                  <a:cubicBezTo>
                    <a:pt x="266" y="436"/>
                    <a:pt x="265" y="436"/>
                    <a:pt x="264" y="436"/>
                  </a:cubicBezTo>
                  <a:cubicBezTo>
                    <a:pt x="264" y="437"/>
                    <a:pt x="265" y="438"/>
                    <a:pt x="265" y="438"/>
                  </a:cubicBezTo>
                  <a:cubicBezTo>
                    <a:pt x="266" y="440"/>
                    <a:pt x="267" y="442"/>
                    <a:pt x="268" y="444"/>
                  </a:cubicBezTo>
                  <a:cubicBezTo>
                    <a:pt x="270" y="451"/>
                    <a:pt x="269" y="456"/>
                    <a:pt x="267" y="462"/>
                  </a:cubicBezTo>
                  <a:cubicBezTo>
                    <a:pt x="266" y="469"/>
                    <a:pt x="266" y="475"/>
                    <a:pt x="267" y="481"/>
                  </a:cubicBezTo>
                  <a:cubicBezTo>
                    <a:pt x="268" y="483"/>
                    <a:pt x="268" y="485"/>
                    <a:pt x="268" y="487"/>
                  </a:cubicBezTo>
                  <a:cubicBezTo>
                    <a:pt x="268" y="489"/>
                    <a:pt x="268" y="490"/>
                    <a:pt x="267" y="491"/>
                  </a:cubicBezTo>
                  <a:cubicBezTo>
                    <a:pt x="266" y="492"/>
                    <a:pt x="264" y="493"/>
                    <a:pt x="263" y="492"/>
                  </a:cubicBezTo>
                  <a:cubicBezTo>
                    <a:pt x="258" y="492"/>
                    <a:pt x="256" y="487"/>
                    <a:pt x="255" y="485"/>
                  </a:cubicBezTo>
                  <a:cubicBezTo>
                    <a:pt x="255" y="485"/>
                    <a:pt x="255" y="484"/>
                    <a:pt x="255" y="484"/>
                  </a:cubicBezTo>
                  <a:cubicBezTo>
                    <a:pt x="255" y="484"/>
                    <a:pt x="254" y="484"/>
                    <a:pt x="254" y="484"/>
                  </a:cubicBezTo>
                  <a:cubicBezTo>
                    <a:pt x="253" y="485"/>
                    <a:pt x="249" y="486"/>
                    <a:pt x="245" y="486"/>
                  </a:cubicBezTo>
                  <a:cubicBezTo>
                    <a:pt x="245" y="488"/>
                    <a:pt x="244" y="490"/>
                    <a:pt x="242" y="491"/>
                  </a:cubicBezTo>
                  <a:cubicBezTo>
                    <a:pt x="240" y="492"/>
                    <a:pt x="239" y="492"/>
                    <a:pt x="237" y="492"/>
                  </a:cubicBezTo>
                  <a:cubicBezTo>
                    <a:pt x="233" y="492"/>
                    <a:pt x="232" y="489"/>
                    <a:pt x="231" y="487"/>
                  </a:cubicBezTo>
                  <a:cubicBezTo>
                    <a:pt x="231" y="487"/>
                    <a:pt x="230" y="487"/>
                    <a:pt x="230" y="487"/>
                  </a:cubicBezTo>
                  <a:cubicBezTo>
                    <a:pt x="229" y="488"/>
                    <a:pt x="227" y="488"/>
                    <a:pt x="225" y="488"/>
                  </a:cubicBezTo>
                  <a:cubicBezTo>
                    <a:pt x="223" y="488"/>
                    <a:pt x="222" y="488"/>
                    <a:pt x="221" y="487"/>
                  </a:cubicBezTo>
                  <a:cubicBezTo>
                    <a:pt x="220" y="488"/>
                    <a:pt x="219" y="488"/>
                    <a:pt x="218" y="488"/>
                  </a:cubicBezTo>
                  <a:cubicBezTo>
                    <a:pt x="214" y="488"/>
                    <a:pt x="213" y="486"/>
                    <a:pt x="212" y="484"/>
                  </a:cubicBezTo>
                  <a:cubicBezTo>
                    <a:pt x="212" y="484"/>
                    <a:pt x="212" y="483"/>
                    <a:pt x="211" y="483"/>
                  </a:cubicBezTo>
                  <a:cubicBezTo>
                    <a:pt x="210" y="483"/>
                    <a:pt x="210" y="483"/>
                    <a:pt x="208" y="483"/>
                  </a:cubicBezTo>
                  <a:cubicBezTo>
                    <a:pt x="206" y="483"/>
                    <a:pt x="206" y="483"/>
                    <a:pt x="206" y="483"/>
                  </a:cubicBezTo>
                  <a:cubicBezTo>
                    <a:pt x="206" y="483"/>
                    <a:pt x="205" y="483"/>
                    <a:pt x="204" y="483"/>
                  </a:cubicBezTo>
                  <a:cubicBezTo>
                    <a:pt x="200" y="483"/>
                    <a:pt x="198" y="481"/>
                    <a:pt x="196" y="480"/>
                  </a:cubicBezTo>
                  <a:cubicBezTo>
                    <a:pt x="195" y="479"/>
                    <a:pt x="195" y="479"/>
                    <a:pt x="194" y="479"/>
                  </a:cubicBezTo>
                  <a:cubicBezTo>
                    <a:pt x="193" y="480"/>
                    <a:pt x="191" y="482"/>
                    <a:pt x="188" y="483"/>
                  </a:cubicBezTo>
                  <a:cubicBezTo>
                    <a:pt x="186" y="484"/>
                    <a:pt x="184" y="484"/>
                    <a:pt x="183" y="483"/>
                  </a:cubicBezTo>
                  <a:cubicBezTo>
                    <a:pt x="183" y="484"/>
                    <a:pt x="182" y="485"/>
                    <a:pt x="181" y="485"/>
                  </a:cubicBezTo>
                  <a:cubicBezTo>
                    <a:pt x="178" y="486"/>
                    <a:pt x="176" y="486"/>
                    <a:pt x="175" y="486"/>
                  </a:cubicBezTo>
                  <a:cubicBezTo>
                    <a:pt x="172" y="486"/>
                    <a:pt x="172" y="486"/>
                    <a:pt x="172" y="486"/>
                  </a:cubicBezTo>
                  <a:cubicBezTo>
                    <a:pt x="171" y="486"/>
                    <a:pt x="171" y="486"/>
                    <a:pt x="171" y="486"/>
                  </a:cubicBezTo>
                  <a:cubicBezTo>
                    <a:pt x="170" y="487"/>
                    <a:pt x="168" y="488"/>
                    <a:pt x="166" y="488"/>
                  </a:cubicBezTo>
                  <a:cubicBezTo>
                    <a:pt x="166" y="488"/>
                    <a:pt x="165" y="489"/>
                    <a:pt x="165" y="489"/>
                  </a:cubicBezTo>
                  <a:cubicBezTo>
                    <a:pt x="163" y="489"/>
                    <a:pt x="162" y="488"/>
                    <a:pt x="161" y="488"/>
                  </a:cubicBezTo>
                  <a:cubicBezTo>
                    <a:pt x="160" y="488"/>
                    <a:pt x="160" y="487"/>
                    <a:pt x="159" y="487"/>
                  </a:cubicBezTo>
                  <a:cubicBezTo>
                    <a:pt x="158" y="488"/>
                    <a:pt x="156" y="490"/>
                    <a:pt x="154" y="490"/>
                  </a:cubicBezTo>
                  <a:cubicBezTo>
                    <a:pt x="154" y="490"/>
                    <a:pt x="154" y="490"/>
                    <a:pt x="154" y="490"/>
                  </a:cubicBezTo>
                  <a:cubicBezTo>
                    <a:pt x="152" y="490"/>
                    <a:pt x="150" y="489"/>
                    <a:pt x="149" y="488"/>
                  </a:cubicBezTo>
                  <a:cubicBezTo>
                    <a:pt x="149" y="488"/>
                    <a:pt x="149" y="488"/>
                    <a:pt x="149" y="488"/>
                  </a:cubicBezTo>
                  <a:cubicBezTo>
                    <a:pt x="147" y="488"/>
                    <a:pt x="147" y="488"/>
                    <a:pt x="146" y="489"/>
                  </a:cubicBezTo>
                  <a:cubicBezTo>
                    <a:pt x="144" y="490"/>
                    <a:pt x="143" y="491"/>
                    <a:pt x="143" y="495"/>
                  </a:cubicBezTo>
                  <a:cubicBezTo>
                    <a:pt x="143" y="497"/>
                    <a:pt x="142" y="498"/>
                    <a:pt x="142" y="500"/>
                  </a:cubicBezTo>
                  <a:cubicBezTo>
                    <a:pt x="141" y="502"/>
                    <a:pt x="141" y="504"/>
                    <a:pt x="140" y="506"/>
                  </a:cubicBezTo>
                  <a:cubicBezTo>
                    <a:pt x="139" y="508"/>
                    <a:pt x="139" y="508"/>
                    <a:pt x="139" y="508"/>
                  </a:cubicBezTo>
                  <a:cubicBezTo>
                    <a:pt x="138" y="509"/>
                    <a:pt x="138" y="509"/>
                    <a:pt x="139" y="510"/>
                  </a:cubicBezTo>
                  <a:cubicBezTo>
                    <a:pt x="139" y="511"/>
                    <a:pt x="139" y="512"/>
                    <a:pt x="139" y="513"/>
                  </a:cubicBezTo>
                  <a:cubicBezTo>
                    <a:pt x="140" y="516"/>
                    <a:pt x="139" y="518"/>
                    <a:pt x="138" y="519"/>
                  </a:cubicBezTo>
                  <a:cubicBezTo>
                    <a:pt x="138" y="520"/>
                    <a:pt x="137" y="521"/>
                    <a:pt x="137" y="521"/>
                  </a:cubicBezTo>
                  <a:cubicBezTo>
                    <a:pt x="137" y="522"/>
                    <a:pt x="137" y="522"/>
                    <a:pt x="138" y="523"/>
                  </a:cubicBezTo>
                  <a:cubicBezTo>
                    <a:pt x="138" y="524"/>
                    <a:pt x="139" y="526"/>
                    <a:pt x="139" y="528"/>
                  </a:cubicBezTo>
                  <a:cubicBezTo>
                    <a:pt x="139" y="531"/>
                    <a:pt x="138" y="534"/>
                    <a:pt x="136" y="537"/>
                  </a:cubicBezTo>
                  <a:cubicBezTo>
                    <a:pt x="136" y="538"/>
                    <a:pt x="135" y="539"/>
                    <a:pt x="135" y="539"/>
                  </a:cubicBezTo>
                  <a:cubicBezTo>
                    <a:pt x="122" y="567"/>
                    <a:pt x="122" y="567"/>
                    <a:pt x="122" y="567"/>
                  </a:cubicBezTo>
                  <a:cubicBezTo>
                    <a:pt x="122" y="569"/>
                    <a:pt x="122" y="569"/>
                    <a:pt x="121" y="570"/>
                  </a:cubicBezTo>
                  <a:cubicBezTo>
                    <a:pt x="121" y="571"/>
                    <a:pt x="120" y="572"/>
                    <a:pt x="118" y="573"/>
                  </a:cubicBezTo>
                  <a:cubicBezTo>
                    <a:pt x="118" y="573"/>
                    <a:pt x="117" y="573"/>
                    <a:pt x="117" y="573"/>
                  </a:cubicBezTo>
                  <a:close/>
                  <a:moveTo>
                    <a:pt x="113" y="534"/>
                  </a:moveTo>
                  <a:cubicBezTo>
                    <a:pt x="114" y="535"/>
                    <a:pt x="115" y="536"/>
                    <a:pt x="115" y="538"/>
                  </a:cubicBezTo>
                  <a:cubicBezTo>
                    <a:pt x="115" y="540"/>
                    <a:pt x="115" y="541"/>
                    <a:pt x="115" y="542"/>
                  </a:cubicBezTo>
                  <a:cubicBezTo>
                    <a:pt x="116" y="545"/>
                    <a:pt x="115" y="547"/>
                    <a:pt x="115" y="548"/>
                  </a:cubicBezTo>
                  <a:cubicBezTo>
                    <a:pt x="115" y="549"/>
                    <a:pt x="115" y="550"/>
                    <a:pt x="115" y="552"/>
                  </a:cubicBezTo>
                  <a:cubicBezTo>
                    <a:pt x="116" y="554"/>
                    <a:pt x="116" y="556"/>
                    <a:pt x="116" y="558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7" y="535"/>
                    <a:pt x="127" y="534"/>
                    <a:pt x="128" y="532"/>
                  </a:cubicBezTo>
                  <a:cubicBezTo>
                    <a:pt x="129" y="531"/>
                    <a:pt x="130" y="529"/>
                    <a:pt x="130" y="528"/>
                  </a:cubicBezTo>
                  <a:cubicBezTo>
                    <a:pt x="130" y="528"/>
                    <a:pt x="130" y="528"/>
                    <a:pt x="129" y="527"/>
                  </a:cubicBezTo>
                  <a:cubicBezTo>
                    <a:pt x="129" y="526"/>
                    <a:pt x="128" y="524"/>
                    <a:pt x="128" y="521"/>
                  </a:cubicBezTo>
                  <a:cubicBezTo>
                    <a:pt x="128" y="518"/>
                    <a:pt x="129" y="517"/>
                    <a:pt x="130" y="515"/>
                  </a:cubicBezTo>
                  <a:cubicBezTo>
                    <a:pt x="130" y="515"/>
                    <a:pt x="130" y="514"/>
                    <a:pt x="130" y="514"/>
                  </a:cubicBezTo>
                  <a:cubicBezTo>
                    <a:pt x="130" y="513"/>
                    <a:pt x="130" y="513"/>
                    <a:pt x="130" y="512"/>
                  </a:cubicBezTo>
                  <a:cubicBezTo>
                    <a:pt x="129" y="510"/>
                    <a:pt x="129" y="508"/>
                    <a:pt x="130" y="504"/>
                  </a:cubicBezTo>
                  <a:cubicBezTo>
                    <a:pt x="131" y="502"/>
                    <a:pt x="131" y="502"/>
                    <a:pt x="131" y="502"/>
                  </a:cubicBezTo>
                  <a:cubicBezTo>
                    <a:pt x="132" y="500"/>
                    <a:pt x="133" y="499"/>
                    <a:pt x="133" y="497"/>
                  </a:cubicBezTo>
                  <a:cubicBezTo>
                    <a:pt x="133" y="496"/>
                    <a:pt x="134" y="495"/>
                    <a:pt x="134" y="494"/>
                  </a:cubicBezTo>
                  <a:cubicBezTo>
                    <a:pt x="134" y="490"/>
                    <a:pt x="135" y="483"/>
                    <a:pt x="142" y="480"/>
                  </a:cubicBezTo>
                  <a:cubicBezTo>
                    <a:pt x="145" y="479"/>
                    <a:pt x="147" y="479"/>
                    <a:pt x="148" y="479"/>
                  </a:cubicBezTo>
                  <a:cubicBezTo>
                    <a:pt x="150" y="479"/>
                    <a:pt x="150" y="479"/>
                    <a:pt x="150" y="479"/>
                  </a:cubicBezTo>
                  <a:cubicBezTo>
                    <a:pt x="151" y="479"/>
                    <a:pt x="152" y="479"/>
                    <a:pt x="153" y="480"/>
                  </a:cubicBezTo>
                  <a:cubicBezTo>
                    <a:pt x="154" y="479"/>
                    <a:pt x="154" y="479"/>
                    <a:pt x="155" y="478"/>
                  </a:cubicBezTo>
                  <a:cubicBezTo>
                    <a:pt x="157" y="478"/>
                    <a:pt x="159" y="478"/>
                    <a:pt x="160" y="478"/>
                  </a:cubicBezTo>
                  <a:cubicBezTo>
                    <a:pt x="160" y="478"/>
                    <a:pt x="161" y="478"/>
                    <a:pt x="161" y="478"/>
                  </a:cubicBezTo>
                  <a:cubicBezTo>
                    <a:pt x="163" y="478"/>
                    <a:pt x="164" y="479"/>
                    <a:pt x="165" y="479"/>
                  </a:cubicBezTo>
                  <a:cubicBezTo>
                    <a:pt x="166" y="478"/>
                    <a:pt x="167" y="478"/>
                    <a:pt x="168" y="477"/>
                  </a:cubicBezTo>
                  <a:cubicBezTo>
                    <a:pt x="169" y="477"/>
                    <a:pt x="171" y="477"/>
                    <a:pt x="172" y="477"/>
                  </a:cubicBezTo>
                  <a:cubicBezTo>
                    <a:pt x="175" y="477"/>
                    <a:pt x="175" y="477"/>
                    <a:pt x="175" y="477"/>
                  </a:cubicBezTo>
                  <a:cubicBezTo>
                    <a:pt x="175" y="477"/>
                    <a:pt x="176" y="477"/>
                    <a:pt x="177" y="477"/>
                  </a:cubicBezTo>
                  <a:cubicBezTo>
                    <a:pt x="178" y="476"/>
                    <a:pt x="179" y="474"/>
                    <a:pt x="182" y="474"/>
                  </a:cubicBezTo>
                  <a:cubicBezTo>
                    <a:pt x="182" y="474"/>
                    <a:pt x="183" y="474"/>
                    <a:pt x="183" y="474"/>
                  </a:cubicBezTo>
                  <a:cubicBezTo>
                    <a:pt x="184" y="474"/>
                    <a:pt x="185" y="474"/>
                    <a:pt x="185" y="474"/>
                  </a:cubicBezTo>
                  <a:cubicBezTo>
                    <a:pt x="186" y="474"/>
                    <a:pt x="186" y="473"/>
                    <a:pt x="187" y="473"/>
                  </a:cubicBezTo>
                  <a:cubicBezTo>
                    <a:pt x="188" y="471"/>
                    <a:pt x="192" y="467"/>
                    <a:pt x="198" y="470"/>
                  </a:cubicBezTo>
                  <a:cubicBezTo>
                    <a:pt x="199" y="471"/>
                    <a:pt x="200" y="471"/>
                    <a:pt x="201" y="472"/>
                  </a:cubicBezTo>
                  <a:cubicBezTo>
                    <a:pt x="203" y="473"/>
                    <a:pt x="203" y="473"/>
                    <a:pt x="204" y="474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9" y="473"/>
                    <a:pt x="211" y="473"/>
                    <a:pt x="215" y="475"/>
                  </a:cubicBezTo>
                  <a:cubicBezTo>
                    <a:pt x="217" y="475"/>
                    <a:pt x="218" y="476"/>
                    <a:pt x="219" y="477"/>
                  </a:cubicBezTo>
                  <a:cubicBezTo>
                    <a:pt x="219" y="478"/>
                    <a:pt x="219" y="478"/>
                    <a:pt x="219" y="478"/>
                  </a:cubicBezTo>
                  <a:cubicBezTo>
                    <a:pt x="220" y="477"/>
                    <a:pt x="221" y="477"/>
                    <a:pt x="223" y="477"/>
                  </a:cubicBezTo>
                  <a:cubicBezTo>
                    <a:pt x="224" y="477"/>
                    <a:pt x="225" y="478"/>
                    <a:pt x="226" y="479"/>
                  </a:cubicBezTo>
                  <a:cubicBezTo>
                    <a:pt x="226" y="479"/>
                    <a:pt x="226" y="479"/>
                    <a:pt x="226" y="479"/>
                  </a:cubicBezTo>
                  <a:cubicBezTo>
                    <a:pt x="228" y="478"/>
                    <a:pt x="232" y="477"/>
                    <a:pt x="236" y="479"/>
                  </a:cubicBezTo>
                  <a:cubicBezTo>
                    <a:pt x="236" y="479"/>
                    <a:pt x="237" y="480"/>
                    <a:pt x="237" y="480"/>
                  </a:cubicBezTo>
                  <a:cubicBezTo>
                    <a:pt x="239" y="478"/>
                    <a:pt x="241" y="477"/>
                    <a:pt x="243" y="477"/>
                  </a:cubicBezTo>
                  <a:cubicBezTo>
                    <a:pt x="244" y="477"/>
                    <a:pt x="244" y="477"/>
                    <a:pt x="244" y="477"/>
                  </a:cubicBezTo>
                  <a:cubicBezTo>
                    <a:pt x="247" y="477"/>
                    <a:pt x="249" y="476"/>
                    <a:pt x="249" y="476"/>
                  </a:cubicBezTo>
                  <a:cubicBezTo>
                    <a:pt x="250" y="475"/>
                    <a:pt x="253" y="472"/>
                    <a:pt x="257" y="474"/>
                  </a:cubicBezTo>
                  <a:cubicBezTo>
                    <a:pt x="257" y="469"/>
                    <a:pt x="257" y="465"/>
                    <a:pt x="258" y="460"/>
                  </a:cubicBezTo>
                  <a:cubicBezTo>
                    <a:pt x="260" y="454"/>
                    <a:pt x="260" y="451"/>
                    <a:pt x="259" y="446"/>
                  </a:cubicBezTo>
                  <a:cubicBezTo>
                    <a:pt x="259" y="446"/>
                    <a:pt x="258" y="444"/>
                    <a:pt x="257" y="443"/>
                  </a:cubicBezTo>
                  <a:cubicBezTo>
                    <a:pt x="255" y="439"/>
                    <a:pt x="252" y="434"/>
                    <a:pt x="255" y="430"/>
                  </a:cubicBezTo>
                  <a:cubicBezTo>
                    <a:pt x="257" y="427"/>
                    <a:pt x="260" y="426"/>
                    <a:pt x="264" y="427"/>
                  </a:cubicBezTo>
                  <a:cubicBezTo>
                    <a:pt x="264" y="427"/>
                    <a:pt x="265" y="427"/>
                    <a:pt x="265" y="427"/>
                  </a:cubicBezTo>
                  <a:cubicBezTo>
                    <a:pt x="267" y="426"/>
                    <a:pt x="268" y="426"/>
                    <a:pt x="269" y="422"/>
                  </a:cubicBezTo>
                  <a:cubicBezTo>
                    <a:pt x="273" y="415"/>
                    <a:pt x="276" y="410"/>
                    <a:pt x="282" y="404"/>
                  </a:cubicBezTo>
                  <a:cubicBezTo>
                    <a:pt x="283" y="403"/>
                    <a:pt x="283" y="402"/>
                    <a:pt x="284" y="400"/>
                  </a:cubicBezTo>
                  <a:cubicBezTo>
                    <a:pt x="284" y="399"/>
                    <a:pt x="285" y="398"/>
                    <a:pt x="285" y="396"/>
                  </a:cubicBezTo>
                  <a:cubicBezTo>
                    <a:pt x="287" y="393"/>
                    <a:pt x="289" y="391"/>
                    <a:pt x="293" y="390"/>
                  </a:cubicBezTo>
                  <a:cubicBezTo>
                    <a:pt x="294" y="389"/>
                    <a:pt x="294" y="389"/>
                    <a:pt x="295" y="389"/>
                  </a:cubicBezTo>
                  <a:cubicBezTo>
                    <a:pt x="297" y="386"/>
                    <a:pt x="299" y="385"/>
                    <a:pt x="302" y="384"/>
                  </a:cubicBezTo>
                  <a:cubicBezTo>
                    <a:pt x="303" y="383"/>
                    <a:pt x="304" y="383"/>
                    <a:pt x="305" y="382"/>
                  </a:cubicBezTo>
                  <a:cubicBezTo>
                    <a:pt x="306" y="380"/>
                    <a:pt x="307" y="379"/>
                    <a:pt x="308" y="378"/>
                  </a:cubicBezTo>
                  <a:cubicBezTo>
                    <a:pt x="310" y="377"/>
                    <a:pt x="313" y="377"/>
                    <a:pt x="315" y="377"/>
                  </a:cubicBezTo>
                  <a:cubicBezTo>
                    <a:pt x="316" y="376"/>
                    <a:pt x="317" y="376"/>
                    <a:pt x="318" y="376"/>
                  </a:cubicBezTo>
                  <a:cubicBezTo>
                    <a:pt x="319" y="376"/>
                    <a:pt x="320" y="376"/>
                    <a:pt x="322" y="376"/>
                  </a:cubicBezTo>
                  <a:cubicBezTo>
                    <a:pt x="326" y="376"/>
                    <a:pt x="335" y="377"/>
                    <a:pt x="339" y="381"/>
                  </a:cubicBezTo>
                  <a:cubicBezTo>
                    <a:pt x="341" y="382"/>
                    <a:pt x="342" y="384"/>
                    <a:pt x="343" y="386"/>
                  </a:cubicBezTo>
                  <a:cubicBezTo>
                    <a:pt x="343" y="386"/>
                    <a:pt x="343" y="386"/>
                    <a:pt x="343" y="386"/>
                  </a:cubicBezTo>
                  <a:cubicBezTo>
                    <a:pt x="343" y="387"/>
                    <a:pt x="344" y="387"/>
                    <a:pt x="344" y="387"/>
                  </a:cubicBezTo>
                  <a:cubicBezTo>
                    <a:pt x="346" y="387"/>
                    <a:pt x="348" y="387"/>
                    <a:pt x="350" y="388"/>
                  </a:cubicBezTo>
                  <a:cubicBezTo>
                    <a:pt x="351" y="389"/>
                    <a:pt x="352" y="390"/>
                    <a:pt x="353" y="390"/>
                  </a:cubicBezTo>
                  <a:cubicBezTo>
                    <a:pt x="354" y="391"/>
                    <a:pt x="355" y="392"/>
                    <a:pt x="356" y="393"/>
                  </a:cubicBezTo>
                  <a:cubicBezTo>
                    <a:pt x="358" y="394"/>
                    <a:pt x="360" y="395"/>
                    <a:pt x="362" y="397"/>
                  </a:cubicBezTo>
                  <a:cubicBezTo>
                    <a:pt x="363" y="398"/>
                    <a:pt x="364" y="399"/>
                    <a:pt x="365" y="399"/>
                  </a:cubicBezTo>
                  <a:cubicBezTo>
                    <a:pt x="365" y="400"/>
                    <a:pt x="366" y="400"/>
                    <a:pt x="367" y="400"/>
                  </a:cubicBezTo>
                  <a:cubicBezTo>
                    <a:pt x="369" y="401"/>
                    <a:pt x="371" y="402"/>
                    <a:pt x="373" y="406"/>
                  </a:cubicBezTo>
                  <a:cubicBezTo>
                    <a:pt x="374" y="407"/>
                    <a:pt x="374" y="407"/>
                    <a:pt x="375" y="408"/>
                  </a:cubicBezTo>
                  <a:cubicBezTo>
                    <a:pt x="376" y="410"/>
                    <a:pt x="378" y="412"/>
                    <a:pt x="379" y="414"/>
                  </a:cubicBezTo>
                  <a:cubicBezTo>
                    <a:pt x="379" y="416"/>
                    <a:pt x="379" y="418"/>
                    <a:pt x="379" y="419"/>
                  </a:cubicBezTo>
                  <a:cubicBezTo>
                    <a:pt x="379" y="419"/>
                    <a:pt x="380" y="419"/>
                    <a:pt x="380" y="420"/>
                  </a:cubicBezTo>
                  <a:cubicBezTo>
                    <a:pt x="381" y="420"/>
                    <a:pt x="381" y="421"/>
                    <a:pt x="382" y="422"/>
                  </a:cubicBezTo>
                  <a:cubicBezTo>
                    <a:pt x="382" y="422"/>
                    <a:pt x="383" y="423"/>
                    <a:pt x="384" y="424"/>
                  </a:cubicBezTo>
                  <a:cubicBezTo>
                    <a:pt x="384" y="424"/>
                    <a:pt x="385" y="423"/>
                    <a:pt x="386" y="423"/>
                  </a:cubicBezTo>
                  <a:cubicBezTo>
                    <a:pt x="388" y="423"/>
                    <a:pt x="391" y="422"/>
                    <a:pt x="393" y="423"/>
                  </a:cubicBezTo>
                  <a:cubicBezTo>
                    <a:pt x="393" y="423"/>
                    <a:pt x="393" y="423"/>
                    <a:pt x="393" y="423"/>
                  </a:cubicBezTo>
                  <a:cubicBezTo>
                    <a:pt x="394" y="422"/>
                    <a:pt x="395" y="422"/>
                    <a:pt x="396" y="421"/>
                  </a:cubicBezTo>
                  <a:cubicBezTo>
                    <a:pt x="400" y="420"/>
                    <a:pt x="405" y="421"/>
                    <a:pt x="411" y="424"/>
                  </a:cubicBezTo>
                  <a:cubicBezTo>
                    <a:pt x="413" y="425"/>
                    <a:pt x="415" y="427"/>
                    <a:pt x="416" y="428"/>
                  </a:cubicBezTo>
                  <a:cubicBezTo>
                    <a:pt x="417" y="429"/>
                    <a:pt x="418" y="430"/>
                    <a:pt x="419" y="431"/>
                  </a:cubicBezTo>
                  <a:cubicBezTo>
                    <a:pt x="421" y="430"/>
                    <a:pt x="422" y="429"/>
                    <a:pt x="424" y="429"/>
                  </a:cubicBezTo>
                  <a:cubicBezTo>
                    <a:pt x="425" y="429"/>
                    <a:pt x="425" y="429"/>
                    <a:pt x="426" y="429"/>
                  </a:cubicBezTo>
                  <a:cubicBezTo>
                    <a:pt x="428" y="429"/>
                    <a:pt x="429" y="430"/>
                    <a:pt x="430" y="431"/>
                  </a:cubicBezTo>
                  <a:cubicBezTo>
                    <a:pt x="431" y="432"/>
                    <a:pt x="431" y="432"/>
                    <a:pt x="431" y="432"/>
                  </a:cubicBezTo>
                  <a:cubicBezTo>
                    <a:pt x="432" y="433"/>
                    <a:pt x="434" y="433"/>
                    <a:pt x="435" y="433"/>
                  </a:cubicBezTo>
                  <a:cubicBezTo>
                    <a:pt x="438" y="433"/>
                    <a:pt x="438" y="433"/>
                    <a:pt x="438" y="433"/>
                  </a:cubicBezTo>
                  <a:cubicBezTo>
                    <a:pt x="439" y="433"/>
                    <a:pt x="439" y="433"/>
                    <a:pt x="440" y="433"/>
                  </a:cubicBezTo>
                  <a:cubicBezTo>
                    <a:pt x="440" y="433"/>
                    <a:pt x="440" y="433"/>
                    <a:pt x="442" y="433"/>
                  </a:cubicBezTo>
                  <a:cubicBezTo>
                    <a:pt x="447" y="430"/>
                    <a:pt x="453" y="431"/>
                    <a:pt x="457" y="433"/>
                  </a:cubicBezTo>
                  <a:cubicBezTo>
                    <a:pt x="458" y="433"/>
                    <a:pt x="459" y="434"/>
                    <a:pt x="460" y="434"/>
                  </a:cubicBezTo>
                  <a:cubicBezTo>
                    <a:pt x="461" y="434"/>
                    <a:pt x="462" y="434"/>
                    <a:pt x="463" y="434"/>
                  </a:cubicBezTo>
                  <a:cubicBezTo>
                    <a:pt x="465" y="434"/>
                    <a:pt x="465" y="434"/>
                    <a:pt x="465" y="434"/>
                  </a:cubicBezTo>
                  <a:cubicBezTo>
                    <a:pt x="467" y="434"/>
                    <a:pt x="469" y="434"/>
                    <a:pt x="472" y="435"/>
                  </a:cubicBezTo>
                  <a:cubicBezTo>
                    <a:pt x="475" y="437"/>
                    <a:pt x="478" y="438"/>
                    <a:pt x="482" y="440"/>
                  </a:cubicBezTo>
                  <a:cubicBezTo>
                    <a:pt x="486" y="442"/>
                    <a:pt x="492" y="442"/>
                    <a:pt x="495" y="440"/>
                  </a:cubicBezTo>
                  <a:cubicBezTo>
                    <a:pt x="496" y="439"/>
                    <a:pt x="497" y="438"/>
                    <a:pt x="497" y="438"/>
                  </a:cubicBezTo>
                  <a:cubicBezTo>
                    <a:pt x="497" y="437"/>
                    <a:pt x="497" y="436"/>
                    <a:pt x="497" y="434"/>
                  </a:cubicBezTo>
                  <a:cubicBezTo>
                    <a:pt x="498" y="432"/>
                    <a:pt x="499" y="431"/>
                    <a:pt x="500" y="430"/>
                  </a:cubicBezTo>
                  <a:cubicBezTo>
                    <a:pt x="500" y="430"/>
                    <a:pt x="500" y="430"/>
                    <a:pt x="500" y="430"/>
                  </a:cubicBezTo>
                  <a:cubicBezTo>
                    <a:pt x="499" y="428"/>
                    <a:pt x="498" y="424"/>
                    <a:pt x="501" y="421"/>
                  </a:cubicBezTo>
                  <a:cubicBezTo>
                    <a:pt x="503" y="419"/>
                    <a:pt x="505" y="419"/>
                    <a:pt x="506" y="419"/>
                  </a:cubicBezTo>
                  <a:cubicBezTo>
                    <a:pt x="507" y="419"/>
                    <a:pt x="507" y="418"/>
                    <a:pt x="507" y="418"/>
                  </a:cubicBezTo>
                  <a:cubicBezTo>
                    <a:pt x="507" y="416"/>
                    <a:pt x="507" y="416"/>
                    <a:pt x="507" y="416"/>
                  </a:cubicBezTo>
                  <a:cubicBezTo>
                    <a:pt x="508" y="413"/>
                    <a:pt x="509" y="410"/>
                    <a:pt x="511" y="407"/>
                  </a:cubicBezTo>
                  <a:cubicBezTo>
                    <a:pt x="513" y="405"/>
                    <a:pt x="515" y="404"/>
                    <a:pt x="517" y="404"/>
                  </a:cubicBezTo>
                  <a:cubicBezTo>
                    <a:pt x="517" y="400"/>
                    <a:pt x="520" y="398"/>
                    <a:pt x="524" y="397"/>
                  </a:cubicBezTo>
                  <a:cubicBezTo>
                    <a:pt x="525" y="397"/>
                    <a:pt x="526" y="397"/>
                    <a:pt x="526" y="397"/>
                  </a:cubicBezTo>
                  <a:cubicBezTo>
                    <a:pt x="529" y="397"/>
                    <a:pt x="531" y="399"/>
                    <a:pt x="532" y="402"/>
                  </a:cubicBezTo>
                  <a:cubicBezTo>
                    <a:pt x="532" y="402"/>
                    <a:pt x="533" y="403"/>
                    <a:pt x="533" y="403"/>
                  </a:cubicBezTo>
                  <a:cubicBezTo>
                    <a:pt x="533" y="403"/>
                    <a:pt x="534" y="404"/>
                    <a:pt x="535" y="404"/>
                  </a:cubicBezTo>
                  <a:cubicBezTo>
                    <a:pt x="537" y="403"/>
                    <a:pt x="539" y="403"/>
                    <a:pt x="542" y="404"/>
                  </a:cubicBezTo>
                  <a:cubicBezTo>
                    <a:pt x="544" y="405"/>
                    <a:pt x="545" y="406"/>
                    <a:pt x="547" y="409"/>
                  </a:cubicBezTo>
                  <a:cubicBezTo>
                    <a:pt x="547" y="409"/>
                    <a:pt x="548" y="410"/>
                    <a:pt x="548" y="410"/>
                  </a:cubicBezTo>
                  <a:cubicBezTo>
                    <a:pt x="549" y="411"/>
                    <a:pt x="550" y="411"/>
                    <a:pt x="551" y="412"/>
                  </a:cubicBezTo>
                  <a:cubicBezTo>
                    <a:pt x="551" y="411"/>
                    <a:pt x="551" y="411"/>
                    <a:pt x="551" y="410"/>
                  </a:cubicBezTo>
                  <a:cubicBezTo>
                    <a:pt x="553" y="409"/>
                    <a:pt x="554" y="408"/>
                    <a:pt x="556" y="408"/>
                  </a:cubicBezTo>
                  <a:cubicBezTo>
                    <a:pt x="556" y="408"/>
                    <a:pt x="556" y="407"/>
                    <a:pt x="557" y="407"/>
                  </a:cubicBezTo>
                  <a:cubicBezTo>
                    <a:pt x="558" y="406"/>
                    <a:pt x="558" y="406"/>
                    <a:pt x="558" y="406"/>
                  </a:cubicBezTo>
                  <a:cubicBezTo>
                    <a:pt x="561" y="405"/>
                    <a:pt x="563" y="403"/>
                    <a:pt x="566" y="402"/>
                  </a:cubicBezTo>
                  <a:cubicBezTo>
                    <a:pt x="567" y="402"/>
                    <a:pt x="568" y="401"/>
                    <a:pt x="570" y="400"/>
                  </a:cubicBezTo>
                  <a:cubicBezTo>
                    <a:pt x="572" y="399"/>
                    <a:pt x="575" y="398"/>
                    <a:pt x="577" y="398"/>
                  </a:cubicBezTo>
                  <a:cubicBezTo>
                    <a:pt x="578" y="397"/>
                    <a:pt x="580" y="397"/>
                    <a:pt x="582" y="397"/>
                  </a:cubicBezTo>
                  <a:cubicBezTo>
                    <a:pt x="582" y="397"/>
                    <a:pt x="582" y="396"/>
                    <a:pt x="583" y="396"/>
                  </a:cubicBezTo>
                  <a:cubicBezTo>
                    <a:pt x="584" y="395"/>
                    <a:pt x="586" y="394"/>
                    <a:pt x="588" y="394"/>
                  </a:cubicBezTo>
                  <a:cubicBezTo>
                    <a:pt x="588" y="394"/>
                    <a:pt x="588" y="394"/>
                    <a:pt x="588" y="394"/>
                  </a:cubicBezTo>
                  <a:cubicBezTo>
                    <a:pt x="589" y="394"/>
                    <a:pt x="589" y="394"/>
                    <a:pt x="590" y="394"/>
                  </a:cubicBezTo>
                  <a:cubicBezTo>
                    <a:pt x="590" y="393"/>
                    <a:pt x="590" y="393"/>
                    <a:pt x="590" y="393"/>
                  </a:cubicBezTo>
                  <a:cubicBezTo>
                    <a:pt x="592" y="393"/>
                    <a:pt x="593" y="392"/>
                    <a:pt x="595" y="391"/>
                  </a:cubicBezTo>
                  <a:cubicBezTo>
                    <a:pt x="596" y="391"/>
                    <a:pt x="596" y="391"/>
                    <a:pt x="597" y="391"/>
                  </a:cubicBezTo>
                  <a:cubicBezTo>
                    <a:pt x="597" y="391"/>
                    <a:pt x="598" y="391"/>
                    <a:pt x="598" y="391"/>
                  </a:cubicBezTo>
                  <a:cubicBezTo>
                    <a:pt x="599" y="390"/>
                    <a:pt x="600" y="389"/>
                    <a:pt x="602" y="389"/>
                  </a:cubicBezTo>
                  <a:cubicBezTo>
                    <a:pt x="602" y="389"/>
                    <a:pt x="602" y="388"/>
                    <a:pt x="603" y="388"/>
                  </a:cubicBezTo>
                  <a:cubicBezTo>
                    <a:pt x="604" y="387"/>
                    <a:pt x="605" y="386"/>
                    <a:pt x="606" y="386"/>
                  </a:cubicBezTo>
                  <a:cubicBezTo>
                    <a:pt x="606" y="384"/>
                    <a:pt x="607" y="382"/>
                    <a:pt x="609" y="381"/>
                  </a:cubicBezTo>
                  <a:cubicBezTo>
                    <a:pt x="611" y="379"/>
                    <a:pt x="613" y="378"/>
                    <a:pt x="616" y="379"/>
                  </a:cubicBezTo>
                  <a:cubicBezTo>
                    <a:pt x="620" y="379"/>
                    <a:pt x="624" y="382"/>
                    <a:pt x="628" y="385"/>
                  </a:cubicBezTo>
                  <a:cubicBezTo>
                    <a:pt x="629" y="386"/>
                    <a:pt x="629" y="386"/>
                    <a:pt x="629" y="386"/>
                  </a:cubicBezTo>
                  <a:cubicBezTo>
                    <a:pt x="630" y="387"/>
                    <a:pt x="631" y="388"/>
                    <a:pt x="632" y="390"/>
                  </a:cubicBezTo>
                  <a:cubicBezTo>
                    <a:pt x="632" y="390"/>
                    <a:pt x="633" y="391"/>
                    <a:pt x="633" y="391"/>
                  </a:cubicBezTo>
                  <a:cubicBezTo>
                    <a:pt x="633" y="391"/>
                    <a:pt x="633" y="391"/>
                    <a:pt x="633" y="391"/>
                  </a:cubicBezTo>
                  <a:cubicBezTo>
                    <a:pt x="634" y="391"/>
                    <a:pt x="635" y="391"/>
                    <a:pt x="635" y="391"/>
                  </a:cubicBezTo>
                  <a:cubicBezTo>
                    <a:pt x="637" y="391"/>
                    <a:pt x="638" y="390"/>
                    <a:pt x="639" y="389"/>
                  </a:cubicBezTo>
                  <a:cubicBezTo>
                    <a:pt x="643" y="388"/>
                    <a:pt x="648" y="386"/>
                    <a:pt x="652" y="388"/>
                  </a:cubicBezTo>
                  <a:cubicBezTo>
                    <a:pt x="652" y="388"/>
                    <a:pt x="652" y="388"/>
                    <a:pt x="652" y="388"/>
                  </a:cubicBezTo>
                  <a:cubicBezTo>
                    <a:pt x="653" y="388"/>
                    <a:pt x="653" y="388"/>
                    <a:pt x="653" y="387"/>
                  </a:cubicBezTo>
                  <a:cubicBezTo>
                    <a:pt x="654" y="387"/>
                    <a:pt x="655" y="386"/>
                    <a:pt x="656" y="386"/>
                  </a:cubicBezTo>
                  <a:cubicBezTo>
                    <a:pt x="656" y="385"/>
                    <a:pt x="658" y="385"/>
                    <a:pt x="659" y="385"/>
                  </a:cubicBezTo>
                  <a:cubicBezTo>
                    <a:pt x="660" y="385"/>
                    <a:pt x="661" y="385"/>
                    <a:pt x="662" y="385"/>
                  </a:cubicBezTo>
                  <a:cubicBezTo>
                    <a:pt x="663" y="385"/>
                    <a:pt x="664" y="384"/>
                    <a:pt x="666" y="384"/>
                  </a:cubicBezTo>
                  <a:cubicBezTo>
                    <a:pt x="666" y="384"/>
                    <a:pt x="666" y="383"/>
                    <a:pt x="666" y="383"/>
                  </a:cubicBezTo>
                  <a:cubicBezTo>
                    <a:pt x="665" y="380"/>
                    <a:pt x="664" y="377"/>
                    <a:pt x="666" y="374"/>
                  </a:cubicBezTo>
                  <a:cubicBezTo>
                    <a:pt x="667" y="370"/>
                    <a:pt x="668" y="368"/>
                    <a:pt x="671" y="366"/>
                  </a:cubicBezTo>
                  <a:cubicBezTo>
                    <a:pt x="672" y="365"/>
                    <a:pt x="674" y="365"/>
                    <a:pt x="675" y="364"/>
                  </a:cubicBezTo>
                  <a:cubicBezTo>
                    <a:pt x="676" y="364"/>
                    <a:pt x="676" y="363"/>
                    <a:pt x="677" y="363"/>
                  </a:cubicBezTo>
                  <a:cubicBezTo>
                    <a:pt x="678" y="363"/>
                    <a:pt x="679" y="363"/>
                    <a:pt x="680" y="363"/>
                  </a:cubicBezTo>
                  <a:cubicBezTo>
                    <a:pt x="681" y="362"/>
                    <a:pt x="682" y="362"/>
                    <a:pt x="683" y="362"/>
                  </a:cubicBezTo>
                  <a:cubicBezTo>
                    <a:pt x="686" y="362"/>
                    <a:pt x="687" y="363"/>
                    <a:pt x="689" y="365"/>
                  </a:cubicBezTo>
                  <a:cubicBezTo>
                    <a:pt x="690" y="366"/>
                    <a:pt x="690" y="366"/>
                    <a:pt x="691" y="366"/>
                  </a:cubicBezTo>
                  <a:cubicBezTo>
                    <a:pt x="691" y="366"/>
                    <a:pt x="692" y="367"/>
                    <a:pt x="693" y="367"/>
                  </a:cubicBezTo>
                  <a:cubicBezTo>
                    <a:pt x="694" y="367"/>
                    <a:pt x="694" y="368"/>
                    <a:pt x="695" y="368"/>
                  </a:cubicBezTo>
                  <a:cubicBezTo>
                    <a:pt x="695" y="369"/>
                    <a:pt x="695" y="369"/>
                    <a:pt x="696" y="369"/>
                  </a:cubicBezTo>
                  <a:cubicBezTo>
                    <a:pt x="696" y="369"/>
                    <a:pt x="697" y="369"/>
                    <a:pt x="697" y="369"/>
                  </a:cubicBezTo>
                  <a:cubicBezTo>
                    <a:pt x="700" y="369"/>
                    <a:pt x="701" y="371"/>
                    <a:pt x="702" y="372"/>
                  </a:cubicBezTo>
                  <a:cubicBezTo>
                    <a:pt x="703" y="372"/>
                    <a:pt x="704" y="372"/>
                    <a:pt x="705" y="372"/>
                  </a:cubicBezTo>
                  <a:cubicBezTo>
                    <a:pt x="705" y="372"/>
                    <a:pt x="705" y="372"/>
                    <a:pt x="705" y="372"/>
                  </a:cubicBezTo>
                  <a:cubicBezTo>
                    <a:pt x="706" y="372"/>
                    <a:pt x="707" y="371"/>
                    <a:pt x="708" y="371"/>
                  </a:cubicBezTo>
                  <a:cubicBezTo>
                    <a:pt x="710" y="371"/>
                    <a:pt x="712" y="372"/>
                    <a:pt x="713" y="373"/>
                  </a:cubicBezTo>
                  <a:cubicBezTo>
                    <a:pt x="713" y="372"/>
                    <a:pt x="713" y="372"/>
                    <a:pt x="714" y="372"/>
                  </a:cubicBezTo>
                  <a:cubicBezTo>
                    <a:pt x="715" y="371"/>
                    <a:pt x="717" y="370"/>
                    <a:pt x="718" y="370"/>
                  </a:cubicBezTo>
                  <a:cubicBezTo>
                    <a:pt x="720" y="370"/>
                    <a:pt x="721" y="370"/>
                    <a:pt x="721" y="371"/>
                  </a:cubicBezTo>
                  <a:cubicBezTo>
                    <a:pt x="722" y="371"/>
                    <a:pt x="722" y="371"/>
                    <a:pt x="722" y="371"/>
                  </a:cubicBezTo>
                  <a:cubicBezTo>
                    <a:pt x="725" y="372"/>
                    <a:pt x="725" y="373"/>
                    <a:pt x="727" y="374"/>
                  </a:cubicBezTo>
                  <a:cubicBezTo>
                    <a:pt x="727" y="375"/>
                    <a:pt x="727" y="375"/>
                    <a:pt x="727" y="375"/>
                  </a:cubicBezTo>
                  <a:cubicBezTo>
                    <a:pt x="729" y="376"/>
                    <a:pt x="730" y="377"/>
                    <a:pt x="730" y="377"/>
                  </a:cubicBezTo>
                  <a:cubicBezTo>
                    <a:pt x="732" y="377"/>
                    <a:pt x="732" y="377"/>
                    <a:pt x="733" y="377"/>
                  </a:cubicBezTo>
                  <a:cubicBezTo>
                    <a:pt x="734" y="377"/>
                    <a:pt x="736" y="377"/>
                    <a:pt x="737" y="378"/>
                  </a:cubicBezTo>
                  <a:cubicBezTo>
                    <a:pt x="739" y="379"/>
                    <a:pt x="740" y="380"/>
                    <a:pt x="741" y="381"/>
                  </a:cubicBezTo>
                  <a:cubicBezTo>
                    <a:pt x="741" y="382"/>
                    <a:pt x="741" y="382"/>
                    <a:pt x="741" y="382"/>
                  </a:cubicBezTo>
                  <a:cubicBezTo>
                    <a:pt x="741" y="382"/>
                    <a:pt x="742" y="382"/>
                    <a:pt x="743" y="382"/>
                  </a:cubicBezTo>
                  <a:cubicBezTo>
                    <a:pt x="744" y="381"/>
                    <a:pt x="745" y="381"/>
                    <a:pt x="746" y="381"/>
                  </a:cubicBezTo>
                  <a:cubicBezTo>
                    <a:pt x="747" y="381"/>
                    <a:pt x="747" y="381"/>
                    <a:pt x="748" y="381"/>
                  </a:cubicBezTo>
                  <a:cubicBezTo>
                    <a:pt x="748" y="381"/>
                    <a:pt x="749" y="381"/>
                    <a:pt x="750" y="381"/>
                  </a:cubicBezTo>
                  <a:cubicBezTo>
                    <a:pt x="751" y="381"/>
                    <a:pt x="752" y="380"/>
                    <a:pt x="754" y="380"/>
                  </a:cubicBezTo>
                  <a:cubicBezTo>
                    <a:pt x="758" y="380"/>
                    <a:pt x="760" y="381"/>
                    <a:pt x="761" y="382"/>
                  </a:cubicBezTo>
                  <a:cubicBezTo>
                    <a:pt x="761" y="383"/>
                    <a:pt x="761" y="383"/>
                    <a:pt x="761" y="383"/>
                  </a:cubicBezTo>
                  <a:cubicBezTo>
                    <a:pt x="761" y="383"/>
                    <a:pt x="761" y="383"/>
                    <a:pt x="761" y="383"/>
                  </a:cubicBezTo>
                  <a:cubicBezTo>
                    <a:pt x="762" y="382"/>
                    <a:pt x="762" y="380"/>
                    <a:pt x="763" y="379"/>
                  </a:cubicBezTo>
                  <a:cubicBezTo>
                    <a:pt x="769" y="374"/>
                    <a:pt x="776" y="371"/>
                    <a:pt x="783" y="374"/>
                  </a:cubicBezTo>
                  <a:cubicBezTo>
                    <a:pt x="783" y="374"/>
                    <a:pt x="784" y="374"/>
                    <a:pt x="784" y="375"/>
                  </a:cubicBezTo>
                  <a:cubicBezTo>
                    <a:pt x="782" y="369"/>
                    <a:pt x="780" y="363"/>
                    <a:pt x="782" y="356"/>
                  </a:cubicBezTo>
                  <a:cubicBezTo>
                    <a:pt x="782" y="356"/>
                    <a:pt x="782" y="356"/>
                    <a:pt x="782" y="355"/>
                  </a:cubicBezTo>
                  <a:cubicBezTo>
                    <a:pt x="782" y="355"/>
                    <a:pt x="782" y="355"/>
                    <a:pt x="781" y="354"/>
                  </a:cubicBezTo>
                  <a:cubicBezTo>
                    <a:pt x="780" y="353"/>
                    <a:pt x="780" y="352"/>
                    <a:pt x="780" y="350"/>
                  </a:cubicBezTo>
                  <a:cubicBezTo>
                    <a:pt x="780" y="350"/>
                    <a:pt x="780" y="349"/>
                    <a:pt x="780" y="349"/>
                  </a:cubicBezTo>
                  <a:cubicBezTo>
                    <a:pt x="780" y="349"/>
                    <a:pt x="779" y="349"/>
                    <a:pt x="779" y="348"/>
                  </a:cubicBezTo>
                  <a:cubicBezTo>
                    <a:pt x="778" y="347"/>
                    <a:pt x="778" y="347"/>
                    <a:pt x="777" y="346"/>
                  </a:cubicBezTo>
                  <a:cubicBezTo>
                    <a:pt x="777" y="346"/>
                    <a:pt x="776" y="345"/>
                    <a:pt x="776" y="344"/>
                  </a:cubicBezTo>
                  <a:cubicBezTo>
                    <a:pt x="775" y="344"/>
                    <a:pt x="773" y="344"/>
                    <a:pt x="771" y="343"/>
                  </a:cubicBezTo>
                  <a:cubicBezTo>
                    <a:pt x="770" y="342"/>
                    <a:pt x="769" y="341"/>
                    <a:pt x="769" y="340"/>
                  </a:cubicBezTo>
                  <a:cubicBezTo>
                    <a:pt x="767" y="340"/>
                    <a:pt x="765" y="340"/>
                    <a:pt x="763" y="338"/>
                  </a:cubicBezTo>
                  <a:cubicBezTo>
                    <a:pt x="763" y="338"/>
                    <a:pt x="763" y="337"/>
                    <a:pt x="762" y="337"/>
                  </a:cubicBezTo>
                  <a:cubicBezTo>
                    <a:pt x="760" y="337"/>
                    <a:pt x="758" y="336"/>
                    <a:pt x="756" y="333"/>
                  </a:cubicBezTo>
                  <a:cubicBezTo>
                    <a:pt x="756" y="333"/>
                    <a:pt x="756" y="332"/>
                    <a:pt x="756" y="332"/>
                  </a:cubicBezTo>
                  <a:cubicBezTo>
                    <a:pt x="755" y="330"/>
                    <a:pt x="755" y="330"/>
                    <a:pt x="754" y="330"/>
                  </a:cubicBezTo>
                  <a:cubicBezTo>
                    <a:pt x="753" y="330"/>
                    <a:pt x="752" y="330"/>
                    <a:pt x="752" y="330"/>
                  </a:cubicBezTo>
                  <a:cubicBezTo>
                    <a:pt x="750" y="330"/>
                    <a:pt x="748" y="330"/>
                    <a:pt x="746" y="329"/>
                  </a:cubicBezTo>
                  <a:cubicBezTo>
                    <a:pt x="744" y="329"/>
                    <a:pt x="742" y="327"/>
                    <a:pt x="740" y="325"/>
                  </a:cubicBezTo>
                  <a:cubicBezTo>
                    <a:pt x="740" y="325"/>
                    <a:pt x="740" y="325"/>
                    <a:pt x="740" y="325"/>
                  </a:cubicBezTo>
                  <a:cubicBezTo>
                    <a:pt x="737" y="326"/>
                    <a:pt x="734" y="325"/>
                    <a:pt x="733" y="323"/>
                  </a:cubicBezTo>
                  <a:cubicBezTo>
                    <a:pt x="732" y="320"/>
                    <a:pt x="733" y="317"/>
                    <a:pt x="736" y="314"/>
                  </a:cubicBezTo>
                  <a:cubicBezTo>
                    <a:pt x="736" y="314"/>
                    <a:pt x="736" y="314"/>
                    <a:pt x="736" y="314"/>
                  </a:cubicBezTo>
                  <a:cubicBezTo>
                    <a:pt x="735" y="313"/>
                    <a:pt x="735" y="312"/>
                    <a:pt x="734" y="311"/>
                  </a:cubicBezTo>
                  <a:cubicBezTo>
                    <a:pt x="734" y="311"/>
                    <a:pt x="733" y="311"/>
                    <a:pt x="732" y="310"/>
                  </a:cubicBezTo>
                  <a:cubicBezTo>
                    <a:pt x="730" y="309"/>
                    <a:pt x="729" y="308"/>
                    <a:pt x="729" y="307"/>
                  </a:cubicBezTo>
                  <a:cubicBezTo>
                    <a:pt x="726" y="305"/>
                    <a:pt x="720" y="299"/>
                    <a:pt x="725" y="292"/>
                  </a:cubicBezTo>
                  <a:cubicBezTo>
                    <a:pt x="725" y="291"/>
                    <a:pt x="725" y="291"/>
                    <a:pt x="725" y="291"/>
                  </a:cubicBezTo>
                  <a:cubicBezTo>
                    <a:pt x="727" y="289"/>
                    <a:pt x="728" y="287"/>
                    <a:pt x="729" y="286"/>
                  </a:cubicBezTo>
                  <a:cubicBezTo>
                    <a:pt x="728" y="286"/>
                    <a:pt x="728" y="286"/>
                    <a:pt x="728" y="286"/>
                  </a:cubicBezTo>
                  <a:cubicBezTo>
                    <a:pt x="726" y="286"/>
                    <a:pt x="725" y="285"/>
                    <a:pt x="723" y="284"/>
                  </a:cubicBezTo>
                  <a:cubicBezTo>
                    <a:pt x="721" y="283"/>
                    <a:pt x="720" y="281"/>
                    <a:pt x="718" y="280"/>
                  </a:cubicBezTo>
                  <a:cubicBezTo>
                    <a:pt x="717" y="279"/>
                    <a:pt x="717" y="278"/>
                    <a:pt x="716" y="277"/>
                  </a:cubicBezTo>
                  <a:cubicBezTo>
                    <a:pt x="712" y="276"/>
                    <a:pt x="710" y="272"/>
                    <a:pt x="709" y="269"/>
                  </a:cubicBezTo>
                  <a:cubicBezTo>
                    <a:pt x="709" y="268"/>
                    <a:pt x="709" y="268"/>
                    <a:pt x="709" y="268"/>
                  </a:cubicBezTo>
                  <a:cubicBezTo>
                    <a:pt x="708" y="267"/>
                    <a:pt x="708" y="266"/>
                    <a:pt x="708" y="266"/>
                  </a:cubicBezTo>
                  <a:cubicBezTo>
                    <a:pt x="707" y="265"/>
                    <a:pt x="707" y="265"/>
                    <a:pt x="706" y="264"/>
                  </a:cubicBezTo>
                  <a:cubicBezTo>
                    <a:pt x="704" y="264"/>
                    <a:pt x="703" y="262"/>
                    <a:pt x="702" y="261"/>
                  </a:cubicBezTo>
                  <a:cubicBezTo>
                    <a:pt x="701" y="261"/>
                    <a:pt x="700" y="260"/>
                    <a:pt x="700" y="260"/>
                  </a:cubicBezTo>
                  <a:cubicBezTo>
                    <a:pt x="696" y="259"/>
                    <a:pt x="695" y="257"/>
                    <a:pt x="694" y="256"/>
                  </a:cubicBezTo>
                  <a:cubicBezTo>
                    <a:pt x="694" y="256"/>
                    <a:pt x="694" y="256"/>
                    <a:pt x="693" y="256"/>
                  </a:cubicBezTo>
                  <a:cubicBezTo>
                    <a:pt x="692" y="256"/>
                    <a:pt x="691" y="255"/>
                    <a:pt x="690" y="255"/>
                  </a:cubicBezTo>
                  <a:cubicBezTo>
                    <a:pt x="687" y="253"/>
                    <a:pt x="684" y="252"/>
                    <a:pt x="680" y="250"/>
                  </a:cubicBezTo>
                  <a:cubicBezTo>
                    <a:pt x="679" y="249"/>
                    <a:pt x="678" y="249"/>
                    <a:pt x="677" y="248"/>
                  </a:cubicBezTo>
                  <a:cubicBezTo>
                    <a:pt x="675" y="247"/>
                    <a:pt x="673" y="247"/>
                    <a:pt x="671" y="245"/>
                  </a:cubicBezTo>
                  <a:cubicBezTo>
                    <a:pt x="671" y="245"/>
                    <a:pt x="671" y="245"/>
                    <a:pt x="671" y="245"/>
                  </a:cubicBezTo>
                  <a:cubicBezTo>
                    <a:pt x="669" y="244"/>
                    <a:pt x="667" y="243"/>
                    <a:pt x="666" y="240"/>
                  </a:cubicBezTo>
                  <a:cubicBezTo>
                    <a:pt x="666" y="239"/>
                    <a:pt x="666" y="239"/>
                    <a:pt x="665" y="238"/>
                  </a:cubicBezTo>
                  <a:cubicBezTo>
                    <a:pt x="661" y="236"/>
                    <a:pt x="656" y="232"/>
                    <a:pt x="656" y="226"/>
                  </a:cubicBezTo>
                  <a:cubicBezTo>
                    <a:pt x="656" y="224"/>
                    <a:pt x="656" y="221"/>
                    <a:pt x="661" y="218"/>
                  </a:cubicBezTo>
                  <a:cubicBezTo>
                    <a:pt x="661" y="218"/>
                    <a:pt x="661" y="218"/>
                    <a:pt x="661" y="218"/>
                  </a:cubicBezTo>
                  <a:cubicBezTo>
                    <a:pt x="661" y="218"/>
                    <a:pt x="661" y="218"/>
                    <a:pt x="661" y="218"/>
                  </a:cubicBezTo>
                  <a:cubicBezTo>
                    <a:pt x="661" y="214"/>
                    <a:pt x="661" y="213"/>
                    <a:pt x="660" y="210"/>
                  </a:cubicBezTo>
                  <a:cubicBezTo>
                    <a:pt x="660" y="210"/>
                    <a:pt x="659" y="210"/>
                    <a:pt x="658" y="210"/>
                  </a:cubicBezTo>
                  <a:cubicBezTo>
                    <a:pt x="657" y="210"/>
                    <a:pt x="655" y="210"/>
                    <a:pt x="654" y="209"/>
                  </a:cubicBezTo>
                  <a:cubicBezTo>
                    <a:pt x="650" y="208"/>
                    <a:pt x="648" y="206"/>
                    <a:pt x="647" y="204"/>
                  </a:cubicBezTo>
                  <a:cubicBezTo>
                    <a:pt x="646" y="203"/>
                    <a:pt x="645" y="203"/>
                    <a:pt x="645" y="202"/>
                  </a:cubicBezTo>
                  <a:cubicBezTo>
                    <a:pt x="642" y="200"/>
                    <a:pt x="641" y="198"/>
                    <a:pt x="641" y="196"/>
                  </a:cubicBezTo>
                  <a:cubicBezTo>
                    <a:pt x="640" y="195"/>
                    <a:pt x="640" y="194"/>
                    <a:pt x="640" y="194"/>
                  </a:cubicBezTo>
                  <a:cubicBezTo>
                    <a:pt x="639" y="192"/>
                    <a:pt x="637" y="190"/>
                    <a:pt x="635" y="190"/>
                  </a:cubicBezTo>
                  <a:cubicBezTo>
                    <a:pt x="633" y="190"/>
                    <a:pt x="631" y="190"/>
                    <a:pt x="630" y="189"/>
                  </a:cubicBezTo>
                  <a:cubicBezTo>
                    <a:pt x="629" y="189"/>
                    <a:pt x="628" y="189"/>
                    <a:pt x="627" y="189"/>
                  </a:cubicBezTo>
                  <a:cubicBezTo>
                    <a:pt x="626" y="189"/>
                    <a:pt x="626" y="189"/>
                    <a:pt x="625" y="189"/>
                  </a:cubicBezTo>
                  <a:cubicBezTo>
                    <a:pt x="624" y="189"/>
                    <a:pt x="623" y="189"/>
                    <a:pt x="622" y="189"/>
                  </a:cubicBezTo>
                  <a:cubicBezTo>
                    <a:pt x="622" y="189"/>
                    <a:pt x="621" y="189"/>
                    <a:pt x="620" y="189"/>
                  </a:cubicBezTo>
                  <a:cubicBezTo>
                    <a:pt x="618" y="189"/>
                    <a:pt x="615" y="187"/>
                    <a:pt x="613" y="185"/>
                  </a:cubicBezTo>
                  <a:cubicBezTo>
                    <a:pt x="613" y="185"/>
                    <a:pt x="613" y="185"/>
                    <a:pt x="613" y="185"/>
                  </a:cubicBezTo>
                  <a:cubicBezTo>
                    <a:pt x="612" y="186"/>
                    <a:pt x="611" y="186"/>
                    <a:pt x="609" y="186"/>
                  </a:cubicBezTo>
                  <a:cubicBezTo>
                    <a:pt x="602" y="186"/>
                    <a:pt x="597" y="183"/>
                    <a:pt x="594" y="179"/>
                  </a:cubicBezTo>
                  <a:cubicBezTo>
                    <a:pt x="592" y="175"/>
                    <a:pt x="592" y="170"/>
                    <a:pt x="594" y="165"/>
                  </a:cubicBezTo>
                  <a:cubicBezTo>
                    <a:pt x="595" y="163"/>
                    <a:pt x="596" y="162"/>
                    <a:pt x="597" y="160"/>
                  </a:cubicBezTo>
                  <a:cubicBezTo>
                    <a:pt x="598" y="160"/>
                    <a:pt x="598" y="160"/>
                    <a:pt x="598" y="159"/>
                  </a:cubicBezTo>
                  <a:cubicBezTo>
                    <a:pt x="598" y="159"/>
                    <a:pt x="598" y="159"/>
                    <a:pt x="598" y="158"/>
                  </a:cubicBezTo>
                  <a:cubicBezTo>
                    <a:pt x="598" y="158"/>
                    <a:pt x="598" y="158"/>
                    <a:pt x="598" y="158"/>
                  </a:cubicBezTo>
                  <a:cubicBezTo>
                    <a:pt x="597" y="158"/>
                    <a:pt x="597" y="158"/>
                    <a:pt x="596" y="158"/>
                  </a:cubicBezTo>
                  <a:cubicBezTo>
                    <a:pt x="593" y="158"/>
                    <a:pt x="590" y="158"/>
                    <a:pt x="587" y="157"/>
                  </a:cubicBezTo>
                  <a:cubicBezTo>
                    <a:pt x="586" y="157"/>
                    <a:pt x="585" y="157"/>
                    <a:pt x="584" y="157"/>
                  </a:cubicBezTo>
                  <a:cubicBezTo>
                    <a:pt x="582" y="157"/>
                    <a:pt x="580" y="157"/>
                    <a:pt x="578" y="157"/>
                  </a:cubicBezTo>
                  <a:cubicBezTo>
                    <a:pt x="577" y="156"/>
                    <a:pt x="576" y="156"/>
                    <a:pt x="574" y="157"/>
                  </a:cubicBezTo>
                  <a:cubicBezTo>
                    <a:pt x="573" y="157"/>
                    <a:pt x="572" y="157"/>
                    <a:pt x="571" y="157"/>
                  </a:cubicBezTo>
                  <a:cubicBezTo>
                    <a:pt x="571" y="157"/>
                    <a:pt x="571" y="157"/>
                    <a:pt x="571" y="157"/>
                  </a:cubicBezTo>
                  <a:cubicBezTo>
                    <a:pt x="569" y="157"/>
                    <a:pt x="567" y="156"/>
                    <a:pt x="566" y="156"/>
                  </a:cubicBezTo>
                  <a:cubicBezTo>
                    <a:pt x="565" y="155"/>
                    <a:pt x="564" y="155"/>
                    <a:pt x="564" y="155"/>
                  </a:cubicBezTo>
                  <a:cubicBezTo>
                    <a:pt x="563" y="156"/>
                    <a:pt x="561" y="157"/>
                    <a:pt x="559" y="157"/>
                  </a:cubicBezTo>
                  <a:cubicBezTo>
                    <a:pt x="558" y="157"/>
                    <a:pt x="553" y="156"/>
                    <a:pt x="552" y="149"/>
                  </a:cubicBezTo>
                  <a:cubicBezTo>
                    <a:pt x="552" y="145"/>
                    <a:pt x="554" y="143"/>
                    <a:pt x="556" y="141"/>
                  </a:cubicBezTo>
                  <a:cubicBezTo>
                    <a:pt x="556" y="141"/>
                    <a:pt x="556" y="141"/>
                    <a:pt x="556" y="141"/>
                  </a:cubicBezTo>
                  <a:cubicBezTo>
                    <a:pt x="552" y="140"/>
                    <a:pt x="550" y="136"/>
                    <a:pt x="549" y="134"/>
                  </a:cubicBezTo>
                  <a:cubicBezTo>
                    <a:pt x="549" y="131"/>
                    <a:pt x="549" y="124"/>
                    <a:pt x="553" y="120"/>
                  </a:cubicBezTo>
                  <a:cubicBezTo>
                    <a:pt x="554" y="118"/>
                    <a:pt x="556" y="117"/>
                    <a:pt x="558" y="117"/>
                  </a:cubicBezTo>
                  <a:cubicBezTo>
                    <a:pt x="558" y="117"/>
                    <a:pt x="559" y="117"/>
                    <a:pt x="560" y="115"/>
                  </a:cubicBezTo>
                  <a:cubicBezTo>
                    <a:pt x="562" y="112"/>
                    <a:pt x="562" y="108"/>
                    <a:pt x="561" y="103"/>
                  </a:cubicBezTo>
                  <a:cubicBezTo>
                    <a:pt x="560" y="100"/>
                    <a:pt x="560" y="100"/>
                    <a:pt x="560" y="100"/>
                  </a:cubicBezTo>
                  <a:cubicBezTo>
                    <a:pt x="560" y="97"/>
                    <a:pt x="561" y="94"/>
                    <a:pt x="562" y="92"/>
                  </a:cubicBezTo>
                  <a:cubicBezTo>
                    <a:pt x="563" y="92"/>
                    <a:pt x="563" y="91"/>
                    <a:pt x="563" y="90"/>
                  </a:cubicBezTo>
                  <a:cubicBezTo>
                    <a:pt x="564" y="89"/>
                    <a:pt x="563" y="87"/>
                    <a:pt x="563" y="84"/>
                  </a:cubicBezTo>
                  <a:cubicBezTo>
                    <a:pt x="563" y="84"/>
                    <a:pt x="563" y="83"/>
                    <a:pt x="562" y="82"/>
                  </a:cubicBezTo>
                  <a:cubicBezTo>
                    <a:pt x="562" y="77"/>
                    <a:pt x="558" y="71"/>
                    <a:pt x="554" y="66"/>
                  </a:cubicBezTo>
                  <a:cubicBezTo>
                    <a:pt x="553" y="64"/>
                    <a:pt x="552" y="62"/>
                    <a:pt x="551" y="60"/>
                  </a:cubicBezTo>
                  <a:cubicBezTo>
                    <a:pt x="549" y="56"/>
                    <a:pt x="549" y="56"/>
                    <a:pt x="549" y="56"/>
                  </a:cubicBezTo>
                  <a:cubicBezTo>
                    <a:pt x="545" y="50"/>
                    <a:pt x="542" y="44"/>
                    <a:pt x="537" y="40"/>
                  </a:cubicBezTo>
                  <a:cubicBezTo>
                    <a:pt x="535" y="38"/>
                    <a:pt x="533" y="36"/>
                    <a:pt x="531" y="35"/>
                  </a:cubicBezTo>
                  <a:cubicBezTo>
                    <a:pt x="527" y="31"/>
                    <a:pt x="522" y="26"/>
                    <a:pt x="518" y="20"/>
                  </a:cubicBezTo>
                  <a:cubicBezTo>
                    <a:pt x="517" y="19"/>
                    <a:pt x="517" y="19"/>
                    <a:pt x="517" y="19"/>
                  </a:cubicBezTo>
                  <a:cubicBezTo>
                    <a:pt x="516" y="18"/>
                    <a:pt x="516" y="16"/>
                    <a:pt x="515" y="15"/>
                  </a:cubicBezTo>
                  <a:cubicBezTo>
                    <a:pt x="515" y="15"/>
                    <a:pt x="515" y="15"/>
                    <a:pt x="514" y="14"/>
                  </a:cubicBezTo>
                  <a:cubicBezTo>
                    <a:pt x="514" y="14"/>
                    <a:pt x="513" y="14"/>
                    <a:pt x="512" y="14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6" y="13"/>
                    <a:pt x="504" y="12"/>
                    <a:pt x="502" y="11"/>
                  </a:cubicBezTo>
                  <a:cubicBezTo>
                    <a:pt x="501" y="11"/>
                    <a:pt x="500" y="11"/>
                    <a:pt x="498" y="11"/>
                  </a:cubicBezTo>
                  <a:cubicBezTo>
                    <a:pt x="497" y="11"/>
                    <a:pt x="495" y="11"/>
                    <a:pt x="494" y="10"/>
                  </a:cubicBezTo>
                  <a:cubicBezTo>
                    <a:pt x="492" y="11"/>
                    <a:pt x="490" y="13"/>
                    <a:pt x="487" y="13"/>
                  </a:cubicBezTo>
                  <a:cubicBezTo>
                    <a:pt x="487" y="13"/>
                    <a:pt x="487" y="13"/>
                    <a:pt x="486" y="14"/>
                  </a:cubicBezTo>
                  <a:cubicBezTo>
                    <a:pt x="485" y="14"/>
                    <a:pt x="484" y="15"/>
                    <a:pt x="483" y="15"/>
                  </a:cubicBezTo>
                  <a:cubicBezTo>
                    <a:pt x="483" y="15"/>
                    <a:pt x="482" y="15"/>
                    <a:pt x="482" y="15"/>
                  </a:cubicBezTo>
                  <a:cubicBezTo>
                    <a:pt x="482" y="15"/>
                    <a:pt x="482" y="16"/>
                    <a:pt x="482" y="16"/>
                  </a:cubicBezTo>
                  <a:cubicBezTo>
                    <a:pt x="481" y="17"/>
                    <a:pt x="481" y="18"/>
                    <a:pt x="480" y="19"/>
                  </a:cubicBezTo>
                  <a:cubicBezTo>
                    <a:pt x="478" y="21"/>
                    <a:pt x="476" y="21"/>
                    <a:pt x="474" y="21"/>
                  </a:cubicBezTo>
                  <a:cubicBezTo>
                    <a:pt x="474" y="21"/>
                    <a:pt x="474" y="21"/>
                    <a:pt x="474" y="21"/>
                  </a:cubicBezTo>
                  <a:cubicBezTo>
                    <a:pt x="473" y="21"/>
                    <a:pt x="473" y="21"/>
                    <a:pt x="472" y="21"/>
                  </a:cubicBezTo>
                  <a:cubicBezTo>
                    <a:pt x="471" y="21"/>
                    <a:pt x="471" y="21"/>
                    <a:pt x="470" y="21"/>
                  </a:cubicBezTo>
                  <a:cubicBezTo>
                    <a:pt x="470" y="22"/>
                    <a:pt x="469" y="25"/>
                    <a:pt x="467" y="26"/>
                  </a:cubicBezTo>
                  <a:cubicBezTo>
                    <a:pt x="465" y="27"/>
                    <a:pt x="464" y="28"/>
                    <a:pt x="463" y="28"/>
                  </a:cubicBezTo>
                  <a:cubicBezTo>
                    <a:pt x="462" y="28"/>
                    <a:pt x="461" y="28"/>
                    <a:pt x="461" y="29"/>
                  </a:cubicBezTo>
                  <a:cubicBezTo>
                    <a:pt x="458" y="30"/>
                    <a:pt x="458" y="30"/>
                    <a:pt x="456" y="31"/>
                  </a:cubicBezTo>
                  <a:cubicBezTo>
                    <a:pt x="453" y="31"/>
                    <a:pt x="453" y="31"/>
                    <a:pt x="452" y="32"/>
                  </a:cubicBezTo>
                  <a:cubicBezTo>
                    <a:pt x="452" y="32"/>
                    <a:pt x="452" y="34"/>
                    <a:pt x="454" y="39"/>
                  </a:cubicBezTo>
                  <a:cubicBezTo>
                    <a:pt x="456" y="46"/>
                    <a:pt x="452" y="56"/>
                    <a:pt x="446" y="59"/>
                  </a:cubicBezTo>
                  <a:cubicBezTo>
                    <a:pt x="444" y="60"/>
                    <a:pt x="442" y="60"/>
                    <a:pt x="440" y="60"/>
                  </a:cubicBezTo>
                  <a:cubicBezTo>
                    <a:pt x="440" y="60"/>
                    <a:pt x="439" y="60"/>
                    <a:pt x="439" y="60"/>
                  </a:cubicBezTo>
                  <a:cubicBezTo>
                    <a:pt x="438" y="62"/>
                    <a:pt x="438" y="63"/>
                    <a:pt x="437" y="65"/>
                  </a:cubicBezTo>
                  <a:cubicBezTo>
                    <a:pt x="436" y="66"/>
                    <a:pt x="436" y="67"/>
                    <a:pt x="436" y="67"/>
                  </a:cubicBezTo>
                  <a:cubicBezTo>
                    <a:pt x="433" y="73"/>
                    <a:pt x="430" y="76"/>
                    <a:pt x="425" y="76"/>
                  </a:cubicBezTo>
                  <a:cubicBezTo>
                    <a:pt x="424" y="76"/>
                    <a:pt x="423" y="76"/>
                    <a:pt x="423" y="76"/>
                  </a:cubicBezTo>
                  <a:cubicBezTo>
                    <a:pt x="422" y="76"/>
                    <a:pt x="422" y="76"/>
                    <a:pt x="422" y="76"/>
                  </a:cubicBezTo>
                  <a:cubicBezTo>
                    <a:pt x="422" y="77"/>
                    <a:pt x="421" y="78"/>
                    <a:pt x="421" y="79"/>
                  </a:cubicBezTo>
                  <a:cubicBezTo>
                    <a:pt x="419" y="80"/>
                    <a:pt x="419" y="80"/>
                    <a:pt x="419" y="80"/>
                  </a:cubicBezTo>
                  <a:cubicBezTo>
                    <a:pt x="418" y="82"/>
                    <a:pt x="417" y="83"/>
                    <a:pt x="416" y="85"/>
                  </a:cubicBezTo>
                  <a:cubicBezTo>
                    <a:pt x="414" y="88"/>
                    <a:pt x="412" y="89"/>
                    <a:pt x="410" y="89"/>
                  </a:cubicBezTo>
                  <a:cubicBezTo>
                    <a:pt x="410" y="90"/>
                    <a:pt x="410" y="90"/>
                    <a:pt x="410" y="90"/>
                  </a:cubicBezTo>
                  <a:cubicBezTo>
                    <a:pt x="409" y="92"/>
                    <a:pt x="409" y="92"/>
                    <a:pt x="409" y="92"/>
                  </a:cubicBezTo>
                  <a:cubicBezTo>
                    <a:pt x="409" y="94"/>
                    <a:pt x="408" y="96"/>
                    <a:pt x="406" y="98"/>
                  </a:cubicBezTo>
                  <a:cubicBezTo>
                    <a:pt x="405" y="100"/>
                    <a:pt x="405" y="100"/>
                    <a:pt x="405" y="100"/>
                  </a:cubicBezTo>
                  <a:cubicBezTo>
                    <a:pt x="403" y="102"/>
                    <a:pt x="402" y="103"/>
                    <a:pt x="400" y="105"/>
                  </a:cubicBezTo>
                  <a:cubicBezTo>
                    <a:pt x="400" y="106"/>
                    <a:pt x="399" y="106"/>
                    <a:pt x="399" y="107"/>
                  </a:cubicBezTo>
                  <a:cubicBezTo>
                    <a:pt x="398" y="109"/>
                    <a:pt x="396" y="112"/>
                    <a:pt x="393" y="113"/>
                  </a:cubicBezTo>
                  <a:cubicBezTo>
                    <a:pt x="391" y="114"/>
                    <a:pt x="390" y="114"/>
                    <a:pt x="389" y="114"/>
                  </a:cubicBezTo>
                  <a:cubicBezTo>
                    <a:pt x="389" y="116"/>
                    <a:pt x="388" y="118"/>
                    <a:pt x="387" y="118"/>
                  </a:cubicBezTo>
                  <a:cubicBezTo>
                    <a:pt x="384" y="120"/>
                    <a:pt x="382" y="119"/>
                    <a:pt x="381" y="119"/>
                  </a:cubicBezTo>
                  <a:cubicBezTo>
                    <a:pt x="381" y="119"/>
                    <a:pt x="380" y="120"/>
                    <a:pt x="380" y="120"/>
                  </a:cubicBezTo>
                  <a:cubicBezTo>
                    <a:pt x="380" y="123"/>
                    <a:pt x="375" y="128"/>
                    <a:pt x="373" y="129"/>
                  </a:cubicBezTo>
                  <a:cubicBezTo>
                    <a:pt x="369" y="131"/>
                    <a:pt x="364" y="131"/>
                    <a:pt x="359" y="130"/>
                  </a:cubicBezTo>
                  <a:cubicBezTo>
                    <a:pt x="358" y="130"/>
                    <a:pt x="358" y="130"/>
                    <a:pt x="357" y="130"/>
                  </a:cubicBezTo>
                  <a:cubicBezTo>
                    <a:pt x="354" y="131"/>
                    <a:pt x="352" y="130"/>
                    <a:pt x="351" y="130"/>
                  </a:cubicBezTo>
                  <a:cubicBezTo>
                    <a:pt x="351" y="130"/>
                    <a:pt x="351" y="130"/>
                    <a:pt x="351" y="130"/>
                  </a:cubicBezTo>
                  <a:cubicBezTo>
                    <a:pt x="351" y="130"/>
                    <a:pt x="351" y="130"/>
                    <a:pt x="351" y="130"/>
                  </a:cubicBezTo>
                  <a:cubicBezTo>
                    <a:pt x="340" y="135"/>
                    <a:pt x="340" y="135"/>
                    <a:pt x="340" y="135"/>
                  </a:cubicBezTo>
                  <a:cubicBezTo>
                    <a:pt x="340" y="135"/>
                    <a:pt x="339" y="135"/>
                    <a:pt x="339" y="135"/>
                  </a:cubicBezTo>
                  <a:cubicBezTo>
                    <a:pt x="338" y="135"/>
                    <a:pt x="337" y="135"/>
                    <a:pt x="336" y="135"/>
                  </a:cubicBezTo>
                  <a:cubicBezTo>
                    <a:pt x="333" y="135"/>
                    <a:pt x="333" y="135"/>
                    <a:pt x="333" y="135"/>
                  </a:cubicBezTo>
                  <a:cubicBezTo>
                    <a:pt x="333" y="135"/>
                    <a:pt x="332" y="135"/>
                    <a:pt x="331" y="136"/>
                  </a:cubicBezTo>
                  <a:cubicBezTo>
                    <a:pt x="331" y="136"/>
                    <a:pt x="331" y="136"/>
                    <a:pt x="330" y="136"/>
                  </a:cubicBezTo>
                  <a:cubicBezTo>
                    <a:pt x="329" y="136"/>
                    <a:pt x="328" y="137"/>
                    <a:pt x="326" y="137"/>
                  </a:cubicBezTo>
                  <a:cubicBezTo>
                    <a:pt x="324" y="137"/>
                    <a:pt x="323" y="137"/>
                    <a:pt x="322" y="137"/>
                  </a:cubicBezTo>
                  <a:cubicBezTo>
                    <a:pt x="322" y="137"/>
                    <a:pt x="321" y="136"/>
                    <a:pt x="321" y="136"/>
                  </a:cubicBezTo>
                  <a:cubicBezTo>
                    <a:pt x="318" y="138"/>
                    <a:pt x="316" y="138"/>
                    <a:pt x="313" y="137"/>
                  </a:cubicBezTo>
                  <a:cubicBezTo>
                    <a:pt x="312" y="137"/>
                    <a:pt x="311" y="137"/>
                    <a:pt x="309" y="138"/>
                  </a:cubicBezTo>
                  <a:cubicBezTo>
                    <a:pt x="308" y="138"/>
                    <a:pt x="307" y="138"/>
                    <a:pt x="306" y="138"/>
                  </a:cubicBezTo>
                  <a:cubicBezTo>
                    <a:pt x="303" y="138"/>
                    <a:pt x="302" y="138"/>
                    <a:pt x="300" y="138"/>
                  </a:cubicBezTo>
                  <a:cubicBezTo>
                    <a:pt x="299" y="137"/>
                    <a:pt x="298" y="137"/>
                    <a:pt x="297" y="137"/>
                  </a:cubicBezTo>
                  <a:cubicBezTo>
                    <a:pt x="296" y="137"/>
                    <a:pt x="295" y="138"/>
                    <a:pt x="294" y="138"/>
                  </a:cubicBezTo>
                  <a:cubicBezTo>
                    <a:pt x="280" y="144"/>
                    <a:pt x="280" y="144"/>
                    <a:pt x="280" y="144"/>
                  </a:cubicBezTo>
                  <a:cubicBezTo>
                    <a:pt x="283" y="145"/>
                    <a:pt x="287" y="147"/>
                    <a:pt x="291" y="148"/>
                  </a:cubicBezTo>
                  <a:cubicBezTo>
                    <a:pt x="292" y="148"/>
                    <a:pt x="292" y="148"/>
                    <a:pt x="293" y="149"/>
                  </a:cubicBezTo>
                  <a:cubicBezTo>
                    <a:pt x="295" y="152"/>
                    <a:pt x="298" y="154"/>
                    <a:pt x="294" y="159"/>
                  </a:cubicBezTo>
                  <a:cubicBezTo>
                    <a:pt x="294" y="159"/>
                    <a:pt x="294" y="160"/>
                    <a:pt x="293" y="160"/>
                  </a:cubicBezTo>
                  <a:cubicBezTo>
                    <a:pt x="293" y="161"/>
                    <a:pt x="292" y="162"/>
                    <a:pt x="292" y="163"/>
                  </a:cubicBezTo>
                  <a:cubicBezTo>
                    <a:pt x="291" y="165"/>
                    <a:pt x="290" y="166"/>
                    <a:pt x="288" y="168"/>
                  </a:cubicBezTo>
                  <a:cubicBezTo>
                    <a:pt x="286" y="171"/>
                    <a:pt x="285" y="173"/>
                    <a:pt x="284" y="175"/>
                  </a:cubicBezTo>
                  <a:cubicBezTo>
                    <a:pt x="280" y="179"/>
                    <a:pt x="277" y="184"/>
                    <a:pt x="270" y="187"/>
                  </a:cubicBezTo>
                  <a:cubicBezTo>
                    <a:pt x="269" y="188"/>
                    <a:pt x="269" y="189"/>
                    <a:pt x="268" y="191"/>
                  </a:cubicBezTo>
                  <a:cubicBezTo>
                    <a:pt x="267" y="194"/>
                    <a:pt x="265" y="199"/>
                    <a:pt x="257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46" y="200"/>
                    <a:pt x="242" y="201"/>
                    <a:pt x="237" y="201"/>
                  </a:cubicBezTo>
                  <a:cubicBezTo>
                    <a:pt x="236" y="201"/>
                    <a:pt x="235" y="201"/>
                    <a:pt x="234" y="201"/>
                  </a:cubicBezTo>
                  <a:cubicBezTo>
                    <a:pt x="231" y="201"/>
                    <a:pt x="229" y="201"/>
                    <a:pt x="228" y="201"/>
                  </a:cubicBezTo>
                  <a:cubicBezTo>
                    <a:pt x="227" y="202"/>
                    <a:pt x="226" y="202"/>
                    <a:pt x="225" y="203"/>
                  </a:cubicBezTo>
                  <a:cubicBezTo>
                    <a:pt x="223" y="203"/>
                    <a:pt x="221" y="204"/>
                    <a:pt x="219" y="205"/>
                  </a:cubicBezTo>
                  <a:cubicBezTo>
                    <a:pt x="216" y="205"/>
                    <a:pt x="212" y="204"/>
                    <a:pt x="208" y="204"/>
                  </a:cubicBezTo>
                  <a:cubicBezTo>
                    <a:pt x="207" y="203"/>
                    <a:pt x="207" y="203"/>
                    <a:pt x="207" y="203"/>
                  </a:cubicBezTo>
                  <a:cubicBezTo>
                    <a:pt x="207" y="203"/>
                    <a:pt x="206" y="203"/>
                    <a:pt x="206" y="203"/>
                  </a:cubicBezTo>
                  <a:cubicBezTo>
                    <a:pt x="205" y="203"/>
                    <a:pt x="205" y="204"/>
                    <a:pt x="205" y="204"/>
                  </a:cubicBezTo>
                  <a:cubicBezTo>
                    <a:pt x="204" y="204"/>
                    <a:pt x="203" y="205"/>
                    <a:pt x="202" y="206"/>
                  </a:cubicBezTo>
                  <a:cubicBezTo>
                    <a:pt x="201" y="206"/>
                    <a:pt x="199" y="206"/>
                    <a:pt x="198" y="206"/>
                  </a:cubicBezTo>
                  <a:cubicBezTo>
                    <a:pt x="198" y="207"/>
                    <a:pt x="197" y="208"/>
                    <a:pt x="196" y="209"/>
                  </a:cubicBezTo>
                  <a:cubicBezTo>
                    <a:pt x="195" y="209"/>
                    <a:pt x="194" y="210"/>
                    <a:pt x="193" y="210"/>
                  </a:cubicBezTo>
                  <a:cubicBezTo>
                    <a:pt x="190" y="209"/>
                    <a:pt x="190" y="209"/>
                    <a:pt x="190" y="209"/>
                  </a:cubicBezTo>
                  <a:cubicBezTo>
                    <a:pt x="190" y="209"/>
                    <a:pt x="189" y="210"/>
                    <a:pt x="188" y="210"/>
                  </a:cubicBezTo>
                  <a:cubicBezTo>
                    <a:pt x="188" y="211"/>
                    <a:pt x="186" y="212"/>
                    <a:pt x="184" y="212"/>
                  </a:cubicBezTo>
                  <a:cubicBezTo>
                    <a:pt x="184" y="213"/>
                    <a:pt x="184" y="213"/>
                    <a:pt x="183" y="213"/>
                  </a:cubicBezTo>
                  <a:cubicBezTo>
                    <a:pt x="183" y="213"/>
                    <a:pt x="183" y="213"/>
                    <a:pt x="182" y="214"/>
                  </a:cubicBezTo>
                  <a:cubicBezTo>
                    <a:pt x="182" y="214"/>
                    <a:pt x="182" y="215"/>
                    <a:pt x="181" y="215"/>
                  </a:cubicBezTo>
                  <a:cubicBezTo>
                    <a:pt x="180" y="216"/>
                    <a:pt x="179" y="217"/>
                    <a:pt x="179" y="217"/>
                  </a:cubicBezTo>
                  <a:cubicBezTo>
                    <a:pt x="178" y="217"/>
                    <a:pt x="178" y="218"/>
                    <a:pt x="178" y="218"/>
                  </a:cubicBezTo>
                  <a:cubicBezTo>
                    <a:pt x="178" y="218"/>
                    <a:pt x="178" y="218"/>
                    <a:pt x="177" y="218"/>
                  </a:cubicBezTo>
                  <a:cubicBezTo>
                    <a:pt x="176" y="220"/>
                    <a:pt x="175" y="221"/>
                    <a:pt x="174" y="222"/>
                  </a:cubicBezTo>
                  <a:cubicBezTo>
                    <a:pt x="173" y="222"/>
                    <a:pt x="171" y="222"/>
                    <a:pt x="170" y="222"/>
                  </a:cubicBezTo>
                  <a:cubicBezTo>
                    <a:pt x="170" y="223"/>
                    <a:pt x="169" y="223"/>
                    <a:pt x="168" y="223"/>
                  </a:cubicBezTo>
                  <a:cubicBezTo>
                    <a:pt x="168" y="223"/>
                    <a:pt x="168" y="223"/>
                    <a:pt x="168" y="223"/>
                  </a:cubicBezTo>
                  <a:cubicBezTo>
                    <a:pt x="166" y="224"/>
                    <a:pt x="165" y="224"/>
                    <a:pt x="163" y="224"/>
                  </a:cubicBezTo>
                  <a:cubicBezTo>
                    <a:pt x="162" y="225"/>
                    <a:pt x="161" y="225"/>
                    <a:pt x="161" y="225"/>
                  </a:cubicBezTo>
                  <a:cubicBezTo>
                    <a:pt x="160" y="227"/>
                    <a:pt x="159" y="229"/>
                    <a:pt x="155" y="231"/>
                  </a:cubicBezTo>
                  <a:cubicBezTo>
                    <a:pt x="155" y="231"/>
                    <a:pt x="154" y="231"/>
                    <a:pt x="153" y="231"/>
                  </a:cubicBezTo>
                  <a:cubicBezTo>
                    <a:pt x="150" y="231"/>
                    <a:pt x="147" y="229"/>
                    <a:pt x="141" y="224"/>
                  </a:cubicBezTo>
                  <a:cubicBezTo>
                    <a:pt x="140" y="223"/>
                    <a:pt x="140" y="223"/>
                    <a:pt x="140" y="223"/>
                  </a:cubicBezTo>
                  <a:cubicBezTo>
                    <a:pt x="139" y="221"/>
                    <a:pt x="137" y="220"/>
                    <a:pt x="137" y="217"/>
                  </a:cubicBezTo>
                  <a:cubicBezTo>
                    <a:pt x="137" y="217"/>
                    <a:pt x="136" y="216"/>
                    <a:pt x="135" y="215"/>
                  </a:cubicBezTo>
                  <a:cubicBezTo>
                    <a:pt x="135" y="215"/>
                    <a:pt x="135" y="214"/>
                    <a:pt x="134" y="214"/>
                  </a:cubicBezTo>
                  <a:cubicBezTo>
                    <a:pt x="134" y="215"/>
                    <a:pt x="133" y="215"/>
                    <a:pt x="132" y="215"/>
                  </a:cubicBezTo>
                  <a:cubicBezTo>
                    <a:pt x="133" y="217"/>
                    <a:pt x="132" y="218"/>
                    <a:pt x="132" y="219"/>
                  </a:cubicBezTo>
                  <a:cubicBezTo>
                    <a:pt x="130" y="222"/>
                    <a:pt x="127" y="223"/>
                    <a:pt x="125" y="223"/>
                  </a:cubicBezTo>
                  <a:cubicBezTo>
                    <a:pt x="124" y="224"/>
                    <a:pt x="123" y="224"/>
                    <a:pt x="122" y="224"/>
                  </a:cubicBezTo>
                  <a:cubicBezTo>
                    <a:pt x="121" y="224"/>
                    <a:pt x="121" y="225"/>
                    <a:pt x="120" y="225"/>
                  </a:cubicBezTo>
                  <a:cubicBezTo>
                    <a:pt x="118" y="226"/>
                    <a:pt x="116" y="227"/>
                    <a:pt x="113" y="228"/>
                  </a:cubicBezTo>
                  <a:cubicBezTo>
                    <a:pt x="112" y="228"/>
                    <a:pt x="112" y="228"/>
                    <a:pt x="111" y="228"/>
                  </a:cubicBezTo>
                  <a:cubicBezTo>
                    <a:pt x="110" y="228"/>
                    <a:pt x="110" y="228"/>
                    <a:pt x="109" y="229"/>
                  </a:cubicBezTo>
                  <a:cubicBezTo>
                    <a:pt x="109" y="229"/>
                    <a:pt x="109" y="230"/>
                    <a:pt x="108" y="231"/>
                  </a:cubicBezTo>
                  <a:cubicBezTo>
                    <a:pt x="104" y="234"/>
                    <a:pt x="101" y="235"/>
                    <a:pt x="98" y="235"/>
                  </a:cubicBezTo>
                  <a:cubicBezTo>
                    <a:pt x="97" y="235"/>
                    <a:pt x="96" y="236"/>
                    <a:pt x="95" y="236"/>
                  </a:cubicBezTo>
                  <a:cubicBezTo>
                    <a:pt x="92" y="237"/>
                    <a:pt x="88" y="238"/>
                    <a:pt x="85" y="236"/>
                  </a:cubicBezTo>
                  <a:cubicBezTo>
                    <a:pt x="83" y="235"/>
                    <a:pt x="82" y="234"/>
                    <a:pt x="82" y="233"/>
                  </a:cubicBezTo>
                  <a:cubicBezTo>
                    <a:pt x="80" y="233"/>
                    <a:pt x="78" y="233"/>
                    <a:pt x="76" y="233"/>
                  </a:cubicBezTo>
                  <a:cubicBezTo>
                    <a:pt x="76" y="233"/>
                    <a:pt x="75" y="233"/>
                    <a:pt x="75" y="233"/>
                  </a:cubicBezTo>
                  <a:cubicBezTo>
                    <a:pt x="75" y="234"/>
                    <a:pt x="75" y="234"/>
                    <a:pt x="75" y="234"/>
                  </a:cubicBezTo>
                  <a:cubicBezTo>
                    <a:pt x="75" y="236"/>
                    <a:pt x="75" y="238"/>
                    <a:pt x="75" y="239"/>
                  </a:cubicBezTo>
                  <a:cubicBezTo>
                    <a:pt x="74" y="240"/>
                    <a:pt x="73" y="241"/>
                    <a:pt x="70" y="243"/>
                  </a:cubicBezTo>
                  <a:cubicBezTo>
                    <a:pt x="69" y="244"/>
                    <a:pt x="69" y="244"/>
                    <a:pt x="69" y="244"/>
                  </a:cubicBezTo>
                  <a:cubicBezTo>
                    <a:pt x="68" y="244"/>
                    <a:pt x="67" y="245"/>
                    <a:pt x="65" y="246"/>
                  </a:cubicBezTo>
                  <a:cubicBezTo>
                    <a:pt x="63" y="247"/>
                    <a:pt x="61" y="248"/>
                    <a:pt x="60" y="250"/>
                  </a:cubicBezTo>
                  <a:cubicBezTo>
                    <a:pt x="60" y="251"/>
                    <a:pt x="60" y="252"/>
                    <a:pt x="60" y="253"/>
                  </a:cubicBezTo>
                  <a:cubicBezTo>
                    <a:pt x="60" y="255"/>
                    <a:pt x="60" y="257"/>
                    <a:pt x="58" y="259"/>
                  </a:cubicBezTo>
                  <a:cubicBezTo>
                    <a:pt x="58" y="260"/>
                    <a:pt x="57" y="261"/>
                    <a:pt x="57" y="262"/>
                  </a:cubicBezTo>
                  <a:cubicBezTo>
                    <a:pt x="56" y="262"/>
                    <a:pt x="56" y="263"/>
                    <a:pt x="56" y="263"/>
                  </a:cubicBezTo>
                  <a:cubicBezTo>
                    <a:pt x="56" y="263"/>
                    <a:pt x="56" y="264"/>
                    <a:pt x="55" y="264"/>
                  </a:cubicBezTo>
                  <a:cubicBezTo>
                    <a:pt x="55" y="265"/>
                    <a:pt x="55" y="267"/>
                    <a:pt x="54" y="268"/>
                  </a:cubicBezTo>
                  <a:cubicBezTo>
                    <a:pt x="54" y="269"/>
                    <a:pt x="53" y="270"/>
                    <a:pt x="53" y="272"/>
                  </a:cubicBezTo>
                  <a:cubicBezTo>
                    <a:pt x="52" y="274"/>
                    <a:pt x="52" y="277"/>
                    <a:pt x="50" y="279"/>
                  </a:cubicBezTo>
                  <a:cubicBezTo>
                    <a:pt x="49" y="281"/>
                    <a:pt x="47" y="282"/>
                    <a:pt x="45" y="283"/>
                  </a:cubicBezTo>
                  <a:cubicBezTo>
                    <a:pt x="44" y="283"/>
                    <a:pt x="44" y="284"/>
                    <a:pt x="43" y="284"/>
                  </a:cubicBezTo>
                  <a:cubicBezTo>
                    <a:pt x="40" y="290"/>
                    <a:pt x="36" y="298"/>
                    <a:pt x="36" y="302"/>
                  </a:cubicBezTo>
                  <a:cubicBezTo>
                    <a:pt x="35" y="311"/>
                    <a:pt x="27" y="315"/>
                    <a:pt x="21" y="318"/>
                  </a:cubicBezTo>
                  <a:cubicBezTo>
                    <a:pt x="13" y="322"/>
                    <a:pt x="12" y="323"/>
                    <a:pt x="13" y="324"/>
                  </a:cubicBezTo>
                  <a:cubicBezTo>
                    <a:pt x="14" y="326"/>
                    <a:pt x="14" y="327"/>
                    <a:pt x="15" y="327"/>
                  </a:cubicBezTo>
                  <a:cubicBezTo>
                    <a:pt x="17" y="326"/>
                    <a:pt x="19" y="326"/>
                    <a:pt x="22" y="327"/>
                  </a:cubicBezTo>
                  <a:cubicBezTo>
                    <a:pt x="25" y="329"/>
                    <a:pt x="25" y="333"/>
                    <a:pt x="24" y="334"/>
                  </a:cubicBezTo>
                  <a:cubicBezTo>
                    <a:pt x="25" y="336"/>
                    <a:pt x="25" y="336"/>
                    <a:pt x="25" y="336"/>
                  </a:cubicBezTo>
                  <a:cubicBezTo>
                    <a:pt x="25" y="339"/>
                    <a:pt x="25" y="342"/>
                    <a:pt x="25" y="345"/>
                  </a:cubicBezTo>
                  <a:cubicBezTo>
                    <a:pt x="25" y="347"/>
                    <a:pt x="24" y="348"/>
                    <a:pt x="24" y="349"/>
                  </a:cubicBezTo>
                  <a:cubicBezTo>
                    <a:pt x="23" y="350"/>
                    <a:pt x="23" y="351"/>
                    <a:pt x="23" y="352"/>
                  </a:cubicBezTo>
                  <a:cubicBezTo>
                    <a:pt x="23" y="353"/>
                    <a:pt x="23" y="353"/>
                    <a:pt x="23" y="353"/>
                  </a:cubicBezTo>
                  <a:cubicBezTo>
                    <a:pt x="24" y="356"/>
                    <a:pt x="25" y="358"/>
                    <a:pt x="24" y="362"/>
                  </a:cubicBezTo>
                  <a:cubicBezTo>
                    <a:pt x="23" y="364"/>
                    <a:pt x="22" y="366"/>
                    <a:pt x="22" y="367"/>
                  </a:cubicBezTo>
                  <a:cubicBezTo>
                    <a:pt x="21" y="368"/>
                    <a:pt x="21" y="369"/>
                    <a:pt x="20" y="370"/>
                  </a:cubicBezTo>
                  <a:cubicBezTo>
                    <a:pt x="20" y="370"/>
                    <a:pt x="20" y="370"/>
                    <a:pt x="20" y="370"/>
                  </a:cubicBezTo>
                  <a:cubicBezTo>
                    <a:pt x="20" y="370"/>
                    <a:pt x="21" y="371"/>
                    <a:pt x="21" y="371"/>
                  </a:cubicBezTo>
                  <a:cubicBezTo>
                    <a:pt x="25" y="373"/>
                    <a:pt x="27" y="375"/>
                    <a:pt x="28" y="380"/>
                  </a:cubicBezTo>
                  <a:cubicBezTo>
                    <a:pt x="29" y="383"/>
                    <a:pt x="29" y="385"/>
                    <a:pt x="28" y="387"/>
                  </a:cubicBezTo>
                  <a:cubicBezTo>
                    <a:pt x="28" y="388"/>
                    <a:pt x="28" y="389"/>
                    <a:pt x="28" y="389"/>
                  </a:cubicBezTo>
                  <a:cubicBezTo>
                    <a:pt x="28" y="390"/>
                    <a:pt x="29" y="391"/>
                    <a:pt x="29" y="392"/>
                  </a:cubicBezTo>
                  <a:cubicBezTo>
                    <a:pt x="30" y="394"/>
                    <a:pt x="30" y="396"/>
                    <a:pt x="30" y="399"/>
                  </a:cubicBezTo>
                  <a:cubicBezTo>
                    <a:pt x="29" y="406"/>
                    <a:pt x="31" y="412"/>
                    <a:pt x="33" y="415"/>
                  </a:cubicBezTo>
                  <a:cubicBezTo>
                    <a:pt x="36" y="418"/>
                    <a:pt x="40" y="420"/>
                    <a:pt x="43" y="422"/>
                  </a:cubicBezTo>
                  <a:cubicBezTo>
                    <a:pt x="47" y="424"/>
                    <a:pt x="49" y="427"/>
                    <a:pt x="51" y="430"/>
                  </a:cubicBezTo>
                  <a:cubicBezTo>
                    <a:pt x="52" y="432"/>
                    <a:pt x="52" y="432"/>
                    <a:pt x="52" y="432"/>
                  </a:cubicBezTo>
                  <a:cubicBezTo>
                    <a:pt x="54" y="435"/>
                    <a:pt x="54" y="438"/>
                    <a:pt x="55" y="441"/>
                  </a:cubicBezTo>
                  <a:cubicBezTo>
                    <a:pt x="55" y="444"/>
                    <a:pt x="55" y="445"/>
                    <a:pt x="57" y="446"/>
                  </a:cubicBezTo>
                  <a:cubicBezTo>
                    <a:pt x="58" y="447"/>
                    <a:pt x="60" y="450"/>
                    <a:pt x="59" y="452"/>
                  </a:cubicBezTo>
                  <a:cubicBezTo>
                    <a:pt x="59" y="455"/>
                    <a:pt x="55" y="456"/>
                    <a:pt x="52" y="457"/>
                  </a:cubicBezTo>
                  <a:cubicBezTo>
                    <a:pt x="52" y="458"/>
                    <a:pt x="53" y="458"/>
                    <a:pt x="53" y="459"/>
                  </a:cubicBezTo>
                  <a:cubicBezTo>
                    <a:pt x="56" y="464"/>
                    <a:pt x="60" y="469"/>
                    <a:pt x="64" y="473"/>
                  </a:cubicBezTo>
                  <a:cubicBezTo>
                    <a:pt x="65" y="475"/>
                    <a:pt x="65" y="475"/>
                    <a:pt x="65" y="475"/>
                  </a:cubicBezTo>
                  <a:cubicBezTo>
                    <a:pt x="69" y="479"/>
                    <a:pt x="73" y="484"/>
                    <a:pt x="78" y="488"/>
                  </a:cubicBezTo>
                  <a:cubicBezTo>
                    <a:pt x="82" y="492"/>
                    <a:pt x="86" y="497"/>
                    <a:pt x="90" y="502"/>
                  </a:cubicBezTo>
                  <a:cubicBezTo>
                    <a:pt x="92" y="505"/>
                    <a:pt x="92" y="505"/>
                    <a:pt x="92" y="505"/>
                  </a:cubicBezTo>
                  <a:cubicBezTo>
                    <a:pt x="94" y="507"/>
                    <a:pt x="95" y="507"/>
                    <a:pt x="95" y="507"/>
                  </a:cubicBezTo>
                  <a:cubicBezTo>
                    <a:pt x="95" y="507"/>
                    <a:pt x="96" y="507"/>
                    <a:pt x="96" y="507"/>
                  </a:cubicBezTo>
                  <a:cubicBezTo>
                    <a:pt x="97" y="507"/>
                    <a:pt x="99" y="507"/>
                    <a:pt x="100" y="507"/>
                  </a:cubicBezTo>
                  <a:cubicBezTo>
                    <a:pt x="104" y="508"/>
                    <a:pt x="106" y="511"/>
                    <a:pt x="106" y="513"/>
                  </a:cubicBezTo>
                  <a:cubicBezTo>
                    <a:pt x="107" y="514"/>
                    <a:pt x="107" y="514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8" y="515"/>
                    <a:pt x="109" y="516"/>
                    <a:pt x="110" y="516"/>
                  </a:cubicBezTo>
                  <a:cubicBezTo>
                    <a:pt x="111" y="517"/>
                    <a:pt x="111" y="518"/>
                    <a:pt x="112" y="518"/>
                  </a:cubicBezTo>
                  <a:cubicBezTo>
                    <a:pt x="114" y="521"/>
                    <a:pt x="117" y="527"/>
                    <a:pt x="115" y="531"/>
                  </a:cubicBezTo>
                  <a:cubicBezTo>
                    <a:pt x="115" y="533"/>
                    <a:pt x="114" y="534"/>
                    <a:pt x="113" y="53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5BC35AAC-AEBE-4917-AF1F-0045F80B2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7538" y="2555875"/>
              <a:ext cx="900113" cy="638175"/>
            </a:xfrm>
            <a:custGeom>
              <a:avLst/>
              <a:gdLst>
                <a:gd name="T0" fmla="*/ 515 w 796"/>
                <a:gd name="T1" fmla="*/ 8 h 564"/>
                <a:gd name="T2" fmla="*/ 561 w 796"/>
                <a:gd name="T3" fmla="*/ 94 h 564"/>
                <a:gd name="T4" fmla="*/ 557 w 796"/>
                <a:gd name="T5" fmla="*/ 136 h 564"/>
                <a:gd name="T6" fmla="*/ 592 w 796"/>
                <a:gd name="T7" fmla="*/ 149 h 564"/>
                <a:gd name="T8" fmla="*/ 617 w 796"/>
                <a:gd name="T9" fmla="*/ 179 h 564"/>
                <a:gd name="T10" fmla="*/ 660 w 796"/>
                <a:gd name="T11" fmla="*/ 203 h 564"/>
                <a:gd name="T12" fmla="*/ 679 w 796"/>
                <a:gd name="T13" fmla="*/ 241 h 564"/>
                <a:gd name="T14" fmla="*/ 709 w 796"/>
                <a:gd name="T15" fmla="*/ 261 h 564"/>
                <a:gd name="T16" fmla="*/ 730 w 796"/>
                <a:gd name="T17" fmla="*/ 301 h 564"/>
                <a:gd name="T18" fmla="*/ 743 w 796"/>
                <a:gd name="T19" fmla="*/ 320 h 564"/>
                <a:gd name="T20" fmla="*/ 774 w 796"/>
                <a:gd name="T21" fmla="*/ 335 h 564"/>
                <a:gd name="T22" fmla="*/ 785 w 796"/>
                <a:gd name="T23" fmla="*/ 370 h 564"/>
                <a:gd name="T24" fmla="*/ 758 w 796"/>
                <a:gd name="T25" fmla="*/ 383 h 564"/>
                <a:gd name="T26" fmla="*/ 725 w 796"/>
                <a:gd name="T27" fmla="*/ 376 h 564"/>
                <a:gd name="T28" fmla="*/ 701 w 796"/>
                <a:gd name="T29" fmla="*/ 374 h 564"/>
                <a:gd name="T30" fmla="*/ 676 w 796"/>
                <a:gd name="T31" fmla="*/ 363 h 564"/>
                <a:gd name="T32" fmla="*/ 663 w 796"/>
                <a:gd name="T33" fmla="*/ 384 h 564"/>
                <a:gd name="T34" fmla="*/ 628 w 796"/>
                <a:gd name="T35" fmla="*/ 391 h 564"/>
                <a:gd name="T36" fmla="*/ 602 w 796"/>
                <a:gd name="T37" fmla="*/ 387 h 564"/>
                <a:gd name="T38" fmla="*/ 587 w 796"/>
                <a:gd name="T39" fmla="*/ 393 h 564"/>
                <a:gd name="T40" fmla="*/ 555 w 796"/>
                <a:gd name="T41" fmla="*/ 406 h 564"/>
                <a:gd name="T42" fmla="*/ 525 w 796"/>
                <a:gd name="T43" fmla="*/ 401 h 564"/>
                <a:gd name="T44" fmla="*/ 500 w 796"/>
                <a:gd name="T45" fmla="*/ 419 h 564"/>
                <a:gd name="T46" fmla="*/ 466 w 796"/>
                <a:gd name="T47" fmla="*/ 435 h 564"/>
                <a:gd name="T48" fmla="*/ 414 w 796"/>
                <a:gd name="T49" fmla="*/ 430 h 564"/>
                <a:gd name="T50" fmla="*/ 373 w 796"/>
                <a:gd name="T51" fmla="*/ 418 h 564"/>
                <a:gd name="T52" fmla="*/ 343 w 796"/>
                <a:gd name="T53" fmla="*/ 387 h 564"/>
                <a:gd name="T54" fmla="*/ 295 w 796"/>
                <a:gd name="T55" fmla="*/ 387 h 564"/>
                <a:gd name="T56" fmla="*/ 255 w 796"/>
                <a:gd name="T57" fmla="*/ 427 h 564"/>
                <a:gd name="T58" fmla="*/ 248 w 796"/>
                <a:gd name="T59" fmla="*/ 475 h 564"/>
                <a:gd name="T60" fmla="*/ 214 w 796"/>
                <a:gd name="T61" fmla="*/ 479 h 564"/>
                <a:gd name="T62" fmla="*/ 179 w 796"/>
                <a:gd name="T63" fmla="*/ 473 h 564"/>
                <a:gd name="T64" fmla="*/ 150 w 796"/>
                <a:gd name="T65" fmla="*/ 480 h 564"/>
                <a:gd name="T66" fmla="*/ 129 w 796"/>
                <a:gd name="T67" fmla="*/ 516 h 564"/>
                <a:gd name="T68" fmla="*/ 106 w 796"/>
                <a:gd name="T69" fmla="*/ 544 h 564"/>
                <a:gd name="T70" fmla="*/ 104 w 796"/>
                <a:gd name="T71" fmla="*/ 517 h 564"/>
                <a:gd name="T72" fmla="*/ 85 w 796"/>
                <a:gd name="T73" fmla="*/ 503 h 564"/>
                <a:gd name="T74" fmla="*/ 50 w 796"/>
                <a:gd name="T75" fmla="*/ 445 h 564"/>
                <a:gd name="T76" fmla="*/ 20 w 796"/>
                <a:gd name="T77" fmla="*/ 376 h 564"/>
                <a:gd name="T78" fmla="*/ 16 w 796"/>
                <a:gd name="T79" fmla="*/ 330 h 564"/>
                <a:gd name="T80" fmla="*/ 42 w 796"/>
                <a:gd name="T81" fmla="*/ 271 h 564"/>
                <a:gd name="T82" fmla="*/ 66 w 796"/>
                <a:gd name="T83" fmla="*/ 232 h 564"/>
                <a:gd name="T84" fmla="*/ 93 w 796"/>
                <a:gd name="T85" fmla="*/ 226 h 564"/>
                <a:gd name="T86" fmla="*/ 126 w 796"/>
                <a:gd name="T87" fmla="*/ 206 h 564"/>
                <a:gd name="T88" fmla="*/ 154 w 796"/>
                <a:gd name="T89" fmla="*/ 216 h 564"/>
                <a:gd name="T90" fmla="*/ 174 w 796"/>
                <a:gd name="T91" fmla="*/ 207 h 564"/>
                <a:gd name="T92" fmla="*/ 196 w 796"/>
                <a:gd name="T93" fmla="*/ 196 h 564"/>
                <a:gd name="T94" fmla="*/ 265 w 796"/>
                <a:gd name="T95" fmla="*/ 178 h 564"/>
                <a:gd name="T96" fmla="*/ 292 w 796"/>
                <a:gd name="T97" fmla="*/ 127 h 564"/>
                <a:gd name="T98" fmla="*/ 334 w 796"/>
                <a:gd name="T99" fmla="*/ 126 h 564"/>
                <a:gd name="T100" fmla="*/ 366 w 796"/>
                <a:gd name="T101" fmla="*/ 120 h 564"/>
                <a:gd name="T102" fmla="*/ 381 w 796"/>
                <a:gd name="T103" fmla="*/ 106 h 564"/>
                <a:gd name="T104" fmla="*/ 408 w 796"/>
                <a:gd name="T105" fmla="*/ 78 h 564"/>
                <a:gd name="T106" fmla="*/ 440 w 796"/>
                <a:gd name="T107" fmla="*/ 50 h 564"/>
                <a:gd name="T108" fmla="*/ 473 w 796"/>
                <a:gd name="T109" fmla="*/ 11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96" h="564">
                  <a:moveTo>
                    <a:pt x="483" y="3"/>
                  </a:moveTo>
                  <a:cubicBezTo>
                    <a:pt x="487" y="3"/>
                    <a:pt x="487" y="0"/>
                    <a:pt x="490" y="1"/>
                  </a:cubicBezTo>
                  <a:cubicBezTo>
                    <a:pt x="493" y="2"/>
                    <a:pt x="496" y="1"/>
                    <a:pt x="499" y="2"/>
                  </a:cubicBezTo>
                  <a:cubicBezTo>
                    <a:pt x="502" y="3"/>
                    <a:pt x="506" y="4"/>
                    <a:pt x="509" y="5"/>
                  </a:cubicBezTo>
                  <a:cubicBezTo>
                    <a:pt x="510" y="5"/>
                    <a:pt x="513" y="4"/>
                    <a:pt x="514" y="5"/>
                  </a:cubicBezTo>
                  <a:cubicBezTo>
                    <a:pt x="514" y="5"/>
                    <a:pt x="514" y="7"/>
                    <a:pt x="515" y="8"/>
                  </a:cubicBezTo>
                  <a:cubicBezTo>
                    <a:pt x="516" y="9"/>
                    <a:pt x="517" y="11"/>
                    <a:pt x="518" y="13"/>
                  </a:cubicBezTo>
                  <a:cubicBezTo>
                    <a:pt x="523" y="20"/>
                    <a:pt x="530" y="25"/>
                    <a:pt x="536" y="31"/>
                  </a:cubicBezTo>
                  <a:cubicBezTo>
                    <a:pt x="542" y="38"/>
                    <a:pt x="546" y="45"/>
                    <a:pt x="551" y="53"/>
                  </a:cubicBezTo>
                  <a:cubicBezTo>
                    <a:pt x="555" y="59"/>
                    <a:pt x="562" y="68"/>
                    <a:pt x="563" y="76"/>
                  </a:cubicBezTo>
                  <a:cubicBezTo>
                    <a:pt x="563" y="79"/>
                    <a:pt x="565" y="83"/>
                    <a:pt x="564" y="87"/>
                  </a:cubicBezTo>
                  <a:cubicBezTo>
                    <a:pt x="563" y="89"/>
                    <a:pt x="560" y="92"/>
                    <a:pt x="561" y="94"/>
                  </a:cubicBezTo>
                  <a:cubicBezTo>
                    <a:pt x="562" y="100"/>
                    <a:pt x="564" y="106"/>
                    <a:pt x="560" y="112"/>
                  </a:cubicBezTo>
                  <a:cubicBezTo>
                    <a:pt x="559" y="114"/>
                    <a:pt x="557" y="117"/>
                    <a:pt x="555" y="117"/>
                  </a:cubicBezTo>
                  <a:cubicBezTo>
                    <a:pt x="551" y="117"/>
                    <a:pt x="550" y="125"/>
                    <a:pt x="550" y="128"/>
                  </a:cubicBezTo>
                  <a:cubicBezTo>
                    <a:pt x="550" y="129"/>
                    <a:pt x="552" y="131"/>
                    <a:pt x="553" y="131"/>
                  </a:cubicBezTo>
                  <a:cubicBezTo>
                    <a:pt x="555" y="131"/>
                    <a:pt x="556" y="129"/>
                    <a:pt x="556" y="129"/>
                  </a:cubicBezTo>
                  <a:cubicBezTo>
                    <a:pt x="559" y="129"/>
                    <a:pt x="558" y="135"/>
                    <a:pt x="557" y="136"/>
                  </a:cubicBezTo>
                  <a:cubicBezTo>
                    <a:pt x="556" y="139"/>
                    <a:pt x="553" y="141"/>
                    <a:pt x="553" y="144"/>
                  </a:cubicBezTo>
                  <a:cubicBezTo>
                    <a:pt x="554" y="147"/>
                    <a:pt x="555" y="148"/>
                    <a:pt x="558" y="146"/>
                  </a:cubicBezTo>
                  <a:cubicBezTo>
                    <a:pt x="561" y="144"/>
                    <a:pt x="564" y="147"/>
                    <a:pt x="567" y="147"/>
                  </a:cubicBezTo>
                  <a:cubicBezTo>
                    <a:pt x="570" y="147"/>
                    <a:pt x="572" y="146"/>
                    <a:pt x="575" y="147"/>
                  </a:cubicBezTo>
                  <a:cubicBezTo>
                    <a:pt x="578" y="148"/>
                    <a:pt x="581" y="147"/>
                    <a:pt x="584" y="148"/>
                  </a:cubicBezTo>
                  <a:cubicBezTo>
                    <a:pt x="587" y="148"/>
                    <a:pt x="590" y="149"/>
                    <a:pt x="592" y="149"/>
                  </a:cubicBezTo>
                  <a:cubicBezTo>
                    <a:pt x="594" y="149"/>
                    <a:pt x="598" y="148"/>
                    <a:pt x="598" y="149"/>
                  </a:cubicBezTo>
                  <a:cubicBezTo>
                    <a:pt x="599" y="151"/>
                    <a:pt x="599" y="155"/>
                    <a:pt x="599" y="156"/>
                  </a:cubicBezTo>
                  <a:cubicBezTo>
                    <a:pt x="598" y="158"/>
                    <a:pt x="595" y="160"/>
                    <a:pt x="594" y="162"/>
                  </a:cubicBezTo>
                  <a:cubicBezTo>
                    <a:pt x="590" y="170"/>
                    <a:pt x="596" y="176"/>
                    <a:pt x="605" y="176"/>
                  </a:cubicBezTo>
                  <a:cubicBezTo>
                    <a:pt x="607" y="176"/>
                    <a:pt x="611" y="174"/>
                    <a:pt x="612" y="177"/>
                  </a:cubicBezTo>
                  <a:cubicBezTo>
                    <a:pt x="613" y="178"/>
                    <a:pt x="616" y="179"/>
                    <a:pt x="617" y="179"/>
                  </a:cubicBezTo>
                  <a:cubicBezTo>
                    <a:pt x="619" y="180"/>
                    <a:pt x="622" y="179"/>
                    <a:pt x="624" y="179"/>
                  </a:cubicBezTo>
                  <a:cubicBezTo>
                    <a:pt x="626" y="179"/>
                    <a:pt x="629" y="181"/>
                    <a:pt x="631" y="181"/>
                  </a:cubicBezTo>
                  <a:cubicBezTo>
                    <a:pt x="635" y="181"/>
                    <a:pt x="638" y="183"/>
                    <a:pt x="640" y="186"/>
                  </a:cubicBezTo>
                  <a:cubicBezTo>
                    <a:pt x="641" y="188"/>
                    <a:pt x="641" y="192"/>
                    <a:pt x="643" y="194"/>
                  </a:cubicBezTo>
                  <a:cubicBezTo>
                    <a:pt x="646" y="195"/>
                    <a:pt x="648" y="199"/>
                    <a:pt x="651" y="200"/>
                  </a:cubicBezTo>
                  <a:cubicBezTo>
                    <a:pt x="655" y="200"/>
                    <a:pt x="658" y="199"/>
                    <a:pt x="660" y="203"/>
                  </a:cubicBezTo>
                  <a:cubicBezTo>
                    <a:pt x="661" y="206"/>
                    <a:pt x="662" y="208"/>
                    <a:pt x="662" y="212"/>
                  </a:cubicBezTo>
                  <a:cubicBezTo>
                    <a:pt x="662" y="215"/>
                    <a:pt x="662" y="215"/>
                    <a:pt x="659" y="217"/>
                  </a:cubicBezTo>
                  <a:cubicBezTo>
                    <a:pt x="652" y="222"/>
                    <a:pt x="659" y="227"/>
                    <a:pt x="664" y="230"/>
                  </a:cubicBezTo>
                  <a:cubicBezTo>
                    <a:pt x="666" y="230"/>
                    <a:pt x="666" y="232"/>
                    <a:pt x="666" y="233"/>
                  </a:cubicBezTo>
                  <a:cubicBezTo>
                    <a:pt x="667" y="235"/>
                    <a:pt x="669" y="235"/>
                    <a:pt x="670" y="236"/>
                  </a:cubicBezTo>
                  <a:cubicBezTo>
                    <a:pt x="673" y="239"/>
                    <a:pt x="676" y="239"/>
                    <a:pt x="679" y="241"/>
                  </a:cubicBezTo>
                  <a:cubicBezTo>
                    <a:pt x="682" y="243"/>
                    <a:pt x="685" y="244"/>
                    <a:pt x="688" y="246"/>
                  </a:cubicBezTo>
                  <a:cubicBezTo>
                    <a:pt x="690" y="246"/>
                    <a:pt x="692" y="247"/>
                    <a:pt x="693" y="247"/>
                  </a:cubicBezTo>
                  <a:cubicBezTo>
                    <a:pt x="694" y="248"/>
                    <a:pt x="694" y="250"/>
                    <a:pt x="696" y="250"/>
                  </a:cubicBezTo>
                  <a:cubicBezTo>
                    <a:pt x="699" y="251"/>
                    <a:pt x="701" y="254"/>
                    <a:pt x="704" y="255"/>
                  </a:cubicBezTo>
                  <a:cubicBezTo>
                    <a:pt x="705" y="256"/>
                    <a:pt x="705" y="257"/>
                    <a:pt x="707" y="257"/>
                  </a:cubicBezTo>
                  <a:cubicBezTo>
                    <a:pt x="709" y="257"/>
                    <a:pt x="708" y="259"/>
                    <a:pt x="709" y="261"/>
                  </a:cubicBezTo>
                  <a:cubicBezTo>
                    <a:pt x="710" y="263"/>
                    <a:pt x="711" y="267"/>
                    <a:pt x="714" y="268"/>
                  </a:cubicBezTo>
                  <a:cubicBezTo>
                    <a:pt x="717" y="270"/>
                    <a:pt x="718" y="273"/>
                    <a:pt x="722" y="275"/>
                  </a:cubicBezTo>
                  <a:cubicBezTo>
                    <a:pt x="724" y="277"/>
                    <a:pt x="727" y="277"/>
                    <a:pt x="730" y="279"/>
                  </a:cubicBezTo>
                  <a:cubicBezTo>
                    <a:pt x="731" y="281"/>
                    <a:pt x="726" y="288"/>
                    <a:pt x="725" y="290"/>
                  </a:cubicBezTo>
                  <a:cubicBezTo>
                    <a:pt x="722" y="293"/>
                    <a:pt x="725" y="296"/>
                    <a:pt x="728" y="298"/>
                  </a:cubicBezTo>
                  <a:cubicBezTo>
                    <a:pt x="729" y="299"/>
                    <a:pt x="729" y="301"/>
                    <a:pt x="730" y="301"/>
                  </a:cubicBezTo>
                  <a:cubicBezTo>
                    <a:pt x="732" y="302"/>
                    <a:pt x="732" y="301"/>
                    <a:pt x="734" y="303"/>
                  </a:cubicBezTo>
                  <a:cubicBezTo>
                    <a:pt x="735" y="304"/>
                    <a:pt x="735" y="305"/>
                    <a:pt x="735" y="307"/>
                  </a:cubicBezTo>
                  <a:cubicBezTo>
                    <a:pt x="736" y="307"/>
                    <a:pt x="737" y="307"/>
                    <a:pt x="737" y="307"/>
                  </a:cubicBezTo>
                  <a:cubicBezTo>
                    <a:pt x="738" y="309"/>
                    <a:pt x="738" y="309"/>
                    <a:pt x="736" y="311"/>
                  </a:cubicBezTo>
                  <a:cubicBezTo>
                    <a:pt x="735" y="313"/>
                    <a:pt x="730" y="318"/>
                    <a:pt x="736" y="315"/>
                  </a:cubicBezTo>
                  <a:cubicBezTo>
                    <a:pt x="737" y="314"/>
                    <a:pt x="741" y="319"/>
                    <a:pt x="743" y="320"/>
                  </a:cubicBezTo>
                  <a:cubicBezTo>
                    <a:pt x="746" y="321"/>
                    <a:pt x="748" y="320"/>
                    <a:pt x="750" y="320"/>
                  </a:cubicBezTo>
                  <a:cubicBezTo>
                    <a:pt x="754" y="321"/>
                    <a:pt x="755" y="323"/>
                    <a:pt x="756" y="325"/>
                  </a:cubicBezTo>
                  <a:cubicBezTo>
                    <a:pt x="759" y="329"/>
                    <a:pt x="760" y="327"/>
                    <a:pt x="763" y="330"/>
                  </a:cubicBezTo>
                  <a:cubicBezTo>
                    <a:pt x="764" y="331"/>
                    <a:pt x="765" y="329"/>
                    <a:pt x="767" y="330"/>
                  </a:cubicBezTo>
                  <a:cubicBezTo>
                    <a:pt x="768" y="331"/>
                    <a:pt x="768" y="333"/>
                    <a:pt x="770" y="334"/>
                  </a:cubicBezTo>
                  <a:cubicBezTo>
                    <a:pt x="771" y="335"/>
                    <a:pt x="772" y="334"/>
                    <a:pt x="774" y="335"/>
                  </a:cubicBezTo>
                  <a:cubicBezTo>
                    <a:pt x="775" y="336"/>
                    <a:pt x="775" y="337"/>
                    <a:pt x="777" y="338"/>
                  </a:cubicBezTo>
                  <a:cubicBezTo>
                    <a:pt x="778" y="340"/>
                    <a:pt x="779" y="340"/>
                    <a:pt x="780" y="343"/>
                  </a:cubicBezTo>
                  <a:cubicBezTo>
                    <a:pt x="780" y="343"/>
                    <a:pt x="781" y="346"/>
                    <a:pt x="781" y="346"/>
                  </a:cubicBezTo>
                  <a:cubicBezTo>
                    <a:pt x="782" y="348"/>
                    <a:pt x="783" y="347"/>
                    <a:pt x="784" y="349"/>
                  </a:cubicBezTo>
                  <a:cubicBezTo>
                    <a:pt x="784" y="350"/>
                    <a:pt x="783" y="351"/>
                    <a:pt x="783" y="352"/>
                  </a:cubicBezTo>
                  <a:cubicBezTo>
                    <a:pt x="781" y="359"/>
                    <a:pt x="783" y="364"/>
                    <a:pt x="785" y="370"/>
                  </a:cubicBezTo>
                  <a:cubicBezTo>
                    <a:pt x="788" y="376"/>
                    <a:pt x="796" y="377"/>
                    <a:pt x="795" y="384"/>
                  </a:cubicBezTo>
                  <a:cubicBezTo>
                    <a:pt x="793" y="383"/>
                    <a:pt x="794" y="382"/>
                    <a:pt x="793" y="380"/>
                  </a:cubicBezTo>
                  <a:cubicBezTo>
                    <a:pt x="791" y="379"/>
                    <a:pt x="790" y="380"/>
                    <a:pt x="788" y="379"/>
                  </a:cubicBezTo>
                  <a:cubicBezTo>
                    <a:pt x="784" y="377"/>
                    <a:pt x="781" y="375"/>
                    <a:pt x="777" y="373"/>
                  </a:cubicBezTo>
                  <a:cubicBezTo>
                    <a:pt x="771" y="371"/>
                    <a:pt x="766" y="374"/>
                    <a:pt x="763" y="378"/>
                  </a:cubicBezTo>
                  <a:cubicBezTo>
                    <a:pt x="761" y="380"/>
                    <a:pt x="760" y="382"/>
                    <a:pt x="758" y="383"/>
                  </a:cubicBezTo>
                  <a:cubicBezTo>
                    <a:pt x="755" y="383"/>
                    <a:pt x="754" y="380"/>
                    <a:pt x="750" y="379"/>
                  </a:cubicBezTo>
                  <a:cubicBezTo>
                    <a:pt x="749" y="379"/>
                    <a:pt x="748" y="380"/>
                    <a:pt x="747" y="380"/>
                  </a:cubicBezTo>
                  <a:cubicBezTo>
                    <a:pt x="745" y="381"/>
                    <a:pt x="744" y="380"/>
                    <a:pt x="743" y="380"/>
                  </a:cubicBezTo>
                  <a:cubicBezTo>
                    <a:pt x="740" y="381"/>
                    <a:pt x="738" y="383"/>
                    <a:pt x="734" y="381"/>
                  </a:cubicBezTo>
                  <a:cubicBezTo>
                    <a:pt x="733" y="380"/>
                    <a:pt x="732" y="378"/>
                    <a:pt x="731" y="377"/>
                  </a:cubicBezTo>
                  <a:cubicBezTo>
                    <a:pt x="729" y="376"/>
                    <a:pt x="727" y="377"/>
                    <a:pt x="725" y="376"/>
                  </a:cubicBezTo>
                  <a:cubicBezTo>
                    <a:pt x="724" y="376"/>
                    <a:pt x="721" y="374"/>
                    <a:pt x="720" y="373"/>
                  </a:cubicBezTo>
                  <a:cubicBezTo>
                    <a:pt x="719" y="372"/>
                    <a:pt x="719" y="371"/>
                    <a:pt x="716" y="370"/>
                  </a:cubicBezTo>
                  <a:cubicBezTo>
                    <a:pt x="714" y="369"/>
                    <a:pt x="715" y="369"/>
                    <a:pt x="712" y="371"/>
                  </a:cubicBezTo>
                  <a:cubicBezTo>
                    <a:pt x="711" y="371"/>
                    <a:pt x="710" y="373"/>
                    <a:pt x="708" y="373"/>
                  </a:cubicBezTo>
                  <a:cubicBezTo>
                    <a:pt x="706" y="372"/>
                    <a:pt x="706" y="371"/>
                    <a:pt x="704" y="371"/>
                  </a:cubicBezTo>
                  <a:cubicBezTo>
                    <a:pt x="704" y="371"/>
                    <a:pt x="701" y="373"/>
                    <a:pt x="701" y="374"/>
                  </a:cubicBezTo>
                  <a:cubicBezTo>
                    <a:pt x="701" y="374"/>
                    <a:pt x="699" y="372"/>
                    <a:pt x="699" y="372"/>
                  </a:cubicBezTo>
                  <a:cubicBezTo>
                    <a:pt x="697" y="371"/>
                    <a:pt x="697" y="373"/>
                    <a:pt x="696" y="373"/>
                  </a:cubicBezTo>
                  <a:cubicBezTo>
                    <a:pt x="694" y="372"/>
                    <a:pt x="695" y="369"/>
                    <a:pt x="692" y="368"/>
                  </a:cubicBezTo>
                  <a:cubicBezTo>
                    <a:pt x="694" y="372"/>
                    <a:pt x="688" y="367"/>
                    <a:pt x="687" y="366"/>
                  </a:cubicBezTo>
                  <a:cubicBezTo>
                    <a:pt x="684" y="365"/>
                    <a:pt x="684" y="365"/>
                    <a:pt x="682" y="363"/>
                  </a:cubicBezTo>
                  <a:cubicBezTo>
                    <a:pt x="679" y="360"/>
                    <a:pt x="679" y="362"/>
                    <a:pt x="676" y="363"/>
                  </a:cubicBezTo>
                  <a:cubicBezTo>
                    <a:pt x="676" y="364"/>
                    <a:pt x="675" y="362"/>
                    <a:pt x="675" y="363"/>
                  </a:cubicBezTo>
                  <a:cubicBezTo>
                    <a:pt x="674" y="363"/>
                    <a:pt x="674" y="364"/>
                    <a:pt x="673" y="364"/>
                  </a:cubicBezTo>
                  <a:cubicBezTo>
                    <a:pt x="672" y="364"/>
                    <a:pt x="670" y="364"/>
                    <a:pt x="669" y="365"/>
                  </a:cubicBezTo>
                  <a:cubicBezTo>
                    <a:pt x="668" y="366"/>
                    <a:pt x="667" y="368"/>
                    <a:pt x="666" y="370"/>
                  </a:cubicBezTo>
                  <a:cubicBezTo>
                    <a:pt x="664" y="374"/>
                    <a:pt x="666" y="374"/>
                    <a:pt x="667" y="377"/>
                  </a:cubicBezTo>
                  <a:cubicBezTo>
                    <a:pt x="667" y="379"/>
                    <a:pt x="665" y="383"/>
                    <a:pt x="663" y="384"/>
                  </a:cubicBezTo>
                  <a:cubicBezTo>
                    <a:pt x="660" y="384"/>
                    <a:pt x="657" y="385"/>
                    <a:pt x="655" y="385"/>
                  </a:cubicBezTo>
                  <a:cubicBezTo>
                    <a:pt x="654" y="385"/>
                    <a:pt x="655" y="384"/>
                    <a:pt x="653" y="385"/>
                  </a:cubicBezTo>
                  <a:cubicBezTo>
                    <a:pt x="653" y="385"/>
                    <a:pt x="652" y="386"/>
                    <a:pt x="652" y="386"/>
                  </a:cubicBezTo>
                  <a:cubicBezTo>
                    <a:pt x="649" y="388"/>
                    <a:pt x="651" y="389"/>
                    <a:pt x="647" y="387"/>
                  </a:cubicBezTo>
                  <a:cubicBezTo>
                    <a:pt x="641" y="385"/>
                    <a:pt x="637" y="389"/>
                    <a:pt x="632" y="390"/>
                  </a:cubicBezTo>
                  <a:cubicBezTo>
                    <a:pt x="631" y="391"/>
                    <a:pt x="630" y="391"/>
                    <a:pt x="628" y="391"/>
                  </a:cubicBezTo>
                  <a:cubicBezTo>
                    <a:pt x="624" y="390"/>
                    <a:pt x="626" y="390"/>
                    <a:pt x="625" y="389"/>
                  </a:cubicBezTo>
                  <a:cubicBezTo>
                    <a:pt x="625" y="388"/>
                    <a:pt x="623" y="385"/>
                    <a:pt x="622" y="385"/>
                  </a:cubicBezTo>
                  <a:cubicBezTo>
                    <a:pt x="620" y="383"/>
                    <a:pt x="612" y="376"/>
                    <a:pt x="611" y="381"/>
                  </a:cubicBezTo>
                  <a:cubicBezTo>
                    <a:pt x="610" y="377"/>
                    <a:pt x="607" y="379"/>
                    <a:pt x="607" y="382"/>
                  </a:cubicBezTo>
                  <a:cubicBezTo>
                    <a:pt x="607" y="383"/>
                    <a:pt x="611" y="381"/>
                    <a:pt x="608" y="384"/>
                  </a:cubicBezTo>
                  <a:cubicBezTo>
                    <a:pt x="606" y="386"/>
                    <a:pt x="604" y="385"/>
                    <a:pt x="602" y="387"/>
                  </a:cubicBezTo>
                  <a:cubicBezTo>
                    <a:pt x="601" y="387"/>
                    <a:pt x="602" y="389"/>
                    <a:pt x="601" y="390"/>
                  </a:cubicBezTo>
                  <a:cubicBezTo>
                    <a:pt x="601" y="389"/>
                    <a:pt x="600" y="388"/>
                    <a:pt x="599" y="388"/>
                  </a:cubicBezTo>
                  <a:cubicBezTo>
                    <a:pt x="598" y="389"/>
                    <a:pt x="597" y="390"/>
                    <a:pt x="596" y="390"/>
                  </a:cubicBezTo>
                  <a:cubicBezTo>
                    <a:pt x="595" y="390"/>
                    <a:pt x="595" y="391"/>
                    <a:pt x="594" y="392"/>
                  </a:cubicBezTo>
                  <a:cubicBezTo>
                    <a:pt x="593" y="392"/>
                    <a:pt x="593" y="391"/>
                    <a:pt x="592" y="391"/>
                  </a:cubicBezTo>
                  <a:cubicBezTo>
                    <a:pt x="590" y="391"/>
                    <a:pt x="589" y="392"/>
                    <a:pt x="587" y="393"/>
                  </a:cubicBezTo>
                  <a:cubicBezTo>
                    <a:pt x="586" y="393"/>
                    <a:pt x="584" y="394"/>
                    <a:pt x="583" y="394"/>
                  </a:cubicBezTo>
                  <a:cubicBezTo>
                    <a:pt x="583" y="394"/>
                    <a:pt x="583" y="393"/>
                    <a:pt x="582" y="394"/>
                  </a:cubicBezTo>
                  <a:cubicBezTo>
                    <a:pt x="581" y="395"/>
                    <a:pt x="582" y="396"/>
                    <a:pt x="582" y="396"/>
                  </a:cubicBezTo>
                  <a:cubicBezTo>
                    <a:pt x="580" y="398"/>
                    <a:pt x="577" y="396"/>
                    <a:pt x="574" y="397"/>
                  </a:cubicBezTo>
                  <a:cubicBezTo>
                    <a:pt x="571" y="398"/>
                    <a:pt x="567" y="400"/>
                    <a:pt x="564" y="401"/>
                  </a:cubicBezTo>
                  <a:cubicBezTo>
                    <a:pt x="560" y="403"/>
                    <a:pt x="558" y="404"/>
                    <a:pt x="555" y="406"/>
                  </a:cubicBezTo>
                  <a:cubicBezTo>
                    <a:pt x="553" y="407"/>
                    <a:pt x="552" y="407"/>
                    <a:pt x="551" y="409"/>
                  </a:cubicBezTo>
                  <a:cubicBezTo>
                    <a:pt x="549" y="410"/>
                    <a:pt x="552" y="411"/>
                    <a:pt x="548" y="412"/>
                  </a:cubicBezTo>
                  <a:cubicBezTo>
                    <a:pt x="546" y="412"/>
                    <a:pt x="542" y="410"/>
                    <a:pt x="541" y="408"/>
                  </a:cubicBezTo>
                  <a:cubicBezTo>
                    <a:pt x="540" y="408"/>
                    <a:pt x="537" y="404"/>
                    <a:pt x="536" y="403"/>
                  </a:cubicBezTo>
                  <a:cubicBezTo>
                    <a:pt x="534" y="402"/>
                    <a:pt x="532" y="404"/>
                    <a:pt x="530" y="404"/>
                  </a:cubicBezTo>
                  <a:cubicBezTo>
                    <a:pt x="529" y="404"/>
                    <a:pt x="526" y="401"/>
                    <a:pt x="525" y="401"/>
                  </a:cubicBezTo>
                  <a:cubicBezTo>
                    <a:pt x="523" y="398"/>
                    <a:pt x="525" y="396"/>
                    <a:pt x="521" y="397"/>
                  </a:cubicBezTo>
                  <a:cubicBezTo>
                    <a:pt x="516" y="398"/>
                    <a:pt x="519" y="399"/>
                    <a:pt x="517" y="402"/>
                  </a:cubicBezTo>
                  <a:cubicBezTo>
                    <a:pt x="514" y="405"/>
                    <a:pt x="513" y="402"/>
                    <a:pt x="511" y="405"/>
                  </a:cubicBezTo>
                  <a:cubicBezTo>
                    <a:pt x="509" y="408"/>
                    <a:pt x="508" y="411"/>
                    <a:pt x="507" y="414"/>
                  </a:cubicBezTo>
                  <a:cubicBezTo>
                    <a:pt x="507" y="416"/>
                    <a:pt x="506" y="418"/>
                    <a:pt x="505" y="419"/>
                  </a:cubicBezTo>
                  <a:cubicBezTo>
                    <a:pt x="503" y="419"/>
                    <a:pt x="502" y="417"/>
                    <a:pt x="500" y="419"/>
                  </a:cubicBezTo>
                  <a:cubicBezTo>
                    <a:pt x="498" y="421"/>
                    <a:pt x="501" y="425"/>
                    <a:pt x="501" y="427"/>
                  </a:cubicBezTo>
                  <a:cubicBezTo>
                    <a:pt x="500" y="428"/>
                    <a:pt x="498" y="429"/>
                    <a:pt x="497" y="431"/>
                  </a:cubicBezTo>
                  <a:cubicBezTo>
                    <a:pt x="497" y="432"/>
                    <a:pt x="497" y="434"/>
                    <a:pt x="497" y="435"/>
                  </a:cubicBezTo>
                  <a:cubicBezTo>
                    <a:pt x="497" y="436"/>
                    <a:pt x="495" y="438"/>
                    <a:pt x="494" y="438"/>
                  </a:cubicBezTo>
                  <a:cubicBezTo>
                    <a:pt x="489" y="442"/>
                    <a:pt x="481" y="442"/>
                    <a:pt x="476" y="439"/>
                  </a:cubicBezTo>
                  <a:cubicBezTo>
                    <a:pt x="472" y="438"/>
                    <a:pt x="469" y="436"/>
                    <a:pt x="466" y="435"/>
                  </a:cubicBezTo>
                  <a:cubicBezTo>
                    <a:pt x="462" y="433"/>
                    <a:pt x="459" y="435"/>
                    <a:pt x="455" y="433"/>
                  </a:cubicBezTo>
                  <a:cubicBezTo>
                    <a:pt x="449" y="432"/>
                    <a:pt x="446" y="429"/>
                    <a:pt x="440" y="432"/>
                  </a:cubicBezTo>
                  <a:cubicBezTo>
                    <a:pt x="437" y="433"/>
                    <a:pt x="436" y="433"/>
                    <a:pt x="433" y="433"/>
                  </a:cubicBezTo>
                  <a:cubicBezTo>
                    <a:pt x="430" y="432"/>
                    <a:pt x="428" y="432"/>
                    <a:pt x="425" y="431"/>
                  </a:cubicBezTo>
                  <a:cubicBezTo>
                    <a:pt x="424" y="431"/>
                    <a:pt x="422" y="429"/>
                    <a:pt x="421" y="428"/>
                  </a:cubicBezTo>
                  <a:cubicBezTo>
                    <a:pt x="417" y="428"/>
                    <a:pt x="418" y="432"/>
                    <a:pt x="414" y="430"/>
                  </a:cubicBezTo>
                  <a:cubicBezTo>
                    <a:pt x="410" y="428"/>
                    <a:pt x="408" y="425"/>
                    <a:pt x="405" y="423"/>
                  </a:cubicBezTo>
                  <a:cubicBezTo>
                    <a:pt x="402" y="422"/>
                    <a:pt x="397" y="420"/>
                    <a:pt x="393" y="421"/>
                  </a:cubicBezTo>
                  <a:cubicBezTo>
                    <a:pt x="392" y="421"/>
                    <a:pt x="392" y="422"/>
                    <a:pt x="391" y="422"/>
                  </a:cubicBezTo>
                  <a:cubicBezTo>
                    <a:pt x="390" y="423"/>
                    <a:pt x="388" y="422"/>
                    <a:pt x="386" y="422"/>
                  </a:cubicBezTo>
                  <a:cubicBezTo>
                    <a:pt x="384" y="422"/>
                    <a:pt x="381" y="423"/>
                    <a:pt x="379" y="423"/>
                  </a:cubicBezTo>
                  <a:cubicBezTo>
                    <a:pt x="377" y="423"/>
                    <a:pt x="374" y="420"/>
                    <a:pt x="373" y="418"/>
                  </a:cubicBezTo>
                  <a:cubicBezTo>
                    <a:pt x="372" y="418"/>
                    <a:pt x="371" y="417"/>
                    <a:pt x="371" y="417"/>
                  </a:cubicBezTo>
                  <a:cubicBezTo>
                    <a:pt x="369" y="414"/>
                    <a:pt x="371" y="413"/>
                    <a:pt x="370" y="410"/>
                  </a:cubicBezTo>
                  <a:cubicBezTo>
                    <a:pt x="370" y="408"/>
                    <a:pt x="367" y="406"/>
                    <a:pt x="365" y="404"/>
                  </a:cubicBezTo>
                  <a:cubicBezTo>
                    <a:pt x="363" y="400"/>
                    <a:pt x="361" y="400"/>
                    <a:pt x="358" y="398"/>
                  </a:cubicBezTo>
                  <a:cubicBezTo>
                    <a:pt x="355" y="396"/>
                    <a:pt x="353" y="394"/>
                    <a:pt x="350" y="392"/>
                  </a:cubicBezTo>
                  <a:cubicBezTo>
                    <a:pt x="348" y="390"/>
                    <a:pt x="346" y="389"/>
                    <a:pt x="343" y="387"/>
                  </a:cubicBezTo>
                  <a:cubicBezTo>
                    <a:pt x="341" y="386"/>
                    <a:pt x="337" y="387"/>
                    <a:pt x="335" y="384"/>
                  </a:cubicBezTo>
                  <a:cubicBezTo>
                    <a:pt x="334" y="383"/>
                    <a:pt x="334" y="381"/>
                    <a:pt x="332" y="379"/>
                  </a:cubicBezTo>
                  <a:cubicBezTo>
                    <a:pt x="329" y="377"/>
                    <a:pt x="319" y="375"/>
                    <a:pt x="315" y="376"/>
                  </a:cubicBezTo>
                  <a:cubicBezTo>
                    <a:pt x="312" y="376"/>
                    <a:pt x="309" y="376"/>
                    <a:pt x="307" y="377"/>
                  </a:cubicBezTo>
                  <a:cubicBezTo>
                    <a:pt x="305" y="378"/>
                    <a:pt x="305" y="380"/>
                    <a:pt x="304" y="380"/>
                  </a:cubicBezTo>
                  <a:cubicBezTo>
                    <a:pt x="301" y="383"/>
                    <a:pt x="297" y="384"/>
                    <a:pt x="295" y="387"/>
                  </a:cubicBezTo>
                  <a:cubicBezTo>
                    <a:pt x="293" y="389"/>
                    <a:pt x="293" y="388"/>
                    <a:pt x="291" y="389"/>
                  </a:cubicBezTo>
                  <a:cubicBezTo>
                    <a:pt x="288" y="390"/>
                    <a:pt x="287" y="391"/>
                    <a:pt x="285" y="394"/>
                  </a:cubicBezTo>
                  <a:cubicBezTo>
                    <a:pt x="284" y="396"/>
                    <a:pt x="283" y="400"/>
                    <a:pt x="281" y="402"/>
                  </a:cubicBezTo>
                  <a:cubicBezTo>
                    <a:pt x="276" y="408"/>
                    <a:pt x="273" y="412"/>
                    <a:pt x="270" y="419"/>
                  </a:cubicBezTo>
                  <a:cubicBezTo>
                    <a:pt x="268" y="423"/>
                    <a:pt x="267" y="425"/>
                    <a:pt x="263" y="426"/>
                  </a:cubicBezTo>
                  <a:cubicBezTo>
                    <a:pt x="260" y="427"/>
                    <a:pt x="257" y="425"/>
                    <a:pt x="255" y="427"/>
                  </a:cubicBezTo>
                  <a:cubicBezTo>
                    <a:pt x="252" y="430"/>
                    <a:pt x="258" y="437"/>
                    <a:pt x="259" y="440"/>
                  </a:cubicBezTo>
                  <a:cubicBezTo>
                    <a:pt x="261" y="447"/>
                    <a:pt x="260" y="450"/>
                    <a:pt x="259" y="457"/>
                  </a:cubicBezTo>
                  <a:cubicBezTo>
                    <a:pt x="256" y="465"/>
                    <a:pt x="259" y="474"/>
                    <a:pt x="259" y="483"/>
                  </a:cubicBezTo>
                  <a:cubicBezTo>
                    <a:pt x="256" y="483"/>
                    <a:pt x="256" y="478"/>
                    <a:pt x="254" y="475"/>
                  </a:cubicBezTo>
                  <a:cubicBezTo>
                    <a:pt x="253" y="474"/>
                    <a:pt x="252" y="473"/>
                    <a:pt x="251" y="473"/>
                  </a:cubicBezTo>
                  <a:cubicBezTo>
                    <a:pt x="250" y="472"/>
                    <a:pt x="249" y="475"/>
                    <a:pt x="248" y="475"/>
                  </a:cubicBezTo>
                  <a:cubicBezTo>
                    <a:pt x="246" y="476"/>
                    <a:pt x="242" y="476"/>
                    <a:pt x="239" y="476"/>
                  </a:cubicBezTo>
                  <a:cubicBezTo>
                    <a:pt x="236" y="476"/>
                    <a:pt x="238" y="480"/>
                    <a:pt x="235" y="482"/>
                  </a:cubicBezTo>
                  <a:cubicBezTo>
                    <a:pt x="231" y="484"/>
                    <a:pt x="232" y="479"/>
                    <a:pt x="229" y="478"/>
                  </a:cubicBezTo>
                  <a:cubicBezTo>
                    <a:pt x="226" y="476"/>
                    <a:pt x="224" y="479"/>
                    <a:pt x="221" y="479"/>
                  </a:cubicBezTo>
                  <a:cubicBezTo>
                    <a:pt x="219" y="479"/>
                    <a:pt x="219" y="477"/>
                    <a:pt x="218" y="477"/>
                  </a:cubicBezTo>
                  <a:cubicBezTo>
                    <a:pt x="217" y="477"/>
                    <a:pt x="215" y="479"/>
                    <a:pt x="214" y="479"/>
                  </a:cubicBezTo>
                  <a:cubicBezTo>
                    <a:pt x="212" y="478"/>
                    <a:pt x="213" y="478"/>
                    <a:pt x="212" y="476"/>
                  </a:cubicBezTo>
                  <a:cubicBezTo>
                    <a:pt x="210" y="475"/>
                    <a:pt x="211" y="475"/>
                    <a:pt x="209" y="474"/>
                  </a:cubicBezTo>
                  <a:cubicBezTo>
                    <a:pt x="206" y="473"/>
                    <a:pt x="203" y="473"/>
                    <a:pt x="200" y="473"/>
                  </a:cubicBezTo>
                  <a:cubicBezTo>
                    <a:pt x="196" y="473"/>
                    <a:pt x="195" y="471"/>
                    <a:pt x="192" y="469"/>
                  </a:cubicBezTo>
                  <a:cubicBezTo>
                    <a:pt x="187" y="467"/>
                    <a:pt x="187" y="472"/>
                    <a:pt x="182" y="474"/>
                  </a:cubicBezTo>
                  <a:cubicBezTo>
                    <a:pt x="180" y="474"/>
                    <a:pt x="180" y="473"/>
                    <a:pt x="179" y="473"/>
                  </a:cubicBezTo>
                  <a:cubicBezTo>
                    <a:pt x="176" y="474"/>
                    <a:pt x="177" y="475"/>
                    <a:pt x="175" y="476"/>
                  </a:cubicBezTo>
                  <a:cubicBezTo>
                    <a:pt x="172" y="477"/>
                    <a:pt x="168" y="476"/>
                    <a:pt x="165" y="477"/>
                  </a:cubicBezTo>
                  <a:cubicBezTo>
                    <a:pt x="164" y="477"/>
                    <a:pt x="163" y="479"/>
                    <a:pt x="162" y="479"/>
                  </a:cubicBezTo>
                  <a:cubicBezTo>
                    <a:pt x="159" y="479"/>
                    <a:pt x="159" y="478"/>
                    <a:pt x="157" y="478"/>
                  </a:cubicBezTo>
                  <a:cubicBezTo>
                    <a:pt x="155" y="478"/>
                    <a:pt x="154" y="477"/>
                    <a:pt x="153" y="478"/>
                  </a:cubicBezTo>
                  <a:cubicBezTo>
                    <a:pt x="152" y="478"/>
                    <a:pt x="152" y="480"/>
                    <a:pt x="150" y="480"/>
                  </a:cubicBezTo>
                  <a:cubicBezTo>
                    <a:pt x="148" y="480"/>
                    <a:pt x="148" y="478"/>
                    <a:pt x="146" y="479"/>
                  </a:cubicBezTo>
                  <a:cubicBezTo>
                    <a:pt x="144" y="479"/>
                    <a:pt x="142" y="479"/>
                    <a:pt x="140" y="479"/>
                  </a:cubicBezTo>
                  <a:cubicBezTo>
                    <a:pt x="134" y="482"/>
                    <a:pt x="135" y="489"/>
                    <a:pt x="134" y="494"/>
                  </a:cubicBezTo>
                  <a:cubicBezTo>
                    <a:pt x="133" y="496"/>
                    <a:pt x="132" y="498"/>
                    <a:pt x="131" y="501"/>
                  </a:cubicBezTo>
                  <a:cubicBezTo>
                    <a:pt x="129" y="504"/>
                    <a:pt x="130" y="505"/>
                    <a:pt x="131" y="508"/>
                  </a:cubicBezTo>
                  <a:cubicBezTo>
                    <a:pt x="131" y="511"/>
                    <a:pt x="129" y="513"/>
                    <a:pt x="129" y="516"/>
                  </a:cubicBezTo>
                  <a:cubicBezTo>
                    <a:pt x="128" y="519"/>
                    <a:pt x="131" y="520"/>
                    <a:pt x="131" y="523"/>
                  </a:cubicBezTo>
                  <a:cubicBezTo>
                    <a:pt x="131" y="526"/>
                    <a:pt x="128" y="530"/>
                    <a:pt x="127" y="533"/>
                  </a:cubicBezTo>
                  <a:cubicBezTo>
                    <a:pt x="122" y="542"/>
                    <a:pt x="118" y="551"/>
                    <a:pt x="114" y="560"/>
                  </a:cubicBezTo>
                  <a:cubicBezTo>
                    <a:pt x="114" y="561"/>
                    <a:pt x="113" y="562"/>
                    <a:pt x="113" y="564"/>
                  </a:cubicBezTo>
                  <a:cubicBezTo>
                    <a:pt x="109" y="561"/>
                    <a:pt x="107" y="551"/>
                    <a:pt x="107" y="547"/>
                  </a:cubicBezTo>
                  <a:cubicBezTo>
                    <a:pt x="107" y="546"/>
                    <a:pt x="106" y="545"/>
                    <a:pt x="106" y="544"/>
                  </a:cubicBezTo>
                  <a:cubicBezTo>
                    <a:pt x="106" y="542"/>
                    <a:pt x="107" y="541"/>
                    <a:pt x="106" y="539"/>
                  </a:cubicBezTo>
                  <a:cubicBezTo>
                    <a:pt x="106" y="537"/>
                    <a:pt x="107" y="535"/>
                    <a:pt x="107" y="534"/>
                  </a:cubicBezTo>
                  <a:cubicBezTo>
                    <a:pt x="106" y="531"/>
                    <a:pt x="106" y="533"/>
                    <a:pt x="105" y="532"/>
                  </a:cubicBezTo>
                  <a:cubicBezTo>
                    <a:pt x="105" y="532"/>
                    <a:pt x="104" y="528"/>
                    <a:pt x="104" y="528"/>
                  </a:cubicBezTo>
                  <a:cubicBezTo>
                    <a:pt x="105" y="526"/>
                    <a:pt x="107" y="526"/>
                    <a:pt x="107" y="525"/>
                  </a:cubicBezTo>
                  <a:cubicBezTo>
                    <a:pt x="108" y="522"/>
                    <a:pt x="106" y="519"/>
                    <a:pt x="104" y="517"/>
                  </a:cubicBezTo>
                  <a:cubicBezTo>
                    <a:pt x="104" y="516"/>
                    <a:pt x="103" y="515"/>
                    <a:pt x="103" y="515"/>
                  </a:cubicBezTo>
                  <a:cubicBezTo>
                    <a:pt x="102" y="514"/>
                    <a:pt x="101" y="515"/>
                    <a:pt x="101" y="515"/>
                  </a:cubicBezTo>
                  <a:cubicBezTo>
                    <a:pt x="100" y="514"/>
                    <a:pt x="100" y="513"/>
                    <a:pt x="99" y="512"/>
                  </a:cubicBezTo>
                  <a:cubicBezTo>
                    <a:pt x="98" y="510"/>
                    <a:pt x="98" y="507"/>
                    <a:pt x="94" y="506"/>
                  </a:cubicBezTo>
                  <a:cubicBezTo>
                    <a:pt x="94" y="506"/>
                    <a:pt x="92" y="507"/>
                    <a:pt x="91" y="507"/>
                  </a:cubicBezTo>
                  <a:cubicBezTo>
                    <a:pt x="88" y="506"/>
                    <a:pt x="87" y="505"/>
                    <a:pt x="85" y="503"/>
                  </a:cubicBezTo>
                  <a:cubicBezTo>
                    <a:pt x="80" y="497"/>
                    <a:pt x="75" y="491"/>
                    <a:pt x="70" y="486"/>
                  </a:cubicBezTo>
                  <a:cubicBezTo>
                    <a:pt x="66" y="481"/>
                    <a:pt x="61" y="476"/>
                    <a:pt x="56" y="471"/>
                  </a:cubicBezTo>
                  <a:cubicBezTo>
                    <a:pt x="52" y="467"/>
                    <a:pt x="49" y="462"/>
                    <a:pt x="45" y="457"/>
                  </a:cubicBezTo>
                  <a:cubicBezTo>
                    <a:pt x="45" y="455"/>
                    <a:pt x="44" y="454"/>
                    <a:pt x="43" y="452"/>
                  </a:cubicBezTo>
                  <a:cubicBezTo>
                    <a:pt x="42" y="447"/>
                    <a:pt x="42" y="449"/>
                    <a:pt x="45" y="448"/>
                  </a:cubicBezTo>
                  <a:cubicBezTo>
                    <a:pt x="45" y="448"/>
                    <a:pt x="52" y="447"/>
                    <a:pt x="50" y="445"/>
                  </a:cubicBezTo>
                  <a:cubicBezTo>
                    <a:pt x="44" y="441"/>
                    <a:pt x="48" y="435"/>
                    <a:pt x="44" y="429"/>
                  </a:cubicBezTo>
                  <a:cubicBezTo>
                    <a:pt x="42" y="426"/>
                    <a:pt x="40" y="423"/>
                    <a:pt x="37" y="421"/>
                  </a:cubicBezTo>
                  <a:cubicBezTo>
                    <a:pt x="33" y="419"/>
                    <a:pt x="28" y="416"/>
                    <a:pt x="26" y="413"/>
                  </a:cubicBezTo>
                  <a:cubicBezTo>
                    <a:pt x="22" y="408"/>
                    <a:pt x="21" y="400"/>
                    <a:pt x="21" y="394"/>
                  </a:cubicBezTo>
                  <a:cubicBezTo>
                    <a:pt x="22" y="391"/>
                    <a:pt x="20" y="388"/>
                    <a:pt x="20" y="385"/>
                  </a:cubicBezTo>
                  <a:cubicBezTo>
                    <a:pt x="19" y="382"/>
                    <a:pt x="21" y="379"/>
                    <a:pt x="20" y="376"/>
                  </a:cubicBezTo>
                  <a:cubicBezTo>
                    <a:pt x="19" y="372"/>
                    <a:pt x="18" y="372"/>
                    <a:pt x="15" y="370"/>
                  </a:cubicBezTo>
                  <a:cubicBezTo>
                    <a:pt x="11" y="368"/>
                    <a:pt x="11" y="367"/>
                    <a:pt x="12" y="363"/>
                  </a:cubicBezTo>
                  <a:cubicBezTo>
                    <a:pt x="13" y="360"/>
                    <a:pt x="14" y="359"/>
                    <a:pt x="15" y="356"/>
                  </a:cubicBezTo>
                  <a:cubicBezTo>
                    <a:pt x="16" y="352"/>
                    <a:pt x="15" y="351"/>
                    <a:pt x="14" y="348"/>
                  </a:cubicBezTo>
                  <a:cubicBezTo>
                    <a:pt x="14" y="345"/>
                    <a:pt x="16" y="342"/>
                    <a:pt x="16" y="339"/>
                  </a:cubicBezTo>
                  <a:cubicBezTo>
                    <a:pt x="17" y="336"/>
                    <a:pt x="16" y="333"/>
                    <a:pt x="16" y="330"/>
                  </a:cubicBezTo>
                  <a:cubicBezTo>
                    <a:pt x="16" y="329"/>
                    <a:pt x="16" y="327"/>
                    <a:pt x="15" y="326"/>
                  </a:cubicBezTo>
                  <a:cubicBezTo>
                    <a:pt x="13" y="325"/>
                    <a:pt x="14" y="327"/>
                    <a:pt x="12" y="327"/>
                  </a:cubicBezTo>
                  <a:cubicBezTo>
                    <a:pt x="8" y="327"/>
                    <a:pt x="6" y="324"/>
                    <a:pt x="5" y="321"/>
                  </a:cubicBezTo>
                  <a:cubicBezTo>
                    <a:pt x="0" y="309"/>
                    <a:pt x="26" y="309"/>
                    <a:pt x="27" y="297"/>
                  </a:cubicBezTo>
                  <a:cubicBezTo>
                    <a:pt x="28" y="291"/>
                    <a:pt x="32" y="282"/>
                    <a:pt x="35" y="277"/>
                  </a:cubicBezTo>
                  <a:cubicBezTo>
                    <a:pt x="37" y="274"/>
                    <a:pt x="41" y="274"/>
                    <a:pt x="42" y="271"/>
                  </a:cubicBezTo>
                  <a:cubicBezTo>
                    <a:pt x="44" y="269"/>
                    <a:pt x="45" y="264"/>
                    <a:pt x="46" y="261"/>
                  </a:cubicBezTo>
                  <a:cubicBezTo>
                    <a:pt x="47" y="260"/>
                    <a:pt x="47" y="258"/>
                    <a:pt x="47" y="256"/>
                  </a:cubicBezTo>
                  <a:cubicBezTo>
                    <a:pt x="48" y="254"/>
                    <a:pt x="49" y="254"/>
                    <a:pt x="50" y="252"/>
                  </a:cubicBezTo>
                  <a:cubicBezTo>
                    <a:pt x="52" y="249"/>
                    <a:pt x="51" y="246"/>
                    <a:pt x="52" y="243"/>
                  </a:cubicBezTo>
                  <a:cubicBezTo>
                    <a:pt x="54" y="239"/>
                    <a:pt x="59" y="237"/>
                    <a:pt x="62" y="235"/>
                  </a:cubicBezTo>
                  <a:cubicBezTo>
                    <a:pt x="63" y="234"/>
                    <a:pt x="66" y="232"/>
                    <a:pt x="66" y="232"/>
                  </a:cubicBezTo>
                  <a:cubicBezTo>
                    <a:pt x="67" y="230"/>
                    <a:pt x="64" y="230"/>
                    <a:pt x="66" y="228"/>
                  </a:cubicBezTo>
                  <a:cubicBezTo>
                    <a:pt x="66" y="227"/>
                    <a:pt x="68" y="223"/>
                    <a:pt x="69" y="223"/>
                  </a:cubicBezTo>
                  <a:cubicBezTo>
                    <a:pt x="69" y="223"/>
                    <a:pt x="71" y="224"/>
                    <a:pt x="71" y="224"/>
                  </a:cubicBezTo>
                  <a:cubicBezTo>
                    <a:pt x="73" y="224"/>
                    <a:pt x="75" y="223"/>
                    <a:pt x="77" y="223"/>
                  </a:cubicBezTo>
                  <a:cubicBezTo>
                    <a:pt x="82" y="223"/>
                    <a:pt x="81" y="225"/>
                    <a:pt x="83" y="227"/>
                  </a:cubicBezTo>
                  <a:cubicBezTo>
                    <a:pt x="86" y="228"/>
                    <a:pt x="90" y="226"/>
                    <a:pt x="93" y="226"/>
                  </a:cubicBezTo>
                  <a:cubicBezTo>
                    <a:pt x="96" y="225"/>
                    <a:pt x="98" y="225"/>
                    <a:pt x="100" y="222"/>
                  </a:cubicBezTo>
                  <a:cubicBezTo>
                    <a:pt x="101" y="221"/>
                    <a:pt x="101" y="221"/>
                    <a:pt x="103" y="220"/>
                  </a:cubicBezTo>
                  <a:cubicBezTo>
                    <a:pt x="104" y="219"/>
                    <a:pt x="106" y="219"/>
                    <a:pt x="108" y="218"/>
                  </a:cubicBezTo>
                  <a:cubicBezTo>
                    <a:pt x="111" y="217"/>
                    <a:pt x="114" y="216"/>
                    <a:pt x="117" y="215"/>
                  </a:cubicBezTo>
                  <a:cubicBezTo>
                    <a:pt x="119" y="214"/>
                    <a:pt x="123" y="214"/>
                    <a:pt x="124" y="212"/>
                  </a:cubicBezTo>
                  <a:cubicBezTo>
                    <a:pt x="124" y="210"/>
                    <a:pt x="123" y="205"/>
                    <a:pt x="126" y="206"/>
                  </a:cubicBezTo>
                  <a:cubicBezTo>
                    <a:pt x="129" y="207"/>
                    <a:pt x="129" y="202"/>
                    <a:pt x="132" y="201"/>
                  </a:cubicBezTo>
                  <a:cubicBezTo>
                    <a:pt x="135" y="201"/>
                    <a:pt x="133" y="205"/>
                    <a:pt x="135" y="207"/>
                  </a:cubicBezTo>
                  <a:cubicBezTo>
                    <a:pt x="136" y="209"/>
                    <a:pt x="137" y="208"/>
                    <a:pt x="138" y="210"/>
                  </a:cubicBezTo>
                  <a:cubicBezTo>
                    <a:pt x="139" y="213"/>
                    <a:pt x="137" y="212"/>
                    <a:pt x="139" y="214"/>
                  </a:cubicBezTo>
                  <a:cubicBezTo>
                    <a:pt x="141" y="215"/>
                    <a:pt x="148" y="222"/>
                    <a:pt x="149" y="222"/>
                  </a:cubicBezTo>
                  <a:cubicBezTo>
                    <a:pt x="153" y="220"/>
                    <a:pt x="151" y="218"/>
                    <a:pt x="154" y="216"/>
                  </a:cubicBezTo>
                  <a:cubicBezTo>
                    <a:pt x="157" y="215"/>
                    <a:pt x="160" y="215"/>
                    <a:pt x="162" y="214"/>
                  </a:cubicBezTo>
                  <a:cubicBezTo>
                    <a:pt x="162" y="214"/>
                    <a:pt x="164" y="213"/>
                    <a:pt x="164" y="213"/>
                  </a:cubicBezTo>
                  <a:cubicBezTo>
                    <a:pt x="164" y="213"/>
                    <a:pt x="164" y="212"/>
                    <a:pt x="165" y="212"/>
                  </a:cubicBezTo>
                  <a:cubicBezTo>
                    <a:pt x="166" y="211"/>
                    <a:pt x="166" y="213"/>
                    <a:pt x="168" y="213"/>
                  </a:cubicBezTo>
                  <a:cubicBezTo>
                    <a:pt x="169" y="212"/>
                    <a:pt x="170" y="210"/>
                    <a:pt x="171" y="209"/>
                  </a:cubicBezTo>
                  <a:cubicBezTo>
                    <a:pt x="172" y="208"/>
                    <a:pt x="173" y="208"/>
                    <a:pt x="174" y="207"/>
                  </a:cubicBezTo>
                  <a:cubicBezTo>
                    <a:pt x="175" y="206"/>
                    <a:pt x="175" y="205"/>
                    <a:pt x="177" y="204"/>
                  </a:cubicBezTo>
                  <a:cubicBezTo>
                    <a:pt x="178" y="203"/>
                    <a:pt x="181" y="203"/>
                    <a:pt x="182" y="202"/>
                  </a:cubicBezTo>
                  <a:cubicBezTo>
                    <a:pt x="182" y="201"/>
                    <a:pt x="185" y="200"/>
                    <a:pt x="186" y="200"/>
                  </a:cubicBezTo>
                  <a:cubicBezTo>
                    <a:pt x="186" y="200"/>
                    <a:pt x="189" y="200"/>
                    <a:pt x="190" y="200"/>
                  </a:cubicBezTo>
                  <a:cubicBezTo>
                    <a:pt x="191" y="199"/>
                    <a:pt x="190" y="197"/>
                    <a:pt x="191" y="197"/>
                  </a:cubicBezTo>
                  <a:cubicBezTo>
                    <a:pt x="192" y="196"/>
                    <a:pt x="195" y="197"/>
                    <a:pt x="196" y="196"/>
                  </a:cubicBezTo>
                  <a:cubicBezTo>
                    <a:pt x="199" y="195"/>
                    <a:pt x="199" y="193"/>
                    <a:pt x="204" y="194"/>
                  </a:cubicBezTo>
                  <a:cubicBezTo>
                    <a:pt x="207" y="194"/>
                    <a:pt x="211" y="196"/>
                    <a:pt x="214" y="195"/>
                  </a:cubicBezTo>
                  <a:cubicBezTo>
                    <a:pt x="217" y="195"/>
                    <a:pt x="220" y="192"/>
                    <a:pt x="223" y="192"/>
                  </a:cubicBezTo>
                  <a:cubicBezTo>
                    <a:pt x="226" y="191"/>
                    <a:pt x="230" y="191"/>
                    <a:pt x="233" y="191"/>
                  </a:cubicBezTo>
                  <a:cubicBezTo>
                    <a:pt x="240" y="191"/>
                    <a:pt x="246" y="191"/>
                    <a:pt x="253" y="190"/>
                  </a:cubicBezTo>
                  <a:cubicBezTo>
                    <a:pt x="261" y="190"/>
                    <a:pt x="258" y="181"/>
                    <a:pt x="265" y="178"/>
                  </a:cubicBezTo>
                  <a:cubicBezTo>
                    <a:pt x="273" y="174"/>
                    <a:pt x="275" y="167"/>
                    <a:pt x="281" y="160"/>
                  </a:cubicBezTo>
                  <a:cubicBezTo>
                    <a:pt x="283" y="158"/>
                    <a:pt x="284" y="156"/>
                    <a:pt x="285" y="153"/>
                  </a:cubicBezTo>
                  <a:cubicBezTo>
                    <a:pt x="287" y="149"/>
                    <a:pt x="288" y="150"/>
                    <a:pt x="286" y="147"/>
                  </a:cubicBezTo>
                  <a:cubicBezTo>
                    <a:pt x="286" y="147"/>
                    <a:pt x="261" y="141"/>
                    <a:pt x="274" y="134"/>
                  </a:cubicBezTo>
                  <a:cubicBezTo>
                    <a:pt x="289" y="128"/>
                    <a:pt x="289" y="128"/>
                    <a:pt x="289" y="128"/>
                  </a:cubicBezTo>
                  <a:cubicBezTo>
                    <a:pt x="290" y="128"/>
                    <a:pt x="291" y="127"/>
                    <a:pt x="292" y="127"/>
                  </a:cubicBezTo>
                  <a:cubicBezTo>
                    <a:pt x="295" y="127"/>
                    <a:pt x="299" y="129"/>
                    <a:pt x="302" y="129"/>
                  </a:cubicBezTo>
                  <a:cubicBezTo>
                    <a:pt x="304" y="128"/>
                    <a:pt x="309" y="127"/>
                    <a:pt x="311" y="128"/>
                  </a:cubicBezTo>
                  <a:cubicBezTo>
                    <a:pt x="313" y="129"/>
                    <a:pt x="315" y="127"/>
                    <a:pt x="316" y="127"/>
                  </a:cubicBezTo>
                  <a:cubicBezTo>
                    <a:pt x="318" y="127"/>
                    <a:pt x="320" y="128"/>
                    <a:pt x="322" y="128"/>
                  </a:cubicBezTo>
                  <a:cubicBezTo>
                    <a:pt x="323" y="127"/>
                    <a:pt x="325" y="126"/>
                    <a:pt x="326" y="126"/>
                  </a:cubicBezTo>
                  <a:cubicBezTo>
                    <a:pt x="329" y="125"/>
                    <a:pt x="332" y="126"/>
                    <a:pt x="334" y="126"/>
                  </a:cubicBezTo>
                  <a:cubicBezTo>
                    <a:pt x="345" y="120"/>
                    <a:pt x="345" y="120"/>
                    <a:pt x="345" y="120"/>
                  </a:cubicBezTo>
                  <a:cubicBezTo>
                    <a:pt x="346" y="120"/>
                    <a:pt x="347" y="120"/>
                    <a:pt x="347" y="120"/>
                  </a:cubicBezTo>
                  <a:cubicBezTo>
                    <a:pt x="347" y="120"/>
                    <a:pt x="348" y="120"/>
                    <a:pt x="348" y="120"/>
                  </a:cubicBezTo>
                  <a:cubicBezTo>
                    <a:pt x="350" y="120"/>
                    <a:pt x="349" y="122"/>
                    <a:pt x="352" y="121"/>
                  </a:cubicBezTo>
                  <a:cubicBezTo>
                    <a:pt x="355" y="120"/>
                    <a:pt x="354" y="121"/>
                    <a:pt x="356" y="121"/>
                  </a:cubicBezTo>
                  <a:cubicBezTo>
                    <a:pt x="360" y="122"/>
                    <a:pt x="363" y="122"/>
                    <a:pt x="366" y="120"/>
                  </a:cubicBezTo>
                  <a:cubicBezTo>
                    <a:pt x="368" y="119"/>
                    <a:pt x="372" y="115"/>
                    <a:pt x="372" y="114"/>
                  </a:cubicBezTo>
                  <a:cubicBezTo>
                    <a:pt x="373" y="111"/>
                    <a:pt x="370" y="112"/>
                    <a:pt x="373" y="110"/>
                  </a:cubicBezTo>
                  <a:cubicBezTo>
                    <a:pt x="374" y="110"/>
                    <a:pt x="373" y="108"/>
                    <a:pt x="374" y="108"/>
                  </a:cubicBezTo>
                  <a:cubicBezTo>
                    <a:pt x="374" y="108"/>
                    <a:pt x="375" y="109"/>
                    <a:pt x="376" y="109"/>
                  </a:cubicBezTo>
                  <a:cubicBezTo>
                    <a:pt x="377" y="109"/>
                    <a:pt x="379" y="110"/>
                    <a:pt x="380" y="109"/>
                  </a:cubicBezTo>
                  <a:cubicBezTo>
                    <a:pt x="382" y="109"/>
                    <a:pt x="380" y="107"/>
                    <a:pt x="381" y="106"/>
                  </a:cubicBezTo>
                  <a:cubicBezTo>
                    <a:pt x="382" y="105"/>
                    <a:pt x="385" y="105"/>
                    <a:pt x="386" y="104"/>
                  </a:cubicBezTo>
                  <a:cubicBezTo>
                    <a:pt x="390" y="103"/>
                    <a:pt x="391" y="100"/>
                    <a:pt x="393" y="97"/>
                  </a:cubicBezTo>
                  <a:cubicBezTo>
                    <a:pt x="394" y="95"/>
                    <a:pt x="397" y="92"/>
                    <a:pt x="399" y="90"/>
                  </a:cubicBezTo>
                  <a:cubicBezTo>
                    <a:pt x="400" y="88"/>
                    <a:pt x="401" y="87"/>
                    <a:pt x="402" y="83"/>
                  </a:cubicBezTo>
                  <a:cubicBezTo>
                    <a:pt x="402" y="82"/>
                    <a:pt x="402" y="81"/>
                    <a:pt x="404" y="80"/>
                  </a:cubicBezTo>
                  <a:cubicBezTo>
                    <a:pt x="405" y="79"/>
                    <a:pt x="407" y="80"/>
                    <a:pt x="408" y="78"/>
                  </a:cubicBezTo>
                  <a:cubicBezTo>
                    <a:pt x="409" y="75"/>
                    <a:pt x="411" y="73"/>
                    <a:pt x="413" y="71"/>
                  </a:cubicBezTo>
                  <a:cubicBezTo>
                    <a:pt x="414" y="69"/>
                    <a:pt x="415" y="68"/>
                    <a:pt x="416" y="66"/>
                  </a:cubicBezTo>
                  <a:cubicBezTo>
                    <a:pt x="418" y="65"/>
                    <a:pt x="419" y="67"/>
                    <a:pt x="421" y="67"/>
                  </a:cubicBezTo>
                  <a:cubicBezTo>
                    <a:pt x="424" y="66"/>
                    <a:pt x="426" y="63"/>
                    <a:pt x="428" y="60"/>
                  </a:cubicBezTo>
                  <a:cubicBezTo>
                    <a:pt x="429" y="57"/>
                    <a:pt x="429" y="55"/>
                    <a:pt x="432" y="52"/>
                  </a:cubicBezTo>
                  <a:cubicBezTo>
                    <a:pt x="434" y="50"/>
                    <a:pt x="437" y="51"/>
                    <a:pt x="440" y="50"/>
                  </a:cubicBezTo>
                  <a:cubicBezTo>
                    <a:pt x="444" y="48"/>
                    <a:pt x="447" y="40"/>
                    <a:pt x="445" y="35"/>
                  </a:cubicBezTo>
                  <a:cubicBezTo>
                    <a:pt x="443" y="30"/>
                    <a:pt x="441" y="22"/>
                    <a:pt x="450" y="21"/>
                  </a:cubicBezTo>
                  <a:cubicBezTo>
                    <a:pt x="453" y="21"/>
                    <a:pt x="452" y="21"/>
                    <a:pt x="455" y="20"/>
                  </a:cubicBezTo>
                  <a:cubicBezTo>
                    <a:pt x="456" y="19"/>
                    <a:pt x="459" y="18"/>
                    <a:pt x="460" y="18"/>
                  </a:cubicBezTo>
                  <a:cubicBezTo>
                    <a:pt x="463" y="16"/>
                    <a:pt x="460" y="12"/>
                    <a:pt x="465" y="11"/>
                  </a:cubicBezTo>
                  <a:cubicBezTo>
                    <a:pt x="468" y="11"/>
                    <a:pt x="470" y="13"/>
                    <a:pt x="473" y="11"/>
                  </a:cubicBezTo>
                  <a:cubicBezTo>
                    <a:pt x="473" y="10"/>
                    <a:pt x="474" y="8"/>
                    <a:pt x="475" y="7"/>
                  </a:cubicBezTo>
                  <a:cubicBezTo>
                    <a:pt x="476" y="6"/>
                    <a:pt x="478" y="6"/>
                    <a:pt x="479" y="5"/>
                  </a:cubicBezTo>
                  <a:cubicBezTo>
                    <a:pt x="481" y="4"/>
                    <a:pt x="482" y="3"/>
                    <a:pt x="483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5" name="Freeform 55">
              <a:extLst>
                <a:ext uri="{FF2B5EF4-FFF2-40B4-BE49-F238E27FC236}">
                  <a16:creationId xmlns:a16="http://schemas.microsoft.com/office/drawing/2014/main" id="{BCA37D59-EAB4-4AC6-B104-20380738E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438" y="2506663"/>
              <a:ext cx="15875" cy="17463"/>
            </a:xfrm>
            <a:custGeom>
              <a:avLst/>
              <a:gdLst>
                <a:gd name="T0" fmla="*/ 8 w 13"/>
                <a:gd name="T1" fmla="*/ 15 h 15"/>
                <a:gd name="T2" fmla="*/ 8 w 13"/>
                <a:gd name="T3" fmla="*/ 15 h 15"/>
                <a:gd name="T4" fmla="*/ 3 w 13"/>
                <a:gd name="T5" fmla="*/ 13 h 15"/>
                <a:gd name="T6" fmla="*/ 0 w 13"/>
                <a:gd name="T7" fmla="*/ 8 h 15"/>
                <a:gd name="T8" fmla="*/ 3 w 13"/>
                <a:gd name="T9" fmla="*/ 2 h 15"/>
                <a:gd name="T10" fmla="*/ 7 w 13"/>
                <a:gd name="T11" fmla="*/ 1 h 15"/>
                <a:gd name="T12" fmla="*/ 9 w 13"/>
                <a:gd name="T13" fmla="*/ 3 h 15"/>
                <a:gd name="T14" fmla="*/ 12 w 13"/>
                <a:gd name="T15" fmla="*/ 5 h 15"/>
                <a:gd name="T16" fmla="*/ 12 w 13"/>
                <a:gd name="T17" fmla="*/ 13 h 15"/>
                <a:gd name="T18" fmla="*/ 8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5" y="14"/>
                    <a:pt x="3" y="13"/>
                  </a:cubicBezTo>
                  <a:cubicBezTo>
                    <a:pt x="0" y="12"/>
                    <a:pt x="0" y="9"/>
                    <a:pt x="0" y="8"/>
                  </a:cubicBezTo>
                  <a:cubicBezTo>
                    <a:pt x="0" y="6"/>
                    <a:pt x="0" y="4"/>
                    <a:pt x="3" y="2"/>
                  </a:cubicBezTo>
                  <a:cubicBezTo>
                    <a:pt x="4" y="1"/>
                    <a:pt x="5" y="0"/>
                    <a:pt x="7" y="1"/>
                  </a:cubicBezTo>
                  <a:cubicBezTo>
                    <a:pt x="8" y="1"/>
                    <a:pt x="9" y="2"/>
                    <a:pt x="9" y="3"/>
                  </a:cubicBezTo>
                  <a:cubicBezTo>
                    <a:pt x="10" y="3"/>
                    <a:pt x="12" y="4"/>
                    <a:pt x="12" y="5"/>
                  </a:cubicBezTo>
                  <a:cubicBezTo>
                    <a:pt x="13" y="8"/>
                    <a:pt x="13" y="11"/>
                    <a:pt x="12" y="13"/>
                  </a:cubicBezTo>
                  <a:cubicBezTo>
                    <a:pt x="11" y="14"/>
                    <a:pt x="9" y="15"/>
                    <a:pt x="8" y="1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6C01D03E-30EB-4151-BDDB-54E912D07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250" y="2505075"/>
              <a:ext cx="20638" cy="19050"/>
            </a:xfrm>
            <a:custGeom>
              <a:avLst/>
              <a:gdLst>
                <a:gd name="T0" fmla="*/ 7 w 19"/>
                <a:gd name="T1" fmla="*/ 17 h 17"/>
                <a:gd name="T2" fmla="*/ 1 w 19"/>
                <a:gd name="T3" fmla="*/ 13 h 17"/>
                <a:gd name="T4" fmla="*/ 3 w 19"/>
                <a:gd name="T5" fmla="*/ 6 h 17"/>
                <a:gd name="T6" fmla="*/ 15 w 19"/>
                <a:gd name="T7" fmla="*/ 0 h 17"/>
                <a:gd name="T8" fmla="*/ 19 w 19"/>
                <a:gd name="T9" fmla="*/ 3 h 17"/>
                <a:gd name="T10" fmla="*/ 19 w 19"/>
                <a:gd name="T11" fmla="*/ 7 h 17"/>
                <a:gd name="T12" fmla="*/ 18 w 19"/>
                <a:gd name="T13" fmla="*/ 12 h 17"/>
                <a:gd name="T14" fmla="*/ 14 w 19"/>
                <a:gd name="T15" fmla="*/ 14 h 17"/>
                <a:gd name="T16" fmla="*/ 14 w 19"/>
                <a:gd name="T17" fmla="*/ 14 h 17"/>
                <a:gd name="T18" fmla="*/ 14 w 19"/>
                <a:gd name="T19" fmla="*/ 14 h 17"/>
                <a:gd name="T20" fmla="*/ 13 w 19"/>
                <a:gd name="T21" fmla="*/ 14 h 17"/>
                <a:gd name="T22" fmla="*/ 7 w 19"/>
                <a:gd name="T2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7">
                  <a:moveTo>
                    <a:pt x="7" y="17"/>
                  </a:moveTo>
                  <a:cubicBezTo>
                    <a:pt x="4" y="17"/>
                    <a:pt x="2" y="15"/>
                    <a:pt x="1" y="13"/>
                  </a:cubicBezTo>
                  <a:cubicBezTo>
                    <a:pt x="1" y="12"/>
                    <a:pt x="0" y="9"/>
                    <a:pt x="3" y="6"/>
                  </a:cubicBezTo>
                  <a:cubicBezTo>
                    <a:pt x="6" y="3"/>
                    <a:pt x="11" y="0"/>
                    <a:pt x="15" y="0"/>
                  </a:cubicBezTo>
                  <a:cubicBezTo>
                    <a:pt x="16" y="0"/>
                    <a:pt x="18" y="2"/>
                    <a:pt x="19" y="3"/>
                  </a:cubicBezTo>
                  <a:cubicBezTo>
                    <a:pt x="19" y="4"/>
                    <a:pt x="19" y="6"/>
                    <a:pt x="19" y="7"/>
                  </a:cubicBezTo>
                  <a:cubicBezTo>
                    <a:pt x="19" y="8"/>
                    <a:pt x="19" y="10"/>
                    <a:pt x="18" y="12"/>
                  </a:cubicBezTo>
                  <a:cubicBezTo>
                    <a:pt x="17" y="13"/>
                    <a:pt x="16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6"/>
                    <a:pt x="9" y="17"/>
                    <a:pt x="7" y="1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7" name="Freeform 57">
              <a:extLst>
                <a:ext uri="{FF2B5EF4-FFF2-40B4-BE49-F238E27FC236}">
                  <a16:creationId xmlns:a16="http://schemas.microsoft.com/office/drawing/2014/main" id="{2D385A0A-F915-426F-9A6C-BF92068D9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2838" y="2511425"/>
              <a:ext cx="14288" cy="9525"/>
            </a:xfrm>
            <a:custGeom>
              <a:avLst/>
              <a:gdLst>
                <a:gd name="T0" fmla="*/ 13 w 13"/>
                <a:gd name="T1" fmla="*/ 0 h 9"/>
                <a:gd name="T2" fmla="*/ 5 w 13"/>
                <a:gd name="T3" fmla="*/ 4 h 9"/>
                <a:gd name="T4" fmla="*/ 7 w 13"/>
                <a:gd name="T5" fmla="*/ 5 h 9"/>
                <a:gd name="T6" fmla="*/ 11 w 13"/>
                <a:gd name="T7" fmla="*/ 4 h 9"/>
                <a:gd name="T8" fmla="*/ 12 w 13"/>
                <a:gd name="T9" fmla="*/ 3 h 9"/>
                <a:gd name="T10" fmla="*/ 13 w 13"/>
                <a:gd name="T1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10" y="0"/>
                    <a:pt x="7" y="2"/>
                    <a:pt x="5" y="4"/>
                  </a:cubicBezTo>
                  <a:cubicBezTo>
                    <a:pt x="0" y="9"/>
                    <a:pt x="9" y="7"/>
                    <a:pt x="7" y="5"/>
                  </a:cubicBezTo>
                  <a:cubicBezTo>
                    <a:pt x="8" y="5"/>
                    <a:pt x="11" y="4"/>
                    <a:pt x="11" y="4"/>
                  </a:cubicBezTo>
                  <a:cubicBezTo>
                    <a:pt x="12" y="4"/>
                    <a:pt x="13" y="5"/>
                    <a:pt x="12" y="3"/>
                  </a:cubicBezTo>
                  <a:cubicBezTo>
                    <a:pt x="12" y="2"/>
                    <a:pt x="12" y="1"/>
                    <a:pt x="13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8" name="Freeform 58">
              <a:extLst>
                <a:ext uri="{FF2B5EF4-FFF2-40B4-BE49-F238E27FC236}">
                  <a16:creationId xmlns:a16="http://schemas.microsoft.com/office/drawing/2014/main" id="{4DB4409F-B375-42B3-AB68-E92BF8037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388" y="2532063"/>
              <a:ext cx="15875" cy="9525"/>
            </a:xfrm>
            <a:custGeom>
              <a:avLst/>
              <a:gdLst>
                <a:gd name="T0" fmla="*/ 8 w 13"/>
                <a:gd name="T1" fmla="*/ 2 h 8"/>
                <a:gd name="T2" fmla="*/ 5 w 13"/>
                <a:gd name="T3" fmla="*/ 8 h 8"/>
                <a:gd name="T4" fmla="*/ 8 w 13"/>
                <a:gd name="T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8">
                  <a:moveTo>
                    <a:pt x="8" y="2"/>
                  </a:moveTo>
                  <a:cubicBezTo>
                    <a:pt x="4" y="0"/>
                    <a:pt x="0" y="7"/>
                    <a:pt x="5" y="8"/>
                  </a:cubicBezTo>
                  <a:cubicBezTo>
                    <a:pt x="7" y="7"/>
                    <a:pt x="13" y="5"/>
                    <a:pt x="8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69" name="Freeform 59">
              <a:extLst>
                <a:ext uri="{FF2B5EF4-FFF2-40B4-BE49-F238E27FC236}">
                  <a16:creationId xmlns:a16="http://schemas.microsoft.com/office/drawing/2014/main" id="{41327BF3-8399-4E10-A4C2-488F8946AF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91088" y="2536825"/>
              <a:ext cx="17463" cy="14288"/>
            </a:xfrm>
            <a:custGeom>
              <a:avLst/>
              <a:gdLst>
                <a:gd name="T0" fmla="*/ 6 w 15"/>
                <a:gd name="T1" fmla="*/ 13 h 13"/>
                <a:gd name="T2" fmla="*/ 0 w 15"/>
                <a:gd name="T3" fmla="*/ 7 h 13"/>
                <a:gd name="T4" fmla="*/ 8 w 15"/>
                <a:gd name="T5" fmla="*/ 0 h 13"/>
                <a:gd name="T6" fmla="*/ 14 w 15"/>
                <a:gd name="T7" fmla="*/ 4 h 13"/>
                <a:gd name="T8" fmla="*/ 10 w 15"/>
                <a:gd name="T9" fmla="*/ 12 h 13"/>
                <a:gd name="T10" fmla="*/ 9 w 15"/>
                <a:gd name="T11" fmla="*/ 12 h 13"/>
                <a:gd name="T12" fmla="*/ 6 w 15"/>
                <a:gd name="T13" fmla="*/ 13 h 13"/>
                <a:gd name="T14" fmla="*/ 5 w 15"/>
                <a:gd name="T15" fmla="*/ 5 h 13"/>
                <a:gd name="T16" fmla="*/ 5 w 15"/>
                <a:gd name="T17" fmla="*/ 7 h 13"/>
                <a:gd name="T18" fmla="*/ 8 w 15"/>
                <a:gd name="T19" fmla="*/ 9 h 13"/>
                <a:gd name="T20" fmla="*/ 9 w 15"/>
                <a:gd name="T21" fmla="*/ 7 h 13"/>
                <a:gd name="T22" fmla="*/ 6 w 15"/>
                <a:gd name="T23" fmla="*/ 4 h 13"/>
                <a:gd name="T24" fmla="*/ 5 w 15"/>
                <a:gd name="T25" fmla="*/ 4 h 13"/>
                <a:gd name="T26" fmla="*/ 7 w 15"/>
                <a:gd name="T27" fmla="*/ 8 h 13"/>
                <a:gd name="T28" fmla="*/ 5 w 15"/>
                <a:gd name="T29" fmla="*/ 5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3">
                  <a:moveTo>
                    <a:pt x="6" y="13"/>
                  </a:moveTo>
                  <a:cubicBezTo>
                    <a:pt x="2" y="13"/>
                    <a:pt x="0" y="11"/>
                    <a:pt x="0" y="7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12" y="0"/>
                    <a:pt x="13" y="3"/>
                    <a:pt x="14" y="4"/>
                  </a:cubicBezTo>
                  <a:cubicBezTo>
                    <a:pt x="15" y="6"/>
                    <a:pt x="13" y="9"/>
                    <a:pt x="10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8" y="13"/>
                    <a:pt x="7" y="13"/>
                    <a:pt x="6" y="13"/>
                  </a:cubicBezTo>
                  <a:close/>
                  <a:moveTo>
                    <a:pt x="5" y="5"/>
                  </a:moveTo>
                  <a:cubicBezTo>
                    <a:pt x="5" y="6"/>
                    <a:pt x="5" y="6"/>
                    <a:pt x="5" y="7"/>
                  </a:cubicBezTo>
                  <a:cubicBezTo>
                    <a:pt x="6" y="9"/>
                    <a:pt x="7" y="9"/>
                    <a:pt x="8" y="9"/>
                  </a:cubicBezTo>
                  <a:cubicBezTo>
                    <a:pt x="8" y="9"/>
                    <a:pt x="9" y="9"/>
                    <a:pt x="9" y="7"/>
                  </a:cubicBezTo>
                  <a:cubicBezTo>
                    <a:pt x="9" y="5"/>
                    <a:pt x="8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7" y="8"/>
                    <a:pt x="7" y="8"/>
                    <a:pt x="7" y="8"/>
                  </a:cubicBezTo>
                  <a:lnTo>
                    <a:pt x="5" y="5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0" name="Freeform 60">
              <a:extLst>
                <a:ext uri="{FF2B5EF4-FFF2-40B4-BE49-F238E27FC236}">
                  <a16:creationId xmlns:a16="http://schemas.microsoft.com/office/drawing/2014/main" id="{495E439A-3D2B-457C-90ED-6CF3D798A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088" y="2540000"/>
              <a:ext cx="17463" cy="15875"/>
            </a:xfrm>
            <a:custGeom>
              <a:avLst/>
              <a:gdLst>
                <a:gd name="T0" fmla="*/ 7 w 15"/>
                <a:gd name="T1" fmla="*/ 15 h 15"/>
                <a:gd name="T2" fmla="*/ 5 w 15"/>
                <a:gd name="T3" fmla="*/ 15 h 15"/>
                <a:gd name="T4" fmla="*/ 1 w 15"/>
                <a:gd name="T5" fmla="*/ 10 h 15"/>
                <a:gd name="T6" fmla="*/ 6 w 15"/>
                <a:gd name="T7" fmla="*/ 1 h 15"/>
                <a:gd name="T8" fmla="*/ 10 w 15"/>
                <a:gd name="T9" fmla="*/ 0 h 15"/>
                <a:gd name="T10" fmla="*/ 13 w 15"/>
                <a:gd name="T11" fmla="*/ 2 h 15"/>
                <a:gd name="T12" fmla="*/ 13 w 15"/>
                <a:gd name="T13" fmla="*/ 12 h 15"/>
                <a:gd name="T14" fmla="*/ 7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7" y="15"/>
                    <a:pt x="6" y="15"/>
                    <a:pt x="5" y="15"/>
                  </a:cubicBezTo>
                  <a:cubicBezTo>
                    <a:pt x="3" y="14"/>
                    <a:pt x="1" y="12"/>
                    <a:pt x="1" y="10"/>
                  </a:cubicBezTo>
                  <a:cubicBezTo>
                    <a:pt x="0" y="6"/>
                    <a:pt x="4" y="3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1" y="0"/>
                    <a:pt x="12" y="1"/>
                    <a:pt x="13" y="2"/>
                  </a:cubicBezTo>
                  <a:cubicBezTo>
                    <a:pt x="15" y="5"/>
                    <a:pt x="14" y="9"/>
                    <a:pt x="13" y="12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1" name="Freeform 61">
              <a:extLst>
                <a:ext uri="{FF2B5EF4-FFF2-40B4-BE49-F238E27FC236}">
                  <a16:creationId xmlns:a16="http://schemas.microsoft.com/office/drawing/2014/main" id="{FEE646A9-0497-419E-92F7-B3E79E675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2509838"/>
              <a:ext cx="25400" cy="17463"/>
            </a:xfrm>
            <a:custGeom>
              <a:avLst/>
              <a:gdLst>
                <a:gd name="T0" fmla="*/ 13 w 23"/>
                <a:gd name="T1" fmla="*/ 15 h 15"/>
                <a:gd name="T2" fmla="*/ 10 w 23"/>
                <a:gd name="T3" fmla="*/ 14 h 15"/>
                <a:gd name="T4" fmla="*/ 9 w 23"/>
                <a:gd name="T5" fmla="*/ 14 h 15"/>
                <a:gd name="T6" fmla="*/ 3 w 23"/>
                <a:gd name="T7" fmla="*/ 13 h 15"/>
                <a:gd name="T8" fmla="*/ 1 w 23"/>
                <a:gd name="T9" fmla="*/ 7 h 15"/>
                <a:gd name="T10" fmla="*/ 9 w 23"/>
                <a:gd name="T11" fmla="*/ 2 h 15"/>
                <a:gd name="T12" fmla="*/ 10 w 23"/>
                <a:gd name="T13" fmla="*/ 1 h 15"/>
                <a:gd name="T14" fmla="*/ 16 w 23"/>
                <a:gd name="T15" fmla="*/ 0 h 15"/>
                <a:gd name="T16" fmla="*/ 21 w 23"/>
                <a:gd name="T17" fmla="*/ 4 h 15"/>
                <a:gd name="T18" fmla="*/ 15 w 23"/>
                <a:gd name="T19" fmla="*/ 15 h 15"/>
                <a:gd name="T20" fmla="*/ 13 w 23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5">
                  <a:moveTo>
                    <a:pt x="13" y="15"/>
                  </a:moveTo>
                  <a:cubicBezTo>
                    <a:pt x="12" y="15"/>
                    <a:pt x="10" y="15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5"/>
                    <a:pt x="5" y="15"/>
                    <a:pt x="3" y="13"/>
                  </a:cubicBezTo>
                  <a:cubicBezTo>
                    <a:pt x="0" y="10"/>
                    <a:pt x="1" y="8"/>
                    <a:pt x="1" y="7"/>
                  </a:cubicBezTo>
                  <a:cubicBezTo>
                    <a:pt x="2" y="3"/>
                    <a:pt x="6" y="2"/>
                    <a:pt x="9" y="2"/>
                  </a:cubicBezTo>
                  <a:cubicBezTo>
                    <a:pt x="9" y="2"/>
                    <a:pt x="10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8" y="0"/>
                    <a:pt x="20" y="1"/>
                    <a:pt x="21" y="4"/>
                  </a:cubicBezTo>
                  <a:cubicBezTo>
                    <a:pt x="23" y="8"/>
                    <a:pt x="20" y="12"/>
                    <a:pt x="15" y="15"/>
                  </a:cubicBezTo>
                  <a:cubicBezTo>
                    <a:pt x="14" y="15"/>
                    <a:pt x="13" y="15"/>
                    <a:pt x="13" y="1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2" name="Freeform 62">
              <a:extLst>
                <a:ext uri="{FF2B5EF4-FFF2-40B4-BE49-F238E27FC236}">
                  <a16:creationId xmlns:a16="http://schemas.microsoft.com/office/drawing/2014/main" id="{1880446A-CD1C-4EBD-B705-4FFCAB0FA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450" y="2513013"/>
              <a:ext cx="15875" cy="9525"/>
            </a:xfrm>
            <a:custGeom>
              <a:avLst/>
              <a:gdLst>
                <a:gd name="T0" fmla="*/ 13 w 14"/>
                <a:gd name="T1" fmla="*/ 2 h 8"/>
                <a:gd name="T2" fmla="*/ 6 w 14"/>
                <a:gd name="T3" fmla="*/ 3 h 8"/>
                <a:gd name="T4" fmla="*/ 2 w 14"/>
                <a:gd name="T5" fmla="*/ 7 h 8"/>
                <a:gd name="T6" fmla="*/ 9 w 14"/>
                <a:gd name="T7" fmla="*/ 8 h 8"/>
                <a:gd name="T8" fmla="*/ 13 w 14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13" y="2"/>
                  </a:moveTo>
                  <a:cubicBezTo>
                    <a:pt x="12" y="0"/>
                    <a:pt x="8" y="3"/>
                    <a:pt x="6" y="3"/>
                  </a:cubicBezTo>
                  <a:cubicBezTo>
                    <a:pt x="5" y="4"/>
                    <a:pt x="0" y="4"/>
                    <a:pt x="2" y="7"/>
                  </a:cubicBezTo>
                  <a:cubicBezTo>
                    <a:pt x="3" y="8"/>
                    <a:pt x="7" y="5"/>
                    <a:pt x="9" y="8"/>
                  </a:cubicBezTo>
                  <a:cubicBezTo>
                    <a:pt x="10" y="7"/>
                    <a:pt x="14" y="5"/>
                    <a:pt x="13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3" name="Freeform 63">
              <a:extLst>
                <a:ext uri="{FF2B5EF4-FFF2-40B4-BE49-F238E27FC236}">
                  <a16:creationId xmlns:a16="http://schemas.microsoft.com/office/drawing/2014/main" id="{DC0D9E5F-297E-43FC-A8DD-C73FA7812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850" y="2509838"/>
              <a:ext cx="12700" cy="14288"/>
            </a:xfrm>
            <a:custGeom>
              <a:avLst/>
              <a:gdLst>
                <a:gd name="T0" fmla="*/ 5 w 11"/>
                <a:gd name="T1" fmla="*/ 13 h 13"/>
                <a:gd name="T2" fmla="*/ 0 w 11"/>
                <a:gd name="T3" fmla="*/ 8 h 13"/>
                <a:gd name="T4" fmla="*/ 1 w 11"/>
                <a:gd name="T5" fmla="*/ 7 h 13"/>
                <a:gd name="T6" fmla="*/ 0 w 11"/>
                <a:gd name="T7" fmla="*/ 5 h 13"/>
                <a:gd name="T8" fmla="*/ 5 w 11"/>
                <a:gd name="T9" fmla="*/ 0 h 13"/>
                <a:gd name="T10" fmla="*/ 11 w 11"/>
                <a:gd name="T11" fmla="*/ 7 h 13"/>
                <a:gd name="T12" fmla="*/ 9 w 11"/>
                <a:gd name="T13" fmla="*/ 11 h 13"/>
                <a:gd name="T14" fmla="*/ 5 w 11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13">
                  <a:moveTo>
                    <a:pt x="5" y="13"/>
                  </a:moveTo>
                  <a:cubicBezTo>
                    <a:pt x="2" y="13"/>
                    <a:pt x="0" y="11"/>
                    <a:pt x="0" y="8"/>
                  </a:cubicBezTo>
                  <a:cubicBezTo>
                    <a:pt x="0" y="8"/>
                    <a:pt x="0" y="7"/>
                    <a:pt x="1" y="7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" y="0"/>
                    <a:pt x="11" y="3"/>
                    <a:pt x="11" y="7"/>
                  </a:cubicBezTo>
                  <a:cubicBezTo>
                    <a:pt x="11" y="8"/>
                    <a:pt x="10" y="10"/>
                    <a:pt x="9" y="11"/>
                  </a:cubicBezTo>
                  <a:cubicBezTo>
                    <a:pt x="8" y="12"/>
                    <a:pt x="7" y="13"/>
                    <a:pt x="5" y="1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4" name="Freeform 64">
              <a:extLst>
                <a:ext uri="{FF2B5EF4-FFF2-40B4-BE49-F238E27FC236}">
                  <a16:creationId xmlns:a16="http://schemas.microsoft.com/office/drawing/2014/main" id="{3DAE8802-0382-41BB-B761-987385885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9025" y="2509838"/>
              <a:ext cx="6350" cy="11113"/>
            </a:xfrm>
            <a:custGeom>
              <a:avLst/>
              <a:gdLst>
                <a:gd name="T0" fmla="*/ 0 w 6"/>
                <a:gd name="T1" fmla="*/ 8 h 10"/>
                <a:gd name="T2" fmla="*/ 0 w 6"/>
                <a:gd name="T3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10">
                  <a:moveTo>
                    <a:pt x="0" y="8"/>
                  </a:moveTo>
                  <a:cubicBezTo>
                    <a:pt x="6" y="10"/>
                    <a:pt x="1" y="0"/>
                    <a:pt x="0" y="8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5" name="Freeform 65">
              <a:extLst>
                <a:ext uri="{FF2B5EF4-FFF2-40B4-BE49-F238E27FC236}">
                  <a16:creationId xmlns:a16="http://schemas.microsoft.com/office/drawing/2014/main" id="{1E7F15CD-25D6-4A05-BA0A-4C69B4FFE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850" y="2536825"/>
              <a:ext cx="19050" cy="22225"/>
            </a:xfrm>
            <a:custGeom>
              <a:avLst/>
              <a:gdLst>
                <a:gd name="T0" fmla="*/ 8 w 17"/>
                <a:gd name="T1" fmla="*/ 19 h 19"/>
                <a:gd name="T2" fmla="*/ 7 w 17"/>
                <a:gd name="T3" fmla="*/ 19 h 19"/>
                <a:gd name="T4" fmla="*/ 5 w 17"/>
                <a:gd name="T5" fmla="*/ 18 h 19"/>
                <a:gd name="T6" fmla="*/ 2 w 17"/>
                <a:gd name="T7" fmla="*/ 17 h 19"/>
                <a:gd name="T8" fmla="*/ 1 w 17"/>
                <a:gd name="T9" fmla="*/ 11 h 19"/>
                <a:gd name="T10" fmla="*/ 2 w 17"/>
                <a:gd name="T11" fmla="*/ 10 h 19"/>
                <a:gd name="T12" fmla="*/ 2 w 17"/>
                <a:gd name="T13" fmla="*/ 9 h 19"/>
                <a:gd name="T14" fmla="*/ 2 w 17"/>
                <a:gd name="T15" fmla="*/ 8 h 19"/>
                <a:gd name="T16" fmla="*/ 8 w 17"/>
                <a:gd name="T17" fmla="*/ 0 h 19"/>
                <a:gd name="T18" fmla="*/ 13 w 17"/>
                <a:gd name="T19" fmla="*/ 5 h 19"/>
                <a:gd name="T20" fmla="*/ 15 w 17"/>
                <a:gd name="T21" fmla="*/ 15 h 19"/>
                <a:gd name="T22" fmla="*/ 9 w 17"/>
                <a:gd name="T23" fmla="*/ 19 h 19"/>
                <a:gd name="T24" fmla="*/ 8 w 17"/>
                <a:gd name="T2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19">
                  <a:moveTo>
                    <a:pt x="8" y="19"/>
                  </a:moveTo>
                  <a:cubicBezTo>
                    <a:pt x="8" y="19"/>
                    <a:pt x="8" y="19"/>
                    <a:pt x="7" y="19"/>
                  </a:cubicBezTo>
                  <a:cubicBezTo>
                    <a:pt x="7" y="19"/>
                    <a:pt x="6" y="19"/>
                    <a:pt x="5" y="18"/>
                  </a:cubicBezTo>
                  <a:cubicBezTo>
                    <a:pt x="4" y="18"/>
                    <a:pt x="2" y="18"/>
                    <a:pt x="2" y="17"/>
                  </a:cubicBezTo>
                  <a:cubicBezTo>
                    <a:pt x="1" y="15"/>
                    <a:pt x="0" y="13"/>
                    <a:pt x="1" y="11"/>
                  </a:cubicBezTo>
                  <a:cubicBezTo>
                    <a:pt x="1" y="11"/>
                    <a:pt x="1" y="10"/>
                    <a:pt x="2" y="10"/>
                  </a:cubicBezTo>
                  <a:cubicBezTo>
                    <a:pt x="2" y="10"/>
                    <a:pt x="2" y="9"/>
                    <a:pt x="2" y="9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2" y="6"/>
                    <a:pt x="3" y="0"/>
                    <a:pt x="8" y="0"/>
                  </a:cubicBezTo>
                  <a:cubicBezTo>
                    <a:pt x="11" y="0"/>
                    <a:pt x="12" y="3"/>
                    <a:pt x="13" y="5"/>
                  </a:cubicBezTo>
                  <a:cubicBezTo>
                    <a:pt x="14" y="6"/>
                    <a:pt x="17" y="11"/>
                    <a:pt x="15" y="15"/>
                  </a:cubicBezTo>
                  <a:cubicBezTo>
                    <a:pt x="14" y="17"/>
                    <a:pt x="12" y="19"/>
                    <a:pt x="9" y="19"/>
                  </a:cubicBezTo>
                  <a:cubicBezTo>
                    <a:pt x="9" y="19"/>
                    <a:pt x="8" y="19"/>
                    <a:pt x="8" y="19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6" name="Freeform 66">
              <a:extLst>
                <a:ext uri="{FF2B5EF4-FFF2-40B4-BE49-F238E27FC236}">
                  <a16:creationId xmlns:a16="http://schemas.microsoft.com/office/drawing/2014/main" id="{5FF3E75D-E29C-46BB-BDEF-C86BB1576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2538413"/>
              <a:ext cx="9525" cy="14288"/>
            </a:xfrm>
            <a:custGeom>
              <a:avLst/>
              <a:gdLst>
                <a:gd name="T0" fmla="*/ 2 w 8"/>
                <a:gd name="T1" fmla="*/ 10 h 13"/>
                <a:gd name="T2" fmla="*/ 2 w 8"/>
                <a:gd name="T3" fmla="*/ 12 h 13"/>
                <a:gd name="T4" fmla="*/ 1 w 8"/>
                <a:gd name="T5" fmla="*/ 13 h 13"/>
                <a:gd name="T6" fmla="*/ 4 w 8"/>
                <a:gd name="T7" fmla="*/ 13 h 13"/>
                <a:gd name="T8" fmla="*/ 5 w 8"/>
                <a:gd name="T9" fmla="*/ 6 h 13"/>
                <a:gd name="T10" fmla="*/ 2 w 8"/>
                <a:gd name="T11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3">
                  <a:moveTo>
                    <a:pt x="2" y="10"/>
                  </a:moveTo>
                  <a:cubicBezTo>
                    <a:pt x="6" y="9"/>
                    <a:pt x="2" y="11"/>
                    <a:pt x="2" y="12"/>
                  </a:cubicBezTo>
                  <a:cubicBezTo>
                    <a:pt x="2" y="12"/>
                    <a:pt x="0" y="11"/>
                    <a:pt x="1" y="13"/>
                  </a:cubicBezTo>
                  <a:cubicBezTo>
                    <a:pt x="1" y="13"/>
                    <a:pt x="4" y="13"/>
                    <a:pt x="4" y="13"/>
                  </a:cubicBezTo>
                  <a:cubicBezTo>
                    <a:pt x="8" y="13"/>
                    <a:pt x="7" y="9"/>
                    <a:pt x="5" y="6"/>
                  </a:cubicBezTo>
                  <a:cubicBezTo>
                    <a:pt x="2" y="0"/>
                    <a:pt x="3" y="8"/>
                    <a:pt x="2" y="1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7" name="Freeform 67">
              <a:extLst>
                <a:ext uri="{FF2B5EF4-FFF2-40B4-BE49-F238E27FC236}">
                  <a16:creationId xmlns:a16="http://schemas.microsoft.com/office/drawing/2014/main" id="{2AB85927-2054-4985-86E9-43DDAAE56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388" y="2541588"/>
              <a:ext cx="19050" cy="14288"/>
            </a:xfrm>
            <a:custGeom>
              <a:avLst/>
              <a:gdLst>
                <a:gd name="T0" fmla="*/ 14 w 17"/>
                <a:gd name="T1" fmla="*/ 0 h 13"/>
                <a:gd name="T2" fmla="*/ 12 w 17"/>
                <a:gd name="T3" fmla="*/ 1 h 13"/>
                <a:gd name="T4" fmla="*/ 6 w 17"/>
                <a:gd name="T5" fmla="*/ 6 h 13"/>
                <a:gd name="T6" fmla="*/ 7 w 17"/>
                <a:gd name="T7" fmla="*/ 5 h 13"/>
                <a:gd name="T8" fmla="*/ 9 w 17"/>
                <a:gd name="T9" fmla="*/ 12 h 13"/>
                <a:gd name="T10" fmla="*/ 11 w 17"/>
                <a:gd name="T11" fmla="*/ 10 h 13"/>
                <a:gd name="T12" fmla="*/ 15 w 17"/>
                <a:gd name="T13" fmla="*/ 9 h 13"/>
                <a:gd name="T14" fmla="*/ 15 w 17"/>
                <a:gd name="T15" fmla="*/ 3 h 13"/>
                <a:gd name="T16" fmla="*/ 14 w 17"/>
                <a:gd name="T1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3">
                  <a:moveTo>
                    <a:pt x="14" y="0"/>
                  </a:moveTo>
                  <a:cubicBezTo>
                    <a:pt x="13" y="0"/>
                    <a:pt x="12" y="0"/>
                    <a:pt x="12" y="1"/>
                  </a:cubicBezTo>
                  <a:cubicBezTo>
                    <a:pt x="12" y="1"/>
                    <a:pt x="7" y="6"/>
                    <a:pt x="6" y="6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0" y="5"/>
                    <a:pt x="8" y="10"/>
                    <a:pt x="9" y="12"/>
                  </a:cubicBezTo>
                  <a:cubicBezTo>
                    <a:pt x="10" y="11"/>
                    <a:pt x="10" y="10"/>
                    <a:pt x="11" y="10"/>
                  </a:cubicBezTo>
                  <a:cubicBezTo>
                    <a:pt x="11" y="13"/>
                    <a:pt x="14" y="11"/>
                    <a:pt x="15" y="9"/>
                  </a:cubicBezTo>
                  <a:cubicBezTo>
                    <a:pt x="16" y="7"/>
                    <a:pt x="15" y="5"/>
                    <a:pt x="15" y="3"/>
                  </a:cubicBezTo>
                  <a:cubicBezTo>
                    <a:pt x="15" y="2"/>
                    <a:pt x="17" y="1"/>
                    <a:pt x="14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8" name="Freeform 68">
              <a:extLst>
                <a:ext uri="{FF2B5EF4-FFF2-40B4-BE49-F238E27FC236}">
                  <a16:creationId xmlns:a16="http://schemas.microsoft.com/office/drawing/2014/main" id="{F7D48062-B40A-4325-B214-517AAD64A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138" y="2527300"/>
              <a:ext cx="19050" cy="23813"/>
            </a:xfrm>
            <a:custGeom>
              <a:avLst/>
              <a:gdLst>
                <a:gd name="T0" fmla="*/ 5 w 17"/>
                <a:gd name="T1" fmla="*/ 20 h 20"/>
                <a:gd name="T2" fmla="*/ 2 w 17"/>
                <a:gd name="T3" fmla="*/ 17 h 20"/>
                <a:gd name="T4" fmla="*/ 0 w 17"/>
                <a:gd name="T5" fmla="*/ 10 h 20"/>
                <a:gd name="T6" fmla="*/ 6 w 17"/>
                <a:gd name="T7" fmla="*/ 2 h 20"/>
                <a:gd name="T8" fmla="*/ 16 w 17"/>
                <a:gd name="T9" fmla="*/ 6 h 20"/>
                <a:gd name="T10" fmla="*/ 14 w 17"/>
                <a:gd name="T11" fmla="*/ 14 h 20"/>
                <a:gd name="T12" fmla="*/ 12 w 17"/>
                <a:gd name="T13" fmla="*/ 15 h 20"/>
                <a:gd name="T14" fmla="*/ 11 w 17"/>
                <a:gd name="T15" fmla="*/ 18 h 20"/>
                <a:gd name="T16" fmla="*/ 7 w 17"/>
                <a:gd name="T17" fmla="*/ 19 h 20"/>
                <a:gd name="T18" fmla="*/ 7 w 17"/>
                <a:gd name="T19" fmla="*/ 19 h 20"/>
                <a:gd name="T20" fmla="*/ 5 w 17"/>
                <a:gd name="T2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20">
                  <a:moveTo>
                    <a:pt x="5" y="20"/>
                  </a:moveTo>
                  <a:cubicBezTo>
                    <a:pt x="4" y="20"/>
                    <a:pt x="3" y="19"/>
                    <a:pt x="2" y="17"/>
                  </a:cubicBezTo>
                  <a:cubicBezTo>
                    <a:pt x="0" y="15"/>
                    <a:pt x="0" y="13"/>
                    <a:pt x="0" y="10"/>
                  </a:cubicBezTo>
                  <a:cubicBezTo>
                    <a:pt x="1" y="6"/>
                    <a:pt x="4" y="3"/>
                    <a:pt x="6" y="2"/>
                  </a:cubicBezTo>
                  <a:cubicBezTo>
                    <a:pt x="10" y="0"/>
                    <a:pt x="15" y="2"/>
                    <a:pt x="16" y="6"/>
                  </a:cubicBezTo>
                  <a:cubicBezTo>
                    <a:pt x="17" y="9"/>
                    <a:pt x="17" y="12"/>
                    <a:pt x="14" y="14"/>
                  </a:cubicBezTo>
                  <a:cubicBezTo>
                    <a:pt x="14" y="15"/>
                    <a:pt x="13" y="15"/>
                    <a:pt x="12" y="15"/>
                  </a:cubicBezTo>
                  <a:cubicBezTo>
                    <a:pt x="12" y="16"/>
                    <a:pt x="12" y="17"/>
                    <a:pt x="11" y="18"/>
                  </a:cubicBezTo>
                  <a:cubicBezTo>
                    <a:pt x="10" y="19"/>
                    <a:pt x="9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9"/>
                    <a:pt x="6" y="20"/>
                    <a:pt x="5" y="2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79" name="Freeform 69">
              <a:extLst>
                <a:ext uri="{FF2B5EF4-FFF2-40B4-BE49-F238E27FC236}">
                  <a16:creationId xmlns:a16="http://schemas.microsoft.com/office/drawing/2014/main" id="{4B3555CA-7F80-4F85-843F-09526001F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900" y="2532063"/>
              <a:ext cx="11113" cy="12700"/>
            </a:xfrm>
            <a:custGeom>
              <a:avLst/>
              <a:gdLst>
                <a:gd name="T0" fmla="*/ 4 w 9"/>
                <a:gd name="T1" fmla="*/ 2 h 11"/>
                <a:gd name="T2" fmla="*/ 1 w 9"/>
                <a:gd name="T3" fmla="*/ 11 h 11"/>
                <a:gd name="T4" fmla="*/ 3 w 9"/>
                <a:gd name="T5" fmla="*/ 10 h 11"/>
                <a:gd name="T6" fmla="*/ 4 w 9"/>
                <a:gd name="T7" fmla="*/ 7 h 11"/>
                <a:gd name="T8" fmla="*/ 6 w 9"/>
                <a:gd name="T9" fmla="*/ 6 h 11"/>
                <a:gd name="T10" fmla="*/ 7 w 9"/>
                <a:gd name="T11" fmla="*/ 7 h 11"/>
                <a:gd name="T12" fmla="*/ 4 w 9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1">
                  <a:moveTo>
                    <a:pt x="4" y="2"/>
                  </a:moveTo>
                  <a:cubicBezTo>
                    <a:pt x="1" y="4"/>
                    <a:pt x="0" y="9"/>
                    <a:pt x="1" y="11"/>
                  </a:cubicBezTo>
                  <a:cubicBezTo>
                    <a:pt x="2" y="10"/>
                    <a:pt x="4" y="10"/>
                    <a:pt x="3" y="10"/>
                  </a:cubicBezTo>
                  <a:cubicBezTo>
                    <a:pt x="4" y="10"/>
                    <a:pt x="3" y="8"/>
                    <a:pt x="4" y="7"/>
                  </a:cubicBezTo>
                  <a:cubicBezTo>
                    <a:pt x="3" y="8"/>
                    <a:pt x="6" y="6"/>
                    <a:pt x="6" y="6"/>
                  </a:cubicBezTo>
                  <a:cubicBezTo>
                    <a:pt x="7" y="6"/>
                    <a:pt x="7" y="4"/>
                    <a:pt x="7" y="7"/>
                  </a:cubicBezTo>
                  <a:cubicBezTo>
                    <a:pt x="9" y="5"/>
                    <a:pt x="8" y="0"/>
                    <a:pt x="4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0" name="Freeform 70">
              <a:extLst>
                <a:ext uri="{FF2B5EF4-FFF2-40B4-BE49-F238E27FC236}">
                  <a16:creationId xmlns:a16="http://schemas.microsoft.com/office/drawing/2014/main" id="{940938C5-282B-4AC9-9DFB-811BC7B51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913" y="2492375"/>
              <a:ext cx="17463" cy="11113"/>
            </a:xfrm>
            <a:custGeom>
              <a:avLst/>
              <a:gdLst>
                <a:gd name="T0" fmla="*/ 5 w 15"/>
                <a:gd name="T1" fmla="*/ 7 h 10"/>
                <a:gd name="T2" fmla="*/ 11 w 15"/>
                <a:gd name="T3" fmla="*/ 6 h 10"/>
                <a:gd name="T4" fmla="*/ 11 w 15"/>
                <a:gd name="T5" fmla="*/ 0 h 10"/>
                <a:gd name="T6" fmla="*/ 3 w 15"/>
                <a:gd name="T7" fmla="*/ 1 h 10"/>
                <a:gd name="T8" fmla="*/ 5 w 15"/>
                <a:gd name="T9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5" y="7"/>
                  </a:moveTo>
                  <a:cubicBezTo>
                    <a:pt x="8" y="9"/>
                    <a:pt x="10" y="10"/>
                    <a:pt x="11" y="6"/>
                  </a:cubicBezTo>
                  <a:cubicBezTo>
                    <a:pt x="11" y="4"/>
                    <a:pt x="15" y="0"/>
                    <a:pt x="11" y="0"/>
                  </a:cubicBezTo>
                  <a:cubicBezTo>
                    <a:pt x="10" y="0"/>
                    <a:pt x="3" y="1"/>
                    <a:pt x="3" y="1"/>
                  </a:cubicBezTo>
                  <a:cubicBezTo>
                    <a:pt x="0" y="3"/>
                    <a:pt x="4" y="7"/>
                    <a:pt x="5" y="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1" name="Freeform 71">
              <a:extLst>
                <a:ext uri="{FF2B5EF4-FFF2-40B4-BE49-F238E27FC236}">
                  <a16:creationId xmlns:a16="http://schemas.microsoft.com/office/drawing/2014/main" id="{495ACE80-6078-4EEA-84B3-6CC754B1A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4263" y="2516188"/>
              <a:ext cx="14288" cy="9525"/>
            </a:xfrm>
            <a:custGeom>
              <a:avLst/>
              <a:gdLst>
                <a:gd name="T0" fmla="*/ 5 w 13"/>
                <a:gd name="T1" fmla="*/ 2 h 8"/>
                <a:gd name="T2" fmla="*/ 5 w 13"/>
                <a:gd name="T3" fmla="*/ 8 h 8"/>
                <a:gd name="T4" fmla="*/ 8 w 13"/>
                <a:gd name="T5" fmla="*/ 8 h 8"/>
                <a:gd name="T6" fmla="*/ 12 w 13"/>
                <a:gd name="T7" fmla="*/ 6 h 8"/>
                <a:gd name="T8" fmla="*/ 11 w 13"/>
                <a:gd name="T9" fmla="*/ 2 h 8"/>
                <a:gd name="T10" fmla="*/ 5 w 13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8">
                  <a:moveTo>
                    <a:pt x="5" y="2"/>
                  </a:moveTo>
                  <a:cubicBezTo>
                    <a:pt x="3" y="4"/>
                    <a:pt x="0" y="7"/>
                    <a:pt x="5" y="8"/>
                  </a:cubicBezTo>
                  <a:cubicBezTo>
                    <a:pt x="4" y="8"/>
                    <a:pt x="8" y="8"/>
                    <a:pt x="8" y="8"/>
                  </a:cubicBezTo>
                  <a:cubicBezTo>
                    <a:pt x="9" y="7"/>
                    <a:pt x="11" y="8"/>
                    <a:pt x="12" y="6"/>
                  </a:cubicBezTo>
                  <a:cubicBezTo>
                    <a:pt x="13" y="5"/>
                    <a:pt x="12" y="2"/>
                    <a:pt x="11" y="2"/>
                  </a:cubicBezTo>
                  <a:cubicBezTo>
                    <a:pt x="8" y="0"/>
                    <a:pt x="8" y="3"/>
                    <a:pt x="5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2" name="Freeform 72">
              <a:extLst>
                <a:ext uri="{FF2B5EF4-FFF2-40B4-BE49-F238E27FC236}">
                  <a16:creationId xmlns:a16="http://schemas.microsoft.com/office/drawing/2014/main" id="{001D90E0-140F-4CF9-99EF-0AE1691B6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46638" y="2428875"/>
              <a:ext cx="222250" cy="136525"/>
            </a:xfrm>
            <a:custGeom>
              <a:avLst/>
              <a:gdLst>
                <a:gd name="T0" fmla="*/ 97 w 196"/>
                <a:gd name="T1" fmla="*/ 113 h 121"/>
                <a:gd name="T2" fmla="*/ 88 w 196"/>
                <a:gd name="T3" fmla="*/ 102 h 121"/>
                <a:gd name="T4" fmla="*/ 82 w 196"/>
                <a:gd name="T5" fmla="*/ 86 h 121"/>
                <a:gd name="T6" fmla="*/ 78 w 196"/>
                <a:gd name="T7" fmla="*/ 76 h 121"/>
                <a:gd name="T8" fmla="*/ 77 w 196"/>
                <a:gd name="T9" fmla="*/ 61 h 121"/>
                <a:gd name="T10" fmla="*/ 58 w 196"/>
                <a:gd name="T11" fmla="*/ 70 h 121"/>
                <a:gd name="T12" fmla="*/ 44 w 196"/>
                <a:gd name="T13" fmla="*/ 65 h 121"/>
                <a:gd name="T14" fmla="*/ 44 w 196"/>
                <a:gd name="T15" fmla="*/ 59 h 121"/>
                <a:gd name="T16" fmla="*/ 15 w 196"/>
                <a:gd name="T17" fmla="*/ 39 h 121"/>
                <a:gd name="T18" fmla="*/ 2 w 196"/>
                <a:gd name="T19" fmla="*/ 32 h 121"/>
                <a:gd name="T20" fmla="*/ 18 w 196"/>
                <a:gd name="T21" fmla="*/ 21 h 121"/>
                <a:gd name="T22" fmla="*/ 36 w 196"/>
                <a:gd name="T23" fmla="*/ 15 h 121"/>
                <a:gd name="T24" fmla="*/ 90 w 196"/>
                <a:gd name="T25" fmla="*/ 4 h 121"/>
                <a:gd name="T26" fmla="*/ 117 w 196"/>
                <a:gd name="T27" fmla="*/ 1 h 121"/>
                <a:gd name="T28" fmla="*/ 191 w 196"/>
                <a:gd name="T29" fmla="*/ 3 h 121"/>
                <a:gd name="T30" fmla="*/ 193 w 196"/>
                <a:gd name="T31" fmla="*/ 13 h 121"/>
                <a:gd name="T32" fmla="*/ 193 w 196"/>
                <a:gd name="T33" fmla="*/ 30 h 121"/>
                <a:gd name="T34" fmla="*/ 179 w 196"/>
                <a:gd name="T35" fmla="*/ 37 h 121"/>
                <a:gd name="T36" fmla="*/ 183 w 196"/>
                <a:gd name="T37" fmla="*/ 40 h 121"/>
                <a:gd name="T38" fmla="*/ 191 w 196"/>
                <a:gd name="T39" fmla="*/ 56 h 121"/>
                <a:gd name="T40" fmla="*/ 184 w 196"/>
                <a:gd name="T41" fmla="*/ 74 h 121"/>
                <a:gd name="T42" fmla="*/ 173 w 196"/>
                <a:gd name="T43" fmla="*/ 75 h 121"/>
                <a:gd name="T44" fmla="*/ 159 w 196"/>
                <a:gd name="T45" fmla="*/ 75 h 121"/>
                <a:gd name="T46" fmla="*/ 152 w 196"/>
                <a:gd name="T47" fmla="*/ 77 h 121"/>
                <a:gd name="T48" fmla="*/ 130 w 196"/>
                <a:gd name="T49" fmla="*/ 85 h 121"/>
                <a:gd name="T50" fmla="*/ 120 w 196"/>
                <a:gd name="T51" fmla="*/ 101 h 121"/>
                <a:gd name="T52" fmla="*/ 106 w 196"/>
                <a:gd name="T53" fmla="*/ 98 h 121"/>
                <a:gd name="T54" fmla="*/ 118 w 196"/>
                <a:gd name="T55" fmla="*/ 85 h 121"/>
                <a:gd name="T56" fmla="*/ 133 w 196"/>
                <a:gd name="T57" fmla="*/ 76 h 121"/>
                <a:gd name="T58" fmla="*/ 147 w 196"/>
                <a:gd name="T59" fmla="*/ 69 h 121"/>
                <a:gd name="T60" fmla="*/ 161 w 196"/>
                <a:gd name="T61" fmla="*/ 66 h 121"/>
                <a:gd name="T62" fmla="*/ 171 w 196"/>
                <a:gd name="T63" fmla="*/ 65 h 121"/>
                <a:gd name="T64" fmla="*/ 182 w 196"/>
                <a:gd name="T65" fmla="*/ 62 h 121"/>
                <a:gd name="T66" fmla="*/ 182 w 196"/>
                <a:gd name="T67" fmla="*/ 54 h 121"/>
                <a:gd name="T68" fmla="*/ 177 w 196"/>
                <a:gd name="T69" fmla="*/ 46 h 121"/>
                <a:gd name="T70" fmla="*/ 167 w 196"/>
                <a:gd name="T71" fmla="*/ 41 h 121"/>
                <a:gd name="T72" fmla="*/ 181 w 196"/>
                <a:gd name="T73" fmla="*/ 26 h 121"/>
                <a:gd name="T74" fmla="*/ 185 w 196"/>
                <a:gd name="T75" fmla="*/ 26 h 121"/>
                <a:gd name="T76" fmla="*/ 184 w 196"/>
                <a:gd name="T77" fmla="*/ 17 h 121"/>
                <a:gd name="T78" fmla="*/ 117 w 196"/>
                <a:gd name="T79" fmla="*/ 10 h 121"/>
                <a:gd name="T80" fmla="*/ 96 w 196"/>
                <a:gd name="T81" fmla="*/ 12 h 121"/>
                <a:gd name="T82" fmla="*/ 38 w 196"/>
                <a:gd name="T83" fmla="*/ 24 h 121"/>
                <a:gd name="T84" fmla="*/ 19 w 196"/>
                <a:gd name="T85" fmla="*/ 31 h 121"/>
                <a:gd name="T86" fmla="*/ 31 w 196"/>
                <a:gd name="T87" fmla="*/ 42 h 121"/>
                <a:gd name="T88" fmla="*/ 41 w 196"/>
                <a:gd name="T89" fmla="*/ 50 h 121"/>
                <a:gd name="T90" fmla="*/ 57 w 196"/>
                <a:gd name="T91" fmla="*/ 43 h 121"/>
                <a:gd name="T92" fmla="*/ 68 w 196"/>
                <a:gd name="T93" fmla="*/ 44 h 121"/>
                <a:gd name="T94" fmla="*/ 60 w 196"/>
                <a:gd name="T95" fmla="*/ 56 h 121"/>
                <a:gd name="T96" fmla="*/ 58 w 196"/>
                <a:gd name="T97" fmla="*/ 58 h 121"/>
                <a:gd name="T98" fmla="*/ 69 w 196"/>
                <a:gd name="T99" fmla="*/ 56 h 121"/>
                <a:gd name="T100" fmla="*/ 85 w 196"/>
                <a:gd name="T101" fmla="*/ 66 h 121"/>
                <a:gd name="T102" fmla="*/ 90 w 196"/>
                <a:gd name="T103" fmla="*/ 81 h 121"/>
                <a:gd name="T104" fmla="*/ 96 w 196"/>
                <a:gd name="T105" fmla="*/ 88 h 121"/>
                <a:gd name="T106" fmla="*/ 94 w 196"/>
                <a:gd name="T107" fmla="*/ 93 h 121"/>
                <a:gd name="T108" fmla="*/ 103 w 196"/>
                <a:gd name="T109" fmla="*/ 9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6" h="121">
                  <a:moveTo>
                    <a:pt x="103" y="121"/>
                  </a:moveTo>
                  <a:cubicBezTo>
                    <a:pt x="101" y="121"/>
                    <a:pt x="99" y="121"/>
                    <a:pt x="98" y="119"/>
                  </a:cubicBezTo>
                  <a:cubicBezTo>
                    <a:pt x="96" y="117"/>
                    <a:pt x="96" y="115"/>
                    <a:pt x="97" y="113"/>
                  </a:cubicBezTo>
                  <a:cubicBezTo>
                    <a:pt x="95" y="113"/>
                    <a:pt x="93" y="112"/>
                    <a:pt x="92" y="111"/>
                  </a:cubicBezTo>
                  <a:cubicBezTo>
                    <a:pt x="90" y="109"/>
                    <a:pt x="90" y="104"/>
                    <a:pt x="90" y="103"/>
                  </a:cubicBezTo>
                  <a:cubicBezTo>
                    <a:pt x="90" y="103"/>
                    <a:pt x="89" y="102"/>
                    <a:pt x="88" y="102"/>
                  </a:cubicBezTo>
                  <a:cubicBezTo>
                    <a:pt x="88" y="102"/>
                    <a:pt x="87" y="102"/>
                    <a:pt x="86" y="101"/>
                  </a:cubicBezTo>
                  <a:cubicBezTo>
                    <a:pt x="82" y="100"/>
                    <a:pt x="79" y="99"/>
                    <a:pt x="78" y="96"/>
                  </a:cubicBezTo>
                  <a:cubicBezTo>
                    <a:pt x="76" y="92"/>
                    <a:pt x="79" y="88"/>
                    <a:pt x="82" y="86"/>
                  </a:cubicBezTo>
                  <a:cubicBezTo>
                    <a:pt x="82" y="86"/>
                    <a:pt x="82" y="85"/>
                    <a:pt x="82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78" y="76"/>
                    <a:pt x="78" y="76"/>
                    <a:pt x="78" y="76"/>
                  </a:cubicBezTo>
                  <a:cubicBezTo>
                    <a:pt x="75" y="74"/>
                    <a:pt x="74" y="71"/>
                    <a:pt x="74" y="69"/>
                  </a:cubicBezTo>
                  <a:cubicBezTo>
                    <a:pt x="74" y="69"/>
                    <a:pt x="74" y="68"/>
                    <a:pt x="75" y="67"/>
                  </a:cubicBezTo>
                  <a:cubicBezTo>
                    <a:pt x="76" y="65"/>
                    <a:pt x="77" y="63"/>
                    <a:pt x="77" y="61"/>
                  </a:cubicBezTo>
                  <a:cubicBezTo>
                    <a:pt x="77" y="61"/>
                    <a:pt x="76" y="62"/>
                    <a:pt x="76" y="62"/>
                  </a:cubicBezTo>
                  <a:cubicBezTo>
                    <a:pt x="74" y="63"/>
                    <a:pt x="74" y="63"/>
                    <a:pt x="74" y="63"/>
                  </a:cubicBezTo>
                  <a:cubicBezTo>
                    <a:pt x="70" y="66"/>
                    <a:pt x="64" y="70"/>
                    <a:pt x="58" y="70"/>
                  </a:cubicBezTo>
                  <a:cubicBezTo>
                    <a:pt x="57" y="70"/>
                    <a:pt x="56" y="70"/>
                    <a:pt x="56" y="70"/>
                  </a:cubicBezTo>
                  <a:cubicBezTo>
                    <a:pt x="52" y="71"/>
                    <a:pt x="48" y="71"/>
                    <a:pt x="46" y="69"/>
                  </a:cubicBezTo>
                  <a:cubicBezTo>
                    <a:pt x="45" y="68"/>
                    <a:pt x="44" y="66"/>
                    <a:pt x="44" y="65"/>
                  </a:cubicBezTo>
                  <a:cubicBezTo>
                    <a:pt x="44" y="63"/>
                    <a:pt x="45" y="61"/>
                    <a:pt x="46" y="59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44" y="59"/>
                    <a:pt x="44" y="59"/>
                    <a:pt x="44" y="59"/>
                  </a:cubicBezTo>
                  <a:cubicBezTo>
                    <a:pt x="41" y="60"/>
                    <a:pt x="37" y="61"/>
                    <a:pt x="33" y="58"/>
                  </a:cubicBezTo>
                  <a:cubicBezTo>
                    <a:pt x="29" y="55"/>
                    <a:pt x="25" y="53"/>
                    <a:pt x="23" y="48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4" y="38"/>
                    <a:pt x="13" y="37"/>
                  </a:cubicBezTo>
                  <a:cubicBezTo>
                    <a:pt x="12" y="36"/>
                    <a:pt x="9" y="33"/>
                    <a:pt x="7" y="33"/>
                  </a:cubicBezTo>
                  <a:cubicBezTo>
                    <a:pt x="6" y="33"/>
                    <a:pt x="4" y="33"/>
                    <a:pt x="2" y="32"/>
                  </a:cubicBezTo>
                  <a:cubicBezTo>
                    <a:pt x="1" y="31"/>
                    <a:pt x="0" y="29"/>
                    <a:pt x="1" y="27"/>
                  </a:cubicBezTo>
                  <a:cubicBezTo>
                    <a:pt x="3" y="21"/>
                    <a:pt x="10" y="21"/>
                    <a:pt x="14" y="21"/>
                  </a:cubicBezTo>
                  <a:cubicBezTo>
                    <a:pt x="15" y="21"/>
                    <a:pt x="17" y="21"/>
                    <a:pt x="18" y="21"/>
                  </a:cubicBezTo>
                  <a:cubicBezTo>
                    <a:pt x="21" y="21"/>
                    <a:pt x="24" y="21"/>
                    <a:pt x="24" y="21"/>
                  </a:cubicBezTo>
                  <a:cubicBezTo>
                    <a:pt x="25" y="21"/>
                    <a:pt x="26" y="20"/>
                    <a:pt x="28" y="19"/>
                  </a:cubicBezTo>
                  <a:cubicBezTo>
                    <a:pt x="30" y="18"/>
                    <a:pt x="32" y="16"/>
                    <a:pt x="36" y="15"/>
                  </a:cubicBezTo>
                  <a:cubicBezTo>
                    <a:pt x="41" y="14"/>
                    <a:pt x="45" y="14"/>
                    <a:pt x="49" y="15"/>
                  </a:cubicBezTo>
                  <a:cubicBezTo>
                    <a:pt x="58" y="18"/>
                    <a:pt x="67" y="17"/>
                    <a:pt x="77" y="12"/>
                  </a:cubicBezTo>
                  <a:cubicBezTo>
                    <a:pt x="82" y="10"/>
                    <a:pt x="87" y="7"/>
                    <a:pt x="90" y="4"/>
                  </a:cubicBezTo>
                  <a:cubicBezTo>
                    <a:pt x="95" y="1"/>
                    <a:pt x="102" y="0"/>
                    <a:pt x="106" y="0"/>
                  </a:cubicBezTo>
                  <a:cubicBezTo>
                    <a:pt x="108" y="0"/>
                    <a:pt x="110" y="0"/>
                    <a:pt x="112" y="1"/>
                  </a:cubicBezTo>
                  <a:cubicBezTo>
                    <a:pt x="114" y="1"/>
                    <a:pt x="115" y="1"/>
                    <a:pt x="117" y="1"/>
                  </a:cubicBezTo>
                  <a:cubicBezTo>
                    <a:pt x="136" y="1"/>
                    <a:pt x="154" y="1"/>
                    <a:pt x="172" y="1"/>
                  </a:cubicBezTo>
                  <a:cubicBezTo>
                    <a:pt x="187" y="1"/>
                    <a:pt x="187" y="1"/>
                    <a:pt x="187" y="1"/>
                  </a:cubicBezTo>
                  <a:cubicBezTo>
                    <a:pt x="189" y="1"/>
                    <a:pt x="190" y="2"/>
                    <a:pt x="191" y="3"/>
                  </a:cubicBezTo>
                  <a:cubicBezTo>
                    <a:pt x="192" y="4"/>
                    <a:pt x="192" y="5"/>
                    <a:pt x="192" y="6"/>
                  </a:cubicBezTo>
                  <a:cubicBezTo>
                    <a:pt x="191" y="9"/>
                    <a:pt x="191" y="11"/>
                    <a:pt x="192" y="12"/>
                  </a:cubicBezTo>
                  <a:cubicBezTo>
                    <a:pt x="192" y="12"/>
                    <a:pt x="192" y="12"/>
                    <a:pt x="193" y="13"/>
                  </a:cubicBezTo>
                  <a:cubicBezTo>
                    <a:pt x="194" y="14"/>
                    <a:pt x="196" y="17"/>
                    <a:pt x="195" y="20"/>
                  </a:cubicBezTo>
                  <a:cubicBezTo>
                    <a:pt x="195" y="22"/>
                    <a:pt x="195" y="23"/>
                    <a:pt x="194" y="23"/>
                  </a:cubicBezTo>
                  <a:cubicBezTo>
                    <a:pt x="194" y="25"/>
                    <a:pt x="195" y="27"/>
                    <a:pt x="193" y="30"/>
                  </a:cubicBezTo>
                  <a:cubicBezTo>
                    <a:pt x="191" y="36"/>
                    <a:pt x="187" y="37"/>
                    <a:pt x="183" y="37"/>
                  </a:cubicBezTo>
                  <a:cubicBezTo>
                    <a:pt x="181" y="37"/>
                    <a:pt x="181" y="37"/>
                    <a:pt x="181" y="37"/>
                  </a:cubicBezTo>
                  <a:cubicBezTo>
                    <a:pt x="180" y="37"/>
                    <a:pt x="180" y="37"/>
                    <a:pt x="179" y="37"/>
                  </a:cubicBezTo>
                  <a:cubicBezTo>
                    <a:pt x="179" y="37"/>
                    <a:pt x="178" y="37"/>
                    <a:pt x="178" y="37"/>
                  </a:cubicBezTo>
                  <a:cubicBezTo>
                    <a:pt x="178" y="37"/>
                    <a:pt x="179" y="37"/>
                    <a:pt x="179" y="37"/>
                  </a:cubicBezTo>
                  <a:cubicBezTo>
                    <a:pt x="180" y="38"/>
                    <a:pt x="182" y="39"/>
                    <a:pt x="183" y="40"/>
                  </a:cubicBezTo>
                  <a:cubicBezTo>
                    <a:pt x="184" y="41"/>
                    <a:pt x="185" y="42"/>
                    <a:pt x="185" y="43"/>
                  </a:cubicBezTo>
                  <a:cubicBezTo>
                    <a:pt x="187" y="43"/>
                    <a:pt x="188" y="43"/>
                    <a:pt x="190" y="45"/>
                  </a:cubicBezTo>
                  <a:cubicBezTo>
                    <a:pt x="192" y="48"/>
                    <a:pt x="191" y="52"/>
                    <a:pt x="191" y="56"/>
                  </a:cubicBezTo>
                  <a:cubicBezTo>
                    <a:pt x="191" y="56"/>
                    <a:pt x="190" y="57"/>
                    <a:pt x="190" y="58"/>
                  </a:cubicBezTo>
                  <a:cubicBezTo>
                    <a:pt x="190" y="58"/>
                    <a:pt x="190" y="59"/>
                    <a:pt x="191" y="59"/>
                  </a:cubicBezTo>
                  <a:cubicBezTo>
                    <a:pt x="191" y="63"/>
                    <a:pt x="192" y="72"/>
                    <a:pt x="184" y="74"/>
                  </a:cubicBezTo>
                  <a:cubicBezTo>
                    <a:pt x="182" y="74"/>
                    <a:pt x="181" y="73"/>
                    <a:pt x="180" y="73"/>
                  </a:cubicBezTo>
                  <a:cubicBezTo>
                    <a:pt x="178" y="75"/>
                    <a:pt x="176" y="75"/>
                    <a:pt x="175" y="75"/>
                  </a:cubicBezTo>
                  <a:cubicBezTo>
                    <a:pt x="175" y="75"/>
                    <a:pt x="174" y="75"/>
                    <a:pt x="173" y="75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0" y="76"/>
                    <a:pt x="169" y="76"/>
                    <a:pt x="166" y="76"/>
                  </a:cubicBezTo>
                  <a:cubicBezTo>
                    <a:pt x="163" y="76"/>
                    <a:pt x="161" y="76"/>
                    <a:pt x="159" y="75"/>
                  </a:cubicBezTo>
                  <a:cubicBezTo>
                    <a:pt x="158" y="75"/>
                    <a:pt x="157" y="75"/>
                    <a:pt x="155" y="75"/>
                  </a:cubicBezTo>
                  <a:cubicBezTo>
                    <a:pt x="155" y="75"/>
                    <a:pt x="155" y="75"/>
                    <a:pt x="154" y="75"/>
                  </a:cubicBezTo>
                  <a:cubicBezTo>
                    <a:pt x="153" y="76"/>
                    <a:pt x="153" y="76"/>
                    <a:pt x="152" y="77"/>
                  </a:cubicBezTo>
                  <a:cubicBezTo>
                    <a:pt x="149" y="80"/>
                    <a:pt x="143" y="83"/>
                    <a:pt x="139" y="84"/>
                  </a:cubicBezTo>
                  <a:cubicBezTo>
                    <a:pt x="137" y="85"/>
                    <a:pt x="135" y="85"/>
                    <a:pt x="132" y="85"/>
                  </a:cubicBezTo>
                  <a:cubicBezTo>
                    <a:pt x="131" y="85"/>
                    <a:pt x="131" y="85"/>
                    <a:pt x="130" y="85"/>
                  </a:cubicBezTo>
                  <a:cubicBezTo>
                    <a:pt x="129" y="85"/>
                    <a:pt x="127" y="87"/>
                    <a:pt x="127" y="88"/>
                  </a:cubicBezTo>
                  <a:cubicBezTo>
                    <a:pt x="125" y="90"/>
                    <a:pt x="125" y="90"/>
                    <a:pt x="125" y="90"/>
                  </a:cubicBezTo>
                  <a:cubicBezTo>
                    <a:pt x="123" y="93"/>
                    <a:pt x="122" y="97"/>
                    <a:pt x="120" y="101"/>
                  </a:cubicBezTo>
                  <a:cubicBezTo>
                    <a:pt x="119" y="104"/>
                    <a:pt x="117" y="108"/>
                    <a:pt x="115" y="112"/>
                  </a:cubicBezTo>
                  <a:cubicBezTo>
                    <a:pt x="114" y="113"/>
                    <a:pt x="108" y="121"/>
                    <a:pt x="103" y="121"/>
                  </a:cubicBezTo>
                  <a:close/>
                  <a:moveTo>
                    <a:pt x="106" y="98"/>
                  </a:moveTo>
                  <a:cubicBezTo>
                    <a:pt x="108" y="98"/>
                    <a:pt x="109" y="99"/>
                    <a:pt x="110" y="101"/>
                  </a:cubicBezTo>
                  <a:cubicBezTo>
                    <a:pt x="111" y="100"/>
                    <a:pt x="111" y="98"/>
                    <a:pt x="112" y="97"/>
                  </a:cubicBezTo>
                  <a:cubicBezTo>
                    <a:pt x="113" y="93"/>
                    <a:pt x="115" y="89"/>
                    <a:pt x="118" y="85"/>
                  </a:cubicBezTo>
                  <a:cubicBezTo>
                    <a:pt x="119" y="83"/>
                    <a:pt x="119" y="83"/>
                    <a:pt x="119" y="83"/>
                  </a:cubicBezTo>
                  <a:cubicBezTo>
                    <a:pt x="120" y="81"/>
                    <a:pt x="123" y="77"/>
                    <a:pt x="127" y="76"/>
                  </a:cubicBezTo>
                  <a:cubicBezTo>
                    <a:pt x="129" y="75"/>
                    <a:pt x="131" y="75"/>
                    <a:pt x="133" y="76"/>
                  </a:cubicBezTo>
                  <a:cubicBezTo>
                    <a:pt x="134" y="76"/>
                    <a:pt x="135" y="76"/>
                    <a:pt x="135" y="76"/>
                  </a:cubicBezTo>
                  <a:cubicBezTo>
                    <a:pt x="139" y="75"/>
                    <a:pt x="144" y="72"/>
                    <a:pt x="146" y="70"/>
                  </a:cubicBezTo>
                  <a:cubicBezTo>
                    <a:pt x="146" y="70"/>
                    <a:pt x="147" y="69"/>
                    <a:pt x="147" y="69"/>
                  </a:cubicBezTo>
                  <a:cubicBezTo>
                    <a:pt x="148" y="67"/>
                    <a:pt x="150" y="65"/>
                    <a:pt x="154" y="65"/>
                  </a:cubicBezTo>
                  <a:cubicBezTo>
                    <a:pt x="155" y="65"/>
                    <a:pt x="156" y="66"/>
                    <a:pt x="156" y="66"/>
                  </a:cubicBezTo>
                  <a:cubicBezTo>
                    <a:pt x="158" y="66"/>
                    <a:pt x="160" y="66"/>
                    <a:pt x="161" y="66"/>
                  </a:cubicBezTo>
                  <a:cubicBezTo>
                    <a:pt x="162" y="67"/>
                    <a:pt x="164" y="67"/>
                    <a:pt x="165" y="67"/>
                  </a:cubicBezTo>
                  <a:cubicBezTo>
                    <a:pt x="167" y="67"/>
                    <a:pt x="168" y="67"/>
                    <a:pt x="169" y="66"/>
                  </a:cubicBezTo>
                  <a:cubicBezTo>
                    <a:pt x="171" y="65"/>
                    <a:pt x="171" y="65"/>
                    <a:pt x="171" y="65"/>
                  </a:cubicBezTo>
                  <a:cubicBezTo>
                    <a:pt x="172" y="65"/>
                    <a:pt x="172" y="65"/>
                    <a:pt x="173" y="65"/>
                  </a:cubicBezTo>
                  <a:cubicBezTo>
                    <a:pt x="173" y="64"/>
                    <a:pt x="174" y="62"/>
                    <a:pt x="176" y="61"/>
                  </a:cubicBezTo>
                  <a:cubicBezTo>
                    <a:pt x="178" y="60"/>
                    <a:pt x="180" y="61"/>
                    <a:pt x="182" y="62"/>
                  </a:cubicBezTo>
                  <a:cubicBezTo>
                    <a:pt x="181" y="61"/>
                    <a:pt x="181" y="61"/>
                    <a:pt x="181" y="60"/>
                  </a:cubicBezTo>
                  <a:cubicBezTo>
                    <a:pt x="181" y="59"/>
                    <a:pt x="181" y="58"/>
                    <a:pt x="181" y="58"/>
                  </a:cubicBezTo>
                  <a:cubicBezTo>
                    <a:pt x="181" y="57"/>
                    <a:pt x="181" y="55"/>
                    <a:pt x="182" y="54"/>
                  </a:cubicBezTo>
                  <a:cubicBezTo>
                    <a:pt x="182" y="53"/>
                    <a:pt x="182" y="52"/>
                    <a:pt x="182" y="51"/>
                  </a:cubicBezTo>
                  <a:cubicBezTo>
                    <a:pt x="181" y="51"/>
                    <a:pt x="180" y="51"/>
                    <a:pt x="179" y="50"/>
                  </a:cubicBezTo>
                  <a:cubicBezTo>
                    <a:pt x="178" y="49"/>
                    <a:pt x="177" y="47"/>
                    <a:pt x="177" y="46"/>
                  </a:cubicBezTo>
                  <a:cubicBezTo>
                    <a:pt x="176" y="46"/>
                    <a:pt x="175" y="46"/>
                    <a:pt x="174" y="45"/>
                  </a:cubicBezTo>
                  <a:cubicBezTo>
                    <a:pt x="173" y="45"/>
                    <a:pt x="172" y="44"/>
                    <a:pt x="171" y="43"/>
                  </a:cubicBezTo>
                  <a:cubicBezTo>
                    <a:pt x="170" y="43"/>
                    <a:pt x="168" y="43"/>
                    <a:pt x="167" y="41"/>
                  </a:cubicBezTo>
                  <a:cubicBezTo>
                    <a:pt x="166" y="39"/>
                    <a:pt x="167" y="36"/>
                    <a:pt x="167" y="35"/>
                  </a:cubicBezTo>
                  <a:cubicBezTo>
                    <a:pt x="168" y="32"/>
                    <a:pt x="170" y="31"/>
                    <a:pt x="172" y="30"/>
                  </a:cubicBezTo>
                  <a:cubicBezTo>
                    <a:pt x="172" y="30"/>
                    <a:pt x="177" y="26"/>
                    <a:pt x="181" y="26"/>
                  </a:cubicBezTo>
                  <a:cubicBezTo>
                    <a:pt x="182" y="26"/>
                    <a:pt x="183" y="27"/>
                    <a:pt x="184" y="28"/>
                  </a:cubicBezTo>
                  <a:cubicBezTo>
                    <a:pt x="184" y="28"/>
                    <a:pt x="184" y="28"/>
                    <a:pt x="184" y="28"/>
                  </a:cubicBezTo>
                  <a:cubicBezTo>
                    <a:pt x="184" y="28"/>
                    <a:pt x="185" y="27"/>
                    <a:pt x="185" y="26"/>
                  </a:cubicBezTo>
                  <a:cubicBezTo>
                    <a:pt x="184" y="23"/>
                    <a:pt x="185" y="21"/>
                    <a:pt x="186" y="19"/>
                  </a:cubicBezTo>
                  <a:cubicBezTo>
                    <a:pt x="186" y="19"/>
                    <a:pt x="186" y="19"/>
                    <a:pt x="186" y="19"/>
                  </a:cubicBezTo>
                  <a:cubicBezTo>
                    <a:pt x="185" y="18"/>
                    <a:pt x="184" y="18"/>
                    <a:pt x="184" y="17"/>
                  </a:cubicBezTo>
                  <a:cubicBezTo>
                    <a:pt x="183" y="14"/>
                    <a:pt x="182" y="12"/>
                    <a:pt x="182" y="10"/>
                  </a:cubicBezTo>
                  <a:cubicBezTo>
                    <a:pt x="172" y="10"/>
                    <a:pt x="172" y="10"/>
                    <a:pt x="172" y="10"/>
                  </a:cubicBezTo>
                  <a:cubicBezTo>
                    <a:pt x="154" y="10"/>
                    <a:pt x="135" y="10"/>
                    <a:pt x="117" y="10"/>
                  </a:cubicBezTo>
                  <a:cubicBezTo>
                    <a:pt x="115" y="10"/>
                    <a:pt x="113" y="10"/>
                    <a:pt x="112" y="10"/>
                  </a:cubicBezTo>
                  <a:cubicBezTo>
                    <a:pt x="110" y="10"/>
                    <a:pt x="108" y="10"/>
                    <a:pt x="106" y="10"/>
                  </a:cubicBezTo>
                  <a:cubicBezTo>
                    <a:pt x="103" y="10"/>
                    <a:pt x="98" y="10"/>
                    <a:pt x="96" y="12"/>
                  </a:cubicBezTo>
                  <a:cubicBezTo>
                    <a:pt x="92" y="15"/>
                    <a:pt x="86" y="18"/>
                    <a:pt x="81" y="20"/>
                  </a:cubicBezTo>
                  <a:cubicBezTo>
                    <a:pt x="69" y="26"/>
                    <a:pt x="57" y="27"/>
                    <a:pt x="46" y="24"/>
                  </a:cubicBezTo>
                  <a:cubicBezTo>
                    <a:pt x="44" y="23"/>
                    <a:pt x="41" y="24"/>
                    <a:pt x="38" y="24"/>
                  </a:cubicBezTo>
                  <a:cubicBezTo>
                    <a:pt x="36" y="25"/>
                    <a:pt x="34" y="26"/>
                    <a:pt x="33" y="27"/>
                  </a:cubicBezTo>
                  <a:cubicBezTo>
                    <a:pt x="31" y="28"/>
                    <a:pt x="29" y="29"/>
                    <a:pt x="26" y="30"/>
                  </a:cubicBezTo>
                  <a:cubicBezTo>
                    <a:pt x="25" y="31"/>
                    <a:pt x="23" y="31"/>
                    <a:pt x="19" y="31"/>
                  </a:cubicBezTo>
                  <a:cubicBezTo>
                    <a:pt x="19" y="31"/>
                    <a:pt x="19" y="31"/>
                    <a:pt x="20" y="31"/>
                  </a:cubicBezTo>
                  <a:cubicBezTo>
                    <a:pt x="20" y="32"/>
                    <a:pt x="21" y="32"/>
                    <a:pt x="21" y="33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3"/>
                    <a:pt x="32" y="44"/>
                    <a:pt x="32" y="45"/>
                  </a:cubicBezTo>
                  <a:cubicBezTo>
                    <a:pt x="32" y="47"/>
                    <a:pt x="35" y="48"/>
                    <a:pt x="38" y="50"/>
                  </a:cubicBezTo>
                  <a:cubicBezTo>
                    <a:pt x="40" y="51"/>
                    <a:pt x="40" y="51"/>
                    <a:pt x="41" y="50"/>
                  </a:cubicBezTo>
                  <a:cubicBezTo>
                    <a:pt x="42" y="50"/>
                    <a:pt x="43" y="50"/>
                    <a:pt x="43" y="50"/>
                  </a:cubicBezTo>
                  <a:cubicBezTo>
                    <a:pt x="45" y="49"/>
                    <a:pt x="46" y="50"/>
                    <a:pt x="49" y="49"/>
                  </a:cubicBezTo>
                  <a:cubicBezTo>
                    <a:pt x="50" y="46"/>
                    <a:pt x="53" y="43"/>
                    <a:pt x="57" y="43"/>
                  </a:cubicBezTo>
                  <a:cubicBezTo>
                    <a:pt x="58" y="43"/>
                    <a:pt x="60" y="44"/>
                    <a:pt x="61" y="44"/>
                  </a:cubicBezTo>
                  <a:cubicBezTo>
                    <a:pt x="62" y="44"/>
                    <a:pt x="63" y="45"/>
                    <a:pt x="64" y="45"/>
                  </a:cubicBezTo>
                  <a:cubicBezTo>
                    <a:pt x="65" y="43"/>
                    <a:pt x="67" y="43"/>
                    <a:pt x="68" y="44"/>
                  </a:cubicBezTo>
                  <a:cubicBezTo>
                    <a:pt x="70" y="45"/>
                    <a:pt x="71" y="47"/>
                    <a:pt x="71" y="49"/>
                  </a:cubicBezTo>
                  <a:cubicBezTo>
                    <a:pt x="70" y="56"/>
                    <a:pt x="66" y="57"/>
                    <a:pt x="64" y="57"/>
                  </a:cubicBezTo>
                  <a:cubicBezTo>
                    <a:pt x="63" y="57"/>
                    <a:pt x="61" y="56"/>
                    <a:pt x="60" y="56"/>
                  </a:cubicBezTo>
                  <a:cubicBezTo>
                    <a:pt x="60" y="56"/>
                    <a:pt x="59" y="55"/>
                    <a:pt x="59" y="55"/>
                  </a:cubicBezTo>
                  <a:cubicBezTo>
                    <a:pt x="59" y="55"/>
                    <a:pt x="59" y="56"/>
                    <a:pt x="59" y="57"/>
                  </a:cubicBezTo>
                  <a:cubicBezTo>
                    <a:pt x="58" y="57"/>
                    <a:pt x="58" y="57"/>
                    <a:pt x="58" y="58"/>
                  </a:cubicBezTo>
                  <a:cubicBezTo>
                    <a:pt x="59" y="58"/>
                    <a:pt x="60" y="58"/>
                    <a:pt x="61" y="59"/>
                  </a:cubicBezTo>
                  <a:cubicBezTo>
                    <a:pt x="62" y="59"/>
                    <a:pt x="62" y="59"/>
                    <a:pt x="62" y="60"/>
                  </a:cubicBezTo>
                  <a:cubicBezTo>
                    <a:pt x="65" y="59"/>
                    <a:pt x="67" y="57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9" y="49"/>
                    <a:pt x="84" y="49"/>
                    <a:pt x="86" y="53"/>
                  </a:cubicBezTo>
                  <a:cubicBezTo>
                    <a:pt x="88" y="56"/>
                    <a:pt x="87" y="61"/>
                    <a:pt x="85" y="66"/>
                  </a:cubicBezTo>
                  <a:cubicBezTo>
                    <a:pt x="86" y="67"/>
                    <a:pt x="87" y="68"/>
                    <a:pt x="87" y="70"/>
                  </a:cubicBezTo>
                  <a:cubicBezTo>
                    <a:pt x="87" y="71"/>
                    <a:pt x="87" y="72"/>
                    <a:pt x="87" y="7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90" y="81"/>
                    <a:pt x="91" y="81"/>
                    <a:pt x="91" y="81"/>
                  </a:cubicBezTo>
                  <a:cubicBezTo>
                    <a:pt x="92" y="81"/>
                    <a:pt x="94" y="82"/>
                    <a:pt x="96" y="83"/>
                  </a:cubicBezTo>
                  <a:cubicBezTo>
                    <a:pt x="97" y="85"/>
                    <a:pt x="97" y="87"/>
                    <a:pt x="96" y="88"/>
                  </a:cubicBezTo>
                  <a:cubicBezTo>
                    <a:pt x="94" y="90"/>
                    <a:pt x="93" y="92"/>
                    <a:pt x="91" y="93"/>
                  </a:cubicBezTo>
                  <a:cubicBezTo>
                    <a:pt x="92" y="93"/>
                    <a:pt x="92" y="94"/>
                    <a:pt x="93" y="94"/>
                  </a:cubicBezTo>
                  <a:cubicBezTo>
                    <a:pt x="93" y="94"/>
                    <a:pt x="93" y="94"/>
                    <a:pt x="94" y="93"/>
                  </a:cubicBezTo>
                  <a:cubicBezTo>
                    <a:pt x="95" y="93"/>
                    <a:pt x="96" y="93"/>
                    <a:pt x="96" y="93"/>
                  </a:cubicBezTo>
                  <a:cubicBezTo>
                    <a:pt x="97" y="93"/>
                    <a:pt x="100" y="93"/>
                    <a:pt x="102" y="96"/>
                  </a:cubicBezTo>
                  <a:cubicBezTo>
                    <a:pt x="102" y="97"/>
                    <a:pt x="103" y="98"/>
                    <a:pt x="103" y="99"/>
                  </a:cubicBezTo>
                  <a:cubicBezTo>
                    <a:pt x="104" y="99"/>
                    <a:pt x="104" y="99"/>
                    <a:pt x="105" y="98"/>
                  </a:cubicBezTo>
                  <a:cubicBezTo>
                    <a:pt x="106" y="98"/>
                    <a:pt x="106" y="98"/>
                    <a:pt x="106" y="98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3" name="Freeform 73">
              <a:extLst>
                <a:ext uri="{FF2B5EF4-FFF2-40B4-BE49-F238E27FC236}">
                  <a16:creationId xmlns:a16="http://schemas.microsoft.com/office/drawing/2014/main" id="{50E81435-F861-4763-AF5A-B6D79C5C8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988" y="2433638"/>
              <a:ext cx="209550" cy="133350"/>
            </a:xfrm>
            <a:custGeom>
              <a:avLst/>
              <a:gdLst>
                <a:gd name="T0" fmla="*/ 112 w 186"/>
                <a:gd name="T1" fmla="*/ 1 h 118"/>
                <a:gd name="T2" fmla="*/ 182 w 186"/>
                <a:gd name="T3" fmla="*/ 2 h 118"/>
                <a:gd name="T4" fmla="*/ 183 w 186"/>
                <a:gd name="T5" fmla="*/ 10 h 118"/>
                <a:gd name="T6" fmla="*/ 186 w 186"/>
                <a:gd name="T7" fmla="*/ 16 h 118"/>
                <a:gd name="T8" fmla="*/ 185 w 186"/>
                <a:gd name="T9" fmla="*/ 20 h 118"/>
                <a:gd name="T10" fmla="*/ 184 w 186"/>
                <a:gd name="T11" fmla="*/ 24 h 118"/>
                <a:gd name="T12" fmla="*/ 176 w 186"/>
                <a:gd name="T13" fmla="*/ 29 h 118"/>
                <a:gd name="T14" fmla="*/ 170 w 186"/>
                <a:gd name="T15" fmla="*/ 30 h 118"/>
                <a:gd name="T16" fmla="*/ 166 w 186"/>
                <a:gd name="T17" fmla="*/ 33 h 118"/>
                <a:gd name="T18" fmla="*/ 169 w 186"/>
                <a:gd name="T19" fmla="*/ 35 h 118"/>
                <a:gd name="T20" fmla="*/ 175 w 186"/>
                <a:gd name="T21" fmla="*/ 39 h 118"/>
                <a:gd name="T22" fmla="*/ 177 w 186"/>
                <a:gd name="T23" fmla="*/ 43 h 118"/>
                <a:gd name="T24" fmla="*/ 181 w 186"/>
                <a:gd name="T25" fmla="*/ 44 h 118"/>
                <a:gd name="T26" fmla="*/ 181 w 186"/>
                <a:gd name="T27" fmla="*/ 54 h 118"/>
                <a:gd name="T28" fmla="*/ 178 w 186"/>
                <a:gd name="T29" fmla="*/ 65 h 118"/>
                <a:gd name="T30" fmla="*/ 173 w 186"/>
                <a:gd name="T31" fmla="*/ 61 h 118"/>
                <a:gd name="T32" fmla="*/ 172 w 186"/>
                <a:gd name="T33" fmla="*/ 65 h 118"/>
                <a:gd name="T34" fmla="*/ 168 w 186"/>
                <a:gd name="T35" fmla="*/ 66 h 118"/>
                <a:gd name="T36" fmla="*/ 160 w 186"/>
                <a:gd name="T37" fmla="*/ 68 h 118"/>
                <a:gd name="T38" fmla="*/ 151 w 186"/>
                <a:gd name="T39" fmla="*/ 66 h 118"/>
                <a:gd name="T40" fmla="*/ 144 w 186"/>
                <a:gd name="T41" fmla="*/ 70 h 118"/>
                <a:gd name="T42" fmla="*/ 133 w 186"/>
                <a:gd name="T43" fmla="*/ 76 h 118"/>
                <a:gd name="T44" fmla="*/ 123 w 186"/>
                <a:gd name="T45" fmla="*/ 76 h 118"/>
                <a:gd name="T46" fmla="*/ 117 w 186"/>
                <a:gd name="T47" fmla="*/ 83 h 118"/>
                <a:gd name="T48" fmla="*/ 106 w 186"/>
                <a:gd name="T49" fmla="*/ 106 h 118"/>
                <a:gd name="T50" fmla="*/ 96 w 186"/>
                <a:gd name="T51" fmla="*/ 109 h 118"/>
                <a:gd name="T52" fmla="*/ 101 w 186"/>
                <a:gd name="T53" fmla="*/ 99 h 118"/>
                <a:gd name="T54" fmla="*/ 91 w 186"/>
                <a:gd name="T55" fmla="*/ 104 h 118"/>
                <a:gd name="T56" fmla="*/ 90 w 186"/>
                <a:gd name="T57" fmla="*/ 99 h 118"/>
                <a:gd name="T58" fmla="*/ 91 w 186"/>
                <a:gd name="T59" fmla="*/ 96 h 118"/>
                <a:gd name="T60" fmla="*/ 93 w 186"/>
                <a:gd name="T61" fmla="*/ 94 h 118"/>
                <a:gd name="T62" fmla="*/ 85 w 186"/>
                <a:gd name="T63" fmla="*/ 94 h 118"/>
                <a:gd name="T64" fmla="*/ 77 w 186"/>
                <a:gd name="T65" fmla="*/ 90 h 118"/>
                <a:gd name="T66" fmla="*/ 80 w 186"/>
                <a:gd name="T67" fmla="*/ 85 h 118"/>
                <a:gd name="T68" fmla="*/ 83 w 186"/>
                <a:gd name="T69" fmla="*/ 85 h 118"/>
                <a:gd name="T70" fmla="*/ 87 w 186"/>
                <a:gd name="T71" fmla="*/ 82 h 118"/>
                <a:gd name="T72" fmla="*/ 83 w 186"/>
                <a:gd name="T73" fmla="*/ 84 h 118"/>
                <a:gd name="T74" fmla="*/ 82 w 186"/>
                <a:gd name="T75" fmla="*/ 81 h 118"/>
                <a:gd name="T76" fmla="*/ 76 w 186"/>
                <a:gd name="T77" fmla="*/ 68 h 118"/>
                <a:gd name="T78" fmla="*/ 78 w 186"/>
                <a:gd name="T79" fmla="*/ 66 h 118"/>
                <a:gd name="T80" fmla="*/ 76 w 186"/>
                <a:gd name="T81" fmla="*/ 66 h 118"/>
                <a:gd name="T82" fmla="*/ 75 w 186"/>
                <a:gd name="T83" fmla="*/ 67 h 118"/>
                <a:gd name="T84" fmla="*/ 74 w 186"/>
                <a:gd name="T85" fmla="*/ 65 h 118"/>
                <a:gd name="T86" fmla="*/ 68 w 186"/>
                <a:gd name="T87" fmla="*/ 54 h 118"/>
                <a:gd name="T88" fmla="*/ 53 w 186"/>
                <a:gd name="T89" fmla="*/ 62 h 118"/>
                <a:gd name="T90" fmla="*/ 54 w 186"/>
                <a:gd name="T91" fmla="*/ 58 h 118"/>
                <a:gd name="T92" fmla="*/ 44 w 186"/>
                <a:gd name="T93" fmla="*/ 62 h 118"/>
                <a:gd name="T94" fmla="*/ 48 w 186"/>
                <a:gd name="T95" fmla="*/ 53 h 118"/>
                <a:gd name="T96" fmla="*/ 54 w 186"/>
                <a:gd name="T97" fmla="*/ 47 h 118"/>
                <a:gd name="T98" fmla="*/ 61 w 186"/>
                <a:gd name="T99" fmla="*/ 44 h 118"/>
                <a:gd name="T100" fmla="*/ 48 w 186"/>
                <a:gd name="T101" fmla="*/ 48 h 118"/>
                <a:gd name="T102" fmla="*/ 40 w 186"/>
                <a:gd name="T103" fmla="*/ 50 h 118"/>
                <a:gd name="T104" fmla="*/ 30 w 186"/>
                <a:gd name="T105" fmla="*/ 50 h 118"/>
                <a:gd name="T106" fmla="*/ 23 w 186"/>
                <a:gd name="T107" fmla="*/ 41 h 118"/>
                <a:gd name="T108" fmla="*/ 13 w 186"/>
                <a:gd name="T109" fmla="*/ 32 h 118"/>
                <a:gd name="T110" fmla="*/ 0 w 186"/>
                <a:gd name="T111" fmla="*/ 24 h 118"/>
                <a:gd name="T112" fmla="*/ 20 w 186"/>
                <a:gd name="T113" fmla="*/ 22 h 118"/>
                <a:gd name="T114" fmla="*/ 32 w 186"/>
                <a:gd name="T115" fmla="*/ 16 h 118"/>
                <a:gd name="T116" fmla="*/ 43 w 186"/>
                <a:gd name="T117" fmla="*/ 16 h 118"/>
                <a:gd name="T118" fmla="*/ 74 w 186"/>
                <a:gd name="T119" fmla="*/ 12 h 118"/>
                <a:gd name="T120" fmla="*/ 88 w 186"/>
                <a:gd name="T121" fmla="*/ 4 h 118"/>
                <a:gd name="T122" fmla="*/ 112 w 186"/>
                <a:gd name="T123" fmla="*/ 1 h 118"/>
                <a:gd name="T124" fmla="*/ 112 w 186"/>
                <a:gd name="T125" fmla="*/ 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6" h="118">
                  <a:moveTo>
                    <a:pt x="112" y="1"/>
                  </a:moveTo>
                  <a:cubicBezTo>
                    <a:pt x="136" y="1"/>
                    <a:pt x="159" y="2"/>
                    <a:pt x="182" y="2"/>
                  </a:cubicBezTo>
                  <a:cubicBezTo>
                    <a:pt x="182" y="5"/>
                    <a:pt x="181" y="8"/>
                    <a:pt x="183" y="10"/>
                  </a:cubicBezTo>
                  <a:cubicBezTo>
                    <a:pt x="184" y="12"/>
                    <a:pt x="186" y="13"/>
                    <a:pt x="186" y="16"/>
                  </a:cubicBezTo>
                  <a:cubicBezTo>
                    <a:pt x="186" y="17"/>
                    <a:pt x="184" y="19"/>
                    <a:pt x="185" y="20"/>
                  </a:cubicBezTo>
                  <a:cubicBezTo>
                    <a:pt x="185" y="22"/>
                    <a:pt x="185" y="23"/>
                    <a:pt x="184" y="24"/>
                  </a:cubicBezTo>
                  <a:cubicBezTo>
                    <a:pt x="182" y="29"/>
                    <a:pt x="181" y="28"/>
                    <a:pt x="176" y="29"/>
                  </a:cubicBezTo>
                  <a:cubicBezTo>
                    <a:pt x="178" y="25"/>
                    <a:pt x="172" y="28"/>
                    <a:pt x="170" y="30"/>
                  </a:cubicBezTo>
                  <a:cubicBezTo>
                    <a:pt x="169" y="30"/>
                    <a:pt x="167" y="31"/>
                    <a:pt x="166" y="33"/>
                  </a:cubicBezTo>
                  <a:cubicBezTo>
                    <a:pt x="165" y="36"/>
                    <a:pt x="167" y="34"/>
                    <a:pt x="169" y="35"/>
                  </a:cubicBezTo>
                  <a:cubicBezTo>
                    <a:pt x="170" y="37"/>
                    <a:pt x="173" y="38"/>
                    <a:pt x="175" y="39"/>
                  </a:cubicBezTo>
                  <a:cubicBezTo>
                    <a:pt x="176" y="40"/>
                    <a:pt x="176" y="42"/>
                    <a:pt x="177" y="43"/>
                  </a:cubicBezTo>
                  <a:cubicBezTo>
                    <a:pt x="178" y="43"/>
                    <a:pt x="180" y="43"/>
                    <a:pt x="181" y="44"/>
                  </a:cubicBezTo>
                  <a:cubicBezTo>
                    <a:pt x="183" y="46"/>
                    <a:pt x="181" y="51"/>
                    <a:pt x="181" y="54"/>
                  </a:cubicBezTo>
                  <a:cubicBezTo>
                    <a:pt x="181" y="57"/>
                    <a:pt x="183" y="64"/>
                    <a:pt x="178" y="65"/>
                  </a:cubicBezTo>
                  <a:cubicBezTo>
                    <a:pt x="175" y="65"/>
                    <a:pt x="174" y="61"/>
                    <a:pt x="173" y="61"/>
                  </a:cubicBezTo>
                  <a:cubicBezTo>
                    <a:pt x="172" y="62"/>
                    <a:pt x="172" y="64"/>
                    <a:pt x="172" y="65"/>
                  </a:cubicBezTo>
                  <a:cubicBezTo>
                    <a:pt x="171" y="67"/>
                    <a:pt x="169" y="65"/>
                    <a:pt x="168" y="66"/>
                  </a:cubicBezTo>
                  <a:cubicBezTo>
                    <a:pt x="164" y="67"/>
                    <a:pt x="164" y="68"/>
                    <a:pt x="160" y="68"/>
                  </a:cubicBezTo>
                  <a:cubicBezTo>
                    <a:pt x="157" y="67"/>
                    <a:pt x="154" y="67"/>
                    <a:pt x="151" y="66"/>
                  </a:cubicBezTo>
                  <a:cubicBezTo>
                    <a:pt x="146" y="66"/>
                    <a:pt x="147" y="67"/>
                    <a:pt x="144" y="70"/>
                  </a:cubicBezTo>
                  <a:cubicBezTo>
                    <a:pt x="142" y="72"/>
                    <a:pt x="136" y="75"/>
                    <a:pt x="133" y="76"/>
                  </a:cubicBezTo>
                  <a:cubicBezTo>
                    <a:pt x="130" y="77"/>
                    <a:pt x="126" y="75"/>
                    <a:pt x="123" y="76"/>
                  </a:cubicBezTo>
                  <a:cubicBezTo>
                    <a:pt x="120" y="77"/>
                    <a:pt x="118" y="81"/>
                    <a:pt x="117" y="83"/>
                  </a:cubicBezTo>
                  <a:cubicBezTo>
                    <a:pt x="112" y="90"/>
                    <a:pt x="110" y="98"/>
                    <a:pt x="106" y="106"/>
                  </a:cubicBezTo>
                  <a:cubicBezTo>
                    <a:pt x="104" y="109"/>
                    <a:pt x="95" y="118"/>
                    <a:pt x="96" y="109"/>
                  </a:cubicBezTo>
                  <a:cubicBezTo>
                    <a:pt x="97" y="106"/>
                    <a:pt x="102" y="102"/>
                    <a:pt x="101" y="99"/>
                  </a:cubicBezTo>
                  <a:cubicBezTo>
                    <a:pt x="97" y="100"/>
                    <a:pt x="96" y="104"/>
                    <a:pt x="91" y="104"/>
                  </a:cubicBezTo>
                  <a:cubicBezTo>
                    <a:pt x="90" y="105"/>
                    <a:pt x="90" y="100"/>
                    <a:pt x="90" y="99"/>
                  </a:cubicBezTo>
                  <a:cubicBezTo>
                    <a:pt x="90" y="97"/>
                    <a:pt x="91" y="97"/>
                    <a:pt x="91" y="96"/>
                  </a:cubicBezTo>
                  <a:cubicBezTo>
                    <a:pt x="91" y="96"/>
                    <a:pt x="94" y="96"/>
                    <a:pt x="93" y="94"/>
                  </a:cubicBezTo>
                  <a:cubicBezTo>
                    <a:pt x="92" y="93"/>
                    <a:pt x="87" y="95"/>
                    <a:pt x="85" y="94"/>
                  </a:cubicBezTo>
                  <a:cubicBezTo>
                    <a:pt x="84" y="93"/>
                    <a:pt x="78" y="92"/>
                    <a:pt x="77" y="90"/>
                  </a:cubicBezTo>
                  <a:cubicBezTo>
                    <a:pt x="76" y="89"/>
                    <a:pt x="79" y="86"/>
                    <a:pt x="80" y="85"/>
                  </a:cubicBezTo>
                  <a:cubicBezTo>
                    <a:pt x="81" y="85"/>
                    <a:pt x="82" y="86"/>
                    <a:pt x="83" y="85"/>
                  </a:cubicBezTo>
                  <a:cubicBezTo>
                    <a:pt x="85" y="85"/>
                    <a:pt x="86" y="83"/>
                    <a:pt x="87" y="82"/>
                  </a:cubicBezTo>
                  <a:cubicBezTo>
                    <a:pt x="85" y="82"/>
                    <a:pt x="84" y="84"/>
                    <a:pt x="83" y="84"/>
                  </a:cubicBezTo>
                  <a:cubicBezTo>
                    <a:pt x="79" y="85"/>
                    <a:pt x="82" y="83"/>
                    <a:pt x="82" y="81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77" y="68"/>
                    <a:pt x="78" y="67"/>
                    <a:pt x="78" y="66"/>
                  </a:cubicBezTo>
                  <a:cubicBezTo>
                    <a:pt x="78" y="64"/>
                    <a:pt x="76" y="66"/>
                    <a:pt x="76" y="66"/>
                  </a:cubicBezTo>
                  <a:cubicBezTo>
                    <a:pt x="75" y="66"/>
                    <a:pt x="75" y="68"/>
                    <a:pt x="75" y="67"/>
                  </a:cubicBezTo>
                  <a:cubicBezTo>
                    <a:pt x="74" y="67"/>
                    <a:pt x="74" y="65"/>
                    <a:pt x="74" y="65"/>
                  </a:cubicBezTo>
                  <a:cubicBezTo>
                    <a:pt x="74" y="65"/>
                    <a:pt x="85" y="43"/>
                    <a:pt x="68" y="54"/>
                  </a:cubicBezTo>
                  <a:cubicBezTo>
                    <a:pt x="64" y="57"/>
                    <a:pt x="58" y="62"/>
                    <a:pt x="53" y="62"/>
                  </a:cubicBezTo>
                  <a:cubicBezTo>
                    <a:pt x="53" y="61"/>
                    <a:pt x="53" y="59"/>
                    <a:pt x="54" y="58"/>
                  </a:cubicBezTo>
                  <a:cubicBezTo>
                    <a:pt x="52" y="60"/>
                    <a:pt x="46" y="64"/>
                    <a:pt x="44" y="62"/>
                  </a:cubicBezTo>
                  <a:cubicBezTo>
                    <a:pt x="43" y="60"/>
                    <a:pt x="46" y="54"/>
                    <a:pt x="48" y="53"/>
                  </a:cubicBezTo>
                  <a:cubicBezTo>
                    <a:pt x="50" y="51"/>
                    <a:pt x="51" y="47"/>
                    <a:pt x="54" y="47"/>
                  </a:cubicBezTo>
                  <a:cubicBezTo>
                    <a:pt x="57" y="47"/>
                    <a:pt x="61" y="51"/>
                    <a:pt x="61" y="44"/>
                  </a:cubicBezTo>
                  <a:cubicBezTo>
                    <a:pt x="58" y="47"/>
                    <a:pt x="49" y="40"/>
                    <a:pt x="48" y="48"/>
                  </a:cubicBezTo>
                  <a:cubicBezTo>
                    <a:pt x="47" y="51"/>
                    <a:pt x="42" y="50"/>
                    <a:pt x="40" y="50"/>
                  </a:cubicBezTo>
                  <a:cubicBezTo>
                    <a:pt x="36" y="51"/>
                    <a:pt x="34" y="53"/>
                    <a:pt x="30" y="50"/>
                  </a:cubicBezTo>
                  <a:cubicBezTo>
                    <a:pt x="27" y="48"/>
                    <a:pt x="23" y="45"/>
                    <a:pt x="23" y="4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1" y="30"/>
                    <a:pt x="5" y="22"/>
                    <a:pt x="0" y="24"/>
                  </a:cubicBezTo>
                  <a:cubicBezTo>
                    <a:pt x="2" y="20"/>
                    <a:pt x="16" y="23"/>
                    <a:pt x="20" y="22"/>
                  </a:cubicBezTo>
                  <a:cubicBezTo>
                    <a:pt x="24" y="20"/>
                    <a:pt x="27" y="17"/>
                    <a:pt x="32" y="16"/>
                  </a:cubicBezTo>
                  <a:cubicBezTo>
                    <a:pt x="35" y="15"/>
                    <a:pt x="39" y="15"/>
                    <a:pt x="43" y="16"/>
                  </a:cubicBezTo>
                  <a:cubicBezTo>
                    <a:pt x="54" y="19"/>
                    <a:pt x="64" y="17"/>
                    <a:pt x="74" y="12"/>
                  </a:cubicBezTo>
                  <a:cubicBezTo>
                    <a:pt x="79" y="10"/>
                    <a:pt x="84" y="7"/>
                    <a:pt x="88" y="4"/>
                  </a:cubicBezTo>
                  <a:cubicBezTo>
                    <a:pt x="94" y="0"/>
                    <a:pt x="105" y="1"/>
                    <a:pt x="112" y="1"/>
                  </a:cubicBezTo>
                  <a:cubicBezTo>
                    <a:pt x="112" y="1"/>
                    <a:pt x="112" y="1"/>
                    <a:pt x="112" y="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4" name="Freeform 74">
              <a:extLst>
                <a:ext uri="{FF2B5EF4-FFF2-40B4-BE49-F238E27FC236}">
                  <a16:creationId xmlns:a16="http://schemas.microsoft.com/office/drawing/2014/main" id="{DBE8DECC-7D17-4DF8-8E83-59EFFA5CC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5888" y="2732088"/>
              <a:ext cx="280988" cy="307975"/>
            </a:xfrm>
            <a:custGeom>
              <a:avLst/>
              <a:gdLst>
                <a:gd name="T0" fmla="*/ 123 w 249"/>
                <a:gd name="T1" fmla="*/ 26 h 272"/>
                <a:gd name="T2" fmla="*/ 125 w 249"/>
                <a:gd name="T3" fmla="*/ 44 h 272"/>
                <a:gd name="T4" fmla="*/ 127 w 249"/>
                <a:gd name="T5" fmla="*/ 66 h 272"/>
                <a:gd name="T6" fmla="*/ 127 w 249"/>
                <a:gd name="T7" fmla="*/ 76 h 272"/>
                <a:gd name="T8" fmla="*/ 137 w 249"/>
                <a:gd name="T9" fmla="*/ 76 h 272"/>
                <a:gd name="T10" fmla="*/ 152 w 249"/>
                <a:gd name="T11" fmla="*/ 85 h 272"/>
                <a:gd name="T12" fmla="*/ 162 w 249"/>
                <a:gd name="T13" fmla="*/ 76 h 272"/>
                <a:gd name="T14" fmla="*/ 178 w 249"/>
                <a:gd name="T15" fmla="*/ 57 h 272"/>
                <a:gd name="T16" fmla="*/ 187 w 249"/>
                <a:gd name="T17" fmla="*/ 78 h 272"/>
                <a:gd name="T18" fmla="*/ 193 w 249"/>
                <a:gd name="T19" fmla="*/ 95 h 272"/>
                <a:gd name="T20" fmla="*/ 191 w 249"/>
                <a:gd name="T21" fmla="*/ 108 h 272"/>
                <a:gd name="T22" fmla="*/ 179 w 249"/>
                <a:gd name="T23" fmla="*/ 126 h 272"/>
                <a:gd name="T24" fmla="*/ 187 w 249"/>
                <a:gd name="T25" fmla="*/ 136 h 272"/>
                <a:gd name="T26" fmla="*/ 188 w 249"/>
                <a:gd name="T27" fmla="*/ 142 h 272"/>
                <a:gd name="T28" fmla="*/ 203 w 249"/>
                <a:gd name="T29" fmla="*/ 147 h 272"/>
                <a:gd name="T30" fmla="*/ 221 w 249"/>
                <a:gd name="T31" fmla="*/ 153 h 272"/>
                <a:gd name="T32" fmla="*/ 228 w 249"/>
                <a:gd name="T33" fmla="*/ 170 h 272"/>
                <a:gd name="T34" fmla="*/ 240 w 249"/>
                <a:gd name="T35" fmla="*/ 174 h 272"/>
                <a:gd name="T36" fmla="*/ 245 w 249"/>
                <a:gd name="T37" fmla="*/ 182 h 272"/>
                <a:gd name="T38" fmla="*/ 246 w 249"/>
                <a:gd name="T39" fmla="*/ 206 h 272"/>
                <a:gd name="T40" fmla="*/ 245 w 249"/>
                <a:gd name="T41" fmla="*/ 210 h 272"/>
                <a:gd name="T42" fmla="*/ 238 w 249"/>
                <a:gd name="T43" fmla="*/ 224 h 272"/>
                <a:gd name="T44" fmla="*/ 235 w 249"/>
                <a:gd name="T45" fmla="*/ 236 h 272"/>
                <a:gd name="T46" fmla="*/ 239 w 249"/>
                <a:gd name="T47" fmla="*/ 271 h 272"/>
                <a:gd name="T48" fmla="*/ 217 w 249"/>
                <a:gd name="T49" fmla="*/ 263 h 272"/>
                <a:gd name="T50" fmla="*/ 181 w 249"/>
                <a:gd name="T51" fmla="*/ 248 h 272"/>
                <a:gd name="T52" fmla="*/ 147 w 249"/>
                <a:gd name="T53" fmla="*/ 229 h 272"/>
                <a:gd name="T54" fmla="*/ 132 w 249"/>
                <a:gd name="T55" fmla="*/ 218 h 272"/>
                <a:gd name="T56" fmla="*/ 114 w 249"/>
                <a:gd name="T57" fmla="*/ 202 h 272"/>
                <a:gd name="T58" fmla="*/ 100 w 249"/>
                <a:gd name="T59" fmla="*/ 187 h 272"/>
                <a:gd name="T60" fmla="*/ 76 w 249"/>
                <a:gd name="T61" fmla="*/ 163 h 272"/>
                <a:gd name="T62" fmla="*/ 69 w 249"/>
                <a:gd name="T63" fmla="*/ 157 h 272"/>
                <a:gd name="T64" fmla="*/ 66 w 249"/>
                <a:gd name="T65" fmla="*/ 157 h 272"/>
                <a:gd name="T66" fmla="*/ 42 w 249"/>
                <a:gd name="T67" fmla="*/ 145 h 272"/>
                <a:gd name="T68" fmla="*/ 19 w 249"/>
                <a:gd name="T69" fmla="*/ 125 h 272"/>
                <a:gd name="T70" fmla="*/ 0 w 249"/>
                <a:gd name="T71" fmla="*/ 106 h 272"/>
                <a:gd name="T72" fmla="*/ 9 w 249"/>
                <a:gd name="T73" fmla="*/ 96 h 272"/>
                <a:gd name="T74" fmla="*/ 28 w 249"/>
                <a:gd name="T75" fmla="*/ 73 h 272"/>
                <a:gd name="T76" fmla="*/ 53 w 249"/>
                <a:gd name="T77" fmla="*/ 51 h 272"/>
                <a:gd name="T78" fmla="*/ 63 w 249"/>
                <a:gd name="T79" fmla="*/ 27 h 272"/>
                <a:gd name="T80" fmla="*/ 73 w 249"/>
                <a:gd name="T81" fmla="*/ 16 h 272"/>
                <a:gd name="T82" fmla="*/ 78 w 249"/>
                <a:gd name="T83" fmla="*/ 6 h 272"/>
                <a:gd name="T84" fmla="*/ 102 w 249"/>
                <a:gd name="T85" fmla="*/ 4 h 272"/>
                <a:gd name="T86" fmla="*/ 109 w 249"/>
                <a:gd name="T87" fmla="*/ 9 h 272"/>
                <a:gd name="T88" fmla="*/ 117 w 249"/>
                <a:gd name="T89" fmla="*/ 11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9" h="272">
                  <a:moveTo>
                    <a:pt x="121" y="18"/>
                  </a:moveTo>
                  <a:cubicBezTo>
                    <a:pt x="121" y="19"/>
                    <a:pt x="121" y="21"/>
                    <a:pt x="121" y="22"/>
                  </a:cubicBezTo>
                  <a:cubicBezTo>
                    <a:pt x="121" y="26"/>
                    <a:pt x="121" y="24"/>
                    <a:pt x="123" y="26"/>
                  </a:cubicBezTo>
                  <a:cubicBezTo>
                    <a:pt x="124" y="28"/>
                    <a:pt x="125" y="32"/>
                    <a:pt x="124" y="34"/>
                  </a:cubicBezTo>
                  <a:cubicBezTo>
                    <a:pt x="127" y="31"/>
                    <a:pt x="126" y="37"/>
                    <a:pt x="126" y="39"/>
                  </a:cubicBezTo>
                  <a:cubicBezTo>
                    <a:pt x="125" y="41"/>
                    <a:pt x="125" y="42"/>
                    <a:pt x="125" y="44"/>
                  </a:cubicBezTo>
                  <a:cubicBezTo>
                    <a:pt x="126" y="47"/>
                    <a:pt x="130" y="50"/>
                    <a:pt x="130" y="53"/>
                  </a:cubicBezTo>
                  <a:cubicBezTo>
                    <a:pt x="130" y="55"/>
                    <a:pt x="129" y="59"/>
                    <a:pt x="129" y="60"/>
                  </a:cubicBezTo>
                  <a:cubicBezTo>
                    <a:pt x="129" y="62"/>
                    <a:pt x="128" y="64"/>
                    <a:pt x="127" y="66"/>
                  </a:cubicBezTo>
                  <a:cubicBezTo>
                    <a:pt x="126" y="70"/>
                    <a:pt x="123" y="73"/>
                    <a:pt x="121" y="78"/>
                  </a:cubicBezTo>
                  <a:cubicBezTo>
                    <a:pt x="122" y="77"/>
                    <a:pt x="123" y="75"/>
                    <a:pt x="124" y="75"/>
                  </a:cubicBezTo>
                  <a:cubicBezTo>
                    <a:pt x="126" y="74"/>
                    <a:pt x="126" y="76"/>
                    <a:pt x="127" y="76"/>
                  </a:cubicBezTo>
                  <a:cubicBezTo>
                    <a:pt x="128" y="76"/>
                    <a:pt x="128" y="74"/>
                    <a:pt x="129" y="74"/>
                  </a:cubicBezTo>
                  <a:cubicBezTo>
                    <a:pt x="132" y="73"/>
                    <a:pt x="132" y="75"/>
                    <a:pt x="133" y="75"/>
                  </a:cubicBezTo>
                  <a:cubicBezTo>
                    <a:pt x="134" y="76"/>
                    <a:pt x="137" y="76"/>
                    <a:pt x="137" y="76"/>
                  </a:cubicBezTo>
                  <a:cubicBezTo>
                    <a:pt x="139" y="77"/>
                    <a:pt x="138" y="78"/>
                    <a:pt x="139" y="80"/>
                  </a:cubicBezTo>
                  <a:cubicBezTo>
                    <a:pt x="140" y="83"/>
                    <a:pt x="147" y="85"/>
                    <a:pt x="144" y="89"/>
                  </a:cubicBezTo>
                  <a:cubicBezTo>
                    <a:pt x="147" y="87"/>
                    <a:pt x="150" y="86"/>
                    <a:pt x="152" y="85"/>
                  </a:cubicBezTo>
                  <a:cubicBezTo>
                    <a:pt x="153" y="84"/>
                    <a:pt x="154" y="83"/>
                    <a:pt x="155" y="83"/>
                  </a:cubicBezTo>
                  <a:cubicBezTo>
                    <a:pt x="157" y="83"/>
                    <a:pt x="156" y="85"/>
                    <a:pt x="158" y="84"/>
                  </a:cubicBezTo>
                  <a:cubicBezTo>
                    <a:pt x="162" y="83"/>
                    <a:pt x="160" y="78"/>
                    <a:pt x="162" y="76"/>
                  </a:cubicBezTo>
                  <a:cubicBezTo>
                    <a:pt x="164" y="73"/>
                    <a:pt x="166" y="72"/>
                    <a:pt x="167" y="69"/>
                  </a:cubicBezTo>
                  <a:cubicBezTo>
                    <a:pt x="169" y="66"/>
                    <a:pt x="167" y="63"/>
                    <a:pt x="169" y="60"/>
                  </a:cubicBezTo>
                  <a:cubicBezTo>
                    <a:pt x="170" y="57"/>
                    <a:pt x="176" y="54"/>
                    <a:pt x="178" y="57"/>
                  </a:cubicBezTo>
                  <a:cubicBezTo>
                    <a:pt x="179" y="58"/>
                    <a:pt x="178" y="60"/>
                    <a:pt x="178" y="61"/>
                  </a:cubicBezTo>
                  <a:cubicBezTo>
                    <a:pt x="180" y="64"/>
                    <a:pt x="184" y="65"/>
                    <a:pt x="185" y="67"/>
                  </a:cubicBezTo>
                  <a:cubicBezTo>
                    <a:pt x="187" y="70"/>
                    <a:pt x="187" y="74"/>
                    <a:pt x="187" y="78"/>
                  </a:cubicBezTo>
                  <a:cubicBezTo>
                    <a:pt x="188" y="80"/>
                    <a:pt x="190" y="83"/>
                    <a:pt x="190" y="85"/>
                  </a:cubicBezTo>
                  <a:cubicBezTo>
                    <a:pt x="190" y="88"/>
                    <a:pt x="194" y="89"/>
                    <a:pt x="194" y="91"/>
                  </a:cubicBezTo>
                  <a:cubicBezTo>
                    <a:pt x="194" y="92"/>
                    <a:pt x="193" y="94"/>
                    <a:pt x="193" y="95"/>
                  </a:cubicBezTo>
                  <a:cubicBezTo>
                    <a:pt x="193" y="97"/>
                    <a:pt x="195" y="99"/>
                    <a:pt x="194" y="101"/>
                  </a:cubicBezTo>
                  <a:cubicBezTo>
                    <a:pt x="194" y="102"/>
                    <a:pt x="191" y="103"/>
                    <a:pt x="192" y="105"/>
                  </a:cubicBezTo>
                  <a:cubicBezTo>
                    <a:pt x="192" y="106"/>
                    <a:pt x="191" y="107"/>
                    <a:pt x="191" y="108"/>
                  </a:cubicBezTo>
                  <a:cubicBezTo>
                    <a:pt x="191" y="110"/>
                    <a:pt x="192" y="110"/>
                    <a:pt x="192" y="111"/>
                  </a:cubicBezTo>
                  <a:cubicBezTo>
                    <a:pt x="192" y="114"/>
                    <a:pt x="190" y="117"/>
                    <a:pt x="189" y="118"/>
                  </a:cubicBezTo>
                  <a:cubicBezTo>
                    <a:pt x="187" y="120"/>
                    <a:pt x="182" y="128"/>
                    <a:pt x="179" y="126"/>
                  </a:cubicBezTo>
                  <a:cubicBezTo>
                    <a:pt x="179" y="129"/>
                    <a:pt x="171" y="132"/>
                    <a:pt x="177" y="133"/>
                  </a:cubicBezTo>
                  <a:cubicBezTo>
                    <a:pt x="179" y="134"/>
                    <a:pt x="183" y="141"/>
                    <a:pt x="183" y="134"/>
                  </a:cubicBezTo>
                  <a:cubicBezTo>
                    <a:pt x="184" y="134"/>
                    <a:pt x="186" y="135"/>
                    <a:pt x="187" y="136"/>
                  </a:cubicBezTo>
                  <a:cubicBezTo>
                    <a:pt x="188" y="138"/>
                    <a:pt x="186" y="137"/>
                    <a:pt x="186" y="138"/>
                  </a:cubicBezTo>
                  <a:cubicBezTo>
                    <a:pt x="186" y="139"/>
                    <a:pt x="187" y="142"/>
                    <a:pt x="187" y="142"/>
                  </a:cubicBezTo>
                  <a:cubicBezTo>
                    <a:pt x="188" y="143"/>
                    <a:pt x="187" y="141"/>
                    <a:pt x="188" y="142"/>
                  </a:cubicBezTo>
                  <a:cubicBezTo>
                    <a:pt x="189" y="142"/>
                    <a:pt x="191" y="143"/>
                    <a:pt x="192" y="143"/>
                  </a:cubicBezTo>
                  <a:cubicBezTo>
                    <a:pt x="194" y="143"/>
                    <a:pt x="194" y="144"/>
                    <a:pt x="196" y="145"/>
                  </a:cubicBezTo>
                  <a:cubicBezTo>
                    <a:pt x="198" y="145"/>
                    <a:pt x="200" y="147"/>
                    <a:pt x="203" y="147"/>
                  </a:cubicBezTo>
                  <a:cubicBezTo>
                    <a:pt x="205" y="147"/>
                    <a:pt x="207" y="145"/>
                    <a:pt x="209" y="145"/>
                  </a:cubicBezTo>
                  <a:cubicBezTo>
                    <a:pt x="211" y="146"/>
                    <a:pt x="215" y="147"/>
                    <a:pt x="217" y="148"/>
                  </a:cubicBezTo>
                  <a:cubicBezTo>
                    <a:pt x="219" y="149"/>
                    <a:pt x="221" y="151"/>
                    <a:pt x="221" y="153"/>
                  </a:cubicBezTo>
                  <a:cubicBezTo>
                    <a:pt x="221" y="156"/>
                    <a:pt x="219" y="157"/>
                    <a:pt x="220" y="160"/>
                  </a:cubicBezTo>
                  <a:cubicBezTo>
                    <a:pt x="223" y="158"/>
                    <a:pt x="224" y="163"/>
                    <a:pt x="224" y="164"/>
                  </a:cubicBezTo>
                  <a:cubicBezTo>
                    <a:pt x="225" y="167"/>
                    <a:pt x="225" y="168"/>
                    <a:pt x="228" y="170"/>
                  </a:cubicBezTo>
                  <a:cubicBezTo>
                    <a:pt x="231" y="172"/>
                    <a:pt x="229" y="169"/>
                    <a:pt x="231" y="169"/>
                  </a:cubicBezTo>
                  <a:cubicBezTo>
                    <a:pt x="231" y="169"/>
                    <a:pt x="233" y="170"/>
                    <a:pt x="234" y="171"/>
                  </a:cubicBezTo>
                  <a:cubicBezTo>
                    <a:pt x="236" y="172"/>
                    <a:pt x="238" y="176"/>
                    <a:pt x="240" y="174"/>
                  </a:cubicBezTo>
                  <a:cubicBezTo>
                    <a:pt x="241" y="175"/>
                    <a:pt x="242" y="176"/>
                    <a:pt x="243" y="176"/>
                  </a:cubicBezTo>
                  <a:cubicBezTo>
                    <a:pt x="243" y="176"/>
                    <a:pt x="245" y="171"/>
                    <a:pt x="245" y="176"/>
                  </a:cubicBezTo>
                  <a:cubicBezTo>
                    <a:pt x="245" y="178"/>
                    <a:pt x="245" y="180"/>
                    <a:pt x="245" y="182"/>
                  </a:cubicBezTo>
                  <a:cubicBezTo>
                    <a:pt x="245" y="186"/>
                    <a:pt x="248" y="189"/>
                    <a:pt x="248" y="192"/>
                  </a:cubicBezTo>
                  <a:cubicBezTo>
                    <a:pt x="245" y="193"/>
                    <a:pt x="249" y="195"/>
                    <a:pt x="247" y="196"/>
                  </a:cubicBezTo>
                  <a:cubicBezTo>
                    <a:pt x="248" y="199"/>
                    <a:pt x="243" y="202"/>
                    <a:pt x="246" y="206"/>
                  </a:cubicBezTo>
                  <a:cubicBezTo>
                    <a:pt x="247" y="206"/>
                    <a:pt x="249" y="205"/>
                    <a:pt x="248" y="209"/>
                  </a:cubicBezTo>
                  <a:cubicBezTo>
                    <a:pt x="248" y="210"/>
                    <a:pt x="247" y="212"/>
                    <a:pt x="246" y="213"/>
                  </a:cubicBezTo>
                  <a:cubicBezTo>
                    <a:pt x="246" y="212"/>
                    <a:pt x="245" y="211"/>
                    <a:pt x="245" y="210"/>
                  </a:cubicBezTo>
                  <a:cubicBezTo>
                    <a:pt x="242" y="212"/>
                    <a:pt x="243" y="213"/>
                    <a:pt x="242" y="216"/>
                  </a:cubicBezTo>
                  <a:cubicBezTo>
                    <a:pt x="242" y="218"/>
                    <a:pt x="243" y="220"/>
                    <a:pt x="241" y="222"/>
                  </a:cubicBezTo>
                  <a:cubicBezTo>
                    <a:pt x="240" y="224"/>
                    <a:pt x="239" y="222"/>
                    <a:pt x="238" y="224"/>
                  </a:cubicBezTo>
                  <a:cubicBezTo>
                    <a:pt x="237" y="225"/>
                    <a:pt x="236" y="229"/>
                    <a:pt x="237" y="231"/>
                  </a:cubicBezTo>
                  <a:cubicBezTo>
                    <a:pt x="237" y="232"/>
                    <a:pt x="239" y="233"/>
                    <a:pt x="238" y="234"/>
                  </a:cubicBezTo>
                  <a:cubicBezTo>
                    <a:pt x="238" y="235"/>
                    <a:pt x="236" y="234"/>
                    <a:pt x="235" y="236"/>
                  </a:cubicBezTo>
                  <a:cubicBezTo>
                    <a:pt x="234" y="238"/>
                    <a:pt x="236" y="242"/>
                    <a:pt x="237" y="244"/>
                  </a:cubicBezTo>
                  <a:cubicBezTo>
                    <a:pt x="237" y="247"/>
                    <a:pt x="237" y="252"/>
                    <a:pt x="237" y="255"/>
                  </a:cubicBezTo>
                  <a:cubicBezTo>
                    <a:pt x="237" y="259"/>
                    <a:pt x="234" y="268"/>
                    <a:pt x="239" y="271"/>
                  </a:cubicBezTo>
                  <a:cubicBezTo>
                    <a:pt x="236" y="271"/>
                    <a:pt x="228" y="272"/>
                    <a:pt x="226" y="270"/>
                  </a:cubicBezTo>
                  <a:cubicBezTo>
                    <a:pt x="225" y="269"/>
                    <a:pt x="223" y="269"/>
                    <a:pt x="222" y="268"/>
                  </a:cubicBezTo>
                  <a:cubicBezTo>
                    <a:pt x="220" y="266"/>
                    <a:pt x="219" y="264"/>
                    <a:pt x="217" y="263"/>
                  </a:cubicBezTo>
                  <a:cubicBezTo>
                    <a:pt x="210" y="260"/>
                    <a:pt x="203" y="259"/>
                    <a:pt x="196" y="257"/>
                  </a:cubicBezTo>
                  <a:cubicBezTo>
                    <a:pt x="194" y="256"/>
                    <a:pt x="192" y="253"/>
                    <a:pt x="190" y="252"/>
                  </a:cubicBezTo>
                  <a:cubicBezTo>
                    <a:pt x="186" y="251"/>
                    <a:pt x="184" y="251"/>
                    <a:pt x="181" y="248"/>
                  </a:cubicBezTo>
                  <a:cubicBezTo>
                    <a:pt x="179" y="247"/>
                    <a:pt x="177" y="245"/>
                    <a:pt x="174" y="244"/>
                  </a:cubicBezTo>
                  <a:cubicBezTo>
                    <a:pt x="170" y="241"/>
                    <a:pt x="164" y="241"/>
                    <a:pt x="162" y="238"/>
                  </a:cubicBezTo>
                  <a:cubicBezTo>
                    <a:pt x="158" y="233"/>
                    <a:pt x="151" y="232"/>
                    <a:pt x="147" y="229"/>
                  </a:cubicBezTo>
                  <a:cubicBezTo>
                    <a:pt x="144" y="228"/>
                    <a:pt x="142" y="227"/>
                    <a:pt x="140" y="225"/>
                  </a:cubicBezTo>
                  <a:cubicBezTo>
                    <a:pt x="138" y="224"/>
                    <a:pt x="136" y="223"/>
                    <a:pt x="135" y="221"/>
                  </a:cubicBezTo>
                  <a:cubicBezTo>
                    <a:pt x="134" y="220"/>
                    <a:pt x="133" y="219"/>
                    <a:pt x="132" y="218"/>
                  </a:cubicBezTo>
                  <a:cubicBezTo>
                    <a:pt x="130" y="216"/>
                    <a:pt x="127" y="215"/>
                    <a:pt x="125" y="213"/>
                  </a:cubicBezTo>
                  <a:cubicBezTo>
                    <a:pt x="121" y="209"/>
                    <a:pt x="119" y="206"/>
                    <a:pt x="116" y="202"/>
                  </a:cubicBezTo>
                  <a:cubicBezTo>
                    <a:pt x="115" y="202"/>
                    <a:pt x="114" y="202"/>
                    <a:pt x="114" y="202"/>
                  </a:cubicBezTo>
                  <a:cubicBezTo>
                    <a:pt x="113" y="201"/>
                    <a:pt x="115" y="200"/>
                    <a:pt x="114" y="200"/>
                  </a:cubicBezTo>
                  <a:cubicBezTo>
                    <a:pt x="113" y="199"/>
                    <a:pt x="112" y="198"/>
                    <a:pt x="110" y="196"/>
                  </a:cubicBezTo>
                  <a:cubicBezTo>
                    <a:pt x="106" y="193"/>
                    <a:pt x="103" y="190"/>
                    <a:pt x="100" y="187"/>
                  </a:cubicBezTo>
                  <a:cubicBezTo>
                    <a:pt x="96" y="182"/>
                    <a:pt x="90" y="179"/>
                    <a:pt x="87" y="174"/>
                  </a:cubicBezTo>
                  <a:cubicBezTo>
                    <a:pt x="85" y="171"/>
                    <a:pt x="86" y="171"/>
                    <a:pt x="83" y="169"/>
                  </a:cubicBezTo>
                  <a:cubicBezTo>
                    <a:pt x="80" y="167"/>
                    <a:pt x="78" y="165"/>
                    <a:pt x="76" y="163"/>
                  </a:cubicBezTo>
                  <a:cubicBezTo>
                    <a:pt x="74" y="161"/>
                    <a:pt x="72" y="161"/>
                    <a:pt x="69" y="159"/>
                  </a:cubicBezTo>
                  <a:cubicBezTo>
                    <a:pt x="68" y="158"/>
                    <a:pt x="68" y="158"/>
                    <a:pt x="68" y="157"/>
                  </a:cubicBezTo>
                  <a:cubicBezTo>
                    <a:pt x="69" y="158"/>
                    <a:pt x="69" y="157"/>
                    <a:pt x="69" y="157"/>
                  </a:cubicBezTo>
                  <a:cubicBezTo>
                    <a:pt x="69" y="156"/>
                    <a:pt x="68" y="156"/>
                    <a:pt x="67" y="156"/>
                  </a:cubicBezTo>
                  <a:cubicBezTo>
                    <a:pt x="67" y="155"/>
                    <a:pt x="62" y="151"/>
                    <a:pt x="62" y="153"/>
                  </a:cubicBezTo>
                  <a:cubicBezTo>
                    <a:pt x="62" y="154"/>
                    <a:pt x="66" y="155"/>
                    <a:pt x="66" y="157"/>
                  </a:cubicBezTo>
                  <a:cubicBezTo>
                    <a:pt x="62" y="153"/>
                    <a:pt x="55" y="153"/>
                    <a:pt x="49" y="151"/>
                  </a:cubicBezTo>
                  <a:cubicBezTo>
                    <a:pt x="47" y="150"/>
                    <a:pt x="41" y="147"/>
                    <a:pt x="41" y="145"/>
                  </a:cubicBezTo>
                  <a:cubicBezTo>
                    <a:pt x="41" y="145"/>
                    <a:pt x="42" y="145"/>
                    <a:pt x="42" y="145"/>
                  </a:cubicBezTo>
                  <a:cubicBezTo>
                    <a:pt x="41" y="144"/>
                    <a:pt x="41" y="141"/>
                    <a:pt x="43" y="140"/>
                  </a:cubicBezTo>
                  <a:cubicBezTo>
                    <a:pt x="41" y="141"/>
                    <a:pt x="38" y="135"/>
                    <a:pt x="36" y="134"/>
                  </a:cubicBezTo>
                  <a:cubicBezTo>
                    <a:pt x="31" y="130"/>
                    <a:pt x="25" y="128"/>
                    <a:pt x="19" y="125"/>
                  </a:cubicBezTo>
                  <a:cubicBezTo>
                    <a:pt x="16" y="124"/>
                    <a:pt x="4" y="120"/>
                    <a:pt x="7" y="116"/>
                  </a:cubicBezTo>
                  <a:cubicBezTo>
                    <a:pt x="7" y="116"/>
                    <a:pt x="7" y="116"/>
                    <a:pt x="8" y="116"/>
                  </a:cubicBezTo>
                  <a:cubicBezTo>
                    <a:pt x="6" y="114"/>
                    <a:pt x="4" y="108"/>
                    <a:pt x="0" y="106"/>
                  </a:cubicBezTo>
                  <a:cubicBezTo>
                    <a:pt x="3" y="106"/>
                    <a:pt x="3" y="103"/>
                    <a:pt x="5" y="101"/>
                  </a:cubicBezTo>
                  <a:cubicBezTo>
                    <a:pt x="6" y="100"/>
                    <a:pt x="6" y="98"/>
                    <a:pt x="7" y="97"/>
                  </a:cubicBezTo>
                  <a:cubicBezTo>
                    <a:pt x="7" y="97"/>
                    <a:pt x="9" y="96"/>
                    <a:pt x="9" y="96"/>
                  </a:cubicBezTo>
                  <a:cubicBezTo>
                    <a:pt x="9" y="92"/>
                    <a:pt x="8" y="92"/>
                    <a:pt x="10" y="89"/>
                  </a:cubicBezTo>
                  <a:cubicBezTo>
                    <a:pt x="12" y="87"/>
                    <a:pt x="13" y="87"/>
                    <a:pt x="15" y="85"/>
                  </a:cubicBezTo>
                  <a:cubicBezTo>
                    <a:pt x="20" y="83"/>
                    <a:pt x="24" y="76"/>
                    <a:pt x="28" y="73"/>
                  </a:cubicBezTo>
                  <a:cubicBezTo>
                    <a:pt x="32" y="70"/>
                    <a:pt x="35" y="69"/>
                    <a:pt x="38" y="66"/>
                  </a:cubicBezTo>
                  <a:cubicBezTo>
                    <a:pt x="43" y="63"/>
                    <a:pt x="45" y="56"/>
                    <a:pt x="50" y="53"/>
                  </a:cubicBezTo>
                  <a:cubicBezTo>
                    <a:pt x="51" y="52"/>
                    <a:pt x="53" y="52"/>
                    <a:pt x="53" y="51"/>
                  </a:cubicBezTo>
                  <a:cubicBezTo>
                    <a:pt x="55" y="50"/>
                    <a:pt x="54" y="47"/>
                    <a:pt x="54" y="45"/>
                  </a:cubicBezTo>
                  <a:cubicBezTo>
                    <a:pt x="54" y="42"/>
                    <a:pt x="54" y="37"/>
                    <a:pt x="55" y="34"/>
                  </a:cubicBezTo>
                  <a:cubicBezTo>
                    <a:pt x="56" y="32"/>
                    <a:pt x="59" y="28"/>
                    <a:pt x="63" y="27"/>
                  </a:cubicBezTo>
                  <a:cubicBezTo>
                    <a:pt x="66" y="27"/>
                    <a:pt x="69" y="28"/>
                    <a:pt x="71" y="26"/>
                  </a:cubicBezTo>
                  <a:cubicBezTo>
                    <a:pt x="74" y="23"/>
                    <a:pt x="72" y="24"/>
                    <a:pt x="72" y="22"/>
                  </a:cubicBezTo>
                  <a:cubicBezTo>
                    <a:pt x="72" y="20"/>
                    <a:pt x="72" y="18"/>
                    <a:pt x="73" y="16"/>
                  </a:cubicBezTo>
                  <a:cubicBezTo>
                    <a:pt x="74" y="14"/>
                    <a:pt x="74" y="10"/>
                    <a:pt x="75" y="7"/>
                  </a:cubicBezTo>
                  <a:cubicBezTo>
                    <a:pt x="76" y="6"/>
                    <a:pt x="74" y="6"/>
                    <a:pt x="76" y="5"/>
                  </a:cubicBezTo>
                  <a:cubicBezTo>
                    <a:pt x="77" y="5"/>
                    <a:pt x="78" y="6"/>
                    <a:pt x="78" y="6"/>
                  </a:cubicBezTo>
                  <a:cubicBezTo>
                    <a:pt x="79" y="5"/>
                    <a:pt x="80" y="4"/>
                    <a:pt x="81" y="4"/>
                  </a:cubicBezTo>
                  <a:cubicBezTo>
                    <a:pt x="83" y="3"/>
                    <a:pt x="85" y="3"/>
                    <a:pt x="87" y="4"/>
                  </a:cubicBezTo>
                  <a:cubicBezTo>
                    <a:pt x="87" y="4"/>
                    <a:pt x="96" y="12"/>
                    <a:pt x="102" y="4"/>
                  </a:cubicBezTo>
                  <a:cubicBezTo>
                    <a:pt x="104" y="3"/>
                    <a:pt x="103" y="3"/>
                    <a:pt x="105" y="1"/>
                  </a:cubicBezTo>
                  <a:cubicBezTo>
                    <a:pt x="107" y="0"/>
                    <a:pt x="106" y="0"/>
                    <a:pt x="107" y="3"/>
                  </a:cubicBezTo>
                  <a:cubicBezTo>
                    <a:pt x="107" y="5"/>
                    <a:pt x="107" y="7"/>
                    <a:pt x="109" y="9"/>
                  </a:cubicBezTo>
                  <a:cubicBezTo>
                    <a:pt x="109" y="6"/>
                    <a:pt x="110" y="4"/>
                    <a:pt x="112" y="6"/>
                  </a:cubicBezTo>
                  <a:cubicBezTo>
                    <a:pt x="115" y="9"/>
                    <a:pt x="111" y="10"/>
                    <a:pt x="112" y="11"/>
                  </a:cubicBezTo>
                  <a:cubicBezTo>
                    <a:pt x="113" y="13"/>
                    <a:pt x="116" y="9"/>
                    <a:pt x="117" y="11"/>
                  </a:cubicBezTo>
                  <a:cubicBezTo>
                    <a:pt x="119" y="13"/>
                    <a:pt x="121" y="13"/>
                    <a:pt x="122" y="14"/>
                  </a:cubicBezTo>
                  <a:lnTo>
                    <a:pt x="121" y="18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5" name="Freeform 75">
              <a:extLst>
                <a:ext uri="{FF2B5EF4-FFF2-40B4-BE49-F238E27FC236}">
                  <a16:creationId xmlns:a16="http://schemas.microsoft.com/office/drawing/2014/main" id="{9E360067-A907-4AA9-B059-FC39EA92B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113" y="2801938"/>
              <a:ext cx="31750" cy="19050"/>
            </a:xfrm>
            <a:custGeom>
              <a:avLst/>
              <a:gdLst>
                <a:gd name="T0" fmla="*/ 4 w 28"/>
                <a:gd name="T1" fmla="*/ 3 h 18"/>
                <a:gd name="T2" fmla="*/ 21 w 28"/>
                <a:gd name="T3" fmla="*/ 2 h 18"/>
                <a:gd name="T4" fmla="*/ 23 w 28"/>
                <a:gd name="T5" fmla="*/ 4 h 18"/>
                <a:gd name="T6" fmla="*/ 27 w 28"/>
                <a:gd name="T7" fmla="*/ 5 h 18"/>
                <a:gd name="T8" fmla="*/ 24 w 28"/>
                <a:gd name="T9" fmla="*/ 18 h 18"/>
                <a:gd name="T10" fmla="*/ 21 w 28"/>
                <a:gd name="T11" fmla="*/ 12 h 18"/>
                <a:gd name="T12" fmla="*/ 15 w 28"/>
                <a:gd name="T13" fmla="*/ 10 h 18"/>
                <a:gd name="T14" fmla="*/ 0 w 28"/>
                <a:gd name="T15" fmla="*/ 6 h 18"/>
                <a:gd name="T16" fmla="*/ 3 w 28"/>
                <a:gd name="T17" fmla="*/ 6 h 18"/>
                <a:gd name="T18" fmla="*/ 4 w 28"/>
                <a:gd name="T19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18">
                  <a:moveTo>
                    <a:pt x="4" y="3"/>
                  </a:moveTo>
                  <a:cubicBezTo>
                    <a:pt x="8" y="2"/>
                    <a:pt x="17" y="0"/>
                    <a:pt x="21" y="2"/>
                  </a:cubicBezTo>
                  <a:cubicBezTo>
                    <a:pt x="23" y="2"/>
                    <a:pt x="22" y="3"/>
                    <a:pt x="23" y="4"/>
                  </a:cubicBezTo>
                  <a:cubicBezTo>
                    <a:pt x="24" y="4"/>
                    <a:pt x="25" y="3"/>
                    <a:pt x="27" y="5"/>
                  </a:cubicBezTo>
                  <a:cubicBezTo>
                    <a:pt x="28" y="6"/>
                    <a:pt x="26" y="18"/>
                    <a:pt x="24" y="18"/>
                  </a:cubicBezTo>
                  <a:cubicBezTo>
                    <a:pt x="23" y="18"/>
                    <a:pt x="23" y="14"/>
                    <a:pt x="21" y="12"/>
                  </a:cubicBezTo>
                  <a:cubicBezTo>
                    <a:pt x="20" y="11"/>
                    <a:pt x="17" y="11"/>
                    <a:pt x="15" y="10"/>
                  </a:cubicBezTo>
                  <a:cubicBezTo>
                    <a:pt x="10" y="9"/>
                    <a:pt x="5" y="8"/>
                    <a:pt x="0" y="6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2" y="4"/>
                    <a:pt x="3" y="4"/>
                    <a:pt x="4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6" name="Freeform 76">
              <a:extLst>
                <a:ext uri="{FF2B5EF4-FFF2-40B4-BE49-F238E27FC236}">
                  <a16:creationId xmlns:a16="http://schemas.microsoft.com/office/drawing/2014/main" id="{BAF6BD13-F6F3-4D37-AEF6-C751F74A81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5713" y="2624138"/>
              <a:ext cx="219075" cy="233363"/>
            </a:xfrm>
            <a:custGeom>
              <a:avLst/>
              <a:gdLst>
                <a:gd name="T0" fmla="*/ 81 w 194"/>
                <a:gd name="T1" fmla="*/ 188 h 206"/>
                <a:gd name="T2" fmla="*/ 47 w 194"/>
                <a:gd name="T3" fmla="*/ 158 h 206"/>
                <a:gd name="T4" fmla="*/ 22 w 194"/>
                <a:gd name="T5" fmla="*/ 138 h 206"/>
                <a:gd name="T6" fmla="*/ 21 w 194"/>
                <a:gd name="T7" fmla="*/ 123 h 206"/>
                <a:gd name="T8" fmla="*/ 2 w 194"/>
                <a:gd name="T9" fmla="*/ 105 h 206"/>
                <a:gd name="T10" fmla="*/ 19 w 194"/>
                <a:gd name="T11" fmla="*/ 60 h 206"/>
                <a:gd name="T12" fmla="*/ 23 w 194"/>
                <a:gd name="T13" fmla="*/ 55 h 206"/>
                <a:gd name="T14" fmla="*/ 36 w 194"/>
                <a:gd name="T15" fmla="*/ 44 h 206"/>
                <a:gd name="T16" fmla="*/ 42 w 194"/>
                <a:gd name="T17" fmla="*/ 33 h 206"/>
                <a:gd name="T18" fmla="*/ 51 w 194"/>
                <a:gd name="T19" fmla="*/ 18 h 206"/>
                <a:gd name="T20" fmla="*/ 77 w 194"/>
                <a:gd name="T21" fmla="*/ 7 h 206"/>
                <a:gd name="T22" fmla="*/ 98 w 194"/>
                <a:gd name="T23" fmla="*/ 0 h 206"/>
                <a:gd name="T24" fmla="*/ 141 w 194"/>
                <a:gd name="T25" fmla="*/ 7 h 206"/>
                <a:gd name="T26" fmla="*/ 153 w 194"/>
                <a:gd name="T27" fmla="*/ 23 h 206"/>
                <a:gd name="T28" fmla="*/ 171 w 194"/>
                <a:gd name="T29" fmla="*/ 50 h 206"/>
                <a:gd name="T30" fmla="*/ 175 w 194"/>
                <a:gd name="T31" fmla="*/ 70 h 206"/>
                <a:gd name="T32" fmla="*/ 180 w 194"/>
                <a:gd name="T33" fmla="*/ 94 h 206"/>
                <a:gd name="T34" fmla="*/ 171 w 194"/>
                <a:gd name="T35" fmla="*/ 107 h 206"/>
                <a:gd name="T36" fmla="*/ 179 w 194"/>
                <a:gd name="T37" fmla="*/ 98 h 206"/>
                <a:gd name="T38" fmla="*/ 192 w 194"/>
                <a:gd name="T39" fmla="*/ 111 h 206"/>
                <a:gd name="T40" fmla="*/ 177 w 194"/>
                <a:gd name="T41" fmla="*/ 129 h 206"/>
                <a:gd name="T42" fmla="*/ 173 w 194"/>
                <a:gd name="T43" fmla="*/ 146 h 206"/>
                <a:gd name="T44" fmla="*/ 145 w 194"/>
                <a:gd name="T45" fmla="*/ 173 h 206"/>
                <a:gd name="T46" fmla="*/ 129 w 194"/>
                <a:gd name="T47" fmla="*/ 187 h 206"/>
                <a:gd name="T48" fmla="*/ 126 w 194"/>
                <a:gd name="T49" fmla="*/ 195 h 206"/>
                <a:gd name="T50" fmla="*/ 115 w 194"/>
                <a:gd name="T51" fmla="*/ 197 h 206"/>
                <a:gd name="T52" fmla="*/ 118 w 194"/>
                <a:gd name="T53" fmla="*/ 189 h 206"/>
                <a:gd name="T54" fmla="*/ 128 w 194"/>
                <a:gd name="T55" fmla="*/ 177 h 206"/>
                <a:gd name="T56" fmla="*/ 148 w 194"/>
                <a:gd name="T57" fmla="*/ 160 h 206"/>
                <a:gd name="T58" fmla="*/ 164 w 194"/>
                <a:gd name="T59" fmla="*/ 138 h 206"/>
                <a:gd name="T60" fmla="*/ 183 w 194"/>
                <a:gd name="T61" fmla="*/ 111 h 206"/>
                <a:gd name="T62" fmla="*/ 176 w 194"/>
                <a:gd name="T63" fmla="*/ 116 h 206"/>
                <a:gd name="T64" fmla="*/ 160 w 194"/>
                <a:gd name="T65" fmla="*/ 119 h 206"/>
                <a:gd name="T66" fmla="*/ 167 w 194"/>
                <a:gd name="T67" fmla="*/ 93 h 206"/>
                <a:gd name="T68" fmla="*/ 169 w 194"/>
                <a:gd name="T69" fmla="*/ 85 h 206"/>
                <a:gd name="T70" fmla="*/ 158 w 194"/>
                <a:gd name="T71" fmla="*/ 55 h 206"/>
                <a:gd name="T72" fmla="*/ 151 w 194"/>
                <a:gd name="T73" fmla="*/ 36 h 206"/>
                <a:gd name="T74" fmla="*/ 138 w 194"/>
                <a:gd name="T75" fmla="*/ 18 h 206"/>
                <a:gd name="T76" fmla="*/ 118 w 194"/>
                <a:gd name="T77" fmla="*/ 9 h 206"/>
                <a:gd name="T78" fmla="*/ 96 w 194"/>
                <a:gd name="T79" fmla="*/ 11 h 206"/>
                <a:gd name="T80" fmla="*/ 70 w 194"/>
                <a:gd name="T81" fmla="*/ 13 h 206"/>
                <a:gd name="T82" fmla="*/ 56 w 194"/>
                <a:gd name="T83" fmla="*/ 27 h 206"/>
                <a:gd name="T84" fmla="*/ 50 w 194"/>
                <a:gd name="T85" fmla="*/ 39 h 206"/>
                <a:gd name="T86" fmla="*/ 41 w 194"/>
                <a:gd name="T87" fmla="*/ 52 h 206"/>
                <a:gd name="T88" fmla="*/ 30 w 194"/>
                <a:gd name="T89" fmla="*/ 62 h 206"/>
                <a:gd name="T90" fmla="*/ 13 w 194"/>
                <a:gd name="T91" fmla="*/ 68 h 206"/>
                <a:gd name="T92" fmla="*/ 12 w 194"/>
                <a:gd name="T93" fmla="*/ 103 h 206"/>
                <a:gd name="T94" fmla="*/ 30 w 194"/>
                <a:gd name="T95" fmla="*/ 119 h 206"/>
                <a:gd name="T96" fmla="*/ 35 w 194"/>
                <a:gd name="T97" fmla="*/ 133 h 206"/>
                <a:gd name="T98" fmla="*/ 48 w 194"/>
                <a:gd name="T99" fmla="*/ 148 h 206"/>
                <a:gd name="T100" fmla="*/ 92 w 194"/>
                <a:gd name="T101" fmla="*/ 18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4" h="206">
                  <a:moveTo>
                    <a:pt x="115" y="206"/>
                  </a:moveTo>
                  <a:cubicBezTo>
                    <a:pt x="113" y="206"/>
                    <a:pt x="110" y="205"/>
                    <a:pt x="110" y="205"/>
                  </a:cubicBezTo>
                  <a:cubicBezTo>
                    <a:pt x="101" y="199"/>
                    <a:pt x="101" y="199"/>
                    <a:pt x="101" y="199"/>
                  </a:cubicBezTo>
                  <a:cubicBezTo>
                    <a:pt x="97" y="195"/>
                    <a:pt x="93" y="192"/>
                    <a:pt x="88" y="190"/>
                  </a:cubicBezTo>
                  <a:cubicBezTo>
                    <a:pt x="86" y="189"/>
                    <a:pt x="83" y="189"/>
                    <a:pt x="81" y="188"/>
                  </a:cubicBezTo>
                  <a:cubicBezTo>
                    <a:pt x="78" y="187"/>
                    <a:pt x="76" y="186"/>
                    <a:pt x="73" y="185"/>
                  </a:cubicBezTo>
                  <a:cubicBezTo>
                    <a:pt x="71" y="184"/>
                    <a:pt x="70" y="184"/>
                    <a:pt x="68" y="183"/>
                  </a:cubicBezTo>
                  <a:cubicBezTo>
                    <a:pt x="65" y="181"/>
                    <a:pt x="62" y="180"/>
                    <a:pt x="59" y="179"/>
                  </a:cubicBezTo>
                  <a:cubicBezTo>
                    <a:pt x="57" y="178"/>
                    <a:pt x="56" y="177"/>
                    <a:pt x="56" y="175"/>
                  </a:cubicBezTo>
                  <a:cubicBezTo>
                    <a:pt x="55" y="168"/>
                    <a:pt x="51" y="158"/>
                    <a:pt x="47" y="158"/>
                  </a:cubicBezTo>
                  <a:cubicBezTo>
                    <a:pt x="46" y="158"/>
                    <a:pt x="36" y="155"/>
                    <a:pt x="33" y="150"/>
                  </a:cubicBezTo>
                  <a:cubicBezTo>
                    <a:pt x="32" y="150"/>
                    <a:pt x="32" y="150"/>
                    <a:pt x="31" y="150"/>
                  </a:cubicBezTo>
                  <a:cubicBezTo>
                    <a:pt x="29" y="149"/>
                    <a:pt x="27" y="147"/>
                    <a:pt x="25" y="144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23" y="143"/>
                    <a:pt x="22" y="141"/>
                    <a:pt x="22" y="138"/>
                  </a:cubicBezTo>
                  <a:cubicBezTo>
                    <a:pt x="23" y="136"/>
                    <a:pt x="24" y="135"/>
                    <a:pt x="26" y="134"/>
                  </a:cubicBezTo>
                  <a:cubicBezTo>
                    <a:pt x="25" y="132"/>
                    <a:pt x="25" y="131"/>
                    <a:pt x="25" y="129"/>
                  </a:cubicBezTo>
                  <a:cubicBezTo>
                    <a:pt x="25" y="129"/>
                    <a:pt x="25" y="128"/>
                    <a:pt x="25" y="128"/>
                  </a:cubicBezTo>
                  <a:cubicBezTo>
                    <a:pt x="24" y="127"/>
                    <a:pt x="24" y="126"/>
                    <a:pt x="23" y="126"/>
                  </a:cubicBezTo>
                  <a:cubicBezTo>
                    <a:pt x="23" y="125"/>
                    <a:pt x="22" y="124"/>
                    <a:pt x="21" y="123"/>
                  </a:cubicBezTo>
                  <a:cubicBezTo>
                    <a:pt x="20" y="123"/>
                    <a:pt x="19" y="124"/>
                    <a:pt x="18" y="125"/>
                  </a:cubicBezTo>
                  <a:cubicBezTo>
                    <a:pt x="17" y="126"/>
                    <a:pt x="14" y="127"/>
                    <a:pt x="13" y="126"/>
                  </a:cubicBezTo>
                  <a:cubicBezTo>
                    <a:pt x="11" y="125"/>
                    <a:pt x="9" y="124"/>
                    <a:pt x="10" y="122"/>
                  </a:cubicBezTo>
                  <a:cubicBezTo>
                    <a:pt x="10" y="118"/>
                    <a:pt x="8" y="112"/>
                    <a:pt x="4" y="110"/>
                  </a:cubicBezTo>
                  <a:cubicBezTo>
                    <a:pt x="3" y="109"/>
                    <a:pt x="2" y="107"/>
                    <a:pt x="2" y="105"/>
                  </a:cubicBezTo>
                  <a:cubicBezTo>
                    <a:pt x="3" y="98"/>
                    <a:pt x="4" y="92"/>
                    <a:pt x="5" y="89"/>
                  </a:cubicBezTo>
                  <a:cubicBezTo>
                    <a:pt x="0" y="69"/>
                    <a:pt x="3" y="67"/>
                    <a:pt x="4" y="65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7" y="62"/>
                    <a:pt x="10" y="58"/>
                    <a:pt x="16" y="59"/>
                  </a:cubicBezTo>
                  <a:cubicBezTo>
                    <a:pt x="17" y="59"/>
                    <a:pt x="18" y="60"/>
                    <a:pt x="19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1" y="58"/>
                    <a:pt x="21" y="58"/>
                  </a:cubicBezTo>
                  <a:cubicBezTo>
                    <a:pt x="21" y="57"/>
                    <a:pt x="22" y="56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3"/>
                    <a:pt x="23" y="48"/>
                    <a:pt x="28" y="46"/>
                  </a:cubicBezTo>
                  <a:cubicBezTo>
                    <a:pt x="29" y="45"/>
                    <a:pt x="30" y="45"/>
                    <a:pt x="32" y="46"/>
                  </a:cubicBezTo>
                  <a:cubicBezTo>
                    <a:pt x="32" y="46"/>
                    <a:pt x="33" y="46"/>
                    <a:pt x="33" y="45"/>
                  </a:cubicBezTo>
                  <a:cubicBezTo>
                    <a:pt x="33" y="45"/>
                    <a:pt x="34" y="45"/>
                    <a:pt x="34" y="45"/>
                  </a:cubicBezTo>
                  <a:cubicBezTo>
                    <a:pt x="35" y="45"/>
                    <a:pt x="35" y="45"/>
                    <a:pt x="36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42"/>
                    <a:pt x="37" y="41"/>
                    <a:pt x="38" y="40"/>
                  </a:cubicBezTo>
                  <a:cubicBezTo>
                    <a:pt x="39" y="39"/>
                    <a:pt x="39" y="39"/>
                    <a:pt x="40" y="39"/>
                  </a:cubicBezTo>
                  <a:cubicBezTo>
                    <a:pt x="41" y="38"/>
                    <a:pt x="41" y="37"/>
                    <a:pt x="41" y="37"/>
                  </a:cubicBezTo>
                  <a:cubicBezTo>
                    <a:pt x="41" y="35"/>
                    <a:pt x="42" y="34"/>
                    <a:pt x="42" y="33"/>
                  </a:cubicBezTo>
                  <a:cubicBezTo>
                    <a:pt x="42" y="32"/>
                    <a:pt x="43" y="30"/>
                    <a:pt x="44" y="28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6" y="26"/>
                    <a:pt x="46" y="25"/>
                  </a:cubicBezTo>
                  <a:cubicBezTo>
                    <a:pt x="47" y="23"/>
                    <a:pt x="48" y="22"/>
                    <a:pt x="49" y="21"/>
                  </a:cubicBezTo>
                  <a:cubicBezTo>
                    <a:pt x="50" y="20"/>
                    <a:pt x="51" y="19"/>
                    <a:pt x="51" y="18"/>
                  </a:cubicBezTo>
                  <a:cubicBezTo>
                    <a:pt x="51" y="18"/>
                    <a:pt x="51" y="17"/>
                    <a:pt x="51" y="16"/>
                  </a:cubicBezTo>
                  <a:cubicBezTo>
                    <a:pt x="51" y="15"/>
                    <a:pt x="52" y="11"/>
                    <a:pt x="55" y="9"/>
                  </a:cubicBezTo>
                  <a:cubicBezTo>
                    <a:pt x="59" y="7"/>
                    <a:pt x="63" y="6"/>
                    <a:pt x="66" y="5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72" y="4"/>
                    <a:pt x="75" y="5"/>
                    <a:pt x="77" y="7"/>
                  </a:cubicBezTo>
                  <a:cubicBezTo>
                    <a:pt x="78" y="7"/>
                    <a:pt x="78" y="8"/>
                    <a:pt x="78" y="8"/>
                  </a:cubicBezTo>
                  <a:cubicBezTo>
                    <a:pt x="80" y="7"/>
                    <a:pt x="83" y="7"/>
                    <a:pt x="85" y="6"/>
                  </a:cubicBezTo>
                  <a:cubicBezTo>
                    <a:pt x="86" y="6"/>
                    <a:pt x="87" y="6"/>
                    <a:pt x="87" y="5"/>
                  </a:cubicBezTo>
                  <a:cubicBezTo>
                    <a:pt x="88" y="4"/>
                    <a:pt x="88" y="3"/>
                    <a:pt x="89" y="3"/>
                  </a:cubicBezTo>
                  <a:cubicBezTo>
                    <a:pt x="92" y="0"/>
                    <a:pt x="95" y="0"/>
                    <a:pt x="98" y="0"/>
                  </a:cubicBezTo>
                  <a:cubicBezTo>
                    <a:pt x="98" y="0"/>
                    <a:pt x="99" y="0"/>
                    <a:pt x="100" y="0"/>
                  </a:cubicBezTo>
                  <a:cubicBezTo>
                    <a:pt x="101" y="0"/>
                    <a:pt x="102" y="0"/>
                    <a:pt x="102" y="0"/>
                  </a:cubicBezTo>
                  <a:cubicBezTo>
                    <a:pt x="107" y="0"/>
                    <a:pt x="112" y="0"/>
                    <a:pt x="118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9" y="0"/>
                    <a:pt x="140" y="4"/>
                    <a:pt x="141" y="7"/>
                  </a:cubicBezTo>
                  <a:cubicBezTo>
                    <a:pt x="141" y="8"/>
                    <a:pt x="141" y="8"/>
                    <a:pt x="141" y="9"/>
                  </a:cubicBezTo>
                  <a:cubicBezTo>
                    <a:pt x="142" y="9"/>
                    <a:pt x="143" y="10"/>
                    <a:pt x="144" y="11"/>
                  </a:cubicBezTo>
                  <a:cubicBezTo>
                    <a:pt x="145" y="12"/>
                    <a:pt x="146" y="13"/>
                    <a:pt x="147" y="14"/>
                  </a:cubicBezTo>
                  <a:cubicBezTo>
                    <a:pt x="149" y="16"/>
                    <a:pt x="150" y="19"/>
                    <a:pt x="152" y="21"/>
                  </a:cubicBezTo>
                  <a:cubicBezTo>
                    <a:pt x="152" y="22"/>
                    <a:pt x="152" y="23"/>
                    <a:pt x="153" y="23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54" y="26"/>
                    <a:pt x="155" y="27"/>
                    <a:pt x="156" y="28"/>
                  </a:cubicBezTo>
                  <a:cubicBezTo>
                    <a:pt x="157" y="28"/>
                    <a:pt x="160" y="30"/>
                    <a:pt x="162" y="39"/>
                  </a:cubicBezTo>
                  <a:cubicBezTo>
                    <a:pt x="162" y="39"/>
                    <a:pt x="163" y="39"/>
                    <a:pt x="164" y="40"/>
                  </a:cubicBezTo>
                  <a:cubicBezTo>
                    <a:pt x="167" y="42"/>
                    <a:pt x="170" y="46"/>
                    <a:pt x="171" y="50"/>
                  </a:cubicBezTo>
                  <a:cubicBezTo>
                    <a:pt x="171" y="55"/>
                    <a:pt x="169" y="57"/>
                    <a:pt x="167" y="58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71" y="60"/>
                    <a:pt x="173" y="60"/>
                    <a:pt x="175" y="62"/>
                  </a:cubicBezTo>
                  <a:cubicBezTo>
                    <a:pt x="176" y="65"/>
                    <a:pt x="176" y="68"/>
                    <a:pt x="175" y="70"/>
                  </a:cubicBezTo>
                  <a:cubicBezTo>
                    <a:pt x="175" y="71"/>
                    <a:pt x="175" y="73"/>
                    <a:pt x="175" y="75"/>
                  </a:cubicBezTo>
                  <a:cubicBezTo>
                    <a:pt x="175" y="77"/>
                    <a:pt x="175" y="78"/>
                    <a:pt x="177" y="80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8" y="82"/>
                    <a:pt x="178" y="83"/>
                    <a:pt x="179" y="83"/>
                  </a:cubicBezTo>
                  <a:cubicBezTo>
                    <a:pt x="180" y="85"/>
                    <a:pt x="184" y="90"/>
                    <a:pt x="180" y="94"/>
                  </a:cubicBezTo>
                  <a:cubicBezTo>
                    <a:pt x="179" y="96"/>
                    <a:pt x="177" y="97"/>
                    <a:pt x="176" y="98"/>
                  </a:cubicBezTo>
                  <a:cubicBezTo>
                    <a:pt x="175" y="98"/>
                    <a:pt x="174" y="98"/>
                    <a:pt x="174" y="99"/>
                  </a:cubicBezTo>
                  <a:cubicBezTo>
                    <a:pt x="173" y="100"/>
                    <a:pt x="172" y="102"/>
                    <a:pt x="172" y="104"/>
                  </a:cubicBezTo>
                  <a:cubicBezTo>
                    <a:pt x="171" y="105"/>
                    <a:pt x="171" y="106"/>
                    <a:pt x="171" y="107"/>
                  </a:cubicBezTo>
                  <a:cubicBezTo>
                    <a:pt x="171" y="107"/>
                    <a:pt x="171" y="107"/>
                    <a:pt x="171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73" y="107"/>
                    <a:pt x="173" y="106"/>
                    <a:pt x="174" y="106"/>
                  </a:cubicBezTo>
                  <a:cubicBezTo>
                    <a:pt x="174" y="105"/>
                    <a:pt x="175" y="104"/>
                    <a:pt x="175" y="103"/>
                  </a:cubicBezTo>
                  <a:cubicBezTo>
                    <a:pt x="176" y="101"/>
                    <a:pt x="177" y="100"/>
                    <a:pt x="179" y="98"/>
                  </a:cubicBezTo>
                  <a:cubicBezTo>
                    <a:pt x="182" y="96"/>
                    <a:pt x="186" y="96"/>
                    <a:pt x="188" y="97"/>
                  </a:cubicBezTo>
                  <a:cubicBezTo>
                    <a:pt x="189" y="97"/>
                    <a:pt x="189" y="97"/>
                    <a:pt x="190" y="97"/>
                  </a:cubicBezTo>
                  <a:cubicBezTo>
                    <a:pt x="192" y="97"/>
                    <a:pt x="194" y="99"/>
                    <a:pt x="194" y="101"/>
                  </a:cubicBezTo>
                  <a:cubicBezTo>
                    <a:pt x="194" y="104"/>
                    <a:pt x="194" y="107"/>
                    <a:pt x="193" y="110"/>
                  </a:cubicBezTo>
                  <a:cubicBezTo>
                    <a:pt x="192" y="111"/>
                    <a:pt x="192" y="111"/>
                    <a:pt x="192" y="111"/>
                  </a:cubicBezTo>
                  <a:cubicBezTo>
                    <a:pt x="192" y="112"/>
                    <a:pt x="192" y="113"/>
                    <a:pt x="192" y="114"/>
                  </a:cubicBezTo>
                  <a:cubicBezTo>
                    <a:pt x="192" y="114"/>
                    <a:pt x="191" y="115"/>
                    <a:pt x="191" y="116"/>
                  </a:cubicBezTo>
                  <a:cubicBezTo>
                    <a:pt x="192" y="117"/>
                    <a:pt x="193" y="118"/>
                    <a:pt x="192" y="121"/>
                  </a:cubicBezTo>
                  <a:cubicBezTo>
                    <a:pt x="191" y="128"/>
                    <a:pt x="183" y="128"/>
                    <a:pt x="180" y="128"/>
                  </a:cubicBezTo>
                  <a:cubicBezTo>
                    <a:pt x="178" y="128"/>
                    <a:pt x="177" y="129"/>
                    <a:pt x="177" y="129"/>
                  </a:cubicBezTo>
                  <a:cubicBezTo>
                    <a:pt x="177" y="129"/>
                    <a:pt x="176" y="130"/>
                    <a:pt x="176" y="131"/>
                  </a:cubicBezTo>
                  <a:cubicBezTo>
                    <a:pt x="176" y="131"/>
                    <a:pt x="175" y="132"/>
                    <a:pt x="175" y="132"/>
                  </a:cubicBezTo>
                  <a:cubicBezTo>
                    <a:pt x="174" y="134"/>
                    <a:pt x="174" y="134"/>
                    <a:pt x="174" y="138"/>
                  </a:cubicBezTo>
                  <a:cubicBezTo>
                    <a:pt x="174" y="139"/>
                    <a:pt x="174" y="140"/>
                    <a:pt x="174" y="140"/>
                  </a:cubicBezTo>
                  <a:cubicBezTo>
                    <a:pt x="174" y="142"/>
                    <a:pt x="174" y="144"/>
                    <a:pt x="173" y="146"/>
                  </a:cubicBezTo>
                  <a:cubicBezTo>
                    <a:pt x="173" y="149"/>
                    <a:pt x="172" y="151"/>
                    <a:pt x="169" y="152"/>
                  </a:cubicBezTo>
                  <a:cubicBezTo>
                    <a:pt x="165" y="154"/>
                    <a:pt x="162" y="158"/>
                    <a:pt x="160" y="162"/>
                  </a:cubicBezTo>
                  <a:cubicBezTo>
                    <a:pt x="157" y="166"/>
                    <a:pt x="154" y="167"/>
                    <a:pt x="152" y="168"/>
                  </a:cubicBezTo>
                  <a:cubicBezTo>
                    <a:pt x="151" y="169"/>
                    <a:pt x="149" y="169"/>
                    <a:pt x="149" y="170"/>
                  </a:cubicBezTo>
                  <a:cubicBezTo>
                    <a:pt x="147" y="171"/>
                    <a:pt x="146" y="172"/>
                    <a:pt x="145" y="173"/>
                  </a:cubicBezTo>
                  <a:cubicBezTo>
                    <a:pt x="143" y="174"/>
                    <a:pt x="142" y="175"/>
                    <a:pt x="140" y="177"/>
                  </a:cubicBezTo>
                  <a:cubicBezTo>
                    <a:pt x="140" y="178"/>
                    <a:pt x="139" y="178"/>
                    <a:pt x="139" y="179"/>
                  </a:cubicBezTo>
                  <a:cubicBezTo>
                    <a:pt x="138" y="181"/>
                    <a:pt x="136" y="183"/>
                    <a:pt x="134" y="185"/>
                  </a:cubicBezTo>
                  <a:cubicBezTo>
                    <a:pt x="133" y="186"/>
                    <a:pt x="131" y="186"/>
                    <a:pt x="130" y="186"/>
                  </a:cubicBezTo>
                  <a:cubicBezTo>
                    <a:pt x="130" y="187"/>
                    <a:pt x="129" y="187"/>
                    <a:pt x="129" y="187"/>
                  </a:cubicBezTo>
                  <a:cubicBezTo>
                    <a:pt x="129" y="187"/>
                    <a:pt x="128" y="188"/>
                    <a:pt x="128" y="188"/>
                  </a:cubicBezTo>
                  <a:cubicBezTo>
                    <a:pt x="128" y="190"/>
                    <a:pt x="128" y="191"/>
                    <a:pt x="128" y="191"/>
                  </a:cubicBezTo>
                  <a:cubicBezTo>
                    <a:pt x="128" y="192"/>
                    <a:pt x="127" y="193"/>
                    <a:pt x="127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27" y="194"/>
                    <a:pt x="126" y="195"/>
                    <a:pt x="126" y="195"/>
                  </a:cubicBezTo>
                  <a:cubicBezTo>
                    <a:pt x="126" y="196"/>
                    <a:pt x="125" y="196"/>
                    <a:pt x="125" y="197"/>
                  </a:cubicBezTo>
                  <a:cubicBezTo>
                    <a:pt x="125" y="197"/>
                    <a:pt x="125" y="198"/>
                    <a:pt x="124" y="199"/>
                  </a:cubicBezTo>
                  <a:cubicBezTo>
                    <a:pt x="123" y="201"/>
                    <a:pt x="121" y="205"/>
                    <a:pt x="117" y="206"/>
                  </a:cubicBezTo>
                  <a:cubicBezTo>
                    <a:pt x="116" y="206"/>
                    <a:pt x="116" y="206"/>
                    <a:pt x="115" y="206"/>
                  </a:cubicBezTo>
                  <a:close/>
                  <a:moveTo>
                    <a:pt x="115" y="197"/>
                  </a:moveTo>
                  <a:cubicBezTo>
                    <a:pt x="115" y="197"/>
                    <a:pt x="115" y="197"/>
                    <a:pt x="115" y="197"/>
                  </a:cubicBezTo>
                  <a:cubicBezTo>
                    <a:pt x="115" y="196"/>
                    <a:pt x="116" y="195"/>
                    <a:pt x="116" y="194"/>
                  </a:cubicBezTo>
                  <a:cubicBezTo>
                    <a:pt x="116" y="194"/>
                    <a:pt x="116" y="193"/>
                    <a:pt x="117" y="193"/>
                  </a:cubicBezTo>
                  <a:cubicBezTo>
                    <a:pt x="117" y="192"/>
                    <a:pt x="117" y="191"/>
                    <a:pt x="117" y="190"/>
                  </a:cubicBezTo>
                  <a:cubicBezTo>
                    <a:pt x="118" y="190"/>
                    <a:pt x="118" y="189"/>
                    <a:pt x="118" y="189"/>
                  </a:cubicBezTo>
                  <a:cubicBezTo>
                    <a:pt x="118" y="188"/>
                    <a:pt x="118" y="188"/>
                    <a:pt x="118" y="187"/>
                  </a:cubicBezTo>
                  <a:cubicBezTo>
                    <a:pt x="118" y="186"/>
                    <a:pt x="119" y="185"/>
                    <a:pt x="120" y="184"/>
                  </a:cubicBezTo>
                  <a:cubicBezTo>
                    <a:pt x="120" y="183"/>
                    <a:pt x="121" y="183"/>
                    <a:pt x="122" y="181"/>
                  </a:cubicBezTo>
                  <a:cubicBezTo>
                    <a:pt x="124" y="179"/>
                    <a:pt x="125" y="179"/>
                    <a:pt x="127" y="178"/>
                  </a:cubicBezTo>
                  <a:cubicBezTo>
                    <a:pt x="127" y="178"/>
                    <a:pt x="128" y="177"/>
                    <a:pt x="128" y="177"/>
                  </a:cubicBezTo>
                  <a:cubicBezTo>
                    <a:pt x="129" y="176"/>
                    <a:pt x="130" y="175"/>
                    <a:pt x="131" y="174"/>
                  </a:cubicBezTo>
                  <a:cubicBezTo>
                    <a:pt x="132" y="173"/>
                    <a:pt x="132" y="172"/>
                    <a:pt x="133" y="171"/>
                  </a:cubicBezTo>
                  <a:cubicBezTo>
                    <a:pt x="135" y="169"/>
                    <a:pt x="138" y="167"/>
                    <a:pt x="140" y="165"/>
                  </a:cubicBezTo>
                  <a:cubicBezTo>
                    <a:pt x="141" y="164"/>
                    <a:pt x="142" y="164"/>
                    <a:pt x="143" y="163"/>
                  </a:cubicBezTo>
                  <a:cubicBezTo>
                    <a:pt x="144" y="162"/>
                    <a:pt x="146" y="161"/>
                    <a:pt x="148" y="160"/>
                  </a:cubicBezTo>
                  <a:cubicBezTo>
                    <a:pt x="150" y="159"/>
                    <a:pt x="151" y="158"/>
                    <a:pt x="152" y="157"/>
                  </a:cubicBezTo>
                  <a:cubicBezTo>
                    <a:pt x="155" y="152"/>
                    <a:pt x="159" y="148"/>
                    <a:pt x="163" y="144"/>
                  </a:cubicBezTo>
                  <a:cubicBezTo>
                    <a:pt x="164" y="144"/>
                    <a:pt x="164" y="144"/>
                    <a:pt x="164" y="143"/>
                  </a:cubicBezTo>
                  <a:cubicBezTo>
                    <a:pt x="165" y="143"/>
                    <a:pt x="164" y="142"/>
                    <a:pt x="164" y="141"/>
                  </a:cubicBezTo>
                  <a:cubicBezTo>
                    <a:pt x="164" y="140"/>
                    <a:pt x="164" y="139"/>
                    <a:pt x="164" y="138"/>
                  </a:cubicBezTo>
                  <a:cubicBezTo>
                    <a:pt x="164" y="134"/>
                    <a:pt x="164" y="131"/>
                    <a:pt x="168" y="126"/>
                  </a:cubicBezTo>
                  <a:cubicBezTo>
                    <a:pt x="171" y="121"/>
                    <a:pt x="173" y="120"/>
                    <a:pt x="179" y="119"/>
                  </a:cubicBezTo>
                  <a:cubicBezTo>
                    <a:pt x="180" y="119"/>
                    <a:pt x="182" y="119"/>
                    <a:pt x="182" y="119"/>
                  </a:cubicBezTo>
                  <a:cubicBezTo>
                    <a:pt x="182" y="118"/>
                    <a:pt x="182" y="117"/>
                    <a:pt x="182" y="115"/>
                  </a:cubicBezTo>
                  <a:cubicBezTo>
                    <a:pt x="182" y="114"/>
                    <a:pt x="183" y="112"/>
                    <a:pt x="183" y="111"/>
                  </a:cubicBezTo>
                  <a:cubicBezTo>
                    <a:pt x="184" y="107"/>
                    <a:pt x="184" y="107"/>
                    <a:pt x="184" y="107"/>
                  </a:cubicBezTo>
                  <a:cubicBezTo>
                    <a:pt x="184" y="107"/>
                    <a:pt x="184" y="106"/>
                    <a:pt x="184" y="106"/>
                  </a:cubicBezTo>
                  <a:cubicBezTo>
                    <a:pt x="184" y="106"/>
                    <a:pt x="184" y="107"/>
                    <a:pt x="183" y="108"/>
                  </a:cubicBezTo>
                  <a:cubicBezTo>
                    <a:pt x="183" y="109"/>
                    <a:pt x="182" y="111"/>
                    <a:pt x="180" y="112"/>
                  </a:cubicBezTo>
                  <a:cubicBezTo>
                    <a:pt x="179" y="114"/>
                    <a:pt x="178" y="115"/>
                    <a:pt x="176" y="116"/>
                  </a:cubicBezTo>
                  <a:cubicBezTo>
                    <a:pt x="175" y="117"/>
                    <a:pt x="174" y="117"/>
                    <a:pt x="172" y="117"/>
                  </a:cubicBezTo>
                  <a:cubicBezTo>
                    <a:pt x="171" y="117"/>
                    <a:pt x="170" y="116"/>
                    <a:pt x="169" y="116"/>
                  </a:cubicBezTo>
                  <a:cubicBezTo>
                    <a:pt x="169" y="116"/>
                    <a:pt x="168" y="116"/>
                    <a:pt x="167" y="116"/>
                  </a:cubicBezTo>
                  <a:cubicBezTo>
                    <a:pt x="167" y="117"/>
                    <a:pt x="166" y="119"/>
                    <a:pt x="164" y="119"/>
                  </a:cubicBezTo>
                  <a:cubicBezTo>
                    <a:pt x="163" y="120"/>
                    <a:pt x="161" y="120"/>
                    <a:pt x="160" y="119"/>
                  </a:cubicBezTo>
                  <a:cubicBezTo>
                    <a:pt x="158" y="116"/>
                    <a:pt x="157" y="113"/>
                    <a:pt x="158" y="111"/>
                  </a:cubicBezTo>
                  <a:cubicBezTo>
                    <a:pt x="159" y="109"/>
                    <a:pt x="160" y="108"/>
                    <a:pt x="161" y="107"/>
                  </a:cubicBezTo>
                  <a:cubicBezTo>
                    <a:pt x="161" y="106"/>
                    <a:pt x="162" y="105"/>
                    <a:pt x="162" y="104"/>
                  </a:cubicBezTo>
                  <a:cubicBezTo>
                    <a:pt x="162" y="103"/>
                    <a:pt x="163" y="102"/>
                    <a:pt x="163" y="102"/>
                  </a:cubicBezTo>
                  <a:cubicBezTo>
                    <a:pt x="164" y="99"/>
                    <a:pt x="164" y="96"/>
                    <a:pt x="167" y="93"/>
                  </a:cubicBezTo>
                  <a:cubicBezTo>
                    <a:pt x="169" y="91"/>
                    <a:pt x="170" y="90"/>
                    <a:pt x="172" y="89"/>
                  </a:cubicBezTo>
                  <a:cubicBezTo>
                    <a:pt x="172" y="89"/>
                    <a:pt x="172" y="89"/>
                    <a:pt x="172" y="89"/>
                  </a:cubicBezTo>
                  <a:cubicBezTo>
                    <a:pt x="172" y="89"/>
                    <a:pt x="172" y="89"/>
                    <a:pt x="172" y="89"/>
                  </a:cubicBezTo>
                  <a:cubicBezTo>
                    <a:pt x="171" y="88"/>
                    <a:pt x="170" y="87"/>
                    <a:pt x="170" y="87"/>
                  </a:cubicBezTo>
                  <a:cubicBezTo>
                    <a:pt x="169" y="85"/>
                    <a:pt x="169" y="85"/>
                    <a:pt x="169" y="85"/>
                  </a:cubicBezTo>
                  <a:cubicBezTo>
                    <a:pt x="168" y="83"/>
                    <a:pt x="166" y="81"/>
                    <a:pt x="166" y="76"/>
                  </a:cubicBezTo>
                  <a:cubicBezTo>
                    <a:pt x="165" y="73"/>
                    <a:pt x="165" y="71"/>
                    <a:pt x="166" y="68"/>
                  </a:cubicBezTo>
                  <a:cubicBezTo>
                    <a:pt x="165" y="68"/>
                    <a:pt x="164" y="68"/>
                    <a:pt x="164" y="68"/>
                  </a:cubicBezTo>
                  <a:cubicBezTo>
                    <a:pt x="161" y="67"/>
                    <a:pt x="158" y="66"/>
                    <a:pt x="157" y="62"/>
                  </a:cubicBezTo>
                  <a:cubicBezTo>
                    <a:pt x="157" y="61"/>
                    <a:pt x="157" y="57"/>
                    <a:pt x="158" y="55"/>
                  </a:cubicBezTo>
                  <a:cubicBezTo>
                    <a:pt x="159" y="53"/>
                    <a:pt x="161" y="52"/>
                    <a:pt x="161" y="51"/>
                  </a:cubicBezTo>
                  <a:cubicBezTo>
                    <a:pt x="162" y="50"/>
                    <a:pt x="160" y="49"/>
                    <a:pt x="159" y="48"/>
                  </a:cubicBezTo>
                  <a:cubicBezTo>
                    <a:pt x="159" y="48"/>
                    <a:pt x="157" y="48"/>
                    <a:pt x="155" y="47"/>
                  </a:cubicBezTo>
                  <a:cubicBezTo>
                    <a:pt x="154" y="46"/>
                    <a:pt x="153" y="45"/>
                    <a:pt x="153" y="43"/>
                  </a:cubicBezTo>
                  <a:cubicBezTo>
                    <a:pt x="153" y="40"/>
                    <a:pt x="152" y="37"/>
                    <a:pt x="151" y="36"/>
                  </a:cubicBezTo>
                  <a:cubicBezTo>
                    <a:pt x="149" y="34"/>
                    <a:pt x="147" y="31"/>
                    <a:pt x="146" y="29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44" y="27"/>
                    <a:pt x="144" y="26"/>
                    <a:pt x="143" y="25"/>
                  </a:cubicBezTo>
                  <a:cubicBezTo>
                    <a:pt x="142" y="23"/>
                    <a:pt x="142" y="22"/>
                    <a:pt x="140" y="20"/>
                  </a:cubicBezTo>
                  <a:cubicBezTo>
                    <a:pt x="140" y="19"/>
                    <a:pt x="139" y="19"/>
                    <a:pt x="138" y="18"/>
                  </a:cubicBezTo>
                  <a:cubicBezTo>
                    <a:pt x="136" y="17"/>
                    <a:pt x="134" y="15"/>
                    <a:pt x="133" y="13"/>
                  </a:cubicBezTo>
                  <a:cubicBezTo>
                    <a:pt x="133" y="12"/>
                    <a:pt x="132" y="11"/>
                    <a:pt x="132" y="10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2" y="9"/>
                    <a:pt x="131" y="9"/>
                    <a:pt x="131" y="9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3" y="9"/>
                    <a:pt x="107" y="9"/>
                    <a:pt x="102" y="9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2" y="9"/>
                    <a:pt x="101" y="9"/>
                    <a:pt x="100" y="9"/>
                  </a:cubicBezTo>
                  <a:cubicBezTo>
                    <a:pt x="99" y="9"/>
                    <a:pt x="97" y="9"/>
                    <a:pt x="97" y="9"/>
                  </a:cubicBezTo>
                  <a:cubicBezTo>
                    <a:pt x="97" y="10"/>
                    <a:pt x="96" y="10"/>
                    <a:pt x="96" y="11"/>
                  </a:cubicBezTo>
                  <a:cubicBezTo>
                    <a:pt x="95" y="13"/>
                    <a:pt x="93" y="14"/>
                    <a:pt x="91" y="14"/>
                  </a:cubicBezTo>
                  <a:cubicBezTo>
                    <a:pt x="90" y="14"/>
                    <a:pt x="89" y="15"/>
                    <a:pt x="88" y="15"/>
                  </a:cubicBezTo>
                  <a:cubicBezTo>
                    <a:pt x="85" y="16"/>
                    <a:pt x="81" y="17"/>
                    <a:pt x="77" y="17"/>
                  </a:cubicBezTo>
                  <a:cubicBezTo>
                    <a:pt x="74" y="17"/>
                    <a:pt x="73" y="15"/>
                    <a:pt x="71" y="14"/>
                  </a:cubicBezTo>
                  <a:cubicBezTo>
                    <a:pt x="71" y="14"/>
                    <a:pt x="70" y="14"/>
                    <a:pt x="70" y="13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65" y="15"/>
                    <a:pt x="63" y="15"/>
                    <a:pt x="60" y="16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60" y="18"/>
                    <a:pt x="60" y="20"/>
                    <a:pt x="59" y="22"/>
                  </a:cubicBezTo>
                  <a:cubicBezTo>
                    <a:pt x="58" y="24"/>
                    <a:pt x="57" y="25"/>
                    <a:pt x="56" y="27"/>
                  </a:cubicBezTo>
                  <a:cubicBezTo>
                    <a:pt x="56" y="27"/>
                    <a:pt x="55" y="28"/>
                    <a:pt x="55" y="29"/>
                  </a:cubicBezTo>
                  <a:cubicBezTo>
                    <a:pt x="54" y="31"/>
                    <a:pt x="53" y="32"/>
                    <a:pt x="53" y="33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2" y="34"/>
                    <a:pt x="51" y="35"/>
                    <a:pt x="51" y="36"/>
                  </a:cubicBezTo>
                  <a:cubicBezTo>
                    <a:pt x="50" y="37"/>
                    <a:pt x="50" y="38"/>
                    <a:pt x="50" y="39"/>
                  </a:cubicBezTo>
                  <a:cubicBezTo>
                    <a:pt x="49" y="41"/>
                    <a:pt x="49" y="44"/>
                    <a:pt x="46" y="46"/>
                  </a:cubicBezTo>
                  <a:cubicBezTo>
                    <a:pt x="46" y="46"/>
                    <a:pt x="46" y="47"/>
                    <a:pt x="45" y="47"/>
                  </a:cubicBezTo>
                  <a:cubicBezTo>
                    <a:pt x="45" y="48"/>
                    <a:pt x="44" y="48"/>
                    <a:pt x="44" y="48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1"/>
                    <a:pt x="41" y="52"/>
                    <a:pt x="41" y="52"/>
                  </a:cubicBezTo>
                  <a:cubicBezTo>
                    <a:pt x="38" y="55"/>
                    <a:pt x="36" y="55"/>
                    <a:pt x="35" y="55"/>
                  </a:cubicBezTo>
                  <a:cubicBezTo>
                    <a:pt x="35" y="55"/>
                    <a:pt x="35" y="55"/>
                    <a:pt x="34" y="55"/>
                  </a:cubicBezTo>
                  <a:cubicBezTo>
                    <a:pt x="34" y="55"/>
                    <a:pt x="33" y="55"/>
                    <a:pt x="33" y="56"/>
                  </a:cubicBezTo>
                  <a:cubicBezTo>
                    <a:pt x="33" y="56"/>
                    <a:pt x="33" y="57"/>
                    <a:pt x="32" y="58"/>
                  </a:cubicBezTo>
                  <a:cubicBezTo>
                    <a:pt x="32" y="60"/>
                    <a:pt x="31" y="60"/>
                    <a:pt x="30" y="62"/>
                  </a:cubicBezTo>
                  <a:cubicBezTo>
                    <a:pt x="30" y="62"/>
                    <a:pt x="29" y="62"/>
                    <a:pt x="29" y="63"/>
                  </a:cubicBezTo>
                  <a:cubicBezTo>
                    <a:pt x="28" y="65"/>
                    <a:pt x="27" y="66"/>
                    <a:pt x="26" y="66"/>
                  </a:cubicBezTo>
                  <a:cubicBezTo>
                    <a:pt x="23" y="69"/>
                    <a:pt x="21" y="70"/>
                    <a:pt x="19" y="70"/>
                  </a:cubicBezTo>
                  <a:cubicBezTo>
                    <a:pt x="17" y="70"/>
                    <a:pt x="16" y="69"/>
                    <a:pt x="15" y="69"/>
                  </a:cubicBezTo>
                  <a:cubicBezTo>
                    <a:pt x="14" y="68"/>
                    <a:pt x="14" y="68"/>
                    <a:pt x="13" y="68"/>
                  </a:cubicBezTo>
                  <a:cubicBezTo>
                    <a:pt x="13" y="68"/>
                    <a:pt x="13" y="69"/>
                    <a:pt x="12" y="70"/>
                  </a:cubicBezTo>
                  <a:cubicBezTo>
                    <a:pt x="12" y="70"/>
                    <a:pt x="12" y="70"/>
                    <a:pt x="11" y="71"/>
                  </a:cubicBezTo>
                  <a:cubicBezTo>
                    <a:pt x="11" y="73"/>
                    <a:pt x="13" y="82"/>
                    <a:pt x="14" y="88"/>
                  </a:cubicBezTo>
                  <a:cubicBezTo>
                    <a:pt x="15" y="90"/>
                    <a:pt x="14" y="92"/>
                    <a:pt x="13" y="93"/>
                  </a:cubicBezTo>
                  <a:cubicBezTo>
                    <a:pt x="13" y="94"/>
                    <a:pt x="12" y="98"/>
                    <a:pt x="12" y="103"/>
                  </a:cubicBezTo>
                  <a:cubicBezTo>
                    <a:pt x="15" y="106"/>
                    <a:pt x="17" y="110"/>
                    <a:pt x="18" y="114"/>
                  </a:cubicBezTo>
                  <a:cubicBezTo>
                    <a:pt x="19" y="114"/>
                    <a:pt x="20" y="114"/>
                    <a:pt x="20" y="114"/>
                  </a:cubicBezTo>
                  <a:cubicBezTo>
                    <a:pt x="21" y="113"/>
                    <a:pt x="22" y="113"/>
                    <a:pt x="24" y="113"/>
                  </a:cubicBezTo>
                  <a:cubicBezTo>
                    <a:pt x="25" y="112"/>
                    <a:pt x="27" y="112"/>
                    <a:pt x="29" y="114"/>
                  </a:cubicBezTo>
                  <a:cubicBezTo>
                    <a:pt x="30" y="115"/>
                    <a:pt x="31" y="117"/>
                    <a:pt x="30" y="119"/>
                  </a:cubicBezTo>
                  <a:cubicBezTo>
                    <a:pt x="30" y="119"/>
                    <a:pt x="30" y="119"/>
                    <a:pt x="30" y="119"/>
                  </a:cubicBezTo>
                  <a:cubicBezTo>
                    <a:pt x="35" y="125"/>
                    <a:pt x="36" y="126"/>
                    <a:pt x="35" y="128"/>
                  </a:cubicBezTo>
                  <a:cubicBezTo>
                    <a:pt x="35" y="129"/>
                    <a:pt x="35" y="130"/>
                    <a:pt x="34" y="130"/>
                  </a:cubicBezTo>
                  <a:cubicBezTo>
                    <a:pt x="34" y="132"/>
                    <a:pt x="35" y="132"/>
                    <a:pt x="35" y="132"/>
                  </a:cubicBezTo>
                  <a:cubicBezTo>
                    <a:pt x="35" y="132"/>
                    <a:pt x="35" y="133"/>
                    <a:pt x="35" y="133"/>
                  </a:cubicBezTo>
                  <a:cubicBezTo>
                    <a:pt x="36" y="133"/>
                    <a:pt x="37" y="134"/>
                    <a:pt x="38" y="135"/>
                  </a:cubicBezTo>
                  <a:cubicBezTo>
                    <a:pt x="39" y="137"/>
                    <a:pt x="39" y="138"/>
                    <a:pt x="38" y="140"/>
                  </a:cubicBezTo>
                  <a:cubicBezTo>
                    <a:pt x="40" y="140"/>
                    <a:pt x="42" y="142"/>
                    <a:pt x="42" y="143"/>
                  </a:cubicBezTo>
                  <a:cubicBezTo>
                    <a:pt x="42" y="144"/>
                    <a:pt x="42" y="145"/>
                    <a:pt x="42" y="146"/>
                  </a:cubicBezTo>
                  <a:cubicBezTo>
                    <a:pt x="44" y="147"/>
                    <a:pt x="47" y="148"/>
                    <a:pt x="48" y="148"/>
                  </a:cubicBezTo>
                  <a:cubicBezTo>
                    <a:pt x="59" y="149"/>
                    <a:pt x="63" y="164"/>
                    <a:pt x="64" y="171"/>
                  </a:cubicBezTo>
                  <a:cubicBezTo>
                    <a:pt x="67" y="172"/>
                    <a:pt x="69" y="173"/>
                    <a:pt x="72" y="174"/>
                  </a:cubicBezTo>
                  <a:cubicBezTo>
                    <a:pt x="73" y="175"/>
                    <a:pt x="75" y="176"/>
                    <a:pt x="77" y="177"/>
                  </a:cubicBezTo>
                  <a:cubicBezTo>
                    <a:pt x="79" y="178"/>
                    <a:pt x="81" y="178"/>
                    <a:pt x="84" y="179"/>
                  </a:cubicBezTo>
                  <a:cubicBezTo>
                    <a:pt x="87" y="180"/>
                    <a:pt x="89" y="181"/>
                    <a:pt x="92" y="182"/>
                  </a:cubicBezTo>
                  <a:cubicBezTo>
                    <a:pt x="97" y="184"/>
                    <a:pt x="102" y="188"/>
                    <a:pt x="107" y="191"/>
                  </a:cubicBezTo>
                  <a:cubicBezTo>
                    <a:pt x="115" y="197"/>
                    <a:pt x="115" y="197"/>
                    <a:pt x="115" y="197"/>
                  </a:cubicBezTo>
                  <a:cubicBezTo>
                    <a:pt x="115" y="197"/>
                    <a:pt x="115" y="197"/>
                    <a:pt x="115" y="19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7" name="Freeform 77">
              <a:extLst>
                <a:ext uri="{FF2B5EF4-FFF2-40B4-BE49-F238E27FC236}">
                  <a16:creationId xmlns:a16="http://schemas.microsoft.com/office/drawing/2014/main" id="{F34D37AC-ADD7-4B06-B486-2E807F2DC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475" y="2628900"/>
              <a:ext cx="209550" cy="223838"/>
            </a:xfrm>
            <a:custGeom>
              <a:avLst/>
              <a:gdLst>
                <a:gd name="T0" fmla="*/ 97 w 185"/>
                <a:gd name="T1" fmla="*/ 1 h 198"/>
                <a:gd name="T2" fmla="*/ 85 w 185"/>
                <a:gd name="T3" fmla="*/ 6 h 198"/>
                <a:gd name="T4" fmla="*/ 64 w 185"/>
                <a:gd name="T5" fmla="*/ 5 h 198"/>
                <a:gd name="T6" fmla="*/ 50 w 185"/>
                <a:gd name="T7" fmla="*/ 16 h 198"/>
                <a:gd name="T8" fmla="*/ 43 w 185"/>
                <a:gd name="T9" fmla="*/ 27 h 198"/>
                <a:gd name="T10" fmla="*/ 38 w 185"/>
                <a:gd name="T11" fmla="*/ 39 h 198"/>
                <a:gd name="T12" fmla="*/ 35 w 185"/>
                <a:gd name="T13" fmla="*/ 42 h 198"/>
                <a:gd name="T14" fmla="*/ 28 w 185"/>
                <a:gd name="T15" fmla="*/ 46 h 198"/>
                <a:gd name="T16" fmla="*/ 25 w 185"/>
                <a:gd name="T17" fmla="*/ 46 h 198"/>
                <a:gd name="T18" fmla="*/ 20 w 185"/>
                <a:gd name="T19" fmla="*/ 56 h 198"/>
                <a:gd name="T20" fmla="*/ 10 w 185"/>
                <a:gd name="T21" fmla="*/ 60 h 198"/>
                <a:gd name="T22" fmla="*/ 5 w 185"/>
                <a:gd name="T23" fmla="*/ 86 h 198"/>
                <a:gd name="T24" fmla="*/ 9 w 185"/>
                <a:gd name="T25" fmla="*/ 118 h 198"/>
                <a:gd name="T26" fmla="*/ 22 w 185"/>
                <a:gd name="T27" fmla="*/ 118 h 198"/>
                <a:gd name="T28" fmla="*/ 25 w 185"/>
                <a:gd name="T29" fmla="*/ 125 h 198"/>
                <a:gd name="T30" fmla="*/ 29 w 185"/>
                <a:gd name="T31" fmla="*/ 134 h 198"/>
                <a:gd name="T32" fmla="*/ 23 w 185"/>
                <a:gd name="T33" fmla="*/ 137 h 198"/>
                <a:gd name="T34" fmla="*/ 33 w 185"/>
                <a:gd name="T35" fmla="*/ 140 h 198"/>
                <a:gd name="T36" fmla="*/ 55 w 185"/>
                <a:gd name="T37" fmla="*/ 171 h 198"/>
                <a:gd name="T38" fmla="*/ 85 w 185"/>
                <a:gd name="T39" fmla="*/ 182 h 198"/>
                <a:gd name="T40" fmla="*/ 107 w 185"/>
                <a:gd name="T41" fmla="*/ 197 h 198"/>
                <a:gd name="T42" fmla="*/ 116 w 185"/>
                <a:gd name="T43" fmla="*/ 191 h 198"/>
                <a:gd name="T44" fmla="*/ 118 w 185"/>
                <a:gd name="T45" fmla="*/ 188 h 198"/>
                <a:gd name="T46" fmla="*/ 118 w 185"/>
                <a:gd name="T47" fmla="*/ 184 h 198"/>
                <a:gd name="T48" fmla="*/ 120 w 185"/>
                <a:gd name="T49" fmla="*/ 180 h 198"/>
                <a:gd name="T50" fmla="*/ 132 w 185"/>
                <a:gd name="T51" fmla="*/ 170 h 198"/>
                <a:gd name="T52" fmla="*/ 151 w 185"/>
                <a:gd name="T53" fmla="*/ 156 h 198"/>
                <a:gd name="T54" fmla="*/ 164 w 185"/>
                <a:gd name="T55" fmla="*/ 141 h 198"/>
                <a:gd name="T56" fmla="*/ 166 w 185"/>
                <a:gd name="T57" fmla="*/ 125 h 198"/>
                <a:gd name="T58" fmla="*/ 183 w 185"/>
                <a:gd name="T59" fmla="*/ 116 h 198"/>
                <a:gd name="T60" fmla="*/ 183 w 185"/>
                <a:gd name="T61" fmla="*/ 106 h 198"/>
                <a:gd name="T62" fmla="*/ 177 w 185"/>
                <a:gd name="T63" fmla="*/ 98 h 198"/>
                <a:gd name="T64" fmla="*/ 169 w 185"/>
                <a:gd name="T65" fmla="*/ 108 h 198"/>
                <a:gd name="T66" fmla="*/ 158 w 185"/>
                <a:gd name="T67" fmla="*/ 111 h 198"/>
                <a:gd name="T68" fmla="*/ 161 w 185"/>
                <a:gd name="T69" fmla="*/ 102 h 198"/>
                <a:gd name="T70" fmla="*/ 172 w 185"/>
                <a:gd name="T71" fmla="*/ 87 h 198"/>
                <a:gd name="T72" fmla="*/ 165 w 185"/>
                <a:gd name="T73" fmla="*/ 72 h 198"/>
                <a:gd name="T74" fmla="*/ 162 w 185"/>
                <a:gd name="T75" fmla="*/ 60 h 198"/>
                <a:gd name="T76" fmla="*/ 157 w 185"/>
                <a:gd name="T77" fmla="*/ 53 h 198"/>
                <a:gd name="T78" fmla="*/ 156 w 185"/>
                <a:gd name="T79" fmla="*/ 40 h 198"/>
                <a:gd name="T80" fmla="*/ 149 w 185"/>
                <a:gd name="T81" fmla="*/ 28 h 198"/>
                <a:gd name="T82" fmla="*/ 139 w 185"/>
                <a:gd name="T83" fmla="*/ 13 h 198"/>
                <a:gd name="T84" fmla="*/ 126 w 185"/>
                <a:gd name="T85" fmla="*/ 1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5" h="198">
                  <a:moveTo>
                    <a:pt x="113" y="1"/>
                  </a:moveTo>
                  <a:cubicBezTo>
                    <a:pt x="107" y="1"/>
                    <a:pt x="102" y="1"/>
                    <a:pt x="97" y="1"/>
                  </a:cubicBezTo>
                  <a:cubicBezTo>
                    <a:pt x="94" y="1"/>
                    <a:pt x="89" y="0"/>
                    <a:pt x="87" y="2"/>
                  </a:cubicBezTo>
                  <a:cubicBezTo>
                    <a:pt x="86" y="4"/>
                    <a:pt x="89" y="5"/>
                    <a:pt x="85" y="6"/>
                  </a:cubicBezTo>
                  <a:cubicBezTo>
                    <a:pt x="81" y="6"/>
                    <a:pt x="77" y="9"/>
                    <a:pt x="73" y="8"/>
                  </a:cubicBezTo>
                  <a:cubicBezTo>
                    <a:pt x="69" y="8"/>
                    <a:pt x="68" y="4"/>
                    <a:pt x="64" y="5"/>
                  </a:cubicBezTo>
                  <a:cubicBezTo>
                    <a:pt x="60" y="6"/>
                    <a:pt x="56" y="6"/>
                    <a:pt x="52" y="9"/>
                  </a:cubicBezTo>
                  <a:cubicBezTo>
                    <a:pt x="50" y="10"/>
                    <a:pt x="51" y="13"/>
                    <a:pt x="50" y="16"/>
                  </a:cubicBezTo>
                  <a:cubicBezTo>
                    <a:pt x="49" y="19"/>
                    <a:pt x="47" y="20"/>
                    <a:pt x="45" y="23"/>
                  </a:cubicBezTo>
                  <a:cubicBezTo>
                    <a:pt x="45" y="25"/>
                    <a:pt x="44" y="25"/>
                    <a:pt x="43" y="27"/>
                  </a:cubicBezTo>
                  <a:cubicBezTo>
                    <a:pt x="42" y="28"/>
                    <a:pt x="42" y="29"/>
                    <a:pt x="41" y="31"/>
                  </a:cubicBezTo>
                  <a:cubicBezTo>
                    <a:pt x="40" y="33"/>
                    <a:pt x="40" y="36"/>
                    <a:pt x="38" y="39"/>
                  </a:cubicBezTo>
                  <a:cubicBezTo>
                    <a:pt x="38" y="39"/>
                    <a:pt x="37" y="39"/>
                    <a:pt x="36" y="39"/>
                  </a:cubicBezTo>
                  <a:cubicBezTo>
                    <a:pt x="35" y="40"/>
                    <a:pt x="36" y="41"/>
                    <a:pt x="35" y="42"/>
                  </a:cubicBezTo>
                  <a:cubicBezTo>
                    <a:pt x="34" y="43"/>
                    <a:pt x="33" y="44"/>
                    <a:pt x="32" y="45"/>
                  </a:cubicBezTo>
                  <a:cubicBezTo>
                    <a:pt x="31" y="47"/>
                    <a:pt x="30" y="46"/>
                    <a:pt x="28" y="46"/>
                  </a:cubicBezTo>
                  <a:cubicBezTo>
                    <a:pt x="27" y="46"/>
                    <a:pt x="27" y="47"/>
                    <a:pt x="26" y="47"/>
                  </a:cubicBezTo>
                  <a:cubicBezTo>
                    <a:pt x="26" y="47"/>
                    <a:pt x="25" y="46"/>
                    <a:pt x="25" y="46"/>
                  </a:cubicBezTo>
                  <a:cubicBezTo>
                    <a:pt x="21" y="48"/>
                    <a:pt x="24" y="50"/>
                    <a:pt x="23" y="53"/>
                  </a:cubicBezTo>
                  <a:cubicBezTo>
                    <a:pt x="23" y="53"/>
                    <a:pt x="21" y="55"/>
                    <a:pt x="20" y="56"/>
                  </a:cubicBezTo>
                  <a:cubicBezTo>
                    <a:pt x="19" y="58"/>
                    <a:pt x="18" y="58"/>
                    <a:pt x="17" y="59"/>
                  </a:cubicBezTo>
                  <a:cubicBezTo>
                    <a:pt x="13" y="63"/>
                    <a:pt x="13" y="60"/>
                    <a:pt x="10" y="60"/>
                  </a:cubicBezTo>
                  <a:cubicBezTo>
                    <a:pt x="6" y="59"/>
                    <a:pt x="5" y="62"/>
                    <a:pt x="2" y="64"/>
                  </a:cubicBezTo>
                  <a:cubicBezTo>
                    <a:pt x="0" y="67"/>
                    <a:pt x="5" y="86"/>
                    <a:pt x="5" y="86"/>
                  </a:cubicBezTo>
                  <a:cubicBezTo>
                    <a:pt x="3" y="88"/>
                    <a:pt x="2" y="102"/>
                    <a:pt x="2" y="102"/>
                  </a:cubicBezTo>
                  <a:cubicBezTo>
                    <a:pt x="7" y="105"/>
                    <a:pt x="10" y="113"/>
                    <a:pt x="9" y="118"/>
                  </a:cubicBezTo>
                  <a:cubicBezTo>
                    <a:pt x="12" y="114"/>
                    <a:pt x="17" y="115"/>
                    <a:pt x="21" y="113"/>
                  </a:cubicBezTo>
                  <a:cubicBezTo>
                    <a:pt x="19" y="115"/>
                    <a:pt x="20" y="117"/>
                    <a:pt x="22" y="118"/>
                  </a:cubicBezTo>
                  <a:cubicBezTo>
                    <a:pt x="22" y="119"/>
                    <a:pt x="26" y="123"/>
                    <a:pt x="26" y="123"/>
                  </a:cubicBezTo>
                  <a:cubicBezTo>
                    <a:pt x="26" y="123"/>
                    <a:pt x="25" y="125"/>
                    <a:pt x="25" y="125"/>
                  </a:cubicBezTo>
                  <a:cubicBezTo>
                    <a:pt x="25" y="127"/>
                    <a:pt x="25" y="129"/>
                    <a:pt x="26" y="131"/>
                  </a:cubicBezTo>
                  <a:cubicBezTo>
                    <a:pt x="26" y="132"/>
                    <a:pt x="28" y="133"/>
                    <a:pt x="29" y="134"/>
                  </a:cubicBezTo>
                  <a:cubicBezTo>
                    <a:pt x="27" y="133"/>
                    <a:pt x="26" y="133"/>
                    <a:pt x="23" y="134"/>
                  </a:cubicBezTo>
                  <a:cubicBezTo>
                    <a:pt x="21" y="135"/>
                    <a:pt x="22" y="135"/>
                    <a:pt x="23" y="137"/>
                  </a:cubicBezTo>
                  <a:cubicBezTo>
                    <a:pt x="24" y="138"/>
                    <a:pt x="26" y="141"/>
                    <a:pt x="28" y="141"/>
                  </a:cubicBezTo>
                  <a:cubicBezTo>
                    <a:pt x="30" y="142"/>
                    <a:pt x="30" y="140"/>
                    <a:pt x="33" y="140"/>
                  </a:cubicBezTo>
                  <a:cubicBezTo>
                    <a:pt x="26" y="143"/>
                    <a:pt x="39" y="149"/>
                    <a:pt x="42" y="149"/>
                  </a:cubicBezTo>
                  <a:cubicBezTo>
                    <a:pt x="52" y="150"/>
                    <a:pt x="55" y="171"/>
                    <a:pt x="55" y="171"/>
                  </a:cubicBezTo>
                  <a:cubicBezTo>
                    <a:pt x="60" y="172"/>
                    <a:pt x="65" y="175"/>
                    <a:pt x="70" y="177"/>
                  </a:cubicBezTo>
                  <a:cubicBezTo>
                    <a:pt x="75" y="179"/>
                    <a:pt x="80" y="180"/>
                    <a:pt x="85" y="182"/>
                  </a:cubicBezTo>
                  <a:cubicBezTo>
                    <a:pt x="91" y="184"/>
                    <a:pt x="95" y="188"/>
                    <a:pt x="100" y="191"/>
                  </a:cubicBezTo>
                  <a:cubicBezTo>
                    <a:pt x="107" y="197"/>
                    <a:pt x="107" y="197"/>
                    <a:pt x="107" y="197"/>
                  </a:cubicBezTo>
                  <a:cubicBezTo>
                    <a:pt x="108" y="197"/>
                    <a:pt x="110" y="198"/>
                    <a:pt x="111" y="198"/>
                  </a:cubicBezTo>
                  <a:cubicBezTo>
                    <a:pt x="113" y="197"/>
                    <a:pt x="115" y="193"/>
                    <a:pt x="116" y="191"/>
                  </a:cubicBezTo>
                  <a:cubicBezTo>
                    <a:pt x="117" y="190"/>
                    <a:pt x="116" y="189"/>
                    <a:pt x="117" y="188"/>
                  </a:cubicBezTo>
                  <a:cubicBezTo>
                    <a:pt x="117" y="188"/>
                    <a:pt x="118" y="188"/>
                    <a:pt x="118" y="188"/>
                  </a:cubicBezTo>
                  <a:cubicBezTo>
                    <a:pt x="118" y="187"/>
                    <a:pt x="118" y="186"/>
                    <a:pt x="119" y="186"/>
                  </a:cubicBezTo>
                  <a:cubicBezTo>
                    <a:pt x="119" y="185"/>
                    <a:pt x="117" y="184"/>
                    <a:pt x="118" y="184"/>
                  </a:cubicBezTo>
                  <a:cubicBezTo>
                    <a:pt x="118" y="183"/>
                    <a:pt x="118" y="183"/>
                    <a:pt x="119" y="183"/>
                  </a:cubicBezTo>
                  <a:cubicBezTo>
                    <a:pt x="119" y="182"/>
                    <a:pt x="120" y="181"/>
                    <a:pt x="120" y="180"/>
                  </a:cubicBezTo>
                  <a:cubicBezTo>
                    <a:pt x="122" y="178"/>
                    <a:pt x="124" y="178"/>
                    <a:pt x="126" y="177"/>
                  </a:cubicBezTo>
                  <a:cubicBezTo>
                    <a:pt x="129" y="175"/>
                    <a:pt x="130" y="172"/>
                    <a:pt x="132" y="170"/>
                  </a:cubicBezTo>
                  <a:cubicBezTo>
                    <a:pt x="134" y="167"/>
                    <a:pt x="138" y="165"/>
                    <a:pt x="141" y="163"/>
                  </a:cubicBezTo>
                  <a:cubicBezTo>
                    <a:pt x="144" y="160"/>
                    <a:pt x="148" y="159"/>
                    <a:pt x="151" y="156"/>
                  </a:cubicBezTo>
                  <a:cubicBezTo>
                    <a:pt x="154" y="152"/>
                    <a:pt x="157" y="147"/>
                    <a:pt x="161" y="144"/>
                  </a:cubicBezTo>
                  <a:cubicBezTo>
                    <a:pt x="163" y="143"/>
                    <a:pt x="163" y="144"/>
                    <a:pt x="164" y="141"/>
                  </a:cubicBezTo>
                  <a:cubicBezTo>
                    <a:pt x="164" y="139"/>
                    <a:pt x="164" y="136"/>
                    <a:pt x="164" y="134"/>
                  </a:cubicBezTo>
                  <a:cubicBezTo>
                    <a:pt x="164" y="130"/>
                    <a:pt x="164" y="128"/>
                    <a:pt x="166" y="125"/>
                  </a:cubicBezTo>
                  <a:cubicBezTo>
                    <a:pt x="169" y="121"/>
                    <a:pt x="169" y="120"/>
                    <a:pt x="174" y="120"/>
                  </a:cubicBezTo>
                  <a:cubicBezTo>
                    <a:pt x="177" y="119"/>
                    <a:pt x="182" y="119"/>
                    <a:pt x="183" y="116"/>
                  </a:cubicBezTo>
                  <a:cubicBezTo>
                    <a:pt x="183" y="114"/>
                    <a:pt x="181" y="113"/>
                    <a:pt x="181" y="112"/>
                  </a:cubicBezTo>
                  <a:cubicBezTo>
                    <a:pt x="182" y="110"/>
                    <a:pt x="183" y="108"/>
                    <a:pt x="183" y="106"/>
                  </a:cubicBezTo>
                  <a:cubicBezTo>
                    <a:pt x="184" y="103"/>
                    <a:pt x="185" y="101"/>
                    <a:pt x="185" y="97"/>
                  </a:cubicBezTo>
                  <a:cubicBezTo>
                    <a:pt x="182" y="98"/>
                    <a:pt x="180" y="95"/>
                    <a:pt x="177" y="98"/>
                  </a:cubicBezTo>
                  <a:cubicBezTo>
                    <a:pt x="175" y="99"/>
                    <a:pt x="174" y="103"/>
                    <a:pt x="172" y="105"/>
                  </a:cubicBezTo>
                  <a:cubicBezTo>
                    <a:pt x="171" y="106"/>
                    <a:pt x="170" y="107"/>
                    <a:pt x="169" y="108"/>
                  </a:cubicBezTo>
                  <a:cubicBezTo>
                    <a:pt x="166" y="109"/>
                    <a:pt x="167" y="108"/>
                    <a:pt x="165" y="108"/>
                  </a:cubicBezTo>
                  <a:cubicBezTo>
                    <a:pt x="161" y="107"/>
                    <a:pt x="159" y="107"/>
                    <a:pt x="158" y="111"/>
                  </a:cubicBezTo>
                  <a:cubicBezTo>
                    <a:pt x="157" y="110"/>
                    <a:pt x="157" y="109"/>
                    <a:pt x="158" y="109"/>
                  </a:cubicBezTo>
                  <a:cubicBezTo>
                    <a:pt x="159" y="106"/>
                    <a:pt x="161" y="104"/>
                    <a:pt x="161" y="102"/>
                  </a:cubicBezTo>
                  <a:cubicBezTo>
                    <a:pt x="163" y="98"/>
                    <a:pt x="163" y="95"/>
                    <a:pt x="165" y="92"/>
                  </a:cubicBezTo>
                  <a:cubicBezTo>
                    <a:pt x="167" y="90"/>
                    <a:pt x="170" y="90"/>
                    <a:pt x="172" y="87"/>
                  </a:cubicBezTo>
                  <a:cubicBezTo>
                    <a:pt x="174" y="85"/>
                    <a:pt x="170" y="83"/>
                    <a:pt x="169" y="80"/>
                  </a:cubicBezTo>
                  <a:cubicBezTo>
                    <a:pt x="167" y="77"/>
                    <a:pt x="165" y="76"/>
                    <a:pt x="165" y="72"/>
                  </a:cubicBezTo>
                  <a:cubicBezTo>
                    <a:pt x="165" y="69"/>
                    <a:pt x="165" y="67"/>
                    <a:pt x="166" y="64"/>
                  </a:cubicBezTo>
                  <a:cubicBezTo>
                    <a:pt x="167" y="60"/>
                    <a:pt x="166" y="60"/>
                    <a:pt x="162" y="60"/>
                  </a:cubicBezTo>
                  <a:cubicBezTo>
                    <a:pt x="158" y="59"/>
                    <a:pt x="157" y="60"/>
                    <a:pt x="157" y="57"/>
                  </a:cubicBezTo>
                  <a:cubicBezTo>
                    <a:pt x="157" y="56"/>
                    <a:pt x="157" y="54"/>
                    <a:pt x="157" y="53"/>
                  </a:cubicBezTo>
                  <a:cubicBezTo>
                    <a:pt x="159" y="50"/>
                    <a:pt x="162" y="50"/>
                    <a:pt x="161" y="46"/>
                  </a:cubicBezTo>
                  <a:cubicBezTo>
                    <a:pt x="161" y="44"/>
                    <a:pt x="159" y="41"/>
                    <a:pt x="156" y="40"/>
                  </a:cubicBezTo>
                  <a:cubicBezTo>
                    <a:pt x="155" y="39"/>
                    <a:pt x="154" y="40"/>
                    <a:pt x="153" y="39"/>
                  </a:cubicBezTo>
                  <a:cubicBezTo>
                    <a:pt x="153" y="39"/>
                    <a:pt x="152" y="29"/>
                    <a:pt x="149" y="28"/>
                  </a:cubicBezTo>
                  <a:cubicBezTo>
                    <a:pt x="147" y="27"/>
                    <a:pt x="145" y="24"/>
                    <a:pt x="144" y="22"/>
                  </a:cubicBezTo>
                  <a:cubicBezTo>
                    <a:pt x="142" y="19"/>
                    <a:pt x="141" y="16"/>
                    <a:pt x="139" y="13"/>
                  </a:cubicBezTo>
                  <a:cubicBezTo>
                    <a:pt x="137" y="11"/>
                    <a:pt x="134" y="9"/>
                    <a:pt x="132" y="7"/>
                  </a:cubicBezTo>
                  <a:cubicBezTo>
                    <a:pt x="131" y="3"/>
                    <a:pt x="132" y="1"/>
                    <a:pt x="126" y="1"/>
                  </a:cubicBezTo>
                  <a:cubicBezTo>
                    <a:pt x="122" y="1"/>
                    <a:pt x="117" y="1"/>
                    <a:pt x="113" y="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8" name="Freeform 78">
              <a:extLst>
                <a:ext uri="{FF2B5EF4-FFF2-40B4-BE49-F238E27FC236}">
                  <a16:creationId xmlns:a16="http://schemas.microsoft.com/office/drawing/2014/main" id="{4A71426B-CD91-482F-98E1-F73BECEC2F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30913" y="2449513"/>
              <a:ext cx="222250" cy="458788"/>
            </a:xfrm>
            <a:custGeom>
              <a:avLst/>
              <a:gdLst>
                <a:gd name="T0" fmla="*/ 60 w 196"/>
                <a:gd name="T1" fmla="*/ 394 h 406"/>
                <a:gd name="T2" fmla="*/ 49 w 196"/>
                <a:gd name="T3" fmla="*/ 367 h 406"/>
                <a:gd name="T4" fmla="*/ 51 w 196"/>
                <a:gd name="T5" fmla="*/ 347 h 406"/>
                <a:gd name="T6" fmla="*/ 51 w 196"/>
                <a:gd name="T7" fmla="*/ 249 h 406"/>
                <a:gd name="T8" fmla="*/ 38 w 196"/>
                <a:gd name="T9" fmla="*/ 198 h 406"/>
                <a:gd name="T10" fmla="*/ 36 w 196"/>
                <a:gd name="T11" fmla="*/ 180 h 406"/>
                <a:gd name="T12" fmla="*/ 2 w 196"/>
                <a:gd name="T13" fmla="*/ 124 h 406"/>
                <a:gd name="T14" fmla="*/ 8 w 196"/>
                <a:gd name="T15" fmla="*/ 99 h 406"/>
                <a:gd name="T16" fmla="*/ 19 w 196"/>
                <a:gd name="T17" fmla="*/ 84 h 406"/>
                <a:gd name="T18" fmla="*/ 35 w 196"/>
                <a:gd name="T19" fmla="*/ 70 h 406"/>
                <a:gd name="T20" fmla="*/ 68 w 196"/>
                <a:gd name="T21" fmla="*/ 62 h 406"/>
                <a:gd name="T22" fmla="*/ 93 w 196"/>
                <a:gd name="T23" fmla="*/ 49 h 406"/>
                <a:gd name="T24" fmla="*/ 100 w 196"/>
                <a:gd name="T25" fmla="*/ 27 h 406"/>
                <a:gd name="T26" fmla="*/ 119 w 196"/>
                <a:gd name="T27" fmla="*/ 7 h 406"/>
                <a:gd name="T28" fmla="*/ 142 w 196"/>
                <a:gd name="T29" fmla="*/ 8 h 406"/>
                <a:gd name="T30" fmla="*/ 174 w 196"/>
                <a:gd name="T31" fmla="*/ 38 h 406"/>
                <a:gd name="T32" fmla="*/ 180 w 196"/>
                <a:gd name="T33" fmla="*/ 75 h 406"/>
                <a:gd name="T34" fmla="*/ 189 w 196"/>
                <a:gd name="T35" fmla="*/ 92 h 406"/>
                <a:gd name="T36" fmla="*/ 186 w 196"/>
                <a:gd name="T37" fmla="*/ 137 h 406"/>
                <a:gd name="T38" fmla="*/ 182 w 196"/>
                <a:gd name="T39" fmla="*/ 158 h 406"/>
                <a:gd name="T40" fmla="*/ 164 w 196"/>
                <a:gd name="T41" fmla="*/ 182 h 406"/>
                <a:gd name="T42" fmla="*/ 154 w 196"/>
                <a:gd name="T43" fmla="*/ 197 h 406"/>
                <a:gd name="T44" fmla="*/ 131 w 196"/>
                <a:gd name="T45" fmla="*/ 224 h 406"/>
                <a:gd name="T46" fmla="*/ 128 w 196"/>
                <a:gd name="T47" fmla="*/ 236 h 406"/>
                <a:gd name="T48" fmla="*/ 127 w 196"/>
                <a:gd name="T49" fmla="*/ 261 h 406"/>
                <a:gd name="T50" fmla="*/ 126 w 196"/>
                <a:gd name="T51" fmla="*/ 288 h 406"/>
                <a:gd name="T52" fmla="*/ 129 w 196"/>
                <a:gd name="T53" fmla="*/ 315 h 406"/>
                <a:gd name="T54" fmla="*/ 130 w 196"/>
                <a:gd name="T55" fmla="*/ 347 h 406"/>
                <a:gd name="T56" fmla="*/ 128 w 196"/>
                <a:gd name="T57" fmla="*/ 375 h 406"/>
                <a:gd name="T58" fmla="*/ 57 w 196"/>
                <a:gd name="T59" fmla="*/ 405 h 406"/>
                <a:gd name="T60" fmla="*/ 58 w 196"/>
                <a:gd name="T61" fmla="*/ 363 h 406"/>
                <a:gd name="T62" fmla="*/ 69 w 196"/>
                <a:gd name="T63" fmla="*/ 391 h 406"/>
                <a:gd name="T64" fmla="*/ 118 w 196"/>
                <a:gd name="T65" fmla="*/ 380 h 406"/>
                <a:gd name="T66" fmla="*/ 118 w 196"/>
                <a:gd name="T67" fmla="*/ 349 h 406"/>
                <a:gd name="T68" fmla="*/ 122 w 196"/>
                <a:gd name="T69" fmla="*/ 320 h 406"/>
                <a:gd name="T70" fmla="*/ 115 w 196"/>
                <a:gd name="T71" fmla="*/ 293 h 406"/>
                <a:gd name="T72" fmla="*/ 117 w 196"/>
                <a:gd name="T73" fmla="*/ 263 h 406"/>
                <a:gd name="T74" fmla="*/ 119 w 196"/>
                <a:gd name="T75" fmla="*/ 237 h 406"/>
                <a:gd name="T76" fmla="*/ 122 w 196"/>
                <a:gd name="T77" fmla="*/ 219 h 406"/>
                <a:gd name="T78" fmla="*/ 141 w 196"/>
                <a:gd name="T79" fmla="*/ 213 h 406"/>
                <a:gd name="T80" fmla="*/ 154 w 196"/>
                <a:gd name="T81" fmla="*/ 177 h 406"/>
                <a:gd name="T82" fmla="*/ 172 w 196"/>
                <a:gd name="T83" fmla="*/ 157 h 406"/>
                <a:gd name="T84" fmla="*/ 185 w 196"/>
                <a:gd name="T85" fmla="*/ 126 h 406"/>
                <a:gd name="T86" fmla="*/ 180 w 196"/>
                <a:gd name="T87" fmla="*/ 90 h 406"/>
                <a:gd name="T88" fmla="*/ 165 w 196"/>
                <a:gd name="T89" fmla="*/ 62 h 406"/>
                <a:gd name="T90" fmla="*/ 163 w 196"/>
                <a:gd name="T91" fmla="*/ 42 h 406"/>
                <a:gd name="T92" fmla="*/ 137 w 196"/>
                <a:gd name="T93" fmla="*/ 16 h 406"/>
                <a:gd name="T94" fmla="*/ 118 w 196"/>
                <a:gd name="T95" fmla="*/ 16 h 406"/>
                <a:gd name="T96" fmla="*/ 110 w 196"/>
                <a:gd name="T97" fmla="*/ 25 h 406"/>
                <a:gd name="T98" fmla="*/ 109 w 196"/>
                <a:gd name="T99" fmla="*/ 37 h 406"/>
                <a:gd name="T100" fmla="*/ 90 w 196"/>
                <a:gd name="T101" fmla="*/ 64 h 406"/>
                <a:gd name="T102" fmla="*/ 50 w 196"/>
                <a:gd name="T103" fmla="*/ 70 h 406"/>
                <a:gd name="T104" fmla="*/ 43 w 196"/>
                <a:gd name="T105" fmla="*/ 78 h 406"/>
                <a:gd name="T106" fmla="*/ 31 w 196"/>
                <a:gd name="T107" fmla="*/ 88 h 406"/>
                <a:gd name="T108" fmla="*/ 20 w 196"/>
                <a:gd name="T109" fmla="*/ 97 h 406"/>
                <a:gd name="T110" fmla="*/ 13 w 196"/>
                <a:gd name="T111" fmla="*/ 111 h 406"/>
                <a:gd name="T112" fmla="*/ 26 w 196"/>
                <a:gd name="T113" fmla="*/ 144 h 406"/>
                <a:gd name="T114" fmla="*/ 44 w 196"/>
                <a:gd name="T115" fmla="*/ 188 h 406"/>
                <a:gd name="T116" fmla="*/ 60 w 196"/>
                <a:gd name="T117" fmla="*/ 243 h 406"/>
                <a:gd name="T118" fmla="*/ 60 w 196"/>
                <a:gd name="T119" fmla="*/ 263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6" h="406">
                  <a:moveTo>
                    <a:pt x="56" y="406"/>
                  </a:moveTo>
                  <a:cubicBezTo>
                    <a:pt x="55" y="406"/>
                    <a:pt x="54" y="405"/>
                    <a:pt x="53" y="405"/>
                  </a:cubicBezTo>
                  <a:cubicBezTo>
                    <a:pt x="52" y="404"/>
                    <a:pt x="51" y="403"/>
                    <a:pt x="51" y="402"/>
                  </a:cubicBezTo>
                  <a:cubicBezTo>
                    <a:pt x="51" y="400"/>
                    <a:pt x="51" y="398"/>
                    <a:pt x="52" y="397"/>
                  </a:cubicBezTo>
                  <a:cubicBezTo>
                    <a:pt x="54" y="394"/>
                    <a:pt x="57" y="394"/>
                    <a:pt x="60" y="394"/>
                  </a:cubicBezTo>
                  <a:cubicBezTo>
                    <a:pt x="60" y="394"/>
                    <a:pt x="60" y="394"/>
                    <a:pt x="60" y="394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1"/>
                    <a:pt x="59" y="390"/>
                    <a:pt x="58" y="388"/>
                  </a:cubicBezTo>
                  <a:cubicBezTo>
                    <a:pt x="56" y="385"/>
                    <a:pt x="56" y="385"/>
                    <a:pt x="56" y="385"/>
                  </a:cubicBezTo>
                  <a:cubicBezTo>
                    <a:pt x="55" y="384"/>
                    <a:pt x="54" y="382"/>
                    <a:pt x="54" y="382"/>
                  </a:cubicBezTo>
                  <a:cubicBezTo>
                    <a:pt x="52" y="380"/>
                    <a:pt x="49" y="377"/>
                    <a:pt x="48" y="373"/>
                  </a:cubicBezTo>
                  <a:cubicBezTo>
                    <a:pt x="48" y="370"/>
                    <a:pt x="49" y="369"/>
                    <a:pt x="49" y="367"/>
                  </a:cubicBezTo>
                  <a:cubicBezTo>
                    <a:pt x="50" y="367"/>
                    <a:pt x="50" y="367"/>
                    <a:pt x="50" y="366"/>
                  </a:cubicBezTo>
                  <a:cubicBezTo>
                    <a:pt x="49" y="364"/>
                    <a:pt x="49" y="363"/>
                    <a:pt x="49" y="361"/>
                  </a:cubicBezTo>
                  <a:cubicBezTo>
                    <a:pt x="49" y="361"/>
                    <a:pt x="49" y="361"/>
                    <a:pt x="49" y="360"/>
                  </a:cubicBezTo>
                  <a:cubicBezTo>
                    <a:pt x="49" y="360"/>
                    <a:pt x="49" y="360"/>
                    <a:pt x="49" y="359"/>
                  </a:cubicBezTo>
                  <a:cubicBezTo>
                    <a:pt x="48" y="359"/>
                    <a:pt x="48" y="358"/>
                    <a:pt x="48" y="357"/>
                  </a:cubicBezTo>
                  <a:cubicBezTo>
                    <a:pt x="46" y="354"/>
                    <a:pt x="45" y="350"/>
                    <a:pt x="51" y="347"/>
                  </a:cubicBezTo>
                  <a:cubicBezTo>
                    <a:pt x="52" y="319"/>
                    <a:pt x="52" y="291"/>
                    <a:pt x="52" y="267"/>
                  </a:cubicBezTo>
                  <a:cubicBezTo>
                    <a:pt x="52" y="266"/>
                    <a:pt x="51" y="265"/>
                    <a:pt x="51" y="265"/>
                  </a:cubicBezTo>
                  <a:cubicBezTo>
                    <a:pt x="51" y="264"/>
                    <a:pt x="51" y="262"/>
                    <a:pt x="51" y="260"/>
                  </a:cubicBezTo>
                  <a:cubicBezTo>
                    <a:pt x="51" y="258"/>
                    <a:pt x="52" y="257"/>
                    <a:pt x="52" y="256"/>
                  </a:cubicBezTo>
                  <a:cubicBezTo>
                    <a:pt x="53" y="255"/>
                    <a:pt x="52" y="254"/>
                    <a:pt x="52" y="254"/>
                  </a:cubicBezTo>
                  <a:cubicBezTo>
                    <a:pt x="52" y="252"/>
                    <a:pt x="51" y="251"/>
                    <a:pt x="51" y="249"/>
                  </a:cubicBezTo>
                  <a:cubicBezTo>
                    <a:pt x="51" y="248"/>
                    <a:pt x="51" y="246"/>
                    <a:pt x="51" y="244"/>
                  </a:cubicBezTo>
                  <a:cubicBezTo>
                    <a:pt x="51" y="242"/>
                    <a:pt x="51" y="242"/>
                    <a:pt x="51" y="242"/>
                  </a:cubicBezTo>
                  <a:cubicBezTo>
                    <a:pt x="51" y="234"/>
                    <a:pt x="51" y="227"/>
                    <a:pt x="51" y="221"/>
                  </a:cubicBezTo>
                  <a:cubicBezTo>
                    <a:pt x="51" y="218"/>
                    <a:pt x="49" y="216"/>
                    <a:pt x="45" y="212"/>
                  </a:cubicBezTo>
                  <a:cubicBezTo>
                    <a:pt x="42" y="209"/>
                    <a:pt x="39" y="205"/>
                    <a:pt x="38" y="201"/>
                  </a:cubicBezTo>
                  <a:cubicBezTo>
                    <a:pt x="38" y="200"/>
                    <a:pt x="38" y="199"/>
                    <a:pt x="38" y="198"/>
                  </a:cubicBezTo>
                  <a:cubicBezTo>
                    <a:pt x="38" y="198"/>
                    <a:pt x="38" y="197"/>
                    <a:pt x="38" y="196"/>
                  </a:cubicBezTo>
                  <a:cubicBezTo>
                    <a:pt x="37" y="195"/>
                    <a:pt x="36" y="194"/>
                    <a:pt x="36" y="193"/>
                  </a:cubicBezTo>
                  <a:cubicBezTo>
                    <a:pt x="36" y="192"/>
                    <a:pt x="36" y="192"/>
                    <a:pt x="35" y="192"/>
                  </a:cubicBezTo>
                  <a:cubicBezTo>
                    <a:pt x="35" y="191"/>
                    <a:pt x="34" y="189"/>
                    <a:pt x="34" y="187"/>
                  </a:cubicBezTo>
                  <a:cubicBezTo>
                    <a:pt x="35" y="185"/>
                    <a:pt x="35" y="184"/>
                    <a:pt x="35" y="183"/>
                  </a:cubicBezTo>
                  <a:cubicBezTo>
                    <a:pt x="36" y="182"/>
                    <a:pt x="36" y="181"/>
                    <a:pt x="36" y="180"/>
                  </a:cubicBezTo>
                  <a:cubicBezTo>
                    <a:pt x="36" y="176"/>
                    <a:pt x="36" y="172"/>
                    <a:pt x="36" y="168"/>
                  </a:cubicBezTo>
                  <a:cubicBezTo>
                    <a:pt x="35" y="162"/>
                    <a:pt x="35" y="162"/>
                    <a:pt x="35" y="162"/>
                  </a:cubicBezTo>
                  <a:cubicBezTo>
                    <a:pt x="35" y="160"/>
                    <a:pt x="28" y="156"/>
                    <a:pt x="25" y="154"/>
                  </a:cubicBezTo>
                  <a:cubicBezTo>
                    <a:pt x="23" y="153"/>
                    <a:pt x="22" y="152"/>
                    <a:pt x="21" y="151"/>
                  </a:cubicBezTo>
                  <a:cubicBezTo>
                    <a:pt x="16" y="148"/>
                    <a:pt x="11" y="144"/>
                    <a:pt x="6" y="141"/>
                  </a:cubicBezTo>
                  <a:cubicBezTo>
                    <a:pt x="0" y="136"/>
                    <a:pt x="1" y="129"/>
                    <a:pt x="2" y="124"/>
                  </a:cubicBezTo>
                  <a:cubicBezTo>
                    <a:pt x="2" y="123"/>
                    <a:pt x="2" y="121"/>
                    <a:pt x="2" y="120"/>
                  </a:cubicBezTo>
                  <a:cubicBezTo>
                    <a:pt x="2" y="118"/>
                    <a:pt x="2" y="118"/>
                    <a:pt x="2" y="118"/>
                  </a:cubicBezTo>
                  <a:cubicBezTo>
                    <a:pt x="2" y="115"/>
                    <a:pt x="2" y="112"/>
                    <a:pt x="5" y="108"/>
                  </a:cubicBezTo>
                  <a:cubicBezTo>
                    <a:pt x="6" y="107"/>
                    <a:pt x="6" y="107"/>
                    <a:pt x="6" y="107"/>
                  </a:cubicBezTo>
                  <a:cubicBezTo>
                    <a:pt x="7" y="104"/>
                    <a:pt x="8" y="103"/>
                    <a:pt x="8" y="101"/>
                  </a:cubicBezTo>
                  <a:cubicBezTo>
                    <a:pt x="8" y="100"/>
                    <a:pt x="8" y="100"/>
                    <a:pt x="8" y="99"/>
                  </a:cubicBezTo>
                  <a:cubicBezTo>
                    <a:pt x="8" y="98"/>
                    <a:pt x="8" y="97"/>
                    <a:pt x="9" y="94"/>
                  </a:cubicBezTo>
                  <a:cubicBezTo>
                    <a:pt x="10" y="93"/>
                    <a:pt x="10" y="92"/>
                    <a:pt x="12" y="91"/>
                  </a:cubicBezTo>
                  <a:cubicBezTo>
                    <a:pt x="12" y="91"/>
                    <a:pt x="12" y="91"/>
                    <a:pt x="12" y="90"/>
                  </a:cubicBezTo>
                  <a:cubicBezTo>
                    <a:pt x="13" y="90"/>
                    <a:pt x="13" y="89"/>
                    <a:pt x="13" y="89"/>
                  </a:cubicBezTo>
                  <a:cubicBezTo>
                    <a:pt x="14" y="88"/>
                    <a:pt x="16" y="85"/>
                    <a:pt x="19" y="85"/>
                  </a:cubicBezTo>
                  <a:cubicBezTo>
                    <a:pt x="19" y="85"/>
                    <a:pt x="19" y="85"/>
                    <a:pt x="19" y="84"/>
                  </a:cubicBezTo>
                  <a:cubicBezTo>
                    <a:pt x="19" y="82"/>
                    <a:pt x="21" y="81"/>
                    <a:pt x="23" y="80"/>
                  </a:cubicBezTo>
                  <a:cubicBezTo>
                    <a:pt x="23" y="78"/>
                    <a:pt x="23" y="74"/>
                    <a:pt x="27" y="72"/>
                  </a:cubicBezTo>
                  <a:cubicBezTo>
                    <a:pt x="28" y="72"/>
                    <a:pt x="28" y="72"/>
                    <a:pt x="29" y="72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33" y="71"/>
                    <a:pt x="34" y="71"/>
                    <a:pt x="35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6" y="68"/>
                    <a:pt x="37" y="67"/>
                    <a:pt x="38" y="67"/>
                  </a:cubicBezTo>
                  <a:cubicBezTo>
                    <a:pt x="38" y="66"/>
                    <a:pt x="38" y="65"/>
                    <a:pt x="39" y="64"/>
                  </a:cubicBezTo>
                  <a:cubicBezTo>
                    <a:pt x="42" y="61"/>
                    <a:pt x="45" y="60"/>
                    <a:pt x="50" y="60"/>
                  </a:cubicBezTo>
                  <a:cubicBezTo>
                    <a:pt x="50" y="60"/>
                    <a:pt x="51" y="61"/>
                    <a:pt x="52" y="61"/>
                  </a:cubicBezTo>
                  <a:cubicBezTo>
                    <a:pt x="55" y="61"/>
                    <a:pt x="57" y="63"/>
                    <a:pt x="57" y="64"/>
                  </a:cubicBezTo>
                  <a:cubicBezTo>
                    <a:pt x="61" y="63"/>
                    <a:pt x="64" y="62"/>
                    <a:pt x="68" y="62"/>
                  </a:cubicBezTo>
                  <a:cubicBezTo>
                    <a:pt x="70" y="61"/>
                    <a:pt x="72" y="62"/>
                    <a:pt x="74" y="62"/>
                  </a:cubicBezTo>
                  <a:cubicBezTo>
                    <a:pt x="75" y="62"/>
                    <a:pt x="76" y="62"/>
                    <a:pt x="77" y="62"/>
                  </a:cubicBezTo>
                  <a:cubicBezTo>
                    <a:pt x="79" y="62"/>
                    <a:pt x="80" y="61"/>
                    <a:pt x="83" y="58"/>
                  </a:cubicBezTo>
                  <a:cubicBezTo>
                    <a:pt x="84" y="57"/>
                    <a:pt x="85" y="55"/>
                    <a:pt x="86" y="54"/>
                  </a:cubicBezTo>
                  <a:cubicBezTo>
                    <a:pt x="87" y="53"/>
                    <a:pt x="89" y="52"/>
                    <a:pt x="90" y="51"/>
                  </a:cubicBezTo>
                  <a:cubicBezTo>
                    <a:pt x="91" y="51"/>
                    <a:pt x="93" y="50"/>
                    <a:pt x="93" y="49"/>
                  </a:cubicBezTo>
                  <a:cubicBezTo>
                    <a:pt x="94" y="48"/>
                    <a:pt x="94" y="48"/>
                    <a:pt x="95" y="46"/>
                  </a:cubicBezTo>
                  <a:cubicBezTo>
                    <a:pt x="95" y="45"/>
                    <a:pt x="96" y="44"/>
                    <a:pt x="97" y="42"/>
                  </a:cubicBezTo>
                  <a:cubicBezTo>
                    <a:pt x="98" y="40"/>
                    <a:pt x="99" y="37"/>
                    <a:pt x="100" y="35"/>
                  </a:cubicBezTo>
                  <a:cubicBezTo>
                    <a:pt x="99" y="33"/>
                    <a:pt x="101" y="31"/>
                    <a:pt x="102" y="30"/>
                  </a:cubicBezTo>
                  <a:cubicBezTo>
                    <a:pt x="102" y="30"/>
                    <a:pt x="102" y="30"/>
                    <a:pt x="102" y="30"/>
                  </a:cubicBezTo>
                  <a:cubicBezTo>
                    <a:pt x="101" y="29"/>
                    <a:pt x="101" y="28"/>
                    <a:pt x="100" y="27"/>
                  </a:cubicBezTo>
                  <a:cubicBezTo>
                    <a:pt x="99" y="24"/>
                    <a:pt x="96" y="15"/>
                    <a:pt x="102" y="10"/>
                  </a:cubicBezTo>
                  <a:cubicBezTo>
                    <a:pt x="104" y="9"/>
                    <a:pt x="107" y="8"/>
                    <a:pt x="109" y="8"/>
                  </a:cubicBezTo>
                  <a:cubicBezTo>
                    <a:pt x="110" y="8"/>
                    <a:pt x="110" y="8"/>
                    <a:pt x="111" y="8"/>
                  </a:cubicBezTo>
                  <a:cubicBezTo>
                    <a:pt x="112" y="7"/>
                    <a:pt x="114" y="7"/>
                    <a:pt x="115" y="7"/>
                  </a:cubicBezTo>
                  <a:cubicBezTo>
                    <a:pt x="116" y="7"/>
                    <a:pt x="116" y="7"/>
                    <a:pt x="116" y="7"/>
                  </a:cubicBezTo>
                  <a:cubicBezTo>
                    <a:pt x="117" y="7"/>
                    <a:pt x="118" y="7"/>
                    <a:pt x="119" y="7"/>
                  </a:cubicBezTo>
                  <a:cubicBezTo>
                    <a:pt x="119" y="6"/>
                    <a:pt x="119" y="6"/>
                    <a:pt x="120" y="5"/>
                  </a:cubicBezTo>
                  <a:cubicBezTo>
                    <a:pt x="120" y="5"/>
                    <a:pt x="121" y="4"/>
                    <a:pt x="122" y="4"/>
                  </a:cubicBezTo>
                  <a:cubicBezTo>
                    <a:pt x="124" y="2"/>
                    <a:pt x="125" y="2"/>
                    <a:pt x="127" y="1"/>
                  </a:cubicBezTo>
                  <a:cubicBezTo>
                    <a:pt x="127" y="1"/>
                    <a:pt x="128" y="1"/>
                    <a:pt x="129" y="0"/>
                  </a:cubicBezTo>
                  <a:cubicBezTo>
                    <a:pt x="130" y="0"/>
                    <a:pt x="132" y="0"/>
                    <a:pt x="134" y="1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5" y="10"/>
                    <a:pt x="146" y="12"/>
                    <a:pt x="147" y="14"/>
                  </a:cubicBezTo>
                  <a:cubicBezTo>
                    <a:pt x="147" y="14"/>
                    <a:pt x="148" y="15"/>
                    <a:pt x="148" y="15"/>
                  </a:cubicBezTo>
                  <a:cubicBezTo>
                    <a:pt x="151" y="17"/>
                    <a:pt x="153" y="20"/>
                    <a:pt x="155" y="22"/>
                  </a:cubicBezTo>
                  <a:cubicBezTo>
                    <a:pt x="159" y="26"/>
                    <a:pt x="159" y="27"/>
                    <a:pt x="161" y="31"/>
                  </a:cubicBezTo>
                  <a:cubicBezTo>
                    <a:pt x="161" y="32"/>
                    <a:pt x="162" y="33"/>
                    <a:pt x="165" y="33"/>
                  </a:cubicBezTo>
                  <a:cubicBezTo>
                    <a:pt x="167" y="34"/>
                    <a:pt x="171" y="35"/>
                    <a:pt x="174" y="38"/>
                  </a:cubicBezTo>
                  <a:cubicBezTo>
                    <a:pt x="176" y="39"/>
                    <a:pt x="177" y="42"/>
                    <a:pt x="178" y="44"/>
                  </a:cubicBezTo>
                  <a:cubicBezTo>
                    <a:pt x="179" y="45"/>
                    <a:pt x="179" y="46"/>
                    <a:pt x="180" y="47"/>
                  </a:cubicBezTo>
                  <a:cubicBezTo>
                    <a:pt x="182" y="49"/>
                    <a:pt x="180" y="52"/>
                    <a:pt x="178" y="57"/>
                  </a:cubicBezTo>
                  <a:cubicBezTo>
                    <a:pt x="177" y="58"/>
                    <a:pt x="177" y="58"/>
                    <a:pt x="177" y="59"/>
                  </a:cubicBezTo>
                  <a:cubicBezTo>
                    <a:pt x="176" y="61"/>
                    <a:pt x="175" y="63"/>
                    <a:pt x="174" y="66"/>
                  </a:cubicBezTo>
                  <a:cubicBezTo>
                    <a:pt x="174" y="67"/>
                    <a:pt x="178" y="73"/>
                    <a:pt x="180" y="75"/>
                  </a:cubicBezTo>
                  <a:cubicBezTo>
                    <a:pt x="181" y="76"/>
                    <a:pt x="182" y="77"/>
                    <a:pt x="182" y="78"/>
                  </a:cubicBezTo>
                  <a:cubicBezTo>
                    <a:pt x="183" y="79"/>
                    <a:pt x="183" y="79"/>
                    <a:pt x="183" y="79"/>
                  </a:cubicBezTo>
                  <a:cubicBezTo>
                    <a:pt x="184" y="80"/>
                    <a:pt x="184" y="81"/>
                    <a:pt x="185" y="82"/>
                  </a:cubicBezTo>
                  <a:cubicBezTo>
                    <a:pt x="188" y="83"/>
                    <a:pt x="189" y="84"/>
                    <a:pt x="189" y="87"/>
                  </a:cubicBezTo>
                  <a:cubicBezTo>
                    <a:pt x="189" y="90"/>
                    <a:pt x="189" y="90"/>
                    <a:pt x="189" y="90"/>
                  </a:cubicBezTo>
                  <a:cubicBezTo>
                    <a:pt x="189" y="91"/>
                    <a:pt x="189" y="91"/>
                    <a:pt x="189" y="92"/>
                  </a:cubicBezTo>
                  <a:cubicBezTo>
                    <a:pt x="190" y="97"/>
                    <a:pt x="191" y="100"/>
                    <a:pt x="190" y="105"/>
                  </a:cubicBezTo>
                  <a:cubicBezTo>
                    <a:pt x="190" y="106"/>
                    <a:pt x="190" y="107"/>
                    <a:pt x="191" y="108"/>
                  </a:cubicBezTo>
                  <a:cubicBezTo>
                    <a:pt x="194" y="109"/>
                    <a:pt x="195" y="111"/>
                    <a:pt x="196" y="113"/>
                  </a:cubicBezTo>
                  <a:cubicBezTo>
                    <a:pt x="196" y="116"/>
                    <a:pt x="196" y="119"/>
                    <a:pt x="196" y="121"/>
                  </a:cubicBezTo>
                  <a:cubicBezTo>
                    <a:pt x="193" y="135"/>
                    <a:pt x="190" y="136"/>
                    <a:pt x="189" y="137"/>
                  </a:cubicBezTo>
                  <a:cubicBezTo>
                    <a:pt x="188" y="137"/>
                    <a:pt x="187" y="137"/>
                    <a:pt x="186" y="137"/>
                  </a:cubicBezTo>
                  <a:cubicBezTo>
                    <a:pt x="184" y="137"/>
                    <a:pt x="183" y="136"/>
                    <a:pt x="182" y="135"/>
                  </a:cubicBezTo>
                  <a:cubicBezTo>
                    <a:pt x="181" y="137"/>
                    <a:pt x="180" y="139"/>
                    <a:pt x="180" y="140"/>
                  </a:cubicBezTo>
                  <a:cubicBezTo>
                    <a:pt x="180" y="141"/>
                    <a:pt x="181" y="141"/>
                    <a:pt x="181" y="141"/>
                  </a:cubicBezTo>
                  <a:cubicBezTo>
                    <a:pt x="183" y="143"/>
                    <a:pt x="186" y="146"/>
                    <a:pt x="185" y="151"/>
                  </a:cubicBezTo>
                  <a:cubicBezTo>
                    <a:pt x="185" y="154"/>
                    <a:pt x="183" y="155"/>
                    <a:pt x="182" y="156"/>
                  </a:cubicBezTo>
                  <a:cubicBezTo>
                    <a:pt x="182" y="156"/>
                    <a:pt x="182" y="157"/>
                    <a:pt x="182" y="158"/>
                  </a:cubicBezTo>
                  <a:cubicBezTo>
                    <a:pt x="182" y="159"/>
                    <a:pt x="182" y="161"/>
                    <a:pt x="181" y="163"/>
                  </a:cubicBezTo>
                  <a:cubicBezTo>
                    <a:pt x="180" y="166"/>
                    <a:pt x="176" y="171"/>
                    <a:pt x="172" y="172"/>
                  </a:cubicBezTo>
                  <a:cubicBezTo>
                    <a:pt x="170" y="173"/>
                    <a:pt x="169" y="173"/>
                    <a:pt x="167" y="173"/>
                  </a:cubicBezTo>
                  <a:cubicBezTo>
                    <a:pt x="167" y="173"/>
                    <a:pt x="165" y="173"/>
                    <a:pt x="164" y="174"/>
                  </a:cubicBezTo>
                  <a:cubicBezTo>
                    <a:pt x="164" y="174"/>
                    <a:pt x="165" y="174"/>
                    <a:pt x="165" y="174"/>
                  </a:cubicBezTo>
                  <a:cubicBezTo>
                    <a:pt x="165" y="176"/>
                    <a:pt x="167" y="179"/>
                    <a:pt x="164" y="182"/>
                  </a:cubicBezTo>
                  <a:cubicBezTo>
                    <a:pt x="163" y="184"/>
                    <a:pt x="161" y="185"/>
                    <a:pt x="159" y="185"/>
                  </a:cubicBezTo>
                  <a:cubicBezTo>
                    <a:pt x="159" y="185"/>
                    <a:pt x="159" y="186"/>
                    <a:pt x="159" y="186"/>
                  </a:cubicBezTo>
                  <a:cubicBezTo>
                    <a:pt x="158" y="187"/>
                    <a:pt x="158" y="188"/>
                    <a:pt x="157" y="189"/>
                  </a:cubicBezTo>
                  <a:cubicBezTo>
                    <a:pt x="157" y="190"/>
                    <a:pt x="156" y="191"/>
                    <a:pt x="155" y="191"/>
                  </a:cubicBezTo>
                  <a:cubicBezTo>
                    <a:pt x="154" y="192"/>
                    <a:pt x="153" y="194"/>
                    <a:pt x="153" y="195"/>
                  </a:cubicBezTo>
                  <a:cubicBezTo>
                    <a:pt x="153" y="195"/>
                    <a:pt x="153" y="196"/>
                    <a:pt x="154" y="197"/>
                  </a:cubicBezTo>
                  <a:cubicBezTo>
                    <a:pt x="155" y="205"/>
                    <a:pt x="152" y="213"/>
                    <a:pt x="149" y="218"/>
                  </a:cubicBezTo>
                  <a:cubicBezTo>
                    <a:pt x="149" y="220"/>
                    <a:pt x="146" y="223"/>
                    <a:pt x="141" y="223"/>
                  </a:cubicBezTo>
                  <a:cubicBezTo>
                    <a:pt x="140" y="223"/>
                    <a:pt x="138" y="223"/>
                    <a:pt x="137" y="222"/>
                  </a:cubicBezTo>
                  <a:cubicBezTo>
                    <a:pt x="136" y="222"/>
                    <a:pt x="136" y="222"/>
                    <a:pt x="135" y="222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33" y="223"/>
                    <a:pt x="132" y="223"/>
                    <a:pt x="131" y="224"/>
                  </a:cubicBezTo>
                  <a:cubicBezTo>
                    <a:pt x="131" y="224"/>
                    <a:pt x="131" y="224"/>
                    <a:pt x="130" y="224"/>
                  </a:cubicBezTo>
                  <a:cubicBezTo>
                    <a:pt x="130" y="225"/>
                    <a:pt x="130" y="226"/>
                    <a:pt x="130" y="227"/>
                  </a:cubicBezTo>
                  <a:cubicBezTo>
                    <a:pt x="130" y="229"/>
                    <a:pt x="130" y="229"/>
                    <a:pt x="130" y="229"/>
                  </a:cubicBezTo>
                  <a:cubicBezTo>
                    <a:pt x="130" y="229"/>
                    <a:pt x="130" y="230"/>
                    <a:pt x="130" y="230"/>
                  </a:cubicBezTo>
                  <a:cubicBezTo>
                    <a:pt x="130" y="231"/>
                    <a:pt x="130" y="232"/>
                    <a:pt x="129" y="234"/>
                  </a:cubicBezTo>
                  <a:cubicBezTo>
                    <a:pt x="129" y="235"/>
                    <a:pt x="129" y="235"/>
                    <a:pt x="128" y="236"/>
                  </a:cubicBezTo>
                  <a:cubicBezTo>
                    <a:pt x="128" y="237"/>
                    <a:pt x="128" y="237"/>
                    <a:pt x="128" y="237"/>
                  </a:cubicBezTo>
                  <a:cubicBezTo>
                    <a:pt x="128" y="239"/>
                    <a:pt x="128" y="241"/>
                    <a:pt x="128" y="244"/>
                  </a:cubicBezTo>
                  <a:cubicBezTo>
                    <a:pt x="129" y="246"/>
                    <a:pt x="129" y="248"/>
                    <a:pt x="129" y="251"/>
                  </a:cubicBezTo>
                  <a:cubicBezTo>
                    <a:pt x="129" y="251"/>
                    <a:pt x="129" y="252"/>
                    <a:pt x="129" y="252"/>
                  </a:cubicBezTo>
                  <a:cubicBezTo>
                    <a:pt x="129" y="254"/>
                    <a:pt x="129" y="256"/>
                    <a:pt x="128" y="258"/>
                  </a:cubicBezTo>
                  <a:cubicBezTo>
                    <a:pt x="128" y="259"/>
                    <a:pt x="128" y="260"/>
                    <a:pt x="127" y="261"/>
                  </a:cubicBezTo>
                  <a:cubicBezTo>
                    <a:pt x="126" y="263"/>
                    <a:pt x="126" y="263"/>
                    <a:pt x="126" y="264"/>
                  </a:cubicBezTo>
                  <a:cubicBezTo>
                    <a:pt x="126" y="265"/>
                    <a:pt x="127" y="267"/>
                    <a:pt x="127" y="268"/>
                  </a:cubicBezTo>
                  <a:cubicBezTo>
                    <a:pt x="128" y="269"/>
                    <a:pt x="128" y="270"/>
                    <a:pt x="128" y="272"/>
                  </a:cubicBezTo>
                  <a:cubicBezTo>
                    <a:pt x="129" y="274"/>
                    <a:pt x="128" y="277"/>
                    <a:pt x="127" y="280"/>
                  </a:cubicBezTo>
                  <a:cubicBezTo>
                    <a:pt x="127" y="280"/>
                    <a:pt x="127" y="281"/>
                    <a:pt x="127" y="282"/>
                  </a:cubicBezTo>
                  <a:cubicBezTo>
                    <a:pt x="127" y="284"/>
                    <a:pt x="126" y="286"/>
                    <a:pt x="126" y="288"/>
                  </a:cubicBezTo>
                  <a:cubicBezTo>
                    <a:pt x="125" y="290"/>
                    <a:pt x="125" y="292"/>
                    <a:pt x="125" y="293"/>
                  </a:cubicBezTo>
                  <a:cubicBezTo>
                    <a:pt x="125" y="293"/>
                    <a:pt x="125" y="293"/>
                    <a:pt x="125" y="294"/>
                  </a:cubicBezTo>
                  <a:cubicBezTo>
                    <a:pt x="126" y="294"/>
                    <a:pt x="126" y="295"/>
                    <a:pt x="127" y="296"/>
                  </a:cubicBezTo>
                  <a:cubicBezTo>
                    <a:pt x="128" y="299"/>
                    <a:pt x="128" y="302"/>
                    <a:pt x="127" y="305"/>
                  </a:cubicBezTo>
                  <a:cubicBezTo>
                    <a:pt x="127" y="307"/>
                    <a:pt x="127" y="307"/>
                    <a:pt x="127" y="307"/>
                  </a:cubicBezTo>
                  <a:cubicBezTo>
                    <a:pt x="127" y="311"/>
                    <a:pt x="127" y="312"/>
                    <a:pt x="129" y="315"/>
                  </a:cubicBezTo>
                  <a:cubicBezTo>
                    <a:pt x="131" y="316"/>
                    <a:pt x="132" y="318"/>
                    <a:pt x="131" y="322"/>
                  </a:cubicBezTo>
                  <a:cubicBezTo>
                    <a:pt x="131" y="324"/>
                    <a:pt x="130" y="326"/>
                    <a:pt x="129" y="326"/>
                  </a:cubicBezTo>
                  <a:cubicBezTo>
                    <a:pt x="129" y="329"/>
                    <a:pt x="129" y="332"/>
                    <a:pt x="129" y="335"/>
                  </a:cubicBezTo>
                  <a:cubicBezTo>
                    <a:pt x="129" y="336"/>
                    <a:pt x="130" y="338"/>
                    <a:pt x="130" y="339"/>
                  </a:cubicBezTo>
                  <a:cubicBezTo>
                    <a:pt x="130" y="341"/>
                    <a:pt x="129" y="343"/>
                    <a:pt x="129" y="344"/>
                  </a:cubicBezTo>
                  <a:cubicBezTo>
                    <a:pt x="129" y="344"/>
                    <a:pt x="130" y="345"/>
                    <a:pt x="130" y="347"/>
                  </a:cubicBezTo>
                  <a:cubicBezTo>
                    <a:pt x="131" y="350"/>
                    <a:pt x="128" y="352"/>
                    <a:pt x="127" y="353"/>
                  </a:cubicBezTo>
                  <a:cubicBezTo>
                    <a:pt x="127" y="354"/>
                    <a:pt x="127" y="354"/>
                    <a:pt x="128" y="355"/>
                  </a:cubicBezTo>
                  <a:cubicBezTo>
                    <a:pt x="128" y="357"/>
                    <a:pt x="128" y="359"/>
                    <a:pt x="128" y="362"/>
                  </a:cubicBezTo>
                  <a:cubicBezTo>
                    <a:pt x="128" y="363"/>
                    <a:pt x="128" y="363"/>
                    <a:pt x="128" y="363"/>
                  </a:cubicBezTo>
                  <a:cubicBezTo>
                    <a:pt x="129" y="364"/>
                    <a:pt x="130" y="365"/>
                    <a:pt x="130" y="368"/>
                  </a:cubicBezTo>
                  <a:cubicBezTo>
                    <a:pt x="131" y="371"/>
                    <a:pt x="129" y="373"/>
                    <a:pt x="128" y="375"/>
                  </a:cubicBezTo>
                  <a:cubicBezTo>
                    <a:pt x="128" y="376"/>
                    <a:pt x="128" y="376"/>
                    <a:pt x="128" y="376"/>
                  </a:cubicBezTo>
                  <a:cubicBezTo>
                    <a:pt x="128" y="377"/>
                    <a:pt x="127" y="379"/>
                    <a:pt x="127" y="381"/>
                  </a:cubicBezTo>
                  <a:cubicBezTo>
                    <a:pt x="126" y="394"/>
                    <a:pt x="126" y="396"/>
                    <a:pt x="121" y="396"/>
                  </a:cubicBezTo>
                  <a:cubicBezTo>
                    <a:pt x="116" y="397"/>
                    <a:pt x="110" y="397"/>
                    <a:pt x="105" y="398"/>
                  </a:cubicBezTo>
                  <a:cubicBezTo>
                    <a:pt x="97" y="399"/>
                    <a:pt x="97" y="399"/>
                    <a:pt x="97" y="399"/>
                  </a:cubicBezTo>
                  <a:cubicBezTo>
                    <a:pt x="84" y="400"/>
                    <a:pt x="70" y="402"/>
                    <a:pt x="57" y="405"/>
                  </a:cubicBezTo>
                  <a:cubicBezTo>
                    <a:pt x="57" y="406"/>
                    <a:pt x="56" y="406"/>
                    <a:pt x="56" y="406"/>
                  </a:cubicBezTo>
                  <a:close/>
                  <a:moveTo>
                    <a:pt x="56" y="354"/>
                  </a:moveTo>
                  <a:cubicBezTo>
                    <a:pt x="57" y="354"/>
                    <a:pt x="57" y="354"/>
                    <a:pt x="57" y="354"/>
                  </a:cubicBezTo>
                  <a:cubicBezTo>
                    <a:pt x="57" y="356"/>
                    <a:pt x="58" y="357"/>
                    <a:pt x="59" y="360"/>
                  </a:cubicBezTo>
                  <a:cubicBezTo>
                    <a:pt x="59" y="361"/>
                    <a:pt x="59" y="362"/>
                    <a:pt x="58" y="362"/>
                  </a:cubicBezTo>
                  <a:cubicBezTo>
                    <a:pt x="58" y="363"/>
                    <a:pt x="58" y="363"/>
                    <a:pt x="58" y="363"/>
                  </a:cubicBezTo>
                  <a:cubicBezTo>
                    <a:pt x="60" y="367"/>
                    <a:pt x="59" y="370"/>
                    <a:pt x="58" y="371"/>
                  </a:cubicBezTo>
                  <a:cubicBezTo>
                    <a:pt x="58" y="371"/>
                    <a:pt x="58" y="372"/>
                    <a:pt x="58" y="372"/>
                  </a:cubicBezTo>
                  <a:cubicBezTo>
                    <a:pt x="58" y="373"/>
                    <a:pt x="59" y="374"/>
                    <a:pt x="60" y="375"/>
                  </a:cubicBezTo>
                  <a:cubicBezTo>
                    <a:pt x="62" y="376"/>
                    <a:pt x="63" y="379"/>
                    <a:pt x="64" y="381"/>
                  </a:cubicBezTo>
                  <a:cubicBezTo>
                    <a:pt x="66" y="383"/>
                    <a:pt x="66" y="383"/>
                    <a:pt x="66" y="383"/>
                  </a:cubicBezTo>
                  <a:cubicBezTo>
                    <a:pt x="67" y="386"/>
                    <a:pt x="68" y="388"/>
                    <a:pt x="69" y="391"/>
                  </a:cubicBezTo>
                  <a:cubicBezTo>
                    <a:pt x="69" y="392"/>
                    <a:pt x="69" y="392"/>
                    <a:pt x="69" y="392"/>
                  </a:cubicBezTo>
                  <a:cubicBezTo>
                    <a:pt x="69" y="392"/>
                    <a:pt x="69" y="393"/>
                    <a:pt x="69" y="393"/>
                  </a:cubicBezTo>
                  <a:cubicBezTo>
                    <a:pt x="79" y="391"/>
                    <a:pt x="88" y="390"/>
                    <a:pt x="96" y="389"/>
                  </a:cubicBezTo>
                  <a:cubicBezTo>
                    <a:pt x="104" y="389"/>
                    <a:pt x="104" y="389"/>
                    <a:pt x="104" y="389"/>
                  </a:cubicBezTo>
                  <a:cubicBezTo>
                    <a:pt x="108" y="388"/>
                    <a:pt x="113" y="388"/>
                    <a:pt x="117" y="387"/>
                  </a:cubicBezTo>
                  <a:cubicBezTo>
                    <a:pt x="117" y="385"/>
                    <a:pt x="118" y="382"/>
                    <a:pt x="118" y="380"/>
                  </a:cubicBezTo>
                  <a:cubicBezTo>
                    <a:pt x="118" y="378"/>
                    <a:pt x="118" y="376"/>
                    <a:pt x="119" y="375"/>
                  </a:cubicBezTo>
                  <a:cubicBezTo>
                    <a:pt x="119" y="373"/>
                    <a:pt x="120" y="371"/>
                    <a:pt x="121" y="369"/>
                  </a:cubicBezTo>
                  <a:cubicBezTo>
                    <a:pt x="121" y="369"/>
                    <a:pt x="121" y="369"/>
                    <a:pt x="121" y="369"/>
                  </a:cubicBezTo>
                  <a:cubicBezTo>
                    <a:pt x="120" y="367"/>
                    <a:pt x="119" y="365"/>
                    <a:pt x="119" y="361"/>
                  </a:cubicBezTo>
                  <a:cubicBezTo>
                    <a:pt x="119" y="359"/>
                    <a:pt x="119" y="358"/>
                    <a:pt x="118" y="356"/>
                  </a:cubicBezTo>
                  <a:cubicBezTo>
                    <a:pt x="118" y="355"/>
                    <a:pt x="117" y="352"/>
                    <a:pt x="118" y="349"/>
                  </a:cubicBezTo>
                  <a:cubicBezTo>
                    <a:pt x="119" y="348"/>
                    <a:pt x="119" y="348"/>
                    <a:pt x="120" y="347"/>
                  </a:cubicBezTo>
                  <a:cubicBezTo>
                    <a:pt x="119" y="346"/>
                    <a:pt x="119" y="345"/>
                    <a:pt x="119" y="344"/>
                  </a:cubicBezTo>
                  <a:cubicBezTo>
                    <a:pt x="119" y="342"/>
                    <a:pt x="120" y="341"/>
                    <a:pt x="120" y="340"/>
                  </a:cubicBezTo>
                  <a:cubicBezTo>
                    <a:pt x="120" y="339"/>
                    <a:pt x="120" y="337"/>
                    <a:pt x="120" y="336"/>
                  </a:cubicBezTo>
                  <a:cubicBezTo>
                    <a:pt x="120" y="332"/>
                    <a:pt x="119" y="328"/>
                    <a:pt x="119" y="324"/>
                  </a:cubicBezTo>
                  <a:cubicBezTo>
                    <a:pt x="120" y="322"/>
                    <a:pt x="121" y="321"/>
                    <a:pt x="122" y="320"/>
                  </a:cubicBezTo>
                  <a:cubicBezTo>
                    <a:pt x="121" y="320"/>
                    <a:pt x="121" y="320"/>
                    <a:pt x="121" y="320"/>
                  </a:cubicBezTo>
                  <a:cubicBezTo>
                    <a:pt x="118" y="315"/>
                    <a:pt x="118" y="311"/>
                    <a:pt x="118" y="306"/>
                  </a:cubicBezTo>
                  <a:cubicBezTo>
                    <a:pt x="118" y="305"/>
                    <a:pt x="118" y="305"/>
                    <a:pt x="118" y="305"/>
                  </a:cubicBezTo>
                  <a:cubicBezTo>
                    <a:pt x="118" y="302"/>
                    <a:pt x="118" y="301"/>
                    <a:pt x="118" y="300"/>
                  </a:cubicBezTo>
                  <a:cubicBezTo>
                    <a:pt x="118" y="299"/>
                    <a:pt x="117" y="299"/>
                    <a:pt x="117" y="298"/>
                  </a:cubicBezTo>
                  <a:cubicBezTo>
                    <a:pt x="116" y="297"/>
                    <a:pt x="115" y="295"/>
                    <a:pt x="115" y="293"/>
                  </a:cubicBezTo>
                  <a:cubicBezTo>
                    <a:pt x="115" y="290"/>
                    <a:pt x="116" y="288"/>
                    <a:pt x="117" y="285"/>
                  </a:cubicBezTo>
                  <a:cubicBezTo>
                    <a:pt x="117" y="284"/>
                    <a:pt x="117" y="282"/>
                    <a:pt x="118" y="281"/>
                  </a:cubicBezTo>
                  <a:cubicBezTo>
                    <a:pt x="118" y="280"/>
                    <a:pt x="118" y="278"/>
                    <a:pt x="119" y="277"/>
                  </a:cubicBezTo>
                  <a:cubicBezTo>
                    <a:pt x="119" y="276"/>
                    <a:pt x="119" y="274"/>
                    <a:pt x="119" y="274"/>
                  </a:cubicBezTo>
                  <a:cubicBezTo>
                    <a:pt x="119" y="273"/>
                    <a:pt x="119" y="272"/>
                    <a:pt x="118" y="271"/>
                  </a:cubicBezTo>
                  <a:cubicBezTo>
                    <a:pt x="118" y="269"/>
                    <a:pt x="117" y="267"/>
                    <a:pt x="117" y="263"/>
                  </a:cubicBezTo>
                  <a:cubicBezTo>
                    <a:pt x="117" y="261"/>
                    <a:pt x="118" y="259"/>
                    <a:pt x="119" y="257"/>
                  </a:cubicBezTo>
                  <a:cubicBezTo>
                    <a:pt x="119" y="257"/>
                    <a:pt x="119" y="256"/>
                    <a:pt x="119" y="256"/>
                  </a:cubicBezTo>
                  <a:cubicBezTo>
                    <a:pt x="120" y="255"/>
                    <a:pt x="120" y="254"/>
                    <a:pt x="120" y="253"/>
                  </a:cubicBezTo>
                  <a:cubicBezTo>
                    <a:pt x="120" y="252"/>
                    <a:pt x="119" y="251"/>
                    <a:pt x="119" y="251"/>
                  </a:cubicBezTo>
                  <a:cubicBezTo>
                    <a:pt x="119" y="249"/>
                    <a:pt x="119" y="246"/>
                    <a:pt x="119" y="244"/>
                  </a:cubicBezTo>
                  <a:cubicBezTo>
                    <a:pt x="119" y="242"/>
                    <a:pt x="119" y="239"/>
                    <a:pt x="119" y="237"/>
                  </a:cubicBezTo>
                  <a:cubicBezTo>
                    <a:pt x="119" y="235"/>
                    <a:pt x="119" y="234"/>
                    <a:pt x="120" y="233"/>
                  </a:cubicBezTo>
                  <a:cubicBezTo>
                    <a:pt x="120" y="232"/>
                    <a:pt x="120" y="232"/>
                    <a:pt x="120" y="232"/>
                  </a:cubicBezTo>
                  <a:cubicBezTo>
                    <a:pt x="120" y="232"/>
                    <a:pt x="120" y="231"/>
                    <a:pt x="120" y="230"/>
                  </a:cubicBezTo>
                  <a:cubicBezTo>
                    <a:pt x="120" y="230"/>
                    <a:pt x="120" y="229"/>
                    <a:pt x="120" y="228"/>
                  </a:cubicBezTo>
                  <a:cubicBezTo>
                    <a:pt x="121" y="225"/>
                    <a:pt x="121" y="225"/>
                    <a:pt x="121" y="225"/>
                  </a:cubicBezTo>
                  <a:cubicBezTo>
                    <a:pt x="121" y="223"/>
                    <a:pt x="122" y="221"/>
                    <a:pt x="122" y="219"/>
                  </a:cubicBezTo>
                  <a:cubicBezTo>
                    <a:pt x="122" y="216"/>
                    <a:pt x="123" y="214"/>
                    <a:pt x="126" y="214"/>
                  </a:cubicBezTo>
                  <a:cubicBezTo>
                    <a:pt x="127" y="214"/>
                    <a:pt x="128" y="214"/>
                    <a:pt x="129" y="214"/>
                  </a:cubicBezTo>
                  <a:cubicBezTo>
                    <a:pt x="130" y="214"/>
                    <a:pt x="130" y="214"/>
                    <a:pt x="130" y="214"/>
                  </a:cubicBezTo>
                  <a:cubicBezTo>
                    <a:pt x="131" y="214"/>
                    <a:pt x="132" y="213"/>
                    <a:pt x="134" y="213"/>
                  </a:cubicBezTo>
                  <a:cubicBezTo>
                    <a:pt x="136" y="213"/>
                    <a:pt x="137" y="213"/>
                    <a:pt x="138" y="213"/>
                  </a:cubicBezTo>
                  <a:cubicBezTo>
                    <a:pt x="139" y="213"/>
                    <a:pt x="140" y="213"/>
                    <a:pt x="141" y="213"/>
                  </a:cubicBezTo>
                  <a:cubicBezTo>
                    <a:pt x="143" y="209"/>
                    <a:pt x="145" y="203"/>
                    <a:pt x="144" y="199"/>
                  </a:cubicBezTo>
                  <a:cubicBezTo>
                    <a:pt x="144" y="197"/>
                    <a:pt x="143" y="196"/>
                    <a:pt x="143" y="193"/>
                  </a:cubicBezTo>
                  <a:cubicBezTo>
                    <a:pt x="144" y="190"/>
                    <a:pt x="146" y="187"/>
                    <a:pt x="148" y="185"/>
                  </a:cubicBezTo>
                  <a:cubicBezTo>
                    <a:pt x="149" y="185"/>
                    <a:pt x="149" y="184"/>
                    <a:pt x="150" y="184"/>
                  </a:cubicBezTo>
                  <a:cubicBezTo>
                    <a:pt x="150" y="183"/>
                    <a:pt x="150" y="183"/>
                    <a:pt x="150" y="182"/>
                  </a:cubicBezTo>
                  <a:cubicBezTo>
                    <a:pt x="151" y="181"/>
                    <a:pt x="152" y="179"/>
                    <a:pt x="154" y="177"/>
                  </a:cubicBezTo>
                  <a:cubicBezTo>
                    <a:pt x="154" y="177"/>
                    <a:pt x="155" y="177"/>
                    <a:pt x="156" y="176"/>
                  </a:cubicBezTo>
                  <a:cubicBezTo>
                    <a:pt x="155" y="174"/>
                    <a:pt x="154" y="171"/>
                    <a:pt x="156" y="169"/>
                  </a:cubicBezTo>
                  <a:cubicBezTo>
                    <a:pt x="159" y="164"/>
                    <a:pt x="164" y="164"/>
                    <a:pt x="167" y="164"/>
                  </a:cubicBezTo>
                  <a:cubicBezTo>
                    <a:pt x="168" y="164"/>
                    <a:pt x="169" y="164"/>
                    <a:pt x="169" y="164"/>
                  </a:cubicBezTo>
                  <a:cubicBezTo>
                    <a:pt x="170" y="163"/>
                    <a:pt x="172" y="161"/>
                    <a:pt x="172" y="160"/>
                  </a:cubicBezTo>
                  <a:cubicBezTo>
                    <a:pt x="172" y="159"/>
                    <a:pt x="172" y="158"/>
                    <a:pt x="172" y="157"/>
                  </a:cubicBezTo>
                  <a:cubicBezTo>
                    <a:pt x="172" y="156"/>
                    <a:pt x="172" y="155"/>
                    <a:pt x="173" y="154"/>
                  </a:cubicBezTo>
                  <a:cubicBezTo>
                    <a:pt x="173" y="152"/>
                    <a:pt x="175" y="150"/>
                    <a:pt x="176" y="149"/>
                  </a:cubicBezTo>
                  <a:cubicBezTo>
                    <a:pt x="176" y="149"/>
                    <a:pt x="175" y="149"/>
                    <a:pt x="175" y="149"/>
                  </a:cubicBezTo>
                  <a:cubicBezTo>
                    <a:pt x="174" y="147"/>
                    <a:pt x="171" y="145"/>
                    <a:pt x="171" y="142"/>
                  </a:cubicBezTo>
                  <a:cubicBezTo>
                    <a:pt x="170" y="137"/>
                    <a:pt x="174" y="129"/>
                    <a:pt x="178" y="127"/>
                  </a:cubicBezTo>
                  <a:cubicBezTo>
                    <a:pt x="181" y="125"/>
                    <a:pt x="183" y="125"/>
                    <a:pt x="185" y="126"/>
                  </a:cubicBezTo>
                  <a:cubicBezTo>
                    <a:pt x="186" y="124"/>
                    <a:pt x="186" y="121"/>
                    <a:pt x="187" y="120"/>
                  </a:cubicBezTo>
                  <a:cubicBezTo>
                    <a:pt x="187" y="119"/>
                    <a:pt x="187" y="118"/>
                    <a:pt x="187" y="117"/>
                  </a:cubicBezTo>
                  <a:cubicBezTo>
                    <a:pt x="186" y="116"/>
                    <a:pt x="185" y="116"/>
                    <a:pt x="184" y="115"/>
                  </a:cubicBezTo>
                  <a:cubicBezTo>
                    <a:pt x="182" y="112"/>
                    <a:pt x="181" y="107"/>
                    <a:pt x="181" y="104"/>
                  </a:cubicBezTo>
                  <a:cubicBezTo>
                    <a:pt x="181" y="100"/>
                    <a:pt x="181" y="98"/>
                    <a:pt x="180" y="94"/>
                  </a:cubicBezTo>
                  <a:cubicBezTo>
                    <a:pt x="180" y="93"/>
                    <a:pt x="180" y="92"/>
                    <a:pt x="180" y="90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79" y="90"/>
                    <a:pt x="179" y="89"/>
                    <a:pt x="179" y="89"/>
                  </a:cubicBezTo>
                  <a:cubicBezTo>
                    <a:pt x="178" y="87"/>
                    <a:pt x="177" y="86"/>
                    <a:pt x="176" y="85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4" y="82"/>
                    <a:pt x="173" y="82"/>
                    <a:pt x="173" y="81"/>
                  </a:cubicBezTo>
                  <a:cubicBezTo>
                    <a:pt x="168" y="75"/>
                    <a:pt x="163" y="68"/>
                    <a:pt x="165" y="62"/>
                  </a:cubicBezTo>
                  <a:cubicBezTo>
                    <a:pt x="166" y="60"/>
                    <a:pt x="167" y="57"/>
                    <a:pt x="168" y="55"/>
                  </a:cubicBezTo>
                  <a:cubicBezTo>
                    <a:pt x="169" y="54"/>
                    <a:pt x="169" y="54"/>
                    <a:pt x="170" y="53"/>
                  </a:cubicBezTo>
                  <a:cubicBezTo>
                    <a:pt x="170" y="52"/>
                    <a:pt x="171" y="51"/>
                    <a:pt x="171" y="50"/>
                  </a:cubicBezTo>
                  <a:cubicBezTo>
                    <a:pt x="171" y="49"/>
                    <a:pt x="171" y="49"/>
                    <a:pt x="170" y="49"/>
                  </a:cubicBezTo>
                  <a:cubicBezTo>
                    <a:pt x="169" y="47"/>
                    <a:pt x="168" y="45"/>
                    <a:pt x="167" y="44"/>
                  </a:cubicBezTo>
                  <a:cubicBezTo>
                    <a:pt x="166" y="43"/>
                    <a:pt x="165" y="43"/>
                    <a:pt x="163" y="42"/>
                  </a:cubicBezTo>
                  <a:cubicBezTo>
                    <a:pt x="159" y="42"/>
                    <a:pt x="155" y="41"/>
                    <a:pt x="152" y="35"/>
                  </a:cubicBezTo>
                  <a:cubicBezTo>
                    <a:pt x="151" y="31"/>
                    <a:pt x="151" y="31"/>
                    <a:pt x="148" y="28"/>
                  </a:cubicBezTo>
                  <a:cubicBezTo>
                    <a:pt x="147" y="26"/>
                    <a:pt x="145" y="24"/>
                    <a:pt x="142" y="23"/>
                  </a:cubicBezTo>
                  <a:cubicBezTo>
                    <a:pt x="140" y="21"/>
                    <a:pt x="139" y="19"/>
                    <a:pt x="139" y="18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0" y="10"/>
                    <a:pt x="130" y="10"/>
                    <a:pt x="130" y="10"/>
                  </a:cubicBezTo>
                  <a:cubicBezTo>
                    <a:pt x="129" y="10"/>
                    <a:pt x="128" y="11"/>
                    <a:pt x="128" y="11"/>
                  </a:cubicBezTo>
                  <a:cubicBezTo>
                    <a:pt x="127" y="11"/>
                    <a:pt x="127" y="12"/>
                    <a:pt x="127" y="12"/>
                  </a:cubicBezTo>
                  <a:cubicBezTo>
                    <a:pt x="126" y="13"/>
                    <a:pt x="125" y="14"/>
                    <a:pt x="124" y="15"/>
                  </a:cubicBezTo>
                  <a:cubicBezTo>
                    <a:pt x="123" y="16"/>
                    <a:pt x="122" y="16"/>
                    <a:pt x="119" y="16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16" y="16"/>
                    <a:pt x="116" y="16"/>
                    <a:pt x="116" y="16"/>
                  </a:cubicBezTo>
                  <a:cubicBezTo>
                    <a:pt x="115" y="16"/>
                    <a:pt x="114" y="16"/>
                    <a:pt x="114" y="16"/>
                  </a:cubicBezTo>
                  <a:cubicBezTo>
                    <a:pt x="113" y="17"/>
                    <a:pt x="112" y="17"/>
                    <a:pt x="111" y="17"/>
                  </a:cubicBezTo>
                  <a:cubicBezTo>
                    <a:pt x="110" y="17"/>
                    <a:pt x="108" y="17"/>
                    <a:pt x="107" y="18"/>
                  </a:cubicBezTo>
                  <a:cubicBezTo>
                    <a:pt x="108" y="18"/>
                    <a:pt x="108" y="19"/>
                    <a:pt x="109" y="23"/>
                  </a:cubicBezTo>
                  <a:cubicBezTo>
                    <a:pt x="109" y="24"/>
                    <a:pt x="110" y="24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3" y="27"/>
                    <a:pt x="114" y="29"/>
                    <a:pt x="113" y="32"/>
                  </a:cubicBezTo>
                  <a:cubicBezTo>
                    <a:pt x="113" y="32"/>
                    <a:pt x="113" y="32"/>
                    <a:pt x="113" y="32"/>
                  </a:cubicBezTo>
                  <a:cubicBezTo>
                    <a:pt x="112" y="34"/>
                    <a:pt x="111" y="35"/>
                    <a:pt x="110" y="36"/>
                  </a:cubicBezTo>
                  <a:cubicBezTo>
                    <a:pt x="110" y="36"/>
                    <a:pt x="109" y="36"/>
                    <a:pt x="109" y="36"/>
                  </a:cubicBezTo>
                  <a:cubicBezTo>
                    <a:pt x="109" y="36"/>
                    <a:pt x="109" y="37"/>
                    <a:pt x="109" y="37"/>
                  </a:cubicBezTo>
                  <a:cubicBezTo>
                    <a:pt x="108" y="40"/>
                    <a:pt x="107" y="43"/>
                    <a:pt x="105" y="47"/>
                  </a:cubicBezTo>
                  <a:cubicBezTo>
                    <a:pt x="104" y="48"/>
                    <a:pt x="104" y="49"/>
                    <a:pt x="103" y="50"/>
                  </a:cubicBezTo>
                  <a:cubicBezTo>
                    <a:pt x="103" y="52"/>
                    <a:pt x="102" y="54"/>
                    <a:pt x="100" y="56"/>
                  </a:cubicBezTo>
                  <a:cubicBezTo>
                    <a:pt x="99" y="57"/>
                    <a:pt x="97" y="58"/>
                    <a:pt x="95" y="59"/>
                  </a:cubicBezTo>
                  <a:cubicBezTo>
                    <a:pt x="94" y="60"/>
                    <a:pt x="93" y="60"/>
                    <a:pt x="93" y="61"/>
                  </a:cubicBezTo>
                  <a:cubicBezTo>
                    <a:pt x="92" y="62"/>
                    <a:pt x="91" y="63"/>
                    <a:pt x="90" y="64"/>
                  </a:cubicBezTo>
                  <a:cubicBezTo>
                    <a:pt x="87" y="67"/>
                    <a:pt x="84" y="71"/>
                    <a:pt x="78" y="72"/>
                  </a:cubicBezTo>
                  <a:cubicBezTo>
                    <a:pt x="76" y="72"/>
                    <a:pt x="74" y="71"/>
                    <a:pt x="73" y="71"/>
                  </a:cubicBezTo>
                  <a:cubicBezTo>
                    <a:pt x="72" y="71"/>
                    <a:pt x="71" y="71"/>
                    <a:pt x="70" y="71"/>
                  </a:cubicBezTo>
                  <a:cubicBezTo>
                    <a:pt x="66" y="71"/>
                    <a:pt x="62" y="72"/>
                    <a:pt x="59" y="73"/>
                  </a:cubicBezTo>
                  <a:cubicBezTo>
                    <a:pt x="58" y="73"/>
                    <a:pt x="57" y="74"/>
                    <a:pt x="56" y="74"/>
                  </a:cubicBezTo>
                  <a:cubicBezTo>
                    <a:pt x="53" y="74"/>
                    <a:pt x="51" y="71"/>
                    <a:pt x="50" y="70"/>
                  </a:cubicBezTo>
                  <a:cubicBezTo>
                    <a:pt x="50" y="70"/>
                    <a:pt x="49" y="70"/>
                    <a:pt x="49" y="70"/>
                  </a:cubicBezTo>
                  <a:cubicBezTo>
                    <a:pt x="48" y="70"/>
                    <a:pt x="48" y="69"/>
                    <a:pt x="47" y="69"/>
                  </a:cubicBezTo>
                  <a:cubicBezTo>
                    <a:pt x="47" y="69"/>
                    <a:pt x="47" y="69"/>
                    <a:pt x="47" y="70"/>
                  </a:cubicBezTo>
                  <a:cubicBezTo>
                    <a:pt x="46" y="71"/>
                    <a:pt x="46" y="71"/>
                    <a:pt x="46" y="72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5" y="75"/>
                    <a:pt x="45" y="77"/>
                    <a:pt x="43" y="78"/>
                  </a:cubicBezTo>
                  <a:cubicBezTo>
                    <a:pt x="42" y="79"/>
                    <a:pt x="41" y="80"/>
                    <a:pt x="39" y="80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38" y="81"/>
                    <a:pt x="37" y="81"/>
                    <a:pt x="36" y="81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33" y="82"/>
                    <a:pt x="33" y="83"/>
                    <a:pt x="33" y="84"/>
                  </a:cubicBezTo>
                  <a:cubicBezTo>
                    <a:pt x="33" y="85"/>
                    <a:pt x="32" y="87"/>
                    <a:pt x="31" y="88"/>
                  </a:cubicBezTo>
                  <a:cubicBezTo>
                    <a:pt x="30" y="88"/>
                    <a:pt x="30" y="88"/>
                    <a:pt x="29" y="88"/>
                  </a:cubicBezTo>
                  <a:cubicBezTo>
                    <a:pt x="29" y="90"/>
                    <a:pt x="29" y="92"/>
                    <a:pt x="28" y="93"/>
                  </a:cubicBezTo>
                  <a:cubicBezTo>
                    <a:pt x="26" y="96"/>
                    <a:pt x="24" y="97"/>
                    <a:pt x="20" y="96"/>
                  </a:cubicBezTo>
                  <a:cubicBezTo>
                    <a:pt x="20" y="96"/>
                    <a:pt x="20" y="96"/>
                    <a:pt x="20" y="97"/>
                  </a:cubicBezTo>
                  <a:cubicBezTo>
                    <a:pt x="20" y="97"/>
                    <a:pt x="20" y="97"/>
                    <a:pt x="20" y="97"/>
                  </a:cubicBezTo>
                  <a:cubicBezTo>
                    <a:pt x="20" y="97"/>
                    <a:pt x="20" y="97"/>
                    <a:pt x="20" y="97"/>
                  </a:cubicBezTo>
                  <a:cubicBezTo>
                    <a:pt x="20" y="97"/>
                    <a:pt x="19" y="97"/>
                    <a:pt x="19" y="98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8"/>
                    <a:pt x="18" y="98"/>
                    <a:pt x="18" y="99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8" y="100"/>
                    <a:pt x="18" y="101"/>
                    <a:pt x="17" y="102"/>
                  </a:cubicBezTo>
                  <a:cubicBezTo>
                    <a:pt x="17" y="106"/>
                    <a:pt x="15" y="109"/>
                    <a:pt x="13" y="111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2" y="114"/>
                    <a:pt x="12" y="115"/>
                    <a:pt x="12" y="118"/>
                  </a:cubicBezTo>
                  <a:cubicBezTo>
                    <a:pt x="12" y="120"/>
                    <a:pt x="12" y="120"/>
                    <a:pt x="12" y="120"/>
                  </a:cubicBezTo>
                  <a:cubicBezTo>
                    <a:pt x="12" y="122"/>
                    <a:pt x="11" y="124"/>
                    <a:pt x="11" y="126"/>
                  </a:cubicBezTo>
                  <a:cubicBezTo>
                    <a:pt x="10" y="130"/>
                    <a:pt x="10" y="132"/>
                    <a:pt x="12" y="133"/>
                  </a:cubicBezTo>
                  <a:cubicBezTo>
                    <a:pt x="16" y="137"/>
                    <a:pt x="21" y="140"/>
                    <a:pt x="26" y="144"/>
                  </a:cubicBezTo>
                  <a:cubicBezTo>
                    <a:pt x="27" y="144"/>
                    <a:pt x="28" y="145"/>
                    <a:pt x="30" y="146"/>
                  </a:cubicBezTo>
                  <a:cubicBezTo>
                    <a:pt x="36" y="150"/>
                    <a:pt x="45" y="155"/>
                    <a:pt x="45" y="162"/>
                  </a:cubicBezTo>
                  <a:cubicBezTo>
                    <a:pt x="45" y="168"/>
                    <a:pt x="45" y="168"/>
                    <a:pt x="45" y="168"/>
                  </a:cubicBezTo>
                  <a:cubicBezTo>
                    <a:pt x="45" y="172"/>
                    <a:pt x="45" y="176"/>
                    <a:pt x="45" y="180"/>
                  </a:cubicBezTo>
                  <a:cubicBezTo>
                    <a:pt x="45" y="182"/>
                    <a:pt x="45" y="184"/>
                    <a:pt x="44" y="186"/>
                  </a:cubicBezTo>
                  <a:cubicBezTo>
                    <a:pt x="44" y="186"/>
                    <a:pt x="44" y="187"/>
                    <a:pt x="44" y="188"/>
                  </a:cubicBezTo>
                  <a:cubicBezTo>
                    <a:pt x="47" y="189"/>
                    <a:pt x="47" y="195"/>
                    <a:pt x="47" y="198"/>
                  </a:cubicBezTo>
                  <a:cubicBezTo>
                    <a:pt x="47" y="199"/>
                    <a:pt x="47" y="199"/>
                    <a:pt x="47" y="199"/>
                  </a:cubicBezTo>
                  <a:cubicBezTo>
                    <a:pt x="48" y="201"/>
                    <a:pt x="50" y="203"/>
                    <a:pt x="52" y="205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6" y="210"/>
                    <a:pt x="60" y="214"/>
                    <a:pt x="60" y="221"/>
                  </a:cubicBezTo>
                  <a:cubicBezTo>
                    <a:pt x="61" y="227"/>
                    <a:pt x="61" y="234"/>
                    <a:pt x="60" y="243"/>
                  </a:cubicBezTo>
                  <a:cubicBezTo>
                    <a:pt x="60" y="245"/>
                    <a:pt x="60" y="245"/>
                    <a:pt x="60" y="245"/>
                  </a:cubicBezTo>
                  <a:cubicBezTo>
                    <a:pt x="60" y="246"/>
                    <a:pt x="60" y="247"/>
                    <a:pt x="60" y="249"/>
                  </a:cubicBezTo>
                  <a:cubicBezTo>
                    <a:pt x="60" y="249"/>
                    <a:pt x="61" y="250"/>
                    <a:pt x="61" y="251"/>
                  </a:cubicBezTo>
                  <a:cubicBezTo>
                    <a:pt x="61" y="252"/>
                    <a:pt x="62" y="255"/>
                    <a:pt x="62" y="257"/>
                  </a:cubicBezTo>
                  <a:cubicBezTo>
                    <a:pt x="62" y="258"/>
                    <a:pt x="61" y="260"/>
                    <a:pt x="61" y="260"/>
                  </a:cubicBezTo>
                  <a:cubicBezTo>
                    <a:pt x="60" y="262"/>
                    <a:pt x="60" y="262"/>
                    <a:pt x="60" y="263"/>
                  </a:cubicBezTo>
                  <a:cubicBezTo>
                    <a:pt x="61" y="264"/>
                    <a:pt x="61" y="265"/>
                    <a:pt x="61" y="266"/>
                  </a:cubicBezTo>
                  <a:cubicBezTo>
                    <a:pt x="61" y="291"/>
                    <a:pt x="61" y="319"/>
                    <a:pt x="61" y="347"/>
                  </a:cubicBezTo>
                  <a:cubicBezTo>
                    <a:pt x="60" y="351"/>
                    <a:pt x="58" y="353"/>
                    <a:pt x="56" y="35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89" name="Freeform 79">
              <a:extLst>
                <a:ext uri="{FF2B5EF4-FFF2-40B4-BE49-F238E27FC236}">
                  <a16:creationId xmlns:a16="http://schemas.microsoft.com/office/drawing/2014/main" id="{B2C2E802-1991-4906-9B13-F5C2A168C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5675" y="2455863"/>
              <a:ext cx="212725" cy="447675"/>
            </a:xfrm>
            <a:custGeom>
              <a:avLst/>
              <a:gdLst>
                <a:gd name="T0" fmla="*/ 141 w 188"/>
                <a:gd name="T1" fmla="*/ 14 h 396"/>
                <a:gd name="T2" fmla="*/ 153 w 188"/>
                <a:gd name="T3" fmla="*/ 28 h 396"/>
                <a:gd name="T4" fmla="*/ 172 w 188"/>
                <a:gd name="T5" fmla="*/ 44 h 396"/>
                <a:gd name="T6" fmla="*/ 166 w 188"/>
                <a:gd name="T7" fmla="*/ 59 h 396"/>
                <a:gd name="T8" fmla="*/ 178 w 188"/>
                <a:gd name="T9" fmla="*/ 81 h 396"/>
                <a:gd name="T10" fmla="*/ 180 w 188"/>
                <a:gd name="T11" fmla="*/ 85 h 396"/>
                <a:gd name="T12" fmla="*/ 182 w 188"/>
                <a:gd name="T13" fmla="*/ 99 h 396"/>
                <a:gd name="T14" fmla="*/ 187 w 188"/>
                <a:gd name="T15" fmla="*/ 109 h 396"/>
                <a:gd name="T16" fmla="*/ 183 w 188"/>
                <a:gd name="T17" fmla="*/ 127 h 396"/>
                <a:gd name="T18" fmla="*/ 171 w 188"/>
                <a:gd name="T19" fmla="*/ 136 h 396"/>
                <a:gd name="T20" fmla="*/ 173 w 188"/>
                <a:gd name="T21" fmla="*/ 150 h 396"/>
                <a:gd name="T22" fmla="*/ 166 w 188"/>
                <a:gd name="T23" fmla="*/ 163 h 396"/>
                <a:gd name="T24" fmla="*/ 157 w 188"/>
                <a:gd name="T25" fmla="*/ 174 h 396"/>
                <a:gd name="T26" fmla="*/ 149 w 188"/>
                <a:gd name="T27" fmla="*/ 181 h 396"/>
                <a:gd name="T28" fmla="*/ 145 w 188"/>
                <a:gd name="T29" fmla="*/ 193 h 396"/>
                <a:gd name="T30" fmla="*/ 131 w 188"/>
                <a:gd name="T31" fmla="*/ 213 h 396"/>
                <a:gd name="T32" fmla="*/ 122 w 188"/>
                <a:gd name="T33" fmla="*/ 214 h 396"/>
                <a:gd name="T34" fmla="*/ 121 w 188"/>
                <a:gd name="T35" fmla="*/ 228 h 396"/>
                <a:gd name="T36" fmla="*/ 120 w 188"/>
                <a:gd name="T37" fmla="*/ 246 h 396"/>
                <a:gd name="T38" fmla="*/ 118 w 188"/>
                <a:gd name="T39" fmla="*/ 259 h 396"/>
                <a:gd name="T40" fmla="*/ 118 w 188"/>
                <a:gd name="T41" fmla="*/ 276 h 396"/>
                <a:gd name="T42" fmla="*/ 118 w 188"/>
                <a:gd name="T43" fmla="*/ 293 h 396"/>
                <a:gd name="T44" fmla="*/ 121 w 188"/>
                <a:gd name="T45" fmla="*/ 312 h 396"/>
                <a:gd name="T46" fmla="*/ 120 w 188"/>
                <a:gd name="T47" fmla="*/ 320 h 396"/>
                <a:gd name="T48" fmla="*/ 120 w 188"/>
                <a:gd name="T49" fmla="*/ 339 h 396"/>
                <a:gd name="T50" fmla="*/ 119 w 188"/>
                <a:gd name="T51" fmla="*/ 346 h 396"/>
                <a:gd name="T52" fmla="*/ 119 w 188"/>
                <a:gd name="T53" fmla="*/ 356 h 396"/>
                <a:gd name="T54" fmla="*/ 119 w 188"/>
                <a:gd name="T55" fmla="*/ 371 h 396"/>
                <a:gd name="T56" fmla="*/ 93 w 188"/>
                <a:gd name="T57" fmla="*/ 389 h 396"/>
                <a:gd name="T58" fmla="*/ 58 w 188"/>
                <a:gd name="T59" fmla="*/ 393 h 396"/>
                <a:gd name="T60" fmla="*/ 57 w 188"/>
                <a:gd name="T61" fmla="*/ 379 h 396"/>
                <a:gd name="T62" fmla="*/ 49 w 188"/>
                <a:gd name="T63" fmla="*/ 367 h 396"/>
                <a:gd name="T64" fmla="*/ 50 w 188"/>
                <a:gd name="T65" fmla="*/ 355 h 396"/>
                <a:gd name="T66" fmla="*/ 52 w 188"/>
                <a:gd name="T67" fmla="*/ 341 h 396"/>
                <a:gd name="T68" fmla="*/ 52 w 188"/>
                <a:gd name="T69" fmla="*/ 255 h 396"/>
                <a:gd name="T70" fmla="*/ 52 w 188"/>
                <a:gd name="T71" fmla="*/ 244 h 396"/>
                <a:gd name="T72" fmla="*/ 52 w 188"/>
                <a:gd name="T73" fmla="*/ 216 h 396"/>
                <a:gd name="T74" fmla="*/ 39 w 188"/>
                <a:gd name="T75" fmla="*/ 195 h 396"/>
                <a:gd name="T76" fmla="*/ 35 w 188"/>
                <a:gd name="T77" fmla="*/ 182 h 396"/>
                <a:gd name="T78" fmla="*/ 36 w 188"/>
                <a:gd name="T79" fmla="*/ 157 h 396"/>
                <a:gd name="T80" fmla="*/ 5 w 188"/>
                <a:gd name="T81" fmla="*/ 132 h 396"/>
                <a:gd name="T82" fmla="*/ 5 w 188"/>
                <a:gd name="T83" fmla="*/ 105 h 396"/>
                <a:gd name="T84" fmla="*/ 10 w 188"/>
                <a:gd name="T85" fmla="*/ 91 h 396"/>
                <a:gd name="T86" fmla="*/ 12 w 188"/>
                <a:gd name="T87" fmla="*/ 88 h 396"/>
                <a:gd name="T88" fmla="*/ 20 w 188"/>
                <a:gd name="T89" fmla="*/ 81 h 396"/>
                <a:gd name="T90" fmla="*/ 25 w 188"/>
                <a:gd name="T91" fmla="*/ 72 h 396"/>
                <a:gd name="T92" fmla="*/ 33 w 188"/>
                <a:gd name="T93" fmla="*/ 69 h 396"/>
                <a:gd name="T94" fmla="*/ 35 w 188"/>
                <a:gd name="T95" fmla="*/ 66 h 396"/>
                <a:gd name="T96" fmla="*/ 39 w 188"/>
                <a:gd name="T97" fmla="*/ 62 h 396"/>
                <a:gd name="T98" fmla="*/ 54 w 188"/>
                <a:gd name="T99" fmla="*/ 64 h 396"/>
                <a:gd name="T100" fmla="*/ 74 w 188"/>
                <a:gd name="T101" fmla="*/ 62 h 396"/>
                <a:gd name="T102" fmla="*/ 93 w 188"/>
                <a:gd name="T103" fmla="*/ 47 h 396"/>
                <a:gd name="T104" fmla="*/ 100 w 188"/>
                <a:gd name="T105" fmla="*/ 31 h 396"/>
                <a:gd name="T106" fmla="*/ 104 w 188"/>
                <a:gd name="T107" fmla="*/ 26 h 396"/>
                <a:gd name="T108" fmla="*/ 101 w 188"/>
                <a:gd name="T109" fmla="*/ 20 h 396"/>
                <a:gd name="T110" fmla="*/ 108 w 188"/>
                <a:gd name="T111" fmla="*/ 7 h 396"/>
                <a:gd name="T112" fmla="*/ 118 w 188"/>
                <a:gd name="T113" fmla="*/ 6 h 396"/>
                <a:gd name="T114" fmla="*/ 121 w 188"/>
                <a:gd name="T115" fmla="*/ 3 h 396"/>
                <a:gd name="T116" fmla="*/ 136 w 188"/>
                <a:gd name="T117" fmla="*/ 7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8" h="396">
                  <a:moveTo>
                    <a:pt x="136" y="7"/>
                  </a:moveTo>
                  <a:cubicBezTo>
                    <a:pt x="139" y="8"/>
                    <a:pt x="139" y="12"/>
                    <a:pt x="141" y="14"/>
                  </a:cubicBezTo>
                  <a:cubicBezTo>
                    <a:pt x="144" y="15"/>
                    <a:pt x="146" y="18"/>
                    <a:pt x="148" y="20"/>
                  </a:cubicBezTo>
                  <a:cubicBezTo>
                    <a:pt x="151" y="24"/>
                    <a:pt x="151" y="24"/>
                    <a:pt x="153" y="28"/>
                  </a:cubicBezTo>
                  <a:cubicBezTo>
                    <a:pt x="155" y="34"/>
                    <a:pt x="162" y="31"/>
                    <a:pt x="166" y="36"/>
                  </a:cubicBezTo>
                  <a:cubicBezTo>
                    <a:pt x="169" y="38"/>
                    <a:pt x="170" y="42"/>
                    <a:pt x="172" y="44"/>
                  </a:cubicBezTo>
                  <a:cubicBezTo>
                    <a:pt x="173" y="45"/>
                    <a:pt x="169" y="51"/>
                    <a:pt x="169" y="52"/>
                  </a:cubicBezTo>
                  <a:cubicBezTo>
                    <a:pt x="168" y="54"/>
                    <a:pt x="167" y="57"/>
                    <a:pt x="166" y="59"/>
                  </a:cubicBezTo>
                  <a:cubicBezTo>
                    <a:pt x="164" y="64"/>
                    <a:pt x="172" y="72"/>
                    <a:pt x="174" y="75"/>
                  </a:cubicBezTo>
                  <a:cubicBezTo>
                    <a:pt x="176" y="77"/>
                    <a:pt x="177" y="79"/>
                    <a:pt x="178" y="81"/>
                  </a:cubicBezTo>
                  <a:cubicBezTo>
                    <a:pt x="179" y="82"/>
                    <a:pt x="180" y="81"/>
                    <a:pt x="180" y="82"/>
                  </a:cubicBezTo>
                  <a:cubicBezTo>
                    <a:pt x="180" y="83"/>
                    <a:pt x="180" y="84"/>
                    <a:pt x="180" y="85"/>
                  </a:cubicBezTo>
                  <a:cubicBezTo>
                    <a:pt x="180" y="87"/>
                    <a:pt x="180" y="87"/>
                    <a:pt x="181" y="88"/>
                  </a:cubicBezTo>
                  <a:cubicBezTo>
                    <a:pt x="182" y="92"/>
                    <a:pt x="182" y="95"/>
                    <a:pt x="182" y="99"/>
                  </a:cubicBezTo>
                  <a:cubicBezTo>
                    <a:pt x="181" y="102"/>
                    <a:pt x="182" y="105"/>
                    <a:pt x="184" y="107"/>
                  </a:cubicBezTo>
                  <a:cubicBezTo>
                    <a:pt x="185" y="108"/>
                    <a:pt x="187" y="107"/>
                    <a:pt x="187" y="109"/>
                  </a:cubicBezTo>
                  <a:cubicBezTo>
                    <a:pt x="187" y="111"/>
                    <a:pt x="188" y="114"/>
                    <a:pt x="187" y="116"/>
                  </a:cubicBezTo>
                  <a:cubicBezTo>
                    <a:pt x="187" y="117"/>
                    <a:pt x="185" y="127"/>
                    <a:pt x="183" y="127"/>
                  </a:cubicBezTo>
                  <a:cubicBezTo>
                    <a:pt x="180" y="128"/>
                    <a:pt x="179" y="124"/>
                    <a:pt x="176" y="126"/>
                  </a:cubicBezTo>
                  <a:cubicBezTo>
                    <a:pt x="174" y="127"/>
                    <a:pt x="171" y="133"/>
                    <a:pt x="171" y="136"/>
                  </a:cubicBezTo>
                  <a:cubicBezTo>
                    <a:pt x="172" y="140"/>
                    <a:pt x="178" y="141"/>
                    <a:pt x="177" y="145"/>
                  </a:cubicBezTo>
                  <a:cubicBezTo>
                    <a:pt x="176" y="147"/>
                    <a:pt x="174" y="148"/>
                    <a:pt x="173" y="150"/>
                  </a:cubicBezTo>
                  <a:cubicBezTo>
                    <a:pt x="173" y="152"/>
                    <a:pt x="173" y="154"/>
                    <a:pt x="172" y="156"/>
                  </a:cubicBezTo>
                  <a:cubicBezTo>
                    <a:pt x="171" y="159"/>
                    <a:pt x="168" y="162"/>
                    <a:pt x="166" y="163"/>
                  </a:cubicBezTo>
                  <a:cubicBezTo>
                    <a:pt x="164" y="164"/>
                    <a:pt x="158" y="163"/>
                    <a:pt x="156" y="166"/>
                  </a:cubicBezTo>
                  <a:cubicBezTo>
                    <a:pt x="154" y="169"/>
                    <a:pt x="158" y="172"/>
                    <a:pt x="157" y="174"/>
                  </a:cubicBezTo>
                  <a:cubicBezTo>
                    <a:pt x="155" y="177"/>
                    <a:pt x="154" y="175"/>
                    <a:pt x="153" y="176"/>
                  </a:cubicBezTo>
                  <a:cubicBezTo>
                    <a:pt x="151" y="178"/>
                    <a:pt x="151" y="179"/>
                    <a:pt x="149" y="181"/>
                  </a:cubicBezTo>
                  <a:cubicBezTo>
                    <a:pt x="148" y="183"/>
                    <a:pt x="144" y="186"/>
                    <a:pt x="144" y="189"/>
                  </a:cubicBezTo>
                  <a:cubicBezTo>
                    <a:pt x="144" y="191"/>
                    <a:pt x="145" y="192"/>
                    <a:pt x="145" y="193"/>
                  </a:cubicBezTo>
                  <a:cubicBezTo>
                    <a:pt x="146" y="199"/>
                    <a:pt x="144" y="205"/>
                    <a:pt x="141" y="211"/>
                  </a:cubicBezTo>
                  <a:cubicBezTo>
                    <a:pt x="139" y="215"/>
                    <a:pt x="133" y="212"/>
                    <a:pt x="131" y="213"/>
                  </a:cubicBezTo>
                  <a:cubicBezTo>
                    <a:pt x="129" y="213"/>
                    <a:pt x="128" y="214"/>
                    <a:pt x="126" y="214"/>
                  </a:cubicBezTo>
                  <a:cubicBezTo>
                    <a:pt x="125" y="214"/>
                    <a:pt x="124" y="213"/>
                    <a:pt x="122" y="214"/>
                  </a:cubicBezTo>
                  <a:cubicBezTo>
                    <a:pt x="122" y="217"/>
                    <a:pt x="121" y="220"/>
                    <a:pt x="121" y="223"/>
                  </a:cubicBezTo>
                  <a:cubicBezTo>
                    <a:pt x="121" y="225"/>
                    <a:pt x="121" y="226"/>
                    <a:pt x="121" y="228"/>
                  </a:cubicBezTo>
                  <a:cubicBezTo>
                    <a:pt x="121" y="229"/>
                    <a:pt x="120" y="231"/>
                    <a:pt x="120" y="232"/>
                  </a:cubicBezTo>
                  <a:cubicBezTo>
                    <a:pt x="120" y="236"/>
                    <a:pt x="120" y="241"/>
                    <a:pt x="120" y="246"/>
                  </a:cubicBezTo>
                  <a:cubicBezTo>
                    <a:pt x="120" y="248"/>
                    <a:pt x="121" y="250"/>
                    <a:pt x="120" y="252"/>
                  </a:cubicBezTo>
                  <a:cubicBezTo>
                    <a:pt x="119" y="254"/>
                    <a:pt x="118" y="256"/>
                    <a:pt x="118" y="259"/>
                  </a:cubicBezTo>
                  <a:cubicBezTo>
                    <a:pt x="117" y="262"/>
                    <a:pt x="119" y="265"/>
                    <a:pt x="120" y="268"/>
                  </a:cubicBezTo>
                  <a:cubicBezTo>
                    <a:pt x="120" y="270"/>
                    <a:pt x="119" y="274"/>
                    <a:pt x="118" y="276"/>
                  </a:cubicBezTo>
                  <a:cubicBezTo>
                    <a:pt x="118" y="280"/>
                    <a:pt x="116" y="284"/>
                    <a:pt x="116" y="288"/>
                  </a:cubicBezTo>
                  <a:cubicBezTo>
                    <a:pt x="116" y="290"/>
                    <a:pt x="118" y="291"/>
                    <a:pt x="118" y="293"/>
                  </a:cubicBezTo>
                  <a:cubicBezTo>
                    <a:pt x="119" y="296"/>
                    <a:pt x="119" y="298"/>
                    <a:pt x="119" y="302"/>
                  </a:cubicBezTo>
                  <a:cubicBezTo>
                    <a:pt x="118" y="306"/>
                    <a:pt x="119" y="309"/>
                    <a:pt x="121" y="312"/>
                  </a:cubicBezTo>
                  <a:cubicBezTo>
                    <a:pt x="122" y="314"/>
                    <a:pt x="123" y="314"/>
                    <a:pt x="123" y="316"/>
                  </a:cubicBezTo>
                  <a:cubicBezTo>
                    <a:pt x="122" y="319"/>
                    <a:pt x="120" y="318"/>
                    <a:pt x="120" y="320"/>
                  </a:cubicBezTo>
                  <a:cubicBezTo>
                    <a:pt x="120" y="325"/>
                    <a:pt x="121" y="330"/>
                    <a:pt x="121" y="335"/>
                  </a:cubicBezTo>
                  <a:cubicBezTo>
                    <a:pt x="121" y="336"/>
                    <a:pt x="120" y="337"/>
                    <a:pt x="120" y="339"/>
                  </a:cubicBezTo>
                  <a:cubicBezTo>
                    <a:pt x="120" y="340"/>
                    <a:pt x="121" y="341"/>
                    <a:pt x="121" y="342"/>
                  </a:cubicBezTo>
                  <a:cubicBezTo>
                    <a:pt x="122" y="345"/>
                    <a:pt x="120" y="344"/>
                    <a:pt x="119" y="346"/>
                  </a:cubicBezTo>
                  <a:cubicBezTo>
                    <a:pt x="118" y="348"/>
                    <a:pt x="119" y="349"/>
                    <a:pt x="119" y="350"/>
                  </a:cubicBezTo>
                  <a:cubicBezTo>
                    <a:pt x="119" y="352"/>
                    <a:pt x="119" y="354"/>
                    <a:pt x="119" y="356"/>
                  </a:cubicBezTo>
                  <a:cubicBezTo>
                    <a:pt x="119" y="361"/>
                    <a:pt x="121" y="360"/>
                    <a:pt x="122" y="363"/>
                  </a:cubicBezTo>
                  <a:cubicBezTo>
                    <a:pt x="122" y="366"/>
                    <a:pt x="119" y="367"/>
                    <a:pt x="119" y="371"/>
                  </a:cubicBezTo>
                  <a:cubicBezTo>
                    <a:pt x="119" y="373"/>
                    <a:pt x="118" y="387"/>
                    <a:pt x="117" y="387"/>
                  </a:cubicBezTo>
                  <a:cubicBezTo>
                    <a:pt x="109" y="388"/>
                    <a:pt x="101" y="388"/>
                    <a:pt x="93" y="389"/>
                  </a:cubicBezTo>
                  <a:cubicBezTo>
                    <a:pt x="79" y="390"/>
                    <a:pt x="65" y="392"/>
                    <a:pt x="52" y="396"/>
                  </a:cubicBezTo>
                  <a:cubicBezTo>
                    <a:pt x="51" y="393"/>
                    <a:pt x="56" y="393"/>
                    <a:pt x="58" y="393"/>
                  </a:cubicBezTo>
                  <a:cubicBezTo>
                    <a:pt x="62" y="392"/>
                    <a:pt x="61" y="391"/>
                    <a:pt x="61" y="387"/>
                  </a:cubicBezTo>
                  <a:cubicBezTo>
                    <a:pt x="60" y="384"/>
                    <a:pt x="58" y="382"/>
                    <a:pt x="57" y="379"/>
                  </a:cubicBezTo>
                  <a:cubicBezTo>
                    <a:pt x="56" y="377"/>
                    <a:pt x="54" y="375"/>
                    <a:pt x="53" y="373"/>
                  </a:cubicBezTo>
                  <a:cubicBezTo>
                    <a:pt x="51" y="372"/>
                    <a:pt x="49" y="370"/>
                    <a:pt x="49" y="367"/>
                  </a:cubicBezTo>
                  <a:cubicBezTo>
                    <a:pt x="49" y="365"/>
                    <a:pt x="51" y="363"/>
                    <a:pt x="50" y="360"/>
                  </a:cubicBezTo>
                  <a:cubicBezTo>
                    <a:pt x="50" y="358"/>
                    <a:pt x="50" y="357"/>
                    <a:pt x="50" y="355"/>
                  </a:cubicBezTo>
                  <a:cubicBezTo>
                    <a:pt x="50" y="353"/>
                    <a:pt x="49" y="352"/>
                    <a:pt x="48" y="350"/>
                  </a:cubicBezTo>
                  <a:cubicBezTo>
                    <a:pt x="45" y="345"/>
                    <a:pt x="52" y="347"/>
                    <a:pt x="52" y="341"/>
                  </a:cubicBezTo>
                  <a:cubicBezTo>
                    <a:pt x="53" y="315"/>
                    <a:pt x="52" y="288"/>
                    <a:pt x="52" y="262"/>
                  </a:cubicBezTo>
                  <a:cubicBezTo>
                    <a:pt x="52" y="259"/>
                    <a:pt x="51" y="258"/>
                    <a:pt x="52" y="255"/>
                  </a:cubicBezTo>
                  <a:cubicBezTo>
                    <a:pt x="52" y="254"/>
                    <a:pt x="53" y="253"/>
                    <a:pt x="53" y="251"/>
                  </a:cubicBezTo>
                  <a:cubicBezTo>
                    <a:pt x="54" y="249"/>
                    <a:pt x="52" y="247"/>
                    <a:pt x="52" y="244"/>
                  </a:cubicBezTo>
                  <a:cubicBezTo>
                    <a:pt x="52" y="242"/>
                    <a:pt x="52" y="240"/>
                    <a:pt x="52" y="237"/>
                  </a:cubicBezTo>
                  <a:cubicBezTo>
                    <a:pt x="52" y="230"/>
                    <a:pt x="52" y="223"/>
                    <a:pt x="52" y="216"/>
                  </a:cubicBezTo>
                  <a:cubicBezTo>
                    <a:pt x="51" y="211"/>
                    <a:pt x="49" y="208"/>
                    <a:pt x="45" y="204"/>
                  </a:cubicBezTo>
                  <a:cubicBezTo>
                    <a:pt x="43" y="201"/>
                    <a:pt x="39" y="198"/>
                    <a:pt x="39" y="195"/>
                  </a:cubicBezTo>
                  <a:cubicBezTo>
                    <a:pt x="39" y="193"/>
                    <a:pt x="39" y="185"/>
                    <a:pt x="36" y="187"/>
                  </a:cubicBezTo>
                  <a:cubicBezTo>
                    <a:pt x="36" y="185"/>
                    <a:pt x="35" y="184"/>
                    <a:pt x="35" y="182"/>
                  </a:cubicBezTo>
                  <a:cubicBezTo>
                    <a:pt x="35" y="180"/>
                    <a:pt x="37" y="178"/>
                    <a:pt x="37" y="175"/>
                  </a:cubicBezTo>
                  <a:cubicBezTo>
                    <a:pt x="36" y="169"/>
                    <a:pt x="36" y="163"/>
                    <a:pt x="36" y="157"/>
                  </a:cubicBezTo>
                  <a:cubicBezTo>
                    <a:pt x="36" y="151"/>
                    <a:pt x="24" y="146"/>
                    <a:pt x="19" y="142"/>
                  </a:cubicBezTo>
                  <a:cubicBezTo>
                    <a:pt x="14" y="139"/>
                    <a:pt x="10" y="135"/>
                    <a:pt x="5" y="132"/>
                  </a:cubicBezTo>
                  <a:cubicBezTo>
                    <a:pt x="0" y="128"/>
                    <a:pt x="3" y="121"/>
                    <a:pt x="3" y="115"/>
                  </a:cubicBezTo>
                  <a:cubicBezTo>
                    <a:pt x="3" y="111"/>
                    <a:pt x="3" y="109"/>
                    <a:pt x="5" y="105"/>
                  </a:cubicBezTo>
                  <a:cubicBezTo>
                    <a:pt x="7" y="102"/>
                    <a:pt x="8" y="100"/>
                    <a:pt x="9" y="96"/>
                  </a:cubicBezTo>
                  <a:cubicBezTo>
                    <a:pt x="9" y="94"/>
                    <a:pt x="9" y="93"/>
                    <a:pt x="10" y="91"/>
                  </a:cubicBezTo>
                  <a:cubicBezTo>
                    <a:pt x="10" y="89"/>
                    <a:pt x="12" y="90"/>
                    <a:pt x="12" y="89"/>
                  </a:cubicBezTo>
                  <a:cubicBezTo>
                    <a:pt x="12" y="89"/>
                    <a:pt x="12" y="88"/>
                    <a:pt x="12" y="88"/>
                  </a:cubicBezTo>
                  <a:cubicBezTo>
                    <a:pt x="15" y="84"/>
                    <a:pt x="13" y="84"/>
                    <a:pt x="17" y="86"/>
                  </a:cubicBezTo>
                  <a:cubicBezTo>
                    <a:pt x="23" y="89"/>
                    <a:pt x="20" y="81"/>
                    <a:pt x="20" y="81"/>
                  </a:cubicBezTo>
                  <a:cubicBezTo>
                    <a:pt x="18" y="80"/>
                    <a:pt x="23" y="78"/>
                    <a:pt x="24" y="79"/>
                  </a:cubicBezTo>
                  <a:cubicBezTo>
                    <a:pt x="24" y="76"/>
                    <a:pt x="22" y="73"/>
                    <a:pt x="25" y="72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33" y="71"/>
                    <a:pt x="30" y="70"/>
                    <a:pt x="33" y="69"/>
                  </a:cubicBezTo>
                  <a:cubicBezTo>
                    <a:pt x="33" y="69"/>
                    <a:pt x="35" y="71"/>
                    <a:pt x="36" y="70"/>
                  </a:cubicBezTo>
                  <a:cubicBezTo>
                    <a:pt x="36" y="69"/>
                    <a:pt x="35" y="68"/>
                    <a:pt x="35" y="66"/>
                  </a:cubicBezTo>
                  <a:cubicBezTo>
                    <a:pt x="36" y="66"/>
                    <a:pt x="37" y="65"/>
                    <a:pt x="38" y="65"/>
                  </a:cubicBezTo>
                  <a:cubicBezTo>
                    <a:pt x="38" y="64"/>
                    <a:pt x="38" y="63"/>
                    <a:pt x="39" y="62"/>
                  </a:cubicBezTo>
                  <a:cubicBezTo>
                    <a:pt x="42" y="59"/>
                    <a:pt x="43" y="60"/>
                    <a:pt x="47" y="60"/>
                  </a:cubicBezTo>
                  <a:cubicBezTo>
                    <a:pt x="51" y="60"/>
                    <a:pt x="49" y="65"/>
                    <a:pt x="54" y="64"/>
                  </a:cubicBezTo>
                  <a:cubicBezTo>
                    <a:pt x="57" y="63"/>
                    <a:pt x="61" y="62"/>
                    <a:pt x="65" y="61"/>
                  </a:cubicBezTo>
                  <a:cubicBezTo>
                    <a:pt x="68" y="61"/>
                    <a:pt x="70" y="62"/>
                    <a:pt x="74" y="62"/>
                  </a:cubicBezTo>
                  <a:cubicBezTo>
                    <a:pt x="79" y="62"/>
                    <a:pt x="81" y="56"/>
                    <a:pt x="85" y="53"/>
                  </a:cubicBezTo>
                  <a:cubicBezTo>
                    <a:pt x="88" y="51"/>
                    <a:pt x="91" y="49"/>
                    <a:pt x="93" y="47"/>
                  </a:cubicBezTo>
                  <a:cubicBezTo>
                    <a:pt x="95" y="45"/>
                    <a:pt x="95" y="43"/>
                    <a:pt x="97" y="40"/>
                  </a:cubicBezTo>
                  <a:cubicBezTo>
                    <a:pt x="98" y="37"/>
                    <a:pt x="100" y="34"/>
                    <a:pt x="100" y="31"/>
                  </a:cubicBezTo>
                  <a:cubicBezTo>
                    <a:pt x="101" y="29"/>
                    <a:pt x="100" y="30"/>
                    <a:pt x="101" y="28"/>
                  </a:cubicBezTo>
                  <a:cubicBezTo>
                    <a:pt x="102" y="27"/>
                    <a:pt x="105" y="26"/>
                    <a:pt x="104" y="26"/>
                  </a:cubicBezTo>
                  <a:cubicBezTo>
                    <a:pt x="105" y="24"/>
                    <a:pt x="103" y="25"/>
                    <a:pt x="103" y="24"/>
                  </a:cubicBezTo>
                  <a:cubicBezTo>
                    <a:pt x="102" y="23"/>
                    <a:pt x="101" y="21"/>
                    <a:pt x="101" y="20"/>
                  </a:cubicBezTo>
                  <a:cubicBezTo>
                    <a:pt x="99" y="16"/>
                    <a:pt x="98" y="11"/>
                    <a:pt x="101" y="9"/>
                  </a:cubicBezTo>
                  <a:cubicBezTo>
                    <a:pt x="102" y="8"/>
                    <a:pt x="107" y="8"/>
                    <a:pt x="108" y="7"/>
                  </a:cubicBezTo>
                  <a:cubicBezTo>
                    <a:pt x="110" y="7"/>
                    <a:pt x="112" y="6"/>
                    <a:pt x="113" y="6"/>
                  </a:cubicBezTo>
                  <a:cubicBezTo>
                    <a:pt x="114" y="6"/>
                    <a:pt x="117" y="6"/>
                    <a:pt x="118" y="6"/>
                  </a:cubicBezTo>
                  <a:cubicBezTo>
                    <a:pt x="119" y="5"/>
                    <a:pt x="118" y="4"/>
                    <a:pt x="119" y="4"/>
                  </a:cubicBezTo>
                  <a:cubicBezTo>
                    <a:pt x="119" y="3"/>
                    <a:pt x="120" y="3"/>
                    <a:pt x="121" y="3"/>
                  </a:cubicBezTo>
                  <a:cubicBezTo>
                    <a:pt x="123" y="1"/>
                    <a:pt x="124" y="1"/>
                    <a:pt x="127" y="0"/>
                  </a:cubicBezTo>
                  <a:lnTo>
                    <a:pt x="136" y="7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0" name="Freeform 80">
              <a:extLst>
                <a:ext uri="{FF2B5EF4-FFF2-40B4-BE49-F238E27FC236}">
                  <a16:creationId xmlns:a16="http://schemas.microsoft.com/office/drawing/2014/main" id="{B04004B9-6C22-48F7-8622-68E8DC8E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9000" y="2540000"/>
              <a:ext cx="144463" cy="376238"/>
            </a:xfrm>
            <a:custGeom>
              <a:avLst/>
              <a:gdLst>
                <a:gd name="T0" fmla="*/ 69 w 127"/>
                <a:gd name="T1" fmla="*/ 320 h 333"/>
                <a:gd name="T2" fmla="*/ 46 w 127"/>
                <a:gd name="T3" fmla="*/ 291 h 333"/>
                <a:gd name="T4" fmla="*/ 39 w 127"/>
                <a:gd name="T5" fmla="*/ 272 h 333"/>
                <a:gd name="T6" fmla="*/ 47 w 127"/>
                <a:gd name="T7" fmla="*/ 252 h 333"/>
                <a:gd name="T8" fmla="*/ 39 w 127"/>
                <a:gd name="T9" fmla="*/ 233 h 333"/>
                <a:gd name="T10" fmla="*/ 45 w 127"/>
                <a:gd name="T11" fmla="*/ 222 h 333"/>
                <a:gd name="T12" fmla="*/ 44 w 127"/>
                <a:gd name="T13" fmla="*/ 191 h 333"/>
                <a:gd name="T14" fmla="*/ 48 w 127"/>
                <a:gd name="T15" fmla="*/ 181 h 333"/>
                <a:gd name="T16" fmla="*/ 34 w 127"/>
                <a:gd name="T17" fmla="*/ 165 h 333"/>
                <a:gd name="T18" fmla="*/ 38 w 127"/>
                <a:gd name="T19" fmla="*/ 148 h 333"/>
                <a:gd name="T20" fmla="*/ 39 w 127"/>
                <a:gd name="T21" fmla="*/ 124 h 333"/>
                <a:gd name="T22" fmla="*/ 35 w 127"/>
                <a:gd name="T23" fmla="*/ 116 h 333"/>
                <a:gd name="T24" fmla="*/ 29 w 127"/>
                <a:gd name="T25" fmla="*/ 89 h 333"/>
                <a:gd name="T26" fmla="*/ 31 w 127"/>
                <a:gd name="T27" fmla="*/ 74 h 333"/>
                <a:gd name="T28" fmla="*/ 27 w 127"/>
                <a:gd name="T29" fmla="*/ 57 h 333"/>
                <a:gd name="T30" fmla="*/ 7 w 127"/>
                <a:gd name="T31" fmla="*/ 25 h 333"/>
                <a:gd name="T32" fmla="*/ 28 w 127"/>
                <a:gd name="T33" fmla="*/ 6 h 333"/>
                <a:gd name="T34" fmla="*/ 69 w 127"/>
                <a:gd name="T35" fmla="*/ 10 h 333"/>
                <a:gd name="T36" fmla="*/ 68 w 127"/>
                <a:gd name="T37" fmla="*/ 32 h 333"/>
                <a:gd name="T38" fmla="*/ 66 w 127"/>
                <a:gd name="T39" fmla="*/ 53 h 333"/>
                <a:gd name="T40" fmla="*/ 100 w 127"/>
                <a:gd name="T41" fmla="*/ 88 h 333"/>
                <a:gd name="T42" fmla="*/ 107 w 127"/>
                <a:gd name="T43" fmla="*/ 125 h 333"/>
                <a:gd name="T44" fmla="*/ 115 w 127"/>
                <a:gd name="T45" fmla="*/ 163 h 333"/>
                <a:gd name="T46" fmla="*/ 116 w 127"/>
                <a:gd name="T47" fmla="*/ 187 h 333"/>
                <a:gd name="T48" fmla="*/ 116 w 127"/>
                <a:gd name="T49" fmla="*/ 253 h 333"/>
                <a:gd name="T50" fmla="*/ 114 w 127"/>
                <a:gd name="T51" fmla="*/ 285 h 333"/>
                <a:gd name="T52" fmla="*/ 119 w 127"/>
                <a:gd name="T53" fmla="*/ 299 h 333"/>
                <a:gd name="T54" fmla="*/ 112 w 127"/>
                <a:gd name="T55" fmla="*/ 326 h 333"/>
                <a:gd name="T56" fmla="*/ 107 w 127"/>
                <a:gd name="T57" fmla="*/ 317 h 333"/>
                <a:gd name="T58" fmla="*/ 110 w 127"/>
                <a:gd name="T59" fmla="*/ 304 h 333"/>
                <a:gd name="T60" fmla="*/ 105 w 127"/>
                <a:gd name="T61" fmla="*/ 286 h 333"/>
                <a:gd name="T62" fmla="*/ 106 w 127"/>
                <a:gd name="T63" fmla="*/ 266 h 333"/>
                <a:gd name="T64" fmla="*/ 107 w 127"/>
                <a:gd name="T65" fmla="*/ 196 h 333"/>
                <a:gd name="T66" fmla="*/ 107 w 127"/>
                <a:gd name="T67" fmla="*/ 170 h 333"/>
                <a:gd name="T68" fmla="*/ 104 w 127"/>
                <a:gd name="T69" fmla="*/ 135 h 333"/>
                <a:gd name="T70" fmla="*/ 91 w 127"/>
                <a:gd name="T71" fmla="*/ 113 h 333"/>
                <a:gd name="T72" fmla="*/ 70 w 127"/>
                <a:gd name="T73" fmla="*/ 68 h 333"/>
                <a:gd name="T74" fmla="*/ 57 w 127"/>
                <a:gd name="T75" fmla="*/ 39 h 333"/>
                <a:gd name="T76" fmla="*/ 63 w 127"/>
                <a:gd name="T77" fmla="*/ 19 h 333"/>
                <a:gd name="T78" fmla="*/ 40 w 127"/>
                <a:gd name="T79" fmla="*/ 17 h 333"/>
                <a:gd name="T80" fmla="*/ 17 w 127"/>
                <a:gd name="T81" fmla="*/ 24 h 333"/>
                <a:gd name="T82" fmla="*/ 26 w 127"/>
                <a:gd name="T83" fmla="*/ 45 h 333"/>
                <a:gd name="T84" fmla="*/ 41 w 127"/>
                <a:gd name="T85" fmla="*/ 61 h 333"/>
                <a:gd name="T86" fmla="*/ 42 w 127"/>
                <a:gd name="T87" fmla="*/ 75 h 333"/>
                <a:gd name="T88" fmla="*/ 38 w 127"/>
                <a:gd name="T89" fmla="*/ 87 h 333"/>
                <a:gd name="T90" fmla="*/ 32 w 127"/>
                <a:gd name="T91" fmla="*/ 107 h 333"/>
                <a:gd name="T92" fmla="*/ 51 w 127"/>
                <a:gd name="T93" fmla="*/ 116 h 333"/>
                <a:gd name="T94" fmla="*/ 46 w 127"/>
                <a:gd name="T95" fmla="*/ 136 h 333"/>
                <a:gd name="T96" fmla="*/ 42 w 127"/>
                <a:gd name="T97" fmla="*/ 161 h 333"/>
                <a:gd name="T98" fmla="*/ 57 w 127"/>
                <a:gd name="T99" fmla="*/ 178 h 333"/>
                <a:gd name="T100" fmla="*/ 53 w 127"/>
                <a:gd name="T101" fmla="*/ 195 h 333"/>
                <a:gd name="T102" fmla="*/ 54 w 127"/>
                <a:gd name="T103" fmla="*/ 227 h 333"/>
                <a:gd name="T104" fmla="*/ 49 w 127"/>
                <a:gd name="T105" fmla="*/ 235 h 333"/>
                <a:gd name="T106" fmla="*/ 56 w 127"/>
                <a:gd name="T107" fmla="*/ 247 h 333"/>
                <a:gd name="T108" fmla="*/ 53 w 127"/>
                <a:gd name="T109" fmla="*/ 265 h 333"/>
                <a:gd name="T110" fmla="*/ 53 w 127"/>
                <a:gd name="T111" fmla="*/ 285 h 333"/>
                <a:gd name="T112" fmla="*/ 60 w 127"/>
                <a:gd name="T113" fmla="*/ 302 h 333"/>
                <a:gd name="T114" fmla="*/ 81 w 127"/>
                <a:gd name="T115" fmla="*/ 32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" h="333">
                  <a:moveTo>
                    <a:pt x="84" y="333"/>
                  </a:moveTo>
                  <a:cubicBezTo>
                    <a:pt x="83" y="333"/>
                    <a:pt x="82" y="333"/>
                    <a:pt x="81" y="332"/>
                  </a:cubicBezTo>
                  <a:cubicBezTo>
                    <a:pt x="80" y="332"/>
                    <a:pt x="80" y="330"/>
                    <a:pt x="80" y="329"/>
                  </a:cubicBezTo>
                  <a:cubicBezTo>
                    <a:pt x="75" y="329"/>
                    <a:pt x="73" y="326"/>
                    <a:pt x="71" y="323"/>
                  </a:cubicBezTo>
                  <a:cubicBezTo>
                    <a:pt x="70" y="322"/>
                    <a:pt x="70" y="321"/>
                    <a:pt x="69" y="320"/>
                  </a:cubicBezTo>
                  <a:cubicBezTo>
                    <a:pt x="69" y="319"/>
                    <a:pt x="69" y="318"/>
                    <a:pt x="69" y="318"/>
                  </a:cubicBezTo>
                  <a:cubicBezTo>
                    <a:pt x="63" y="319"/>
                    <a:pt x="51" y="309"/>
                    <a:pt x="51" y="301"/>
                  </a:cubicBezTo>
                  <a:cubicBezTo>
                    <a:pt x="51" y="301"/>
                    <a:pt x="51" y="301"/>
                    <a:pt x="51" y="300"/>
                  </a:cubicBezTo>
                  <a:cubicBezTo>
                    <a:pt x="50" y="300"/>
                    <a:pt x="48" y="299"/>
                    <a:pt x="47" y="297"/>
                  </a:cubicBezTo>
                  <a:cubicBezTo>
                    <a:pt x="46" y="295"/>
                    <a:pt x="46" y="293"/>
                    <a:pt x="46" y="291"/>
                  </a:cubicBezTo>
                  <a:cubicBezTo>
                    <a:pt x="46" y="291"/>
                    <a:pt x="46" y="291"/>
                    <a:pt x="46" y="290"/>
                  </a:cubicBezTo>
                  <a:cubicBezTo>
                    <a:pt x="45" y="290"/>
                    <a:pt x="43" y="289"/>
                    <a:pt x="43" y="287"/>
                  </a:cubicBezTo>
                  <a:cubicBezTo>
                    <a:pt x="41" y="286"/>
                    <a:pt x="40" y="284"/>
                    <a:pt x="39" y="283"/>
                  </a:cubicBezTo>
                  <a:cubicBezTo>
                    <a:pt x="39" y="280"/>
                    <a:pt x="40" y="278"/>
                    <a:pt x="40" y="277"/>
                  </a:cubicBezTo>
                  <a:cubicBezTo>
                    <a:pt x="38" y="275"/>
                    <a:pt x="38" y="273"/>
                    <a:pt x="39" y="272"/>
                  </a:cubicBezTo>
                  <a:cubicBezTo>
                    <a:pt x="40" y="268"/>
                    <a:pt x="43" y="268"/>
                    <a:pt x="44" y="267"/>
                  </a:cubicBezTo>
                  <a:cubicBezTo>
                    <a:pt x="44" y="267"/>
                    <a:pt x="44" y="266"/>
                    <a:pt x="44" y="265"/>
                  </a:cubicBezTo>
                  <a:cubicBezTo>
                    <a:pt x="44" y="264"/>
                    <a:pt x="44" y="262"/>
                    <a:pt x="44" y="261"/>
                  </a:cubicBezTo>
                  <a:cubicBezTo>
                    <a:pt x="45" y="259"/>
                    <a:pt x="45" y="258"/>
                    <a:pt x="45" y="257"/>
                  </a:cubicBezTo>
                  <a:cubicBezTo>
                    <a:pt x="46" y="255"/>
                    <a:pt x="46" y="254"/>
                    <a:pt x="47" y="252"/>
                  </a:cubicBezTo>
                  <a:cubicBezTo>
                    <a:pt x="47" y="251"/>
                    <a:pt x="47" y="251"/>
                    <a:pt x="47" y="251"/>
                  </a:cubicBezTo>
                  <a:cubicBezTo>
                    <a:pt x="47" y="251"/>
                    <a:pt x="47" y="251"/>
                    <a:pt x="47" y="251"/>
                  </a:cubicBezTo>
                  <a:cubicBezTo>
                    <a:pt x="47" y="251"/>
                    <a:pt x="46" y="250"/>
                    <a:pt x="46" y="250"/>
                  </a:cubicBezTo>
                  <a:cubicBezTo>
                    <a:pt x="39" y="248"/>
                    <a:pt x="39" y="243"/>
                    <a:pt x="39" y="240"/>
                  </a:cubicBezTo>
                  <a:cubicBezTo>
                    <a:pt x="38" y="238"/>
                    <a:pt x="38" y="235"/>
                    <a:pt x="39" y="233"/>
                  </a:cubicBezTo>
                  <a:cubicBezTo>
                    <a:pt x="40" y="231"/>
                    <a:pt x="41" y="230"/>
                    <a:pt x="42" y="229"/>
                  </a:cubicBezTo>
                  <a:cubicBezTo>
                    <a:pt x="42" y="229"/>
                    <a:pt x="42" y="229"/>
                    <a:pt x="42" y="228"/>
                  </a:cubicBezTo>
                  <a:cubicBezTo>
                    <a:pt x="43" y="227"/>
                    <a:pt x="43" y="227"/>
                    <a:pt x="43" y="227"/>
                  </a:cubicBezTo>
                  <a:cubicBezTo>
                    <a:pt x="43" y="227"/>
                    <a:pt x="43" y="226"/>
                    <a:pt x="43" y="225"/>
                  </a:cubicBezTo>
                  <a:cubicBezTo>
                    <a:pt x="44" y="224"/>
                    <a:pt x="45" y="223"/>
                    <a:pt x="45" y="222"/>
                  </a:cubicBezTo>
                  <a:cubicBezTo>
                    <a:pt x="45" y="222"/>
                    <a:pt x="45" y="221"/>
                    <a:pt x="45" y="221"/>
                  </a:cubicBezTo>
                  <a:cubicBezTo>
                    <a:pt x="45" y="219"/>
                    <a:pt x="45" y="218"/>
                    <a:pt x="45" y="216"/>
                  </a:cubicBezTo>
                  <a:cubicBezTo>
                    <a:pt x="45" y="213"/>
                    <a:pt x="45" y="210"/>
                    <a:pt x="44" y="207"/>
                  </a:cubicBezTo>
                  <a:cubicBezTo>
                    <a:pt x="44" y="205"/>
                    <a:pt x="44" y="203"/>
                    <a:pt x="44" y="202"/>
                  </a:cubicBezTo>
                  <a:cubicBezTo>
                    <a:pt x="43" y="197"/>
                    <a:pt x="43" y="194"/>
                    <a:pt x="44" y="191"/>
                  </a:cubicBezTo>
                  <a:cubicBezTo>
                    <a:pt x="45" y="188"/>
                    <a:pt x="49" y="187"/>
                    <a:pt x="51" y="186"/>
                  </a:cubicBezTo>
                  <a:cubicBezTo>
                    <a:pt x="51" y="186"/>
                    <a:pt x="51" y="186"/>
                    <a:pt x="51" y="186"/>
                  </a:cubicBezTo>
                  <a:cubicBezTo>
                    <a:pt x="51" y="186"/>
                    <a:pt x="51" y="186"/>
                    <a:pt x="50" y="185"/>
                  </a:cubicBezTo>
                  <a:cubicBezTo>
                    <a:pt x="50" y="184"/>
                    <a:pt x="49" y="184"/>
                    <a:pt x="49" y="183"/>
                  </a:cubicBezTo>
                  <a:cubicBezTo>
                    <a:pt x="48" y="181"/>
                    <a:pt x="48" y="181"/>
                    <a:pt x="48" y="181"/>
                  </a:cubicBezTo>
                  <a:cubicBezTo>
                    <a:pt x="48" y="179"/>
                    <a:pt x="47" y="179"/>
                    <a:pt x="46" y="178"/>
                  </a:cubicBezTo>
                  <a:cubicBezTo>
                    <a:pt x="45" y="177"/>
                    <a:pt x="44" y="176"/>
                    <a:pt x="43" y="176"/>
                  </a:cubicBezTo>
                  <a:cubicBezTo>
                    <a:pt x="42" y="175"/>
                    <a:pt x="41" y="174"/>
                    <a:pt x="40" y="173"/>
                  </a:cubicBezTo>
                  <a:cubicBezTo>
                    <a:pt x="38" y="171"/>
                    <a:pt x="36" y="170"/>
                    <a:pt x="34" y="166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32" y="162"/>
                    <a:pt x="30" y="158"/>
                    <a:pt x="32" y="155"/>
                  </a:cubicBezTo>
                  <a:cubicBezTo>
                    <a:pt x="33" y="153"/>
                    <a:pt x="35" y="152"/>
                    <a:pt x="37" y="152"/>
                  </a:cubicBezTo>
                  <a:cubicBezTo>
                    <a:pt x="38" y="152"/>
                    <a:pt x="38" y="152"/>
                    <a:pt x="39" y="151"/>
                  </a:cubicBezTo>
                  <a:cubicBezTo>
                    <a:pt x="39" y="151"/>
                    <a:pt x="39" y="151"/>
                    <a:pt x="39" y="150"/>
                  </a:cubicBezTo>
                  <a:cubicBezTo>
                    <a:pt x="39" y="150"/>
                    <a:pt x="39" y="149"/>
                    <a:pt x="38" y="148"/>
                  </a:cubicBezTo>
                  <a:cubicBezTo>
                    <a:pt x="37" y="146"/>
                    <a:pt x="36" y="145"/>
                    <a:pt x="36" y="143"/>
                  </a:cubicBezTo>
                  <a:cubicBezTo>
                    <a:pt x="35" y="139"/>
                    <a:pt x="36" y="136"/>
                    <a:pt x="38" y="132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9" y="130"/>
                    <a:pt x="39" y="129"/>
                    <a:pt x="40" y="129"/>
                  </a:cubicBezTo>
                  <a:cubicBezTo>
                    <a:pt x="39" y="128"/>
                    <a:pt x="39" y="126"/>
                    <a:pt x="39" y="124"/>
                  </a:cubicBezTo>
                  <a:cubicBezTo>
                    <a:pt x="40" y="122"/>
                    <a:pt x="41" y="121"/>
                    <a:pt x="41" y="121"/>
                  </a:cubicBezTo>
                  <a:cubicBezTo>
                    <a:pt x="41" y="120"/>
                    <a:pt x="41" y="120"/>
                    <a:pt x="41" y="120"/>
                  </a:cubicBezTo>
                  <a:cubicBezTo>
                    <a:pt x="41" y="119"/>
                    <a:pt x="40" y="119"/>
                    <a:pt x="39" y="118"/>
                  </a:cubicBezTo>
                  <a:cubicBezTo>
                    <a:pt x="39" y="117"/>
                    <a:pt x="39" y="116"/>
                    <a:pt x="38" y="115"/>
                  </a:cubicBezTo>
                  <a:cubicBezTo>
                    <a:pt x="37" y="116"/>
                    <a:pt x="36" y="116"/>
                    <a:pt x="35" y="116"/>
                  </a:cubicBezTo>
                  <a:cubicBezTo>
                    <a:pt x="34" y="116"/>
                    <a:pt x="33" y="116"/>
                    <a:pt x="32" y="116"/>
                  </a:cubicBezTo>
                  <a:cubicBezTo>
                    <a:pt x="27" y="116"/>
                    <a:pt x="25" y="114"/>
                    <a:pt x="24" y="112"/>
                  </a:cubicBezTo>
                  <a:cubicBezTo>
                    <a:pt x="21" y="107"/>
                    <a:pt x="25" y="98"/>
                    <a:pt x="28" y="94"/>
                  </a:cubicBezTo>
                  <a:cubicBezTo>
                    <a:pt x="28" y="93"/>
                    <a:pt x="28" y="91"/>
                    <a:pt x="29" y="90"/>
                  </a:cubicBezTo>
                  <a:cubicBezTo>
                    <a:pt x="29" y="90"/>
                    <a:pt x="29" y="89"/>
                    <a:pt x="29" y="89"/>
                  </a:cubicBezTo>
                  <a:cubicBezTo>
                    <a:pt x="29" y="88"/>
                    <a:pt x="29" y="88"/>
                    <a:pt x="29" y="88"/>
                  </a:cubicBezTo>
                  <a:cubicBezTo>
                    <a:pt x="29" y="87"/>
                    <a:pt x="29" y="85"/>
                    <a:pt x="29" y="84"/>
                  </a:cubicBezTo>
                  <a:cubicBezTo>
                    <a:pt x="30" y="82"/>
                    <a:pt x="30" y="81"/>
                    <a:pt x="30" y="81"/>
                  </a:cubicBezTo>
                  <a:cubicBezTo>
                    <a:pt x="30" y="79"/>
                    <a:pt x="30" y="77"/>
                    <a:pt x="31" y="75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0" y="72"/>
                    <a:pt x="30" y="71"/>
                    <a:pt x="30" y="69"/>
                  </a:cubicBezTo>
                  <a:cubicBezTo>
                    <a:pt x="30" y="67"/>
                    <a:pt x="31" y="65"/>
                    <a:pt x="31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0" y="58"/>
                    <a:pt x="27" y="57"/>
                    <a:pt x="27" y="57"/>
                  </a:cubicBezTo>
                  <a:cubicBezTo>
                    <a:pt x="22" y="56"/>
                    <a:pt x="20" y="53"/>
                    <a:pt x="18" y="50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7" y="48"/>
                    <a:pt x="13" y="44"/>
                    <a:pt x="11" y="43"/>
                  </a:cubicBezTo>
                  <a:cubicBezTo>
                    <a:pt x="5" y="40"/>
                    <a:pt x="3" y="38"/>
                    <a:pt x="4" y="31"/>
                  </a:cubicBezTo>
                  <a:cubicBezTo>
                    <a:pt x="5" y="29"/>
                    <a:pt x="6" y="27"/>
                    <a:pt x="7" y="25"/>
                  </a:cubicBezTo>
                  <a:cubicBezTo>
                    <a:pt x="7" y="25"/>
                    <a:pt x="7" y="24"/>
                    <a:pt x="8" y="2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13" y="2"/>
                    <a:pt x="20" y="4"/>
                    <a:pt x="28" y="6"/>
                  </a:cubicBezTo>
                  <a:cubicBezTo>
                    <a:pt x="28" y="6"/>
                    <a:pt x="30" y="6"/>
                    <a:pt x="31" y="6"/>
                  </a:cubicBezTo>
                  <a:cubicBezTo>
                    <a:pt x="39" y="7"/>
                    <a:pt x="45" y="8"/>
                    <a:pt x="48" y="11"/>
                  </a:cubicBezTo>
                  <a:cubicBezTo>
                    <a:pt x="48" y="11"/>
                    <a:pt x="48" y="11"/>
                    <a:pt x="48" y="12"/>
                  </a:cubicBezTo>
                  <a:cubicBezTo>
                    <a:pt x="53" y="10"/>
                    <a:pt x="58" y="10"/>
                    <a:pt x="63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71" y="10"/>
                    <a:pt x="72" y="11"/>
                    <a:pt x="73" y="12"/>
                  </a:cubicBezTo>
                  <a:cubicBezTo>
                    <a:pt x="74" y="13"/>
                    <a:pt x="74" y="15"/>
                    <a:pt x="73" y="16"/>
                  </a:cubicBezTo>
                  <a:cubicBezTo>
                    <a:pt x="73" y="18"/>
                    <a:pt x="73" y="19"/>
                    <a:pt x="72" y="21"/>
                  </a:cubicBezTo>
                  <a:cubicBezTo>
                    <a:pt x="72" y="23"/>
                    <a:pt x="72" y="25"/>
                    <a:pt x="71" y="27"/>
                  </a:cubicBezTo>
                  <a:cubicBezTo>
                    <a:pt x="71" y="29"/>
                    <a:pt x="69" y="31"/>
                    <a:pt x="68" y="32"/>
                  </a:cubicBezTo>
                  <a:cubicBezTo>
                    <a:pt x="67" y="33"/>
                    <a:pt x="66" y="34"/>
                    <a:pt x="66" y="34"/>
                  </a:cubicBezTo>
                  <a:cubicBezTo>
                    <a:pt x="66" y="35"/>
                    <a:pt x="66" y="37"/>
                    <a:pt x="66" y="38"/>
                  </a:cubicBezTo>
                  <a:cubicBezTo>
                    <a:pt x="67" y="39"/>
                    <a:pt x="67" y="40"/>
                    <a:pt x="67" y="42"/>
                  </a:cubicBezTo>
                  <a:cubicBezTo>
                    <a:pt x="67" y="43"/>
                    <a:pt x="66" y="45"/>
                    <a:pt x="66" y="46"/>
                  </a:cubicBezTo>
                  <a:cubicBezTo>
                    <a:pt x="65" y="50"/>
                    <a:pt x="65" y="52"/>
                    <a:pt x="66" y="53"/>
                  </a:cubicBezTo>
                  <a:cubicBezTo>
                    <a:pt x="67" y="54"/>
                    <a:pt x="70" y="56"/>
                    <a:pt x="72" y="58"/>
                  </a:cubicBezTo>
                  <a:cubicBezTo>
                    <a:pt x="73" y="59"/>
                    <a:pt x="75" y="59"/>
                    <a:pt x="76" y="60"/>
                  </a:cubicBezTo>
                  <a:cubicBezTo>
                    <a:pt x="79" y="62"/>
                    <a:pt x="82" y="65"/>
                    <a:pt x="85" y="67"/>
                  </a:cubicBezTo>
                  <a:cubicBezTo>
                    <a:pt x="88" y="68"/>
                    <a:pt x="90" y="70"/>
                    <a:pt x="92" y="71"/>
                  </a:cubicBezTo>
                  <a:cubicBezTo>
                    <a:pt x="99" y="77"/>
                    <a:pt x="100" y="81"/>
                    <a:pt x="100" y="88"/>
                  </a:cubicBezTo>
                  <a:cubicBezTo>
                    <a:pt x="100" y="92"/>
                    <a:pt x="100" y="96"/>
                    <a:pt x="100" y="99"/>
                  </a:cubicBezTo>
                  <a:cubicBezTo>
                    <a:pt x="99" y="102"/>
                    <a:pt x="99" y="105"/>
                    <a:pt x="99" y="108"/>
                  </a:cubicBezTo>
                  <a:cubicBezTo>
                    <a:pt x="102" y="110"/>
                    <a:pt x="102" y="115"/>
                    <a:pt x="102" y="117"/>
                  </a:cubicBezTo>
                  <a:cubicBezTo>
                    <a:pt x="103" y="119"/>
                    <a:pt x="103" y="120"/>
                    <a:pt x="103" y="120"/>
                  </a:cubicBezTo>
                  <a:cubicBezTo>
                    <a:pt x="103" y="122"/>
                    <a:pt x="105" y="123"/>
                    <a:pt x="107" y="125"/>
                  </a:cubicBezTo>
                  <a:cubicBezTo>
                    <a:pt x="109" y="126"/>
                    <a:pt x="110" y="128"/>
                    <a:pt x="111" y="129"/>
                  </a:cubicBezTo>
                  <a:cubicBezTo>
                    <a:pt x="115" y="134"/>
                    <a:pt x="115" y="139"/>
                    <a:pt x="115" y="144"/>
                  </a:cubicBezTo>
                  <a:cubicBezTo>
                    <a:pt x="115" y="145"/>
                    <a:pt x="115" y="147"/>
                    <a:pt x="115" y="148"/>
                  </a:cubicBezTo>
                  <a:cubicBezTo>
                    <a:pt x="116" y="152"/>
                    <a:pt x="116" y="156"/>
                    <a:pt x="116" y="159"/>
                  </a:cubicBezTo>
                  <a:cubicBezTo>
                    <a:pt x="116" y="160"/>
                    <a:pt x="115" y="162"/>
                    <a:pt x="115" y="163"/>
                  </a:cubicBezTo>
                  <a:cubicBezTo>
                    <a:pt x="115" y="165"/>
                    <a:pt x="116" y="166"/>
                    <a:pt x="116" y="169"/>
                  </a:cubicBezTo>
                  <a:cubicBezTo>
                    <a:pt x="117" y="171"/>
                    <a:pt x="117" y="174"/>
                    <a:pt x="117" y="177"/>
                  </a:cubicBezTo>
                  <a:cubicBezTo>
                    <a:pt x="117" y="179"/>
                    <a:pt x="116" y="180"/>
                    <a:pt x="115" y="181"/>
                  </a:cubicBezTo>
                  <a:cubicBezTo>
                    <a:pt x="115" y="182"/>
                    <a:pt x="115" y="183"/>
                    <a:pt x="115" y="184"/>
                  </a:cubicBezTo>
                  <a:cubicBezTo>
                    <a:pt x="116" y="185"/>
                    <a:pt x="116" y="186"/>
                    <a:pt x="116" y="187"/>
                  </a:cubicBezTo>
                  <a:cubicBezTo>
                    <a:pt x="116" y="190"/>
                    <a:pt x="116" y="193"/>
                    <a:pt x="116" y="196"/>
                  </a:cubicBezTo>
                  <a:cubicBezTo>
                    <a:pt x="116" y="198"/>
                    <a:pt x="116" y="199"/>
                    <a:pt x="116" y="201"/>
                  </a:cubicBezTo>
                  <a:cubicBezTo>
                    <a:pt x="116" y="205"/>
                    <a:pt x="116" y="210"/>
                    <a:pt x="116" y="215"/>
                  </a:cubicBezTo>
                  <a:cubicBezTo>
                    <a:pt x="117" y="224"/>
                    <a:pt x="117" y="234"/>
                    <a:pt x="116" y="244"/>
                  </a:cubicBezTo>
                  <a:cubicBezTo>
                    <a:pt x="116" y="247"/>
                    <a:pt x="116" y="250"/>
                    <a:pt x="116" y="253"/>
                  </a:cubicBezTo>
                  <a:cubicBezTo>
                    <a:pt x="116" y="258"/>
                    <a:pt x="116" y="263"/>
                    <a:pt x="115" y="268"/>
                  </a:cubicBezTo>
                  <a:cubicBezTo>
                    <a:pt x="115" y="268"/>
                    <a:pt x="115" y="268"/>
                    <a:pt x="115" y="268"/>
                  </a:cubicBezTo>
                  <a:cubicBezTo>
                    <a:pt x="115" y="268"/>
                    <a:pt x="115" y="273"/>
                    <a:pt x="112" y="275"/>
                  </a:cubicBezTo>
                  <a:cubicBezTo>
                    <a:pt x="112" y="275"/>
                    <a:pt x="112" y="275"/>
                    <a:pt x="112" y="275"/>
                  </a:cubicBezTo>
                  <a:cubicBezTo>
                    <a:pt x="113" y="278"/>
                    <a:pt x="114" y="281"/>
                    <a:pt x="114" y="285"/>
                  </a:cubicBezTo>
                  <a:cubicBezTo>
                    <a:pt x="114" y="286"/>
                    <a:pt x="114" y="286"/>
                    <a:pt x="114" y="286"/>
                  </a:cubicBezTo>
                  <a:cubicBezTo>
                    <a:pt x="114" y="287"/>
                    <a:pt x="114" y="288"/>
                    <a:pt x="113" y="290"/>
                  </a:cubicBezTo>
                  <a:cubicBezTo>
                    <a:pt x="113" y="291"/>
                    <a:pt x="113" y="291"/>
                    <a:pt x="113" y="292"/>
                  </a:cubicBezTo>
                  <a:cubicBezTo>
                    <a:pt x="113" y="292"/>
                    <a:pt x="113" y="293"/>
                    <a:pt x="114" y="294"/>
                  </a:cubicBezTo>
                  <a:cubicBezTo>
                    <a:pt x="116" y="294"/>
                    <a:pt x="117" y="297"/>
                    <a:pt x="119" y="299"/>
                  </a:cubicBezTo>
                  <a:cubicBezTo>
                    <a:pt x="119" y="300"/>
                    <a:pt x="119" y="301"/>
                    <a:pt x="120" y="302"/>
                  </a:cubicBezTo>
                  <a:cubicBezTo>
                    <a:pt x="122" y="303"/>
                    <a:pt x="127" y="314"/>
                    <a:pt x="124" y="319"/>
                  </a:cubicBezTo>
                  <a:cubicBezTo>
                    <a:pt x="123" y="322"/>
                    <a:pt x="119" y="322"/>
                    <a:pt x="116" y="323"/>
                  </a:cubicBezTo>
                  <a:cubicBezTo>
                    <a:pt x="116" y="323"/>
                    <a:pt x="115" y="323"/>
                    <a:pt x="115" y="323"/>
                  </a:cubicBezTo>
                  <a:cubicBezTo>
                    <a:pt x="114" y="324"/>
                    <a:pt x="113" y="325"/>
                    <a:pt x="112" y="326"/>
                  </a:cubicBezTo>
                  <a:cubicBezTo>
                    <a:pt x="103" y="327"/>
                    <a:pt x="94" y="329"/>
                    <a:pt x="86" y="333"/>
                  </a:cubicBezTo>
                  <a:cubicBezTo>
                    <a:pt x="85" y="333"/>
                    <a:pt x="85" y="333"/>
                    <a:pt x="84" y="333"/>
                  </a:cubicBezTo>
                  <a:close/>
                  <a:moveTo>
                    <a:pt x="81" y="320"/>
                  </a:moveTo>
                  <a:cubicBezTo>
                    <a:pt x="83" y="320"/>
                    <a:pt x="85" y="320"/>
                    <a:pt x="87" y="322"/>
                  </a:cubicBezTo>
                  <a:cubicBezTo>
                    <a:pt x="94" y="320"/>
                    <a:pt x="100" y="319"/>
                    <a:pt x="107" y="317"/>
                  </a:cubicBezTo>
                  <a:cubicBezTo>
                    <a:pt x="107" y="317"/>
                    <a:pt x="107" y="317"/>
                    <a:pt x="107" y="317"/>
                  </a:cubicBezTo>
                  <a:cubicBezTo>
                    <a:pt x="109" y="314"/>
                    <a:pt x="113" y="314"/>
                    <a:pt x="115" y="314"/>
                  </a:cubicBezTo>
                  <a:cubicBezTo>
                    <a:pt x="115" y="314"/>
                    <a:pt x="116" y="313"/>
                    <a:pt x="116" y="313"/>
                  </a:cubicBezTo>
                  <a:cubicBezTo>
                    <a:pt x="115" y="312"/>
                    <a:pt x="114" y="309"/>
                    <a:pt x="113" y="308"/>
                  </a:cubicBezTo>
                  <a:cubicBezTo>
                    <a:pt x="112" y="307"/>
                    <a:pt x="112" y="306"/>
                    <a:pt x="110" y="304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05" y="301"/>
                    <a:pt x="104" y="293"/>
                    <a:pt x="104" y="293"/>
                  </a:cubicBezTo>
                  <a:cubicBezTo>
                    <a:pt x="103" y="291"/>
                    <a:pt x="104" y="290"/>
                    <a:pt x="104" y="289"/>
                  </a:cubicBezTo>
                  <a:cubicBezTo>
                    <a:pt x="104" y="288"/>
                    <a:pt x="104" y="288"/>
                    <a:pt x="104" y="287"/>
                  </a:cubicBezTo>
                  <a:cubicBezTo>
                    <a:pt x="105" y="286"/>
                    <a:pt x="105" y="286"/>
                    <a:pt x="105" y="286"/>
                  </a:cubicBezTo>
                  <a:cubicBezTo>
                    <a:pt x="105" y="285"/>
                    <a:pt x="105" y="285"/>
                    <a:pt x="105" y="285"/>
                  </a:cubicBezTo>
                  <a:cubicBezTo>
                    <a:pt x="105" y="282"/>
                    <a:pt x="104" y="280"/>
                    <a:pt x="103" y="278"/>
                  </a:cubicBezTo>
                  <a:cubicBezTo>
                    <a:pt x="102" y="275"/>
                    <a:pt x="101" y="272"/>
                    <a:pt x="102" y="269"/>
                  </a:cubicBezTo>
                  <a:cubicBezTo>
                    <a:pt x="103" y="268"/>
                    <a:pt x="105" y="267"/>
                    <a:pt x="106" y="266"/>
                  </a:cubicBezTo>
                  <a:cubicBezTo>
                    <a:pt x="106" y="266"/>
                    <a:pt x="106" y="266"/>
                    <a:pt x="106" y="266"/>
                  </a:cubicBezTo>
                  <a:cubicBezTo>
                    <a:pt x="107" y="262"/>
                    <a:pt x="107" y="258"/>
                    <a:pt x="107" y="253"/>
                  </a:cubicBezTo>
                  <a:cubicBezTo>
                    <a:pt x="107" y="250"/>
                    <a:pt x="107" y="246"/>
                    <a:pt x="107" y="243"/>
                  </a:cubicBezTo>
                  <a:cubicBezTo>
                    <a:pt x="108" y="234"/>
                    <a:pt x="107" y="224"/>
                    <a:pt x="107" y="215"/>
                  </a:cubicBezTo>
                  <a:cubicBezTo>
                    <a:pt x="107" y="210"/>
                    <a:pt x="107" y="206"/>
                    <a:pt x="107" y="201"/>
                  </a:cubicBezTo>
                  <a:cubicBezTo>
                    <a:pt x="107" y="199"/>
                    <a:pt x="107" y="198"/>
                    <a:pt x="107" y="196"/>
                  </a:cubicBezTo>
                  <a:cubicBezTo>
                    <a:pt x="107" y="193"/>
                    <a:pt x="107" y="190"/>
                    <a:pt x="107" y="188"/>
                  </a:cubicBezTo>
                  <a:cubicBezTo>
                    <a:pt x="107" y="187"/>
                    <a:pt x="106" y="186"/>
                    <a:pt x="106" y="185"/>
                  </a:cubicBezTo>
                  <a:cubicBezTo>
                    <a:pt x="106" y="184"/>
                    <a:pt x="106" y="182"/>
                    <a:pt x="106" y="180"/>
                  </a:cubicBezTo>
                  <a:cubicBezTo>
                    <a:pt x="106" y="178"/>
                    <a:pt x="107" y="177"/>
                    <a:pt x="107" y="176"/>
                  </a:cubicBezTo>
                  <a:cubicBezTo>
                    <a:pt x="108" y="175"/>
                    <a:pt x="107" y="172"/>
                    <a:pt x="107" y="170"/>
                  </a:cubicBezTo>
                  <a:cubicBezTo>
                    <a:pt x="107" y="168"/>
                    <a:pt x="106" y="165"/>
                    <a:pt x="106" y="163"/>
                  </a:cubicBezTo>
                  <a:cubicBezTo>
                    <a:pt x="106" y="161"/>
                    <a:pt x="106" y="160"/>
                    <a:pt x="106" y="159"/>
                  </a:cubicBezTo>
                  <a:cubicBezTo>
                    <a:pt x="106" y="156"/>
                    <a:pt x="107" y="153"/>
                    <a:pt x="106" y="150"/>
                  </a:cubicBezTo>
                  <a:cubicBezTo>
                    <a:pt x="106" y="148"/>
                    <a:pt x="106" y="146"/>
                    <a:pt x="106" y="144"/>
                  </a:cubicBezTo>
                  <a:cubicBezTo>
                    <a:pt x="106" y="140"/>
                    <a:pt x="106" y="137"/>
                    <a:pt x="104" y="135"/>
                  </a:cubicBezTo>
                  <a:cubicBezTo>
                    <a:pt x="103" y="134"/>
                    <a:pt x="102" y="133"/>
                    <a:pt x="101" y="132"/>
                  </a:cubicBezTo>
                  <a:cubicBezTo>
                    <a:pt x="99" y="130"/>
                    <a:pt x="96" y="127"/>
                    <a:pt x="94" y="124"/>
                  </a:cubicBezTo>
                  <a:cubicBezTo>
                    <a:pt x="94" y="122"/>
                    <a:pt x="93" y="121"/>
                    <a:pt x="93" y="118"/>
                  </a:cubicBezTo>
                  <a:cubicBezTo>
                    <a:pt x="93" y="118"/>
                    <a:pt x="93" y="117"/>
                    <a:pt x="93" y="116"/>
                  </a:cubicBezTo>
                  <a:cubicBezTo>
                    <a:pt x="92" y="115"/>
                    <a:pt x="91" y="114"/>
                    <a:pt x="91" y="113"/>
                  </a:cubicBezTo>
                  <a:cubicBezTo>
                    <a:pt x="90" y="108"/>
                    <a:pt x="90" y="103"/>
                    <a:pt x="91" y="98"/>
                  </a:cubicBezTo>
                  <a:cubicBezTo>
                    <a:pt x="91" y="95"/>
                    <a:pt x="91" y="92"/>
                    <a:pt x="91" y="89"/>
                  </a:cubicBezTo>
                  <a:cubicBezTo>
                    <a:pt x="90" y="83"/>
                    <a:pt x="90" y="82"/>
                    <a:pt x="86" y="79"/>
                  </a:cubicBezTo>
                  <a:cubicBezTo>
                    <a:pt x="84" y="77"/>
                    <a:pt x="82" y="76"/>
                    <a:pt x="80" y="75"/>
                  </a:cubicBezTo>
                  <a:cubicBezTo>
                    <a:pt x="77" y="72"/>
                    <a:pt x="73" y="70"/>
                    <a:pt x="70" y="68"/>
                  </a:cubicBezTo>
                  <a:cubicBezTo>
                    <a:pt x="69" y="67"/>
                    <a:pt x="68" y="66"/>
                    <a:pt x="67" y="66"/>
                  </a:cubicBezTo>
                  <a:cubicBezTo>
                    <a:pt x="64" y="64"/>
                    <a:pt x="61" y="61"/>
                    <a:pt x="59" y="58"/>
                  </a:cubicBezTo>
                  <a:cubicBezTo>
                    <a:pt x="55" y="54"/>
                    <a:pt x="56" y="49"/>
                    <a:pt x="57" y="45"/>
                  </a:cubicBezTo>
                  <a:cubicBezTo>
                    <a:pt x="57" y="44"/>
                    <a:pt x="57" y="42"/>
                    <a:pt x="57" y="41"/>
                  </a:cubicBezTo>
                  <a:cubicBezTo>
                    <a:pt x="57" y="40"/>
                    <a:pt x="57" y="40"/>
                    <a:pt x="57" y="39"/>
                  </a:cubicBezTo>
                  <a:cubicBezTo>
                    <a:pt x="57" y="36"/>
                    <a:pt x="57" y="34"/>
                    <a:pt x="58" y="31"/>
                  </a:cubicBezTo>
                  <a:cubicBezTo>
                    <a:pt x="58" y="29"/>
                    <a:pt x="60" y="27"/>
                    <a:pt x="61" y="26"/>
                  </a:cubicBezTo>
                  <a:cubicBezTo>
                    <a:pt x="62" y="25"/>
                    <a:pt x="62" y="24"/>
                    <a:pt x="62" y="24"/>
                  </a:cubicBezTo>
                  <a:cubicBezTo>
                    <a:pt x="63" y="23"/>
                    <a:pt x="63" y="21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59" y="19"/>
                    <a:pt x="55" y="19"/>
                    <a:pt x="51" y="20"/>
                  </a:cubicBezTo>
                  <a:cubicBezTo>
                    <a:pt x="49" y="21"/>
                    <a:pt x="47" y="22"/>
                    <a:pt x="45" y="22"/>
                  </a:cubicBezTo>
                  <a:cubicBezTo>
                    <a:pt x="43" y="22"/>
                    <a:pt x="40" y="20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37" y="16"/>
                    <a:pt x="33" y="16"/>
                    <a:pt x="30" y="15"/>
                  </a:cubicBezTo>
                  <a:cubicBezTo>
                    <a:pt x="28" y="15"/>
                    <a:pt x="27" y="15"/>
                    <a:pt x="26" y="15"/>
                  </a:cubicBezTo>
                  <a:cubicBezTo>
                    <a:pt x="21" y="14"/>
                    <a:pt x="17" y="13"/>
                    <a:pt x="13" y="12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2"/>
                    <a:pt x="17" y="23"/>
                    <a:pt x="17" y="24"/>
                  </a:cubicBezTo>
                  <a:cubicBezTo>
                    <a:pt x="17" y="26"/>
                    <a:pt x="16" y="28"/>
                    <a:pt x="15" y="30"/>
                  </a:cubicBezTo>
                  <a:cubicBezTo>
                    <a:pt x="14" y="31"/>
                    <a:pt x="14" y="32"/>
                    <a:pt x="14" y="33"/>
                  </a:cubicBezTo>
                  <a:cubicBezTo>
                    <a:pt x="14" y="33"/>
                    <a:pt x="13" y="34"/>
                    <a:pt x="13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8" y="36"/>
                    <a:pt x="24" y="41"/>
                    <a:pt x="26" y="45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6"/>
                    <a:pt x="27" y="47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0" y="48"/>
                    <a:pt x="36" y="49"/>
                    <a:pt x="39" y="58"/>
                  </a:cubicBezTo>
                  <a:cubicBezTo>
                    <a:pt x="40" y="59"/>
                    <a:pt x="41" y="60"/>
                    <a:pt x="41" y="61"/>
                  </a:cubicBezTo>
                  <a:cubicBezTo>
                    <a:pt x="41" y="63"/>
                    <a:pt x="40" y="64"/>
                    <a:pt x="40" y="65"/>
                  </a:cubicBezTo>
                  <a:cubicBezTo>
                    <a:pt x="40" y="66"/>
                    <a:pt x="39" y="68"/>
                    <a:pt x="39" y="69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70"/>
                    <a:pt x="40" y="70"/>
                    <a:pt x="40" y="71"/>
                  </a:cubicBezTo>
                  <a:cubicBezTo>
                    <a:pt x="41" y="71"/>
                    <a:pt x="42" y="73"/>
                    <a:pt x="42" y="75"/>
                  </a:cubicBezTo>
                  <a:cubicBezTo>
                    <a:pt x="42" y="75"/>
                    <a:pt x="42" y="78"/>
                    <a:pt x="40" y="79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0" y="80"/>
                    <a:pt x="40" y="81"/>
                    <a:pt x="40" y="81"/>
                  </a:cubicBezTo>
                  <a:cubicBezTo>
                    <a:pt x="40" y="83"/>
                    <a:pt x="39" y="84"/>
                    <a:pt x="39" y="85"/>
                  </a:cubicBezTo>
                  <a:cubicBezTo>
                    <a:pt x="38" y="86"/>
                    <a:pt x="38" y="86"/>
                    <a:pt x="38" y="87"/>
                  </a:cubicBezTo>
                  <a:cubicBezTo>
                    <a:pt x="39" y="88"/>
                    <a:pt x="39" y="89"/>
                    <a:pt x="39" y="89"/>
                  </a:cubicBezTo>
                  <a:cubicBezTo>
                    <a:pt x="38" y="91"/>
                    <a:pt x="38" y="92"/>
                    <a:pt x="38" y="93"/>
                  </a:cubicBezTo>
                  <a:cubicBezTo>
                    <a:pt x="37" y="94"/>
                    <a:pt x="37" y="95"/>
                    <a:pt x="37" y="95"/>
                  </a:cubicBezTo>
                  <a:cubicBezTo>
                    <a:pt x="37" y="96"/>
                    <a:pt x="37" y="97"/>
                    <a:pt x="36" y="98"/>
                  </a:cubicBezTo>
                  <a:cubicBezTo>
                    <a:pt x="34" y="101"/>
                    <a:pt x="33" y="105"/>
                    <a:pt x="32" y="107"/>
                  </a:cubicBezTo>
                  <a:cubicBezTo>
                    <a:pt x="33" y="107"/>
                    <a:pt x="33" y="107"/>
                    <a:pt x="33" y="107"/>
                  </a:cubicBezTo>
                  <a:cubicBezTo>
                    <a:pt x="35" y="107"/>
                    <a:pt x="37" y="106"/>
                    <a:pt x="39" y="106"/>
                  </a:cubicBezTo>
                  <a:cubicBezTo>
                    <a:pt x="42" y="106"/>
                    <a:pt x="44" y="107"/>
                    <a:pt x="45" y="109"/>
                  </a:cubicBezTo>
                  <a:cubicBezTo>
                    <a:pt x="47" y="110"/>
                    <a:pt x="47" y="111"/>
                    <a:pt x="47" y="112"/>
                  </a:cubicBezTo>
                  <a:cubicBezTo>
                    <a:pt x="49" y="113"/>
                    <a:pt x="50" y="114"/>
                    <a:pt x="51" y="116"/>
                  </a:cubicBezTo>
                  <a:cubicBezTo>
                    <a:pt x="51" y="118"/>
                    <a:pt x="51" y="120"/>
                    <a:pt x="51" y="121"/>
                  </a:cubicBezTo>
                  <a:cubicBezTo>
                    <a:pt x="51" y="124"/>
                    <a:pt x="49" y="126"/>
                    <a:pt x="49" y="127"/>
                  </a:cubicBezTo>
                  <a:cubicBezTo>
                    <a:pt x="49" y="128"/>
                    <a:pt x="49" y="129"/>
                    <a:pt x="49" y="130"/>
                  </a:cubicBezTo>
                  <a:cubicBezTo>
                    <a:pt x="49" y="132"/>
                    <a:pt x="48" y="134"/>
                    <a:pt x="47" y="134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7"/>
                    <a:pt x="45" y="140"/>
                    <a:pt x="45" y="141"/>
                  </a:cubicBezTo>
                  <a:cubicBezTo>
                    <a:pt x="45" y="141"/>
                    <a:pt x="45" y="142"/>
                    <a:pt x="46" y="143"/>
                  </a:cubicBezTo>
                  <a:cubicBezTo>
                    <a:pt x="47" y="145"/>
                    <a:pt x="49" y="147"/>
                    <a:pt x="48" y="151"/>
                  </a:cubicBezTo>
                  <a:cubicBezTo>
                    <a:pt x="48" y="154"/>
                    <a:pt x="46" y="160"/>
                    <a:pt x="42" y="160"/>
                  </a:cubicBezTo>
                  <a:cubicBezTo>
                    <a:pt x="42" y="161"/>
                    <a:pt x="42" y="161"/>
                    <a:pt x="42" y="161"/>
                  </a:cubicBezTo>
                  <a:cubicBezTo>
                    <a:pt x="42" y="162"/>
                    <a:pt x="42" y="162"/>
                    <a:pt x="42" y="162"/>
                  </a:cubicBezTo>
                  <a:cubicBezTo>
                    <a:pt x="43" y="164"/>
                    <a:pt x="44" y="164"/>
                    <a:pt x="46" y="166"/>
                  </a:cubicBezTo>
                  <a:cubicBezTo>
                    <a:pt x="47" y="167"/>
                    <a:pt x="48" y="168"/>
                    <a:pt x="49" y="168"/>
                  </a:cubicBezTo>
                  <a:cubicBezTo>
                    <a:pt x="50" y="169"/>
                    <a:pt x="51" y="170"/>
                    <a:pt x="52" y="171"/>
                  </a:cubicBezTo>
                  <a:cubicBezTo>
                    <a:pt x="55" y="173"/>
                    <a:pt x="56" y="176"/>
                    <a:pt x="57" y="178"/>
                  </a:cubicBezTo>
                  <a:cubicBezTo>
                    <a:pt x="58" y="179"/>
                    <a:pt x="58" y="179"/>
                    <a:pt x="58" y="179"/>
                  </a:cubicBezTo>
                  <a:cubicBezTo>
                    <a:pt x="58" y="179"/>
                    <a:pt x="58" y="180"/>
                    <a:pt x="58" y="180"/>
                  </a:cubicBezTo>
                  <a:cubicBezTo>
                    <a:pt x="60" y="182"/>
                    <a:pt x="62" y="187"/>
                    <a:pt x="60" y="191"/>
                  </a:cubicBezTo>
                  <a:cubicBezTo>
                    <a:pt x="58" y="193"/>
                    <a:pt x="56" y="194"/>
                    <a:pt x="54" y="195"/>
                  </a:cubicBezTo>
                  <a:cubicBezTo>
                    <a:pt x="53" y="195"/>
                    <a:pt x="53" y="195"/>
                    <a:pt x="53" y="195"/>
                  </a:cubicBezTo>
                  <a:cubicBezTo>
                    <a:pt x="53" y="197"/>
                    <a:pt x="53" y="199"/>
                    <a:pt x="53" y="200"/>
                  </a:cubicBezTo>
                  <a:cubicBezTo>
                    <a:pt x="53" y="203"/>
                    <a:pt x="53" y="204"/>
                    <a:pt x="54" y="205"/>
                  </a:cubicBezTo>
                  <a:cubicBezTo>
                    <a:pt x="54" y="209"/>
                    <a:pt x="55" y="213"/>
                    <a:pt x="54" y="217"/>
                  </a:cubicBezTo>
                  <a:cubicBezTo>
                    <a:pt x="54" y="218"/>
                    <a:pt x="54" y="219"/>
                    <a:pt x="54" y="220"/>
                  </a:cubicBezTo>
                  <a:cubicBezTo>
                    <a:pt x="55" y="222"/>
                    <a:pt x="55" y="225"/>
                    <a:pt x="54" y="227"/>
                  </a:cubicBezTo>
                  <a:cubicBezTo>
                    <a:pt x="54" y="228"/>
                    <a:pt x="53" y="229"/>
                    <a:pt x="53" y="229"/>
                  </a:cubicBezTo>
                  <a:cubicBezTo>
                    <a:pt x="52" y="229"/>
                    <a:pt x="52" y="229"/>
                    <a:pt x="52" y="230"/>
                  </a:cubicBezTo>
                  <a:cubicBezTo>
                    <a:pt x="52" y="230"/>
                    <a:pt x="52" y="230"/>
                    <a:pt x="52" y="230"/>
                  </a:cubicBezTo>
                  <a:cubicBezTo>
                    <a:pt x="51" y="232"/>
                    <a:pt x="51" y="232"/>
                    <a:pt x="51" y="232"/>
                  </a:cubicBezTo>
                  <a:cubicBezTo>
                    <a:pt x="51" y="233"/>
                    <a:pt x="50" y="233"/>
                    <a:pt x="49" y="235"/>
                  </a:cubicBezTo>
                  <a:cubicBezTo>
                    <a:pt x="49" y="236"/>
                    <a:pt x="48" y="236"/>
                    <a:pt x="47" y="237"/>
                  </a:cubicBezTo>
                  <a:cubicBezTo>
                    <a:pt x="48" y="236"/>
                    <a:pt x="48" y="237"/>
                    <a:pt x="48" y="238"/>
                  </a:cubicBezTo>
                  <a:cubicBezTo>
                    <a:pt x="48" y="239"/>
                    <a:pt x="48" y="241"/>
                    <a:pt x="48" y="241"/>
                  </a:cubicBezTo>
                  <a:cubicBezTo>
                    <a:pt x="48" y="241"/>
                    <a:pt x="49" y="241"/>
                    <a:pt x="50" y="241"/>
                  </a:cubicBezTo>
                  <a:cubicBezTo>
                    <a:pt x="53" y="241"/>
                    <a:pt x="55" y="243"/>
                    <a:pt x="56" y="247"/>
                  </a:cubicBezTo>
                  <a:cubicBezTo>
                    <a:pt x="57" y="250"/>
                    <a:pt x="56" y="251"/>
                    <a:pt x="56" y="253"/>
                  </a:cubicBezTo>
                  <a:cubicBezTo>
                    <a:pt x="56" y="254"/>
                    <a:pt x="56" y="254"/>
                    <a:pt x="56" y="254"/>
                  </a:cubicBezTo>
                  <a:cubicBezTo>
                    <a:pt x="55" y="256"/>
                    <a:pt x="55" y="258"/>
                    <a:pt x="54" y="260"/>
                  </a:cubicBezTo>
                  <a:cubicBezTo>
                    <a:pt x="54" y="261"/>
                    <a:pt x="54" y="262"/>
                    <a:pt x="53" y="263"/>
                  </a:cubicBezTo>
                  <a:cubicBezTo>
                    <a:pt x="53" y="263"/>
                    <a:pt x="53" y="264"/>
                    <a:pt x="53" y="265"/>
                  </a:cubicBezTo>
                  <a:cubicBezTo>
                    <a:pt x="54" y="267"/>
                    <a:pt x="54" y="271"/>
                    <a:pt x="51" y="274"/>
                  </a:cubicBezTo>
                  <a:cubicBezTo>
                    <a:pt x="51" y="274"/>
                    <a:pt x="50" y="275"/>
                    <a:pt x="50" y="275"/>
                  </a:cubicBezTo>
                  <a:cubicBezTo>
                    <a:pt x="50" y="277"/>
                    <a:pt x="50" y="278"/>
                    <a:pt x="49" y="280"/>
                  </a:cubicBezTo>
                  <a:cubicBezTo>
                    <a:pt x="50" y="281"/>
                    <a:pt x="51" y="282"/>
                    <a:pt x="51" y="283"/>
                  </a:cubicBezTo>
                  <a:cubicBezTo>
                    <a:pt x="52" y="283"/>
                    <a:pt x="53" y="284"/>
                    <a:pt x="53" y="285"/>
                  </a:cubicBezTo>
                  <a:cubicBezTo>
                    <a:pt x="55" y="287"/>
                    <a:pt x="55" y="290"/>
                    <a:pt x="55" y="291"/>
                  </a:cubicBezTo>
                  <a:cubicBezTo>
                    <a:pt x="55" y="292"/>
                    <a:pt x="55" y="292"/>
                    <a:pt x="55" y="293"/>
                  </a:cubicBezTo>
                  <a:cubicBezTo>
                    <a:pt x="56" y="293"/>
                    <a:pt x="56" y="293"/>
                    <a:pt x="57" y="293"/>
                  </a:cubicBezTo>
                  <a:cubicBezTo>
                    <a:pt x="59" y="293"/>
                    <a:pt x="60" y="295"/>
                    <a:pt x="61" y="297"/>
                  </a:cubicBezTo>
                  <a:cubicBezTo>
                    <a:pt x="62" y="298"/>
                    <a:pt x="62" y="300"/>
                    <a:pt x="60" y="302"/>
                  </a:cubicBezTo>
                  <a:cubicBezTo>
                    <a:pt x="62" y="305"/>
                    <a:pt x="67" y="309"/>
                    <a:pt x="70" y="309"/>
                  </a:cubicBezTo>
                  <a:cubicBezTo>
                    <a:pt x="75" y="309"/>
                    <a:pt x="77" y="314"/>
                    <a:pt x="78" y="316"/>
                  </a:cubicBezTo>
                  <a:cubicBezTo>
                    <a:pt x="78" y="317"/>
                    <a:pt x="78" y="318"/>
                    <a:pt x="79" y="318"/>
                  </a:cubicBezTo>
                  <a:cubicBezTo>
                    <a:pt x="79" y="319"/>
                    <a:pt x="80" y="320"/>
                    <a:pt x="80" y="320"/>
                  </a:cubicBezTo>
                  <a:cubicBezTo>
                    <a:pt x="80" y="320"/>
                    <a:pt x="81" y="320"/>
                    <a:pt x="81" y="32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1" name="Freeform 81">
              <a:extLst>
                <a:ext uri="{FF2B5EF4-FFF2-40B4-BE49-F238E27FC236}">
                  <a16:creationId xmlns:a16="http://schemas.microsoft.com/office/drawing/2014/main" id="{CF3A079B-B6F0-4EF5-B96E-E78902770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350" y="2546350"/>
              <a:ext cx="131763" cy="365125"/>
            </a:xfrm>
            <a:custGeom>
              <a:avLst/>
              <a:gdLst>
                <a:gd name="T0" fmla="*/ 23 w 117"/>
                <a:gd name="T1" fmla="*/ 47 h 324"/>
                <a:gd name="T2" fmla="*/ 8 w 117"/>
                <a:gd name="T3" fmla="*/ 34 h 324"/>
                <a:gd name="T4" fmla="*/ 8 w 117"/>
                <a:gd name="T5" fmla="*/ 18 h 324"/>
                <a:gd name="T6" fmla="*/ 22 w 117"/>
                <a:gd name="T7" fmla="*/ 5 h 324"/>
                <a:gd name="T8" fmla="*/ 40 w 117"/>
                <a:gd name="T9" fmla="*/ 12 h 324"/>
                <a:gd name="T10" fmla="*/ 64 w 117"/>
                <a:gd name="T11" fmla="*/ 9 h 324"/>
                <a:gd name="T12" fmla="*/ 57 w 117"/>
                <a:gd name="T13" fmla="*/ 28 h 324"/>
                <a:gd name="T14" fmla="*/ 57 w 117"/>
                <a:gd name="T15" fmla="*/ 51 h 324"/>
                <a:gd name="T16" fmla="*/ 84 w 117"/>
                <a:gd name="T17" fmla="*/ 70 h 324"/>
                <a:gd name="T18" fmla="*/ 90 w 117"/>
                <a:gd name="T19" fmla="*/ 107 h 324"/>
                <a:gd name="T20" fmla="*/ 103 w 117"/>
                <a:gd name="T21" fmla="*/ 127 h 324"/>
                <a:gd name="T22" fmla="*/ 106 w 117"/>
                <a:gd name="T23" fmla="*/ 158 h 324"/>
                <a:gd name="T24" fmla="*/ 106 w 117"/>
                <a:gd name="T25" fmla="*/ 175 h 324"/>
                <a:gd name="T26" fmla="*/ 106 w 117"/>
                <a:gd name="T27" fmla="*/ 196 h 324"/>
                <a:gd name="T28" fmla="*/ 106 w 117"/>
                <a:gd name="T29" fmla="*/ 262 h 324"/>
                <a:gd name="T30" fmla="*/ 101 w 117"/>
                <a:gd name="T31" fmla="*/ 266 h 324"/>
                <a:gd name="T32" fmla="*/ 104 w 117"/>
                <a:gd name="T33" fmla="*/ 280 h 324"/>
                <a:gd name="T34" fmla="*/ 103 w 117"/>
                <a:gd name="T35" fmla="*/ 287 h 324"/>
                <a:gd name="T36" fmla="*/ 111 w 117"/>
                <a:gd name="T37" fmla="*/ 300 h 324"/>
                <a:gd name="T38" fmla="*/ 106 w 117"/>
                <a:gd name="T39" fmla="*/ 316 h 324"/>
                <a:gd name="T40" fmla="*/ 76 w 117"/>
                <a:gd name="T41" fmla="*/ 320 h 324"/>
                <a:gd name="T42" fmla="*/ 65 w 117"/>
                <a:gd name="T43" fmla="*/ 309 h 324"/>
                <a:gd name="T44" fmla="*/ 52 w 117"/>
                <a:gd name="T45" fmla="*/ 293 h 324"/>
                <a:gd name="T46" fmla="*/ 46 w 117"/>
                <a:gd name="T47" fmla="*/ 290 h 324"/>
                <a:gd name="T48" fmla="*/ 42 w 117"/>
                <a:gd name="T49" fmla="*/ 280 h 324"/>
                <a:gd name="T50" fmla="*/ 39 w 117"/>
                <a:gd name="T51" fmla="*/ 269 h 324"/>
                <a:gd name="T52" fmla="*/ 44 w 117"/>
                <a:gd name="T53" fmla="*/ 257 h 324"/>
                <a:gd name="T54" fmla="*/ 47 w 117"/>
                <a:gd name="T55" fmla="*/ 243 h 324"/>
                <a:gd name="T56" fmla="*/ 38 w 117"/>
                <a:gd name="T57" fmla="*/ 234 h 324"/>
                <a:gd name="T58" fmla="*/ 41 w 117"/>
                <a:gd name="T59" fmla="*/ 227 h 324"/>
                <a:gd name="T60" fmla="*/ 43 w 117"/>
                <a:gd name="T61" fmla="*/ 221 h 324"/>
                <a:gd name="T62" fmla="*/ 45 w 117"/>
                <a:gd name="T63" fmla="*/ 211 h 324"/>
                <a:gd name="T64" fmla="*/ 43 w 117"/>
                <a:gd name="T65" fmla="*/ 188 h 324"/>
                <a:gd name="T66" fmla="*/ 48 w 117"/>
                <a:gd name="T67" fmla="*/ 176 h 324"/>
                <a:gd name="T68" fmla="*/ 38 w 117"/>
                <a:gd name="T69" fmla="*/ 164 h 324"/>
                <a:gd name="T70" fmla="*/ 33 w 117"/>
                <a:gd name="T71" fmla="*/ 152 h 324"/>
                <a:gd name="T72" fmla="*/ 39 w 117"/>
                <a:gd name="T73" fmla="*/ 146 h 324"/>
                <a:gd name="T74" fmla="*/ 38 w 117"/>
                <a:gd name="T75" fmla="*/ 128 h 324"/>
                <a:gd name="T76" fmla="*/ 39 w 117"/>
                <a:gd name="T77" fmla="*/ 120 h 324"/>
                <a:gd name="T78" fmla="*/ 41 w 117"/>
                <a:gd name="T79" fmla="*/ 113 h 324"/>
                <a:gd name="T80" fmla="*/ 37 w 117"/>
                <a:gd name="T81" fmla="*/ 107 h 324"/>
                <a:gd name="T82" fmla="*/ 27 w 117"/>
                <a:gd name="T83" fmla="*/ 90 h 324"/>
                <a:gd name="T84" fmla="*/ 29 w 117"/>
                <a:gd name="T85" fmla="*/ 80 h 324"/>
                <a:gd name="T86" fmla="*/ 30 w 117"/>
                <a:gd name="T87" fmla="*/ 72 h 324"/>
                <a:gd name="T88" fmla="*/ 31 w 117"/>
                <a:gd name="T89" fmla="*/ 68 h 324"/>
                <a:gd name="T90" fmla="*/ 31 w 117"/>
                <a:gd name="T91" fmla="*/ 56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7" h="324">
                  <a:moveTo>
                    <a:pt x="31" y="57"/>
                  </a:moveTo>
                  <a:cubicBezTo>
                    <a:pt x="28" y="48"/>
                    <a:pt x="23" y="47"/>
                    <a:pt x="23" y="47"/>
                  </a:cubicBezTo>
                  <a:cubicBezTo>
                    <a:pt x="19" y="47"/>
                    <a:pt x="19" y="46"/>
                    <a:pt x="17" y="42"/>
                  </a:cubicBezTo>
                  <a:cubicBezTo>
                    <a:pt x="16" y="40"/>
                    <a:pt x="10" y="35"/>
                    <a:pt x="8" y="34"/>
                  </a:cubicBezTo>
                  <a:cubicBezTo>
                    <a:pt x="4" y="32"/>
                    <a:pt x="3" y="32"/>
                    <a:pt x="4" y="27"/>
                  </a:cubicBezTo>
                  <a:cubicBezTo>
                    <a:pt x="5" y="23"/>
                    <a:pt x="7" y="22"/>
                    <a:pt x="8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2"/>
                    <a:pt x="14" y="3"/>
                    <a:pt x="22" y="5"/>
                  </a:cubicBezTo>
                  <a:cubicBezTo>
                    <a:pt x="25" y="6"/>
                    <a:pt x="36" y="6"/>
                    <a:pt x="39" y="9"/>
                  </a:cubicBezTo>
                  <a:cubicBezTo>
                    <a:pt x="39" y="9"/>
                    <a:pt x="39" y="11"/>
                    <a:pt x="40" y="12"/>
                  </a:cubicBezTo>
                  <a:cubicBezTo>
                    <a:pt x="40" y="14"/>
                    <a:pt x="43" y="11"/>
                    <a:pt x="45" y="11"/>
                  </a:cubicBezTo>
                  <a:cubicBezTo>
                    <a:pt x="51" y="9"/>
                    <a:pt x="57" y="9"/>
                    <a:pt x="64" y="9"/>
                  </a:cubicBezTo>
                  <a:cubicBezTo>
                    <a:pt x="63" y="14"/>
                    <a:pt x="63" y="17"/>
                    <a:pt x="62" y="20"/>
                  </a:cubicBezTo>
                  <a:cubicBezTo>
                    <a:pt x="61" y="23"/>
                    <a:pt x="58" y="25"/>
                    <a:pt x="57" y="28"/>
                  </a:cubicBezTo>
                  <a:cubicBezTo>
                    <a:pt x="56" y="30"/>
                    <a:pt x="57" y="34"/>
                    <a:pt x="57" y="36"/>
                  </a:cubicBezTo>
                  <a:cubicBezTo>
                    <a:pt x="57" y="41"/>
                    <a:pt x="54" y="47"/>
                    <a:pt x="57" y="51"/>
                  </a:cubicBezTo>
                  <a:cubicBezTo>
                    <a:pt x="60" y="54"/>
                    <a:pt x="65" y="57"/>
                    <a:pt x="68" y="59"/>
                  </a:cubicBezTo>
                  <a:cubicBezTo>
                    <a:pt x="73" y="63"/>
                    <a:pt x="79" y="66"/>
                    <a:pt x="84" y="70"/>
                  </a:cubicBezTo>
                  <a:cubicBezTo>
                    <a:pt x="90" y="74"/>
                    <a:pt x="90" y="77"/>
                    <a:pt x="91" y="84"/>
                  </a:cubicBezTo>
                  <a:cubicBezTo>
                    <a:pt x="91" y="92"/>
                    <a:pt x="89" y="100"/>
                    <a:pt x="90" y="107"/>
                  </a:cubicBezTo>
                  <a:cubicBezTo>
                    <a:pt x="93" y="105"/>
                    <a:pt x="92" y="115"/>
                    <a:pt x="93" y="117"/>
                  </a:cubicBezTo>
                  <a:cubicBezTo>
                    <a:pt x="95" y="121"/>
                    <a:pt x="100" y="124"/>
                    <a:pt x="103" y="127"/>
                  </a:cubicBezTo>
                  <a:cubicBezTo>
                    <a:pt x="107" y="132"/>
                    <a:pt x="105" y="138"/>
                    <a:pt x="106" y="144"/>
                  </a:cubicBezTo>
                  <a:cubicBezTo>
                    <a:pt x="106" y="149"/>
                    <a:pt x="106" y="153"/>
                    <a:pt x="106" y="158"/>
                  </a:cubicBezTo>
                  <a:cubicBezTo>
                    <a:pt x="106" y="162"/>
                    <a:pt x="108" y="168"/>
                    <a:pt x="107" y="172"/>
                  </a:cubicBezTo>
                  <a:cubicBezTo>
                    <a:pt x="107" y="173"/>
                    <a:pt x="106" y="174"/>
                    <a:pt x="106" y="175"/>
                  </a:cubicBezTo>
                  <a:cubicBezTo>
                    <a:pt x="105" y="178"/>
                    <a:pt x="106" y="179"/>
                    <a:pt x="106" y="182"/>
                  </a:cubicBezTo>
                  <a:cubicBezTo>
                    <a:pt x="107" y="187"/>
                    <a:pt x="106" y="191"/>
                    <a:pt x="106" y="196"/>
                  </a:cubicBezTo>
                  <a:cubicBezTo>
                    <a:pt x="106" y="210"/>
                    <a:pt x="108" y="224"/>
                    <a:pt x="107" y="238"/>
                  </a:cubicBezTo>
                  <a:cubicBezTo>
                    <a:pt x="106" y="246"/>
                    <a:pt x="107" y="254"/>
                    <a:pt x="106" y="262"/>
                  </a:cubicBezTo>
                  <a:cubicBezTo>
                    <a:pt x="106" y="263"/>
                    <a:pt x="105" y="266"/>
                    <a:pt x="104" y="266"/>
                  </a:cubicBezTo>
                  <a:cubicBezTo>
                    <a:pt x="104" y="266"/>
                    <a:pt x="102" y="266"/>
                    <a:pt x="101" y="266"/>
                  </a:cubicBezTo>
                  <a:cubicBezTo>
                    <a:pt x="101" y="267"/>
                    <a:pt x="101" y="269"/>
                    <a:pt x="102" y="270"/>
                  </a:cubicBezTo>
                  <a:cubicBezTo>
                    <a:pt x="104" y="274"/>
                    <a:pt x="104" y="276"/>
                    <a:pt x="104" y="280"/>
                  </a:cubicBezTo>
                  <a:cubicBezTo>
                    <a:pt x="104" y="282"/>
                    <a:pt x="104" y="282"/>
                    <a:pt x="104" y="284"/>
                  </a:cubicBezTo>
                  <a:cubicBezTo>
                    <a:pt x="103" y="286"/>
                    <a:pt x="103" y="286"/>
                    <a:pt x="103" y="287"/>
                  </a:cubicBezTo>
                  <a:cubicBezTo>
                    <a:pt x="103" y="288"/>
                    <a:pt x="105" y="294"/>
                    <a:pt x="107" y="293"/>
                  </a:cubicBezTo>
                  <a:cubicBezTo>
                    <a:pt x="108" y="293"/>
                    <a:pt x="110" y="299"/>
                    <a:pt x="111" y="300"/>
                  </a:cubicBezTo>
                  <a:cubicBezTo>
                    <a:pt x="113" y="301"/>
                    <a:pt x="117" y="309"/>
                    <a:pt x="115" y="312"/>
                  </a:cubicBezTo>
                  <a:cubicBezTo>
                    <a:pt x="114" y="314"/>
                    <a:pt x="105" y="312"/>
                    <a:pt x="106" y="316"/>
                  </a:cubicBezTo>
                  <a:cubicBezTo>
                    <a:pt x="97" y="318"/>
                    <a:pt x="88" y="320"/>
                    <a:pt x="79" y="324"/>
                  </a:cubicBezTo>
                  <a:cubicBezTo>
                    <a:pt x="80" y="320"/>
                    <a:pt x="79" y="320"/>
                    <a:pt x="76" y="320"/>
                  </a:cubicBezTo>
                  <a:cubicBezTo>
                    <a:pt x="73" y="320"/>
                    <a:pt x="71" y="318"/>
                    <a:pt x="70" y="316"/>
                  </a:cubicBezTo>
                  <a:cubicBezTo>
                    <a:pt x="68" y="313"/>
                    <a:pt x="68" y="309"/>
                    <a:pt x="65" y="309"/>
                  </a:cubicBezTo>
                  <a:cubicBezTo>
                    <a:pt x="60" y="309"/>
                    <a:pt x="51" y="301"/>
                    <a:pt x="50" y="296"/>
                  </a:cubicBezTo>
                  <a:cubicBezTo>
                    <a:pt x="50" y="295"/>
                    <a:pt x="52" y="294"/>
                    <a:pt x="52" y="293"/>
                  </a:cubicBezTo>
                  <a:cubicBezTo>
                    <a:pt x="51" y="292"/>
                    <a:pt x="50" y="293"/>
                    <a:pt x="50" y="293"/>
                  </a:cubicBezTo>
                  <a:cubicBezTo>
                    <a:pt x="49" y="292"/>
                    <a:pt x="47" y="291"/>
                    <a:pt x="46" y="290"/>
                  </a:cubicBezTo>
                  <a:cubicBezTo>
                    <a:pt x="45" y="287"/>
                    <a:pt x="47" y="285"/>
                    <a:pt x="45" y="282"/>
                  </a:cubicBezTo>
                  <a:cubicBezTo>
                    <a:pt x="44" y="281"/>
                    <a:pt x="42" y="282"/>
                    <a:pt x="42" y="280"/>
                  </a:cubicBezTo>
                  <a:cubicBezTo>
                    <a:pt x="41" y="278"/>
                    <a:pt x="39" y="277"/>
                    <a:pt x="39" y="277"/>
                  </a:cubicBezTo>
                  <a:cubicBezTo>
                    <a:pt x="38" y="273"/>
                    <a:pt x="43" y="272"/>
                    <a:pt x="39" y="269"/>
                  </a:cubicBezTo>
                  <a:cubicBezTo>
                    <a:pt x="36" y="266"/>
                    <a:pt x="42" y="267"/>
                    <a:pt x="43" y="266"/>
                  </a:cubicBezTo>
                  <a:cubicBezTo>
                    <a:pt x="45" y="264"/>
                    <a:pt x="43" y="259"/>
                    <a:pt x="44" y="257"/>
                  </a:cubicBezTo>
                  <a:cubicBezTo>
                    <a:pt x="45" y="254"/>
                    <a:pt x="46" y="251"/>
                    <a:pt x="46" y="248"/>
                  </a:cubicBezTo>
                  <a:cubicBezTo>
                    <a:pt x="47" y="246"/>
                    <a:pt x="47" y="245"/>
                    <a:pt x="47" y="243"/>
                  </a:cubicBezTo>
                  <a:cubicBezTo>
                    <a:pt x="46" y="239"/>
                    <a:pt x="45" y="242"/>
                    <a:pt x="43" y="241"/>
                  </a:cubicBezTo>
                  <a:cubicBezTo>
                    <a:pt x="39" y="240"/>
                    <a:pt x="39" y="238"/>
                    <a:pt x="38" y="234"/>
                  </a:cubicBezTo>
                  <a:cubicBezTo>
                    <a:pt x="38" y="233"/>
                    <a:pt x="38" y="231"/>
                    <a:pt x="38" y="230"/>
                  </a:cubicBezTo>
                  <a:cubicBezTo>
                    <a:pt x="39" y="228"/>
                    <a:pt x="40" y="228"/>
                    <a:pt x="41" y="227"/>
                  </a:cubicBezTo>
                  <a:cubicBezTo>
                    <a:pt x="42" y="226"/>
                    <a:pt x="41" y="225"/>
                    <a:pt x="42" y="223"/>
                  </a:cubicBezTo>
                  <a:cubicBezTo>
                    <a:pt x="43" y="223"/>
                    <a:pt x="42" y="222"/>
                    <a:pt x="43" y="221"/>
                  </a:cubicBezTo>
                  <a:cubicBezTo>
                    <a:pt x="43" y="221"/>
                    <a:pt x="44" y="221"/>
                    <a:pt x="45" y="221"/>
                  </a:cubicBezTo>
                  <a:cubicBezTo>
                    <a:pt x="46" y="218"/>
                    <a:pt x="44" y="214"/>
                    <a:pt x="45" y="211"/>
                  </a:cubicBezTo>
                  <a:cubicBezTo>
                    <a:pt x="45" y="207"/>
                    <a:pt x="44" y="201"/>
                    <a:pt x="43" y="197"/>
                  </a:cubicBezTo>
                  <a:cubicBezTo>
                    <a:pt x="43" y="194"/>
                    <a:pt x="43" y="190"/>
                    <a:pt x="43" y="188"/>
                  </a:cubicBezTo>
                  <a:cubicBezTo>
                    <a:pt x="44" y="186"/>
                    <a:pt x="50" y="186"/>
                    <a:pt x="51" y="184"/>
                  </a:cubicBezTo>
                  <a:cubicBezTo>
                    <a:pt x="52" y="181"/>
                    <a:pt x="49" y="178"/>
                    <a:pt x="48" y="176"/>
                  </a:cubicBezTo>
                  <a:cubicBezTo>
                    <a:pt x="47" y="173"/>
                    <a:pt x="47" y="171"/>
                    <a:pt x="44" y="169"/>
                  </a:cubicBezTo>
                  <a:cubicBezTo>
                    <a:pt x="42" y="168"/>
                    <a:pt x="40" y="166"/>
                    <a:pt x="38" y="164"/>
                  </a:cubicBezTo>
                  <a:cubicBezTo>
                    <a:pt x="36" y="163"/>
                    <a:pt x="35" y="162"/>
                    <a:pt x="33" y="159"/>
                  </a:cubicBezTo>
                  <a:cubicBezTo>
                    <a:pt x="32" y="156"/>
                    <a:pt x="28" y="150"/>
                    <a:pt x="33" y="152"/>
                  </a:cubicBezTo>
                  <a:cubicBezTo>
                    <a:pt x="33" y="152"/>
                    <a:pt x="35" y="151"/>
                    <a:pt x="36" y="151"/>
                  </a:cubicBezTo>
                  <a:cubicBezTo>
                    <a:pt x="38" y="151"/>
                    <a:pt x="39" y="147"/>
                    <a:pt x="39" y="146"/>
                  </a:cubicBezTo>
                  <a:cubicBezTo>
                    <a:pt x="39" y="142"/>
                    <a:pt x="36" y="140"/>
                    <a:pt x="35" y="136"/>
                  </a:cubicBezTo>
                  <a:cubicBezTo>
                    <a:pt x="34" y="134"/>
                    <a:pt x="37" y="130"/>
                    <a:pt x="38" y="128"/>
                  </a:cubicBezTo>
                  <a:cubicBezTo>
                    <a:pt x="38" y="127"/>
                    <a:pt x="39" y="126"/>
                    <a:pt x="39" y="125"/>
                  </a:cubicBezTo>
                  <a:cubicBezTo>
                    <a:pt x="40" y="123"/>
                    <a:pt x="38" y="122"/>
                    <a:pt x="39" y="120"/>
                  </a:cubicBezTo>
                  <a:cubicBezTo>
                    <a:pt x="39" y="119"/>
                    <a:pt x="41" y="119"/>
                    <a:pt x="41" y="117"/>
                  </a:cubicBezTo>
                  <a:cubicBezTo>
                    <a:pt x="41" y="116"/>
                    <a:pt x="42" y="114"/>
                    <a:pt x="41" y="113"/>
                  </a:cubicBezTo>
                  <a:cubicBezTo>
                    <a:pt x="40" y="111"/>
                    <a:pt x="39" y="111"/>
                    <a:pt x="38" y="110"/>
                  </a:cubicBezTo>
                  <a:cubicBezTo>
                    <a:pt x="37" y="109"/>
                    <a:pt x="39" y="108"/>
                    <a:pt x="37" y="107"/>
                  </a:cubicBezTo>
                  <a:cubicBezTo>
                    <a:pt x="36" y="105"/>
                    <a:pt x="31" y="106"/>
                    <a:pt x="29" y="107"/>
                  </a:cubicBezTo>
                  <a:cubicBezTo>
                    <a:pt x="16" y="109"/>
                    <a:pt x="27" y="90"/>
                    <a:pt x="27" y="90"/>
                  </a:cubicBezTo>
                  <a:cubicBezTo>
                    <a:pt x="27" y="88"/>
                    <a:pt x="29" y="86"/>
                    <a:pt x="29" y="84"/>
                  </a:cubicBezTo>
                  <a:cubicBezTo>
                    <a:pt x="29" y="83"/>
                    <a:pt x="29" y="81"/>
                    <a:pt x="29" y="80"/>
                  </a:cubicBezTo>
                  <a:cubicBezTo>
                    <a:pt x="29" y="78"/>
                    <a:pt x="30" y="78"/>
                    <a:pt x="30" y="76"/>
                  </a:cubicBezTo>
                  <a:cubicBezTo>
                    <a:pt x="30" y="74"/>
                    <a:pt x="29" y="73"/>
                    <a:pt x="30" y="72"/>
                  </a:cubicBezTo>
                  <a:cubicBezTo>
                    <a:pt x="31" y="70"/>
                    <a:pt x="32" y="73"/>
                    <a:pt x="32" y="70"/>
                  </a:cubicBezTo>
                  <a:cubicBezTo>
                    <a:pt x="32" y="69"/>
                    <a:pt x="31" y="69"/>
                    <a:pt x="31" y="68"/>
                  </a:cubicBezTo>
                  <a:cubicBezTo>
                    <a:pt x="30" y="66"/>
                    <a:pt x="30" y="66"/>
                    <a:pt x="30" y="64"/>
                  </a:cubicBezTo>
                  <a:cubicBezTo>
                    <a:pt x="30" y="61"/>
                    <a:pt x="31" y="59"/>
                    <a:pt x="31" y="56"/>
                  </a:cubicBezTo>
                  <a:lnTo>
                    <a:pt x="31" y="57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2" name="Freeform 82">
              <a:extLst>
                <a:ext uri="{FF2B5EF4-FFF2-40B4-BE49-F238E27FC236}">
                  <a16:creationId xmlns:a16="http://schemas.microsoft.com/office/drawing/2014/main" id="{505E354E-7B68-4187-9A8B-EFAC7D8E8B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7038" y="4576763"/>
              <a:ext cx="930275" cy="881063"/>
            </a:xfrm>
            <a:custGeom>
              <a:avLst/>
              <a:gdLst>
                <a:gd name="T0" fmla="*/ 387 w 823"/>
                <a:gd name="T1" fmla="*/ 776 h 780"/>
                <a:gd name="T2" fmla="*/ 333 w 823"/>
                <a:gd name="T3" fmla="*/ 754 h 780"/>
                <a:gd name="T4" fmla="*/ 309 w 823"/>
                <a:gd name="T5" fmla="*/ 728 h 780"/>
                <a:gd name="T6" fmla="*/ 268 w 823"/>
                <a:gd name="T7" fmla="*/ 749 h 780"/>
                <a:gd name="T8" fmla="*/ 207 w 823"/>
                <a:gd name="T9" fmla="*/ 649 h 780"/>
                <a:gd name="T10" fmla="*/ 192 w 823"/>
                <a:gd name="T11" fmla="*/ 599 h 780"/>
                <a:gd name="T12" fmla="*/ 187 w 823"/>
                <a:gd name="T13" fmla="*/ 556 h 780"/>
                <a:gd name="T14" fmla="*/ 172 w 823"/>
                <a:gd name="T15" fmla="*/ 489 h 780"/>
                <a:gd name="T16" fmla="*/ 165 w 823"/>
                <a:gd name="T17" fmla="*/ 413 h 780"/>
                <a:gd name="T18" fmla="*/ 162 w 823"/>
                <a:gd name="T19" fmla="*/ 353 h 780"/>
                <a:gd name="T20" fmla="*/ 130 w 823"/>
                <a:gd name="T21" fmla="*/ 302 h 780"/>
                <a:gd name="T22" fmla="*/ 92 w 823"/>
                <a:gd name="T23" fmla="*/ 223 h 780"/>
                <a:gd name="T24" fmla="*/ 55 w 823"/>
                <a:gd name="T25" fmla="*/ 150 h 780"/>
                <a:gd name="T26" fmla="*/ 29 w 823"/>
                <a:gd name="T27" fmla="*/ 13 h 780"/>
                <a:gd name="T28" fmla="*/ 75 w 823"/>
                <a:gd name="T29" fmla="*/ 6 h 780"/>
                <a:gd name="T30" fmla="*/ 124 w 823"/>
                <a:gd name="T31" fmla="*/ 17 h 780"/>
                <a:gd name="T32" fmla="*/ 175 w 823"/>
                <a:gd name="T33" fmla="*/ 28 h 780"/>
                <a:gd name="T34" fmla="*/ 425 w 823"/>
                <a:gd name="T35" fmla="*/ 46 h 780"/>
                <a:gd name="T36" fmla="*/ 488 w 823"/>
                <a:gd name="T37" fmla="*/ 60 h 780"/>
                <a:gd name="T38" fmla="*/ 556 w 823"/>
                <a:gd name="T39" fmla="*/ 67 h 780"/>
                <a:gd name="T40" fmla="*/ 670 w 823"/>
                <a:gd name="T41" fmla="*/ 52 h 780"/>
                <a:gd name="T42" fmla="*/ 790 w 823"/>
                <a:gd name="T43" fmla="*/ 36 h 780"/>
                <a:gd name="T44" fmla="*/ 822 w 823"/>
                <a:gd name="T45" fmla="*/ 58 h 780"/>
                <a:gd name="T46" fmla="*/ 782 w 823"/>
                <a:gd name="T47" fmla="*/ 76 h 780"/>
                <a:gd name="T48" fmla="*/ 727 w 823"/>
                <a:gd name="T49" fmla="*/ 102 h 780"/>
                <a:gd name="T50" fmla="*/ 695 w 823"/>
                <a:gd name="T51" fmla="*/ 77 h 780"/>
                <a:gd name="T52" fmla="*/ 563 w 823"/>
                <a:gd name="T53" fmla="*/ 319 h 780"/>
                <a:gd name="T54" fmla="*/ 496 w 823"/>
                <a:gd name="T55" fmla="*/ 675 h 780"/>
                <a:gd name="T56" fmla="*/ 465 w 823"/>
                <a:gd name="T57" fmla="*/ 755 h 780"/>
                <a:gd name="T58" fmla="*/ 435 w 823"/>
                <a:gd name="T59" fmla="*/ 770 h 780"/>
                <a:gd name="T60" fmla="*/ 456 w 823"/>
                <a:gd name="T61" fmla="*/ 752 h 780"/>
                <a:gd name="T62" fmla="*/ 485 w 823"/>
                <a:gd name="T63" fmla="*/ 735 h 780"/>
                <a:gd name="T64" fmla="*/ 546 w 823"/>
                <a:gd name="T65" fmla="*/ 324 h 780"/>
                <a:gd name="T66" fmla="*/ 565 w 823"/>
                <a:gd name="T67" fmla="*/ 88 h 780"/>
                <a:gd name="T68" fmla="*/ 713 w 823"/>
                <a:gd name="T69" fmla="*/ 84 h 780"/>
                <a:gd name="T70" fmla="*/ 758 w 823"/>
                <a:gd name="T71" fmla="*/ 69 h 780"/>
                <a:gd name="T72" fmla="*/ 796 w 823"/>
                <a:gd name="T73" fmla="*/ 56 h 780"/>
                <a:gd name="T74" fmla="*/ 788 w 823"/>
                <a:gd name="T75" fmla="*/ 45 h 780"/>
                <a:gd name="T76" fmla="*/ 689 w 823"/>
                <a:gd name="T77" fmla="*/ 57 h 780"/>
                <a:gd name="T78" fmla="*/ 560 w 823"/>
                <a:gd name="T79" fmla="*/ 75 h 780"/>
                <a:gd name="T80" fmla="*/ 492 w 823"/>
                <a:gd name="T81" fmla="*/ 68 h 780"/>
                <a:gd name="T82" fmla="*/ 418 w 823"/>
                <a:gd name="T83" fmla="*/ 52 h 780"/>
                <a:gd name="T84" fmla="*/ 175 w 823"/>
                <a:gd name="T85" fmla="*/ 37 h 780"/>
                <a:gd name="T86" fmla="*/ 119 w 823"/>
                <a:gd name="T87" fmla="*/ 24 h 780"/>
                <a:gd name="T88" fmla="*/ 85 w 823"/>
                <a:gd name="T89" fmla="*/ 12 h 780"/>
                <a:gd name="T90" fmla="*/ 32 w 823"/>
                <a:gd name="T91" fmla="*/ 22 h 780"/>
                <a:gd name="T92" fmla="*/ 64 w 823"/>
                <a:gd name="T93" fmla="*/ 146 h 780"/>
                <a:gd name="T94" fmla="*/ 101 w 823"/>
                <a:gd name="T95" fmla="*/ 221 h 780"/>
                <a:gd name="T96" fmla="*/ 139 w 823"/>
                <a:gd name="T97" fmla="*/ 301 h 780"/>
                <a:gd name="T98" fmla="*/ 171 w 823"/>
                <a:gd name="T99" fmla="*/ 351 h 780"/>
                <a:gd name="T100" fmla="*/ 174 w 823"/>
                <a:gd name="T101" fmla="*/ 419 h 780"/>
                <a:gd name="T102" fmla="*/ 181 w 823"/>
                <a:gd name="T103" fmla="*/ 484 h 780"/>
                <a:gd name="T104" fmla="*/ 194 w 823"/>
                <a:gd name="T105" fmla="*/ 549 h 780"/>
                <a:gd name="T106" fmla="*/ 201 w 823"/>
                <a:gd name="T107" fmla="*/ 596 h 780"/>
                <a:gd name="T108" fmla="*/ 210 w 823"/>
                <a:gd name="T109" fmla="*/ 635 h 780"/>
                <a:gd name="T110" fmla="*/ 254 w 823"/>
                <a:gd name="T111" fmla="*/ 721 h 780"/>
                <a:gd name="T112" fmla="*/ 296 w 823"/>
                <a:gd name="T113" fmla="*/ 740 h 780"/>
                <a:gd name="T114" fmla="*/ 324 w 823"/>
                <a:gd name="T115" fmla="*/ 715 h 780"/>
                <a:gd name="T116" fmla="*/ 355 w 823"/>
                <a:gd name="T117" fmla="*/ 758 h 780"/>
                <a:gd name="T118" fmla="*/ 416 w 823"/>
                <a:gd name="T119" fmla="*/ 763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23" h="780">
                  <a:moveTo>
                    <a:pt x="437" y="780"/>
                  </a:moveTo>
                  <a:cubicBezTo>
                    <a:pt x="436" y="780"/>
                    <a:pt x="436" y="780"/>
                    <a:pt x="435" y="780"/>
                  </a:cubicBezTo>
                  <a:cubicBezTo>
                    <a:pt x="434" y="780"/>
                    <a:pt x="433" y="779"/>
                    <a:pt x="432" y="779"/>
                  </a:cubicBezTo>
                  <a:cubicBezTo>
                    <a:pt x="431" y="778"/>
                    <a:pt x="431" y="778"/>
                    <a:pt x="430" y="778"/>
                  </a:cubicBezTo>
                  <a:cubicBezTo>
                    <a:pt x="427" y="777"/>
                    <a:pt x="426" y="775"/>
                    <a:pt x="426" y="774"/>
                  </a:cubicBezTo>
                  <a:cubicBezTo>
                    <a:pt x="425" y="773"/>
                    <a:pt x="422" y="772"/>
                    <a:pt x="416" y="772"/>
                  </a:cubicBezTo>
                  <a:cubicBezTo>
                    <a:pt x="415" y="772"/>
                    <a:pt x="414" y="772"/>
                    <a:pt x="413" y="772"/>
                  </a:cubicBezTo>
                  <a:cubicBezTo>
                    <a:pt x="411" y="773"/>
                    <a:pt x="408" y="773"/>
                    <a:pt x="405" y="774"/>
                  </a:cubicBezTo>
                  <a:cubicBezTo>
                    <a:pt x="402" y="775"/>
                    <a:pt x="398" y="776"/>
                    <a:pt x="394" y="776"/>
                  </a:cubicBezTo>
                  <a:cubicBezTo>
                    <a:pt x="393" y="776"/>
                    <a:pt x="392" y="776"/>
                    <a:pt x="391" y="776"/>
                  </a:cubicBezTo>
                  <a:cubicBezTo>
                    <a:pt x="387" y="776"/>
                    <a:pt x="387" y="776"/>
                    <a:pt x="387" y="776"/>
                  </a:cubicBezTo>
                  <a:cubicBezTo>
                    <a:pt x="383" y="776"/>
                    <a:pt x="378" y="776"/>
                    <a:pt x="373" y="774"/>
                  </a:cubicBezTo>
                  <a:cubicBezTo>
                    <a:pt x="372" y="773"/>
                    <a:pt x="370" y="772"/>
                    <a:pt x="369" y="771"/>
                  </a:cubicBezTo>
                  <a:cubicBezTo>
                    <a:pt x="368" y="770"/>
                    <a:pt x="368" y="769"/>
                    <a:pt x="367" y="769"/>
                  </a:cubicBezTo>
                  <a:cubicBezTo>
                    <a:pt x="365" y="768"/>
                    <a:pt x="362" y="767"/>
                    <a:pt x="359" y="767"/>
                  </a:cubicBezTo>
                  <a:cubicBezTo>
                    <a:pt x="358" y="767"/>
                    <a:pt x="357" y="767"/>
                    <a:pt x="356" y="767"/>
                  </a:cubicBezTo>
                  <a:cubicBezTo>
                    <a:pt x="355" y="768"/>
                    <a:pt x="354" y="768"/>
                    <a:pt x="352" y="768"/>
                  </a:cubicBezTo>
                  <a:cubicBezTo>
                    <a:pt x="348" y="768"/>
                    <a:pt x="346" y="766"/>
                    <a:pt x="345" y="763"/>
                  </a:cubicBezTo>
                  <a:cubicBezTo>
                    <a:pt x="344" y="763"/>
                    <a:pt x="344" y="763"/>
                    <a:pt x="344" y="763"/>
                  </a:cubicBezTo>
                  <a:cubicBezTo>
                    <a:pt x="342" y="764"/>
                    <a:pt x="340" y="764"/>
                    <a:pt x="338" y="764"/>
                  </a:cubicBezTo>
                  <a:cubicBezTo>
                    <a:pt x="336" y="764"/>
                    <a:pt x="335" y="763"/>
                    <a:pt x="334" y="763"/>
                  </a:cubicBezTo>
                  <a:cubicBezTo>
                    <a:pt x="331" y="760"/>
                    <a:pt x="333" y="755"/>
                    <a:pt x="333" y="754"/>
                  </a:cubicBezTo>
                  <a:cubicBezTo>
                    <a:pt x="333" y="753"/>
                    <a:pt x="333" y="753"/>
                    <a:pt x="333" y="753"/>
                  </a:cubicBezTo>
                  <a:cubicBezTo>
                    <a:pt x="331" y="751"/>
                    <a:pt x="328" y="745"/>
                    <a:pt x="329" y="742"/>
                  </a:cubicBezTo>
                  <a:cubicBezTo>
                    <a:pt x="329" y="739"/>
                    <a:pt x="332" y="738"/>
                    <a:pt x="333" y="737"/>
                  </a:cubicBezTo>
                  <a:cubicBezTo>
                    <a:pt x="333" y="736"/>
                    <a:pt x="332" y="735"/>
                    <a:pt x="332" y="733"/>
                  </a:cubicBezTo>
                  <a:cubicBezTo>
                    <a:pt x="329" y="734"/>
                    <a:pt x="326" y="734"/>
                    <a:pt x="324" y="733"/>
                  </a:cubicBezTo>
                  <a:cubicBezTo>
                    <a:pt x="320" y="730"/>
                    <a:pt x="321" y="726"/>
                    <a:pt x="321" y="724"/>
                  </a:cubicBezTo>
                  <a:cubicBezTo>
                    <a:pt x="319" y="723"/>
                    <a:pt x="318" y="722"/>
                    <a:pt x="318" y="721"/>
                  </a:cubicBezTo>
                  <a:cubicBezTo>
                    <a:pt x="317" y="722"/>
                    <a:pt x="317" y="722"/>
                    <a:pt x="316" y="722"/>
                  </a:cubicBezTo>
                  <a:cubicBezTo>
                    <a:pt x="315" y="723"/>
                    <a:pt x="314" y="723"/>
                    <a:pt x="313" y="722"/>
                  </a:cubicBezTo>
                  <a:cubicBezTo>
                    <a:pt x="313" y="722"/>
                    <a:pt x="313" y="722"/>
                    <a:pt x="313" y="722"/>
                  </a:cubicBezTo>
                  <a:cubicBezTo>
                    <a:pt x="313" y="726"/>
                    <a:pt x="311" y="727"/>
                    <a:pt x="309" y="728"/>
                  </a:cubicBezTo>
                  <a:cubicBezTo>
                    <a:pt x="308" y="729"/>
                    <a:pt x="307" y="731"/>
                    <a:pt x="306" y="732"/>
                  </a:cubicBezTo>
                  <a:cubicBezTo>
                    <a:pt x="306" y="733"/>
                    <a:pt x="307" y="735"/>
                    <a:pt x="307" y="736"/>
                  </a:cubicBezTo>
                  <a:cubicBezTo>
                    <a:pt x="307" y="741"/>
                    <a:pt x="303" y="747"/>
                    <a:pt x="303" y="747"/>
                  </a:cubicBezTo>
                  <a:cubicBezTo>
                    <a:pt x="302" y="748"/>
                    <a:pt x="300" y="750"/>
                    <a:pt x="297" y="750"/>
                  </a:cubicBezTo>
                  <a:cubicBezTo>
                    <a:pt x="296" y="750"/>
                    <a:pt x="295" y="750"/>
                    <a:pt x="294" y="749"/>
                  </a:cubicBezTo>
                  <a:cubicBezTo>
                    <a:pt x="294" y="750"/>
                    <a:pt x="294" y="750"/>
                    <a:pt x="293" y="750"/>
                  </a:cubicBezTo>
                  <a:cubicBezTo>
                    <a:pt x="292" y="751"/>
                    <a:pt x="291" y="752"/>
                    <a:pt x="290" y="753"/>
                  </a:cubicBezTo>
                  <a:cubicBezTo>
                    <a:pt x="289" y="753"/>
                    <a:pt x="288" y="754"/>
                    <a:pt x="288" y="754"/>
                  </a:cubicBezTo>
                  <a:cubicBezTo>
                    <a:pt x="286" y="756"/>
                    <a:pt x="283" y="757"/>
                    <a:pt x="281" y="757"/>
                  </a:cubicBezTo>
                  <a:cubicBezTo>
                    <a:pt x="280" y="757"/>
                    <a:pt x="279" y="757"/>
                    <a:pt x="279" y="757"/>
                  </a:cubicBezTo>
                  <a:cubicBezTo>
                    <a:pt x="275" y="756"/>
                    <a:pt x="271" y="752"/>
                    <a:pt x="268" y="749"/>
                  </a:cubicBezTo>
                  <a:cubicBezTo>
                    <a:pt x="267" y="747"/>
                    <a:pt x="267" y="746"/>
                    <a:pt x="266" y="746"/>
                  </a:cubicBezTo>
                  <a:cubicBezTo>
                    <a:pt x="264" y="744"/>
                    <a:pt x="262" y="741"/>
                    <a:pt x="260" y="739"/>
                  </a:cubicBezTo>
                  <a:cubicBezTo>
                    <a:pt x="258" y="737"/>
                    <a:pt x="257" y="735"/>
                    <a:pt x="255" y="734"/>
                  </a:cubicBezTo>
                  <a:cubicBezTo>
                    <a:pt x="253" y="732"/>
                    <a:pt x="250" y="730"/>
                    <a:pt x="248" y="728"/>
                  </a:cubicBezTo>
                  <a:cubicBezTo>
                    <a:pt x="242" y="723"/>
                    <a:pt x="236" y="718"/>
                    <a:pt x="233" y="710"/>
                  </a:cubicBezTo>
                  <a:cubicBezTo>
                    <a:pt x="232" y="708"/>
                    <a:pt x="231" y="707"/>
                    <a:pt x="229" y="705"/>
                  </a:cubicBezTo>
                  <a:cubicBezTo>
                    <a:pt x="227" y="702"/>
                    <a:pt x="224" y="699"/>
                    <a:pt x="224" y="694"/>
                  </a:cubicBezTo>
                  <a:cubicBezTo>
                    <a:pt x="224" y="691"/>
                    <a:pt x="220" y="686"/>
                    <a:pt x="218" y="683"/>
                  </a:cubicBezTo>
                  <a:cubicBezTo>
                    <a:pt x="214" y="677"/>
                    <a:pt x="211" y="672"/>
                    <a:pt x="209" y="666"/>
                  </a:cubicBezTo>
                  <a:cubicBezTo>
                    <a:pt x="208" y="663"/>
                    <a:pt x="208" y="659"/>
                    <a:pt x="208" y="656"/>
                  </a:cubicBezTo>
                  <a:cubicBezTo>
                    <a:pt x="208" y="654"/>
                    <a:pt x="208" y="651"/>
                    <a:pt x="207" y="649"/>
                  </a:cubicBezTo>
                  <a:cubicBezTo>
                    <a:pt x="206" y="648"/>
                    <a:pt x="205" y="648"/>
                    <a:pt x="204" y="646"/>
                  </a:cubicBezTo>
                  <a:cubicBezTo>
                    <a:pt x="203" y="644"/>
                    <a:pt x="202" y="642"/>
                    <a:pt x="201" y="640"/>
                  </a:cubicBezTo>
                  <a:cubicBezTo>
                    <a:pt x="200" y="637"/>
                    <a:pt x="200" y="637"/>
                    <a:pt x="200" y="637"/>
                  </a:cubicBezTo>
                  <a:cubicBezTo>
                    <a:pt x="199" y="633"/>
                    <a:pt x="198" y="629"/>
                    <a:pt x="199" y="626"/>
                  </a:cubicBezTo>
                  <a:cubicBezTo>
                    <a:pt x="200" y="624"/>
                    <a:pt x="201" y="623"/>
                    <a:pt x="203" y="622"/>
                  </a:cubicBezTo>
                  <a:cubicBezTo>
                    <a:pt x="203" y="622"/>
                    <a:pt x="203" y="622"/>
                    <a:pt x="203" y="622"/>
                  </a:cubicBezTo>
                  <a:cubicBezTo>
                    <a:pt x="202" y="618"/>
                    <a:pt x="201" y="616"/>
                    <a:pt x="201" y="615"/>
                  </a:cubicBezTo>
                  <a:cubicBezTo>
                    <a:pt x="200" y="615"/>
                    <a:pt x="200" y="614"/>
                    <a:pt x="199" y="614"/>
                  </a:cubicBezTo>
                  <a:cubicBezTo>
                    <a:pt x="197" y="613"/>
                    <a:pt x="196" y="613"/>
                    <a:pt x="194" y="611"/>
                  </a:cubicBezTo>
                  <a:cubicBezTo>
                    <a:pt x="191" y="608"/>
                    <a:pt x="191" y="604"/>
                    <a:pt x="192" y="601"/>
                  </a:cubicBezTo>
                  <a:cubicBezTo>
                    <a:pt x="192" y="600"/>
                    <a:pt x="192" y="599"/>
                    <a:pt x="192" y="599"/>
                  </a:cubicBezTo>
                  <a:cubicBezTo>
                    <a:pt x="191" y="598"/>
                    <a:pt x="190" y="597"/>
                    <a:pt x="191" y="595"/>
                  </a:cubicBezTo>
                  <a:cubicBezTo>
                    <a:pt x="191" y="593"/>
                    <a:pt x="192" y="592"/>
                    <a:pt x="192" y="591"/>
                  </a:cubicBezTo>
                  <a:cubicBezTo>
                    <a:pt x="193" y="591"/>
                    <a:pt x="193" y="591"/>
                    <a:pt x="193" y="591"/>
                  </a:cubicBezTo>
                  <a:cubicBezTo>
                    <a:pt x="193" y="589"/>
                    <a:pt x="192" y="588"/>
                    <a:pt x="191" y="586"/>
                  </a:cubicBezTo>
                  <a:cubicBezTo>
                    <a:pt x="191" y="586"/>
                    <a:pt x="190" y="585"/>
                    <a:pt x="190" y="584"/>
                  </a:cubicBezTo>
                  <a:cubicBezTo>
                    <a:pt x="189" y="582"/>
                    <a:pt x="188" y="580"/>
                    <a:pt x="189" y="578"/>
                  </a:cubicBezTo>
                  <a:cubicBezTo>
                    <a:pt x="188" y="577"/>
                    <a:pt x="188" y="577"/>
                    <a:pt x="188" y="576"/>
                  </a:cubicBezTo>
                  <a:cubicBezTo>
                    <a:pt x="187" y="575"/>
                    <a:pt x="187" y="575"/>
                    <a:pt x="187" y="575"/>
                  </a:cubicBezTo>
                  <a:cubicBezTo>
                    <a:pt x="186" y="572"/>
                    <a:pt x="185" y="570"/>
                    <a:pt x="185" y="565"/>
                  </a:cubicBezTo>
                  <a:cubicBezTo>
                    <a:pt x="186" y="564"/>
                    <a:pt x="186" y="563"/>
                    <a:pt x="186" y="561"/>
                  </a:cubicBezTo>
                  <a:cubicBezTo>
                    <a:pt x="187" y="559"/>
                    <a:pt x="187" y="557"/>
                    <a:pt x="187" y="556"/>
                  </a:cubicBezTo>
                  <a:cubicBezTo>
                    <a:pt x="187" y="555"/>
                    <a:pt x="186" y="554"/>
                    <a:pt x="186" y="553"/>
                  </a:cubicBezTo>
                  <a:cubicBezTo>
                    <a:pt x="185" y="551"/>
                    <a:pt x="184" y="549"/>
                    <a:pt x="184" y="547"/>
                  </a:cubicBezTo>
                  <a:cubicBezTo>
                    <a:pt x="183" y="542"/>
                    <a:pt x="184" y="537"/>
                    <a:pt x="185" y="533"/>
                  </a:cubicBezTo>
                  <a:cubicBezTo>
                    <a:pt x="186" y="531"/>
                    <a:pt x="186" y="528"/>
                    <a:pt x="186" y="526"/>
                  </a:cubicBezTo>
                  <a:cubicBezTo>
                    <a:pt x="186" y="525"/>
                    <a:pt x="186" y="524"/>
                    <a:pt x="185" y="523"/>
                  </a:cubicBezTo>
                  <a:cubicBezTo>
                    <a:pt x="184" y="522"/>
                    <a:pt x="183" y="520"/>
                    <a:pt x="183" y="518"/>
                  </a:cubicBezTo>
                  <a:cubicBezTo>
                    <a:pt x="182" y="516"/>
                    <a:pt x="182" y="514"/>
                    <a:pt x="182" y="513"/>
                  </a:cubicBezTo>
                  <a:cubicBezTo>
                    <a:pt x="182" y="511"/>
                    <a:pt x="182" y="510"/>
                    <a:pt x="181" y="509"/>
                  </a:cubicBezTo>
                  <a:cubicBezTo>
                    <a:pt x="181" y="507"/>
                    <a:pt x="179" y="506"/>
                    <a:pt x="177" y="504"/>
                  </a:cubicBezTo>
                  <a:cubicBezTo>
                    <a:pt x="175" y="501"/>
                    <a:pt x="173" y="499"/>
                    <a:pt x="172" y="496"/>
                  </a:cubicBezTo>
                  <a:cubicBezTo>
                    <a:pt x="171" y="493"/>
                    <a:pt x="172" y="491"/>
                    <a:pt x="172" y="489"/>
                  </a:cubicBezTo>
                  <a:cubicBezTo>
                    <a:pt x="172" y="488"/>
                    <a:pt x="172" y="488"/>
                    <a:pt x="172" y="487"/>
                  </a:cubicBezTo>
                  <a:cubicBezTo>
                    <a:pt x="171" y="485"/>
                    <a:pt x="170" y="483"/>
                    <a:pt x="169" y="481"/>
                  </a:cubicBezTo>
                  <a:cubicBezTo>
                    <a:pt x="168" y="478"/>
                    <a:pt x="168" y="478"/>
                    <a:pt x="168" y="478"/>
                  </a:cubicBezTo>
                  <a:cubicBezTo>
                    <a:pt x="166" y="474"/>
                    <a:pt x="164" y="469"/>
                    <a:pt x="163" y="463"/>
                  </a:cubicBezTo>
                  <a:cubicBezTo>
                    <a:pt x="163" y="459"/>
                    <a:pt x="163" y="455"/>
                    <a:pt x="165" y="451"/>
                  </a:cubicBezTo>
                  <a:cubicBezTo>
                    <a:pt x="165" y="450"/>
                    <a:pt x="166" y="449"/>
                    <a:pt x="166" y="449"/>
                  </a:cubicBezTo>
                  <a:cubicBezTo>
                    <a:pt x="167" y="449"/>
                    <a:pt x="166" y="448"/>
                    <a:pt x="166" y="448"/>
                  </a:cubicBezTo>
                  <a:cubicBezTo>
                    <a:pt x="166" y="447"/>
                    <a:pt x="166" y="446"/>
                    <a:pt x="166" y="446"/>
                  </a:cubicBezTo>
                  <a:cubicBezTo>
                    <a:pt x="165" y="443"/>
                    <a:pt x="165" y="440"/>
                    <a:pt x="165" y="437"/>
                  </a:cubicBezTo>
                  <a:cubicBezTo>
                    <a:pt x="165" y="434"/>
                    <a:pt x="165" y="430"/>
                    <a:pt x="164" y="427"/>
                  </a:cubicBezTo>
                  <a:cubicBezTo>
                    <a:pt x="162" y="422"/>
                    <a:pt x="162" y="418"/>
                    <a:pt x="165" y="413"/>
                  </a:cubicBezTo>
                  <a:cubicBezTo>
                    <a:pt x="166" y="412"/>
                    <a:pt x="166" y="412"/>
                    <a:pt x="166" y="412"/>
                  </a:cubicBezTo>
                  <a:cubicBezTo>
                    <a:pt x="166" y="410"/>
                    <a:pt x="165" y="407"/>
                    <a:pt x="164" y="404"/>
                  </a:cubicBezTo>
                  <a:cubicBezTo>
                    <a:pt x="161" y="398"/>
                    <a:pt x="158" y="390"/>
                    <a:pt x="164" y="383"/>
                  </a:cubicBezTo>
                  <a:cubicBezTo>
                    <a:pt x="165" y="381"/>
                    <a:pt x="167" y="381"/>
                    <a:pt x="168" y="381"/>
                  </a:cubicBezTo>
                  <a:cubicBezTo>
                    <a:pt x="168" y="381"/>
                    <a:pt x="169" y="381"/>
                    <a:pt x="169" y="381"/>
                  </a:cubicBezTo>
                  <a:cubicBezTo>
                    <a:pt x="169" y="380"/>
                    <a:pt x="169" y="378"/>
                    <a:pt x="168" y="377"/>
                  </a:cubicBezTo>
                  <a:cubicBezTo>
                    <a:pt x="168" y="376"/>
                    <a:pt x="168" y="375"/>
                    <a:pt x="168" y="374"/>
                  </a:cubicBezTo>
                  <a:cubicBezTo>
                    <a:pt x="168" y="373"/>
                    <a:pt x="168" y="372"/>
                    <a:pt x="168" y="370"/>
                  </a:cubicBezTo>
                  <a:cubicBezTo>
                    <a:pt x="168" y="369"/>
                    <a:pt x="168" y="367"/>
                    <a:pt x="167" y="365"/>
                  </a:cubicBezTo>
                  <a:cubicBezTo>
                    <a:pt x="166" y="363"/>
                    <a:pt x="166" y="363"/>
                    <a:pt x="166" y="363"/>
                  </a:cubicBezTo>
                  <a:cubicBezTo>
                    <a:pt x="165" y="360"/>
                    <a:pt x="163" y="357"/>
                    <a:pt x="162" y="353"/>
                  </a:cubicBezTo>
                  <a:cubicBezTo>
                    <a:pt x="162" y="351"/>
                    <a:pt x="161" y="350"/>
                    <a:pt x="159" y="348"/>
                  </a:cubicBezTo>
                  <a:cubicBezTo>
                    <a:pt x="158" y="347"/>
                    <a:pt x="157" y="345"/>
                    <a:pt x="156" y="343"/>
                  </a:cubicBezTo>
                  <a:cubicBezTo>
                    <a:pt x="155" y="342"/>
                    <a:pt x="155" y="341"/>
                    <a:pt x="154" y="340"/>
                  </a:cubicBezTo>
                  <a:cubicBezTo>
                    <a:pt x="154" y="339"/>
                    <a:pt x="153" y="338"/>
                    <a:pt x="152" y="337"/>
                  </a:cubicBezTo>
                  <a:cubicBezTo>
                    <a:pt x="151" y="335"/>
                    <a:pt x="150" y="334"/>
                    <a:pt x="149" y="332"/>
                  </a:cubicBezTo>
                  <a:cubicBezTo>
                    <a:pt x="146" y="329"/>
                    <a:pt x="142" y="326"/>
                    <a:pt x="140" y="322"/>
                  </a:cubicBezTo>
                  <a:cubicBezTo>
                    <a:pt x="140" y="321"/>
                    <a:pt x="139" y="321"/>
                    <a:pt x="139" y="320"/>
                  </a:cubicBezTo>
                  <a:cubicBezTo>
                    <a:pt x="137" y="319"/>
                    <a:pt x="135" y="318"/>
                    <a:pt x="135" y="315"/>
                  </a:cubicBezTo>
                  <a:cubicBezTo>
                    <a:pt x="134" y="313"/>
                    <a:pt x="135" y="312"/>
                    <a:pt x="135" y="311"/>
                  </a:cubicBezTo>
                  <a:cubicBezTo>
                    <a:pt x="134" y="311"/>
                    <a:pt x="134" y="310"/>
                    <a:pt x="133" y="309"/>
                  </a:cubicBezTo>
                  <a:cubicBezTo>
                    <a:pt x="132" y="307"/>
                    <a:pt x="130" y="305"/>
                    <a:pt x="130" y="302"/>
                  </a:cubicBezTo>
                  <a:cubicBezTo>
                    <a:pt x="129" y="297"/>
                    <a:pt x="126" y="293"/>
                    <a:pt x="122" y="288"/>
                  </a:cubicBezTo>
                  <a:cubicBezTo>
                    <a:pt x="121" y="286"/>
                    <a:pt x="120" y="285"/>
                    <a:pt x="119" y="284"/>
                  </a:cubicBezTo>
                  <a:cubicBezTo>
                    <a:pt x="116" y="278"/>
                    <a:pt x="113" y="273"/>
                    <a:pt x="109" y="268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5" y="261"/>
                    <a:pt x="103" y="259"/>
                    <a:pt x="102" y="257"/>
                  </a:cubicBezTo>
                  <a:cubicBezTo>
                    <a:pt x="101" y="254"/>
                    <a:pt x="101" y="252"/>
                    <a:pt x="100" y="249"/>
                  </a:cubicBezTo>
                  <a:cubicBezTo>
                    <a:pt x="100" y="248"/>
                    <a:pt x="100" y="247"/>
                    <a:pt x="100" y="246"/>
                  </a:cubicBezTo>
                  <a:cubicBezTo>
                    <a:pt x="99" y="244"/>
                    <a:pt x="98" y="242"/>
                    <a:pt x="97" y="240"/>
                  </a:cubicBezTo>
                  <a:cubicBezTo>
                    <a:pt x="96" y="237"/>
                    <a:pt x="95" y="235"/>
                    <a:pt x="94" y="233"/>
                  </a:cubicBezTo>
                  <a:cubicBezTo>
                    <a:pt x="93" y="231"/>
                    <a:pt x="93" y="228"/>
                    <a:pt x="92" y="226"/>
                  </a:cubicBezTo>
                  <a:cubicBezTo>
                    <a:pt x="92" y="225"/>
                    <a:pt x="92" y="224"/>
                    <a:pt x="92" y="223"/>
                  </a:cubicBezTo>
                  <a:cubicBezTo>
                    <a:pt x="91" y="220"/>
                    <a:pt x="91" y="218"/>
                    <a:pt x="90" y="215"/>
                  </a:cubicBezTo>
                  <a:cubicBezTo>
                    <a:pt x="89" y="214"/>
                    <a:pt x="88" y="213"/>
                    <a:pt x="87" y="212"/>
                  </a:cubicBezTo>
                  <a:cubicBezTo>
                    <a:pt x="86" y="211"/>
                    <a:pt x="84" y="210"/>
                    <a:pt x="83" y="209"/>
                  </a:cubicBezTo>
                  <a:cubicBezTo>
                    <a:pt x="81" y="207"/>
                    <a:pt x="81" y="204"/>
                    <a:pt x="80" y="202"/>
                  </a:cubicBezTo>
                  <a:cubicBezTo>
                    <a:pt x="80" y="201"/>
                    <a:pt x="80" y="200"/>
                    <a:pt x="80" y="200"/>
                  </a:cubicBezTo>
                  <a:cubicBezTo>
                    <a:pt x="78" y="195"/>
                    <a:pt x="75" y="191"/>
                    <a:pt x="73" y="186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67" y="178"/>
                    <a:pt x="64" y="172"/>
                    <a:pt x="62" y="166"/>
                  </a:cubicBezTo>
                  <a:cubicBezTo>
                    <a:pt x="61" y="164"/>
                    <a:pt x="61" y="163"/>
                    <a:pt x="60" y="161"/>
                  </a:cubicBezTo>
                  <a:cubicBezTo>
                    <a:pt x="59" y="159"/>
                    <a:pt x="59" y="158"/>
                    <a:pt x="58" y="156"/>
                  </a:cubicBezTo>
                  <a:cubicBezTo>
                    <a:pt x="57" y="154"/>
                    <a:pt x="56" y="152"/>
                    <a:pt x="55" y="150"/>
                  </a:cubicBezTo>
                  <a:cubicBezTo>
                    <a:pt x="54" y="147"/>
                    <a:pt x="53" y="145"/>
                    <a:pt x="52" y="144"/>
                  </a:cubicBezTo>
                  <a:cubicBezTo>
                    <a:pt x="52" y="143"/>
                    <a:pt x="51" y="143"/>
                    <a:pt x="51" y="143"/>
                  </a:cubicBezTo>
                  <a:cubicBezTo>
                    <a:pt x="49" y="141"/>
                    <a:pt x="47" y="139"/>
                    <a:pt x="47" y="136"/>
                  </a:cubicBezTo>
                  <a:cubicBezTo>
                    <a:pt x="47" y="133"/>
                    <a:pt x="45" y="131"/>
                    <a:pt x="42" y="127"/>
                  </a:cubicBezTo>
                  <a:cubicBezTo>
                    <a:pt x="41" y="126"/>
                    <a:pt x="41" y="125"/>
                    <a:pt x="40" y="124"/>
                  </a:cubicBezTo>
                  <a:cubicBezTo>
                    <a:pt x="37" y="121"/>
                    <a:pt x="35" y="119"/>
                    <a:pt x="32" y="116"/>
                  </a:cubicBezTo>
                  <a:cubicBezTo>
                    <a:pt x="29" y="113"/>
                    <a:pt x="29" y="113"/>
                    <a:pt x="29" y="113"/>
                  </a:cubicBezTo>
                  <a:cubicBezTo>
                    <a:pt x="24" y="109"/>
                    <a:pt x="21" y="105"/>
                    <a:pt x="19" y="98"/>
                  </a:cubicBezTo>
                  <a:cubicBezTo>
                    <a:pt x="17" y="92"/>
                    <a:pt x="0" y="41"/>
                    <a:pt x="7" y="23"/>
                  </a:cubicBezTo>
                  <a:cubicBezTo>
                    <a:pt x="9" y="17"/>
                    <a:pt x="17" y="15"/>
                    <a:pt x="24" y="13"/>
                  </a:cubicBezTo>
                  <a:cubicBezTo>
                    <a:pt x="26" y="13"/>
                    <a:pt x="28" y="13"/>
                    <a:pt x="29" y="13"/>
                  </a:cubicBezTo>
                  <a:cubicBezTo>
                    <a:pt x="31" y="13"/>
                    <a:pt x="34" y="13"/>
                    <a:pt x="37" y="14"/>
                  </a:cubicBezTo>
                  <a:cubicBezTo>
                    <a:pt x="38" y="15"/>
                    <a:pt x="40" y="16"/>
                    <a:pt x="40" y="17"/>
                  </a:cubicBezTo>
                  <a:cubicBezTo>
                    <a:pt x="41" y="18"/>
                    <a:pt x="41" y="18"/>
                    <a:pt x="42" y="18"/>
                  </a:cubicBezTo>
                  <a:cubicBezTo>
                    <a:pt x="42" y="18"/>
                    <a:pt x="43" y="18"/>
                    <a:pt x="44" y="18"/>
                  </a:cubicBezTo>
                  <a:cubicBezTo>
                    <a:pt x="45" y="18"/>
                    <a:pt x="45" y="17"/>
                    <a:pt x="46" y="17"/>
                  </a:cubicBezTo>
                  <a:cubicBezTo>
                    <a:pt x="47" y="17"/>
                    <a:pt x="49" y="16"/>
                    <a:pt x="50" y="17"/>
                  </a:cubicBezTo>
                  <a:cubicBezTo>
                    <a:pt x="51" y="17"/>
                    <a:pt x="52" y="18"/>
                    <a:pt x="53" y="19"/>
                  </a:cubicBezTo>
                  <a:cubicBezTo>
                    <a:pt x="55" y="19"/>
                    <a:pt x="56" y="19"/>
                    <a:pt x="57" y="18"/>
                  </a:cubicBezTo>
                  <a:cubicBezTo>
                    <a:pt x="59" y="17"/>
                    <a:pt x="62" y="15"/>
                    <a:pt x="65" y="13"/>
                  </a:cubicBezTo>
                  <a:cubicBezTo>
                    <a:pt x="67" y="12"/>
                    <a:pt x="70" y="10"/>
                    <a:pt x="73" y="8"/>
                  </a:cubicBezTo>
                  <a:cubicBezTo>
                    <a:pt x="74" y="8"/>
                    <a:pt x="75" y="7"/>
                    <a:pt x="75" y="6"/>
                  </a:cubicBezTo>
                  <a:cubicBezTo>
                    <a:pt x="77" y="5"/>
                    <a:pt x="79" y="4"/>
                    <a:pt x="82" y="3"/>
                  </a:cubicBezTo>
                  <a:cubicBezTo>
                    <a:pt x="85" y="2"/>
                    <a:pt x="91" y="0"/>
                    <a:pt x="95" y="1"/>
                  </a:cubicBezTo>
                  <a:cubicBezTo>
                    <a:pt x="96" y="1"/>
                    <a:pt x="97" y="1"/>
                    <a:pt x="98" y="2"/>
                  </a:cubicBezTo>
                  <a:cubicBezTo>
                    <a:pt x="99" y="2"/>
                    <a:pt x="99" y="2"/>
                    <a:pt x="100" y="2"/>
                  </a:cubicBezTo>
                  <a:cubicBezTo>
                    <a:pt x="101" y="3"/>
                    <a:pt x="101" y="2"/>
                    <a:pt x="102" y="2"/>
                  </a:cubicBezTo>
                  <a:cubicBezTo>
                    <a:pt x="105" y="2"/>
                    <a:pt x="107" y="2"/>
                    <a:pt x="109" y="2"/>
                  </a:cubicBezTo>
                  <a:cubicBezTo>
                    <a:pt x="115" y="4"/>
                    <a:pt x="117" y="7"/>
                    <a:pt x="119" y="11"/>
                  </a:cubicBezTo>
                  <a:cubicBezTo>
                    <a:pt x="120" y="12"/>
                    <a:pt x="120" y="12"/>
                    <a:pt x="120" y="12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20" y="13"/>
                    <a:pt x="121" y="14"/>
                    <a:pt x="121" y="14"/>
                  </a:cubicBezTo>
                  <a:cubicBezTo>
                    <a:pt x="122" y="15"/>
                    <a:pt x="123" y="16"/>
                    <a:pt x="124" y="17"/>
                  </a:cubicBezTo>
                  <a:cubicBezTo>
                    <a:pt x="127" y="18"/>
                    <a:pt x="127" y="18"/>
                    <a:pt x="127" y="18"/>
                  </a:cubicBezTo>
                  <a:cubicBezTo>
                    <a:pt x="128" y="20"/>
                    <a:pt x="130" y="21"/>
                    <a:pt x="131" y="22"/>
                  </a:cubicBezTo>
                  <a:cubicBezTo>
                    <a:pt x="133" y="22"/>
                    <a:pt x="134" y="23"/>
                    <a:pt x="136" y="24"/>
                  </a:cubicBezTo>
                  <a:cubicBezTo>
                    <a:pt x="136" y="25"/>
                    <a:pt x="137" y="25"/>
                    <a:pt x="137" y="25"/>
                  </a:cubicBezTo>
                  <a:cubicBezTo>
                    <a:pt x="139" y="26"/>
                    <a:pt x="141" y="28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4" y="30"/>
                    <a:pt x="145" y="30"/>
                    <a:pt x="146" y="30"/>
                  </a:cubicBezTo>
                  <a:cubicBezTo>
                    <a:pt x="147" y="30"/>
                    <a:pt x="148" y="30"/>
                    <a:pt x="149" y="30"/>
                  </a:cubicBezTo>
                  <a:cubicBezTo>
                    <a:pt x="150" y="30"/>
                    <a:pt x="151" y="31"/>
                    <a:pt x="152" y="31"/>
                  </a:cubicBezTo>
                  <a:cubicBezTo>
                    <a:pt x="154" y="28"/>
                    <a:pt x="156" y="28"/>
                    <a:pt x="157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82" y="28"/>
                    <a:pt x="189" y="28"/>
                    <a:pt x="197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63" y="28"/>
                    <a:pt x="300" y="28"/>
                    <a:pt x="337" y="28"/>
                  </a:cubicBezTo>
                  <a:cubicBezTo>
                    <a:pt x="347" y="28"/>
                    <a:pt x="357" y="28"/>
                    <a:pt x="367" y="28"/>
                  </a:cubicBezTo>
                  <a:cubicBezTo>
                    <a:pt x="394" y="28"/>
                    <a:pt x="394" y="28"/>
                    <a:pt x="394" y="28"/>
                  </a:cubicBezTo>
                  <a:cubicBezTo>
                    <a:pt x="398" y="28"/>
                    <a:pt x="403" y="28"/>
                    <a:pt x="408" y="29"/>
                  </a:cubicBezTo>
                  <a:cubicBezTo>
                    <a:pt x="414" y="29"/>
                    <a:pt x="417" y="34"/>
                    <a:pt x="419" y="37"/>
                  </a:cubicBezTo>
                  <a:cubicBezTo>
                    <a:pt x="419" y="38"/>
                    <a:pt x="420" y="39"/>
                    <a:pt x="420" y="40"/>
                  </a:cubicBezTo>
                  <a:cubicBezTo>
                    <a:pt x="420" y="40"/>
                    <a:pt x="420" y="40"/>
                    <a:pt x="421" y="40"/>
                  </a:cubicBezTo>
                  <a:cubicBezTo>
                    <a:pt x="421" y="41"/>
                    <a:pt x="422" y="41"/>
                    <a:pt x="423" y="43"/>
                  </a:cubicBezTo>
                  <a:cubicBezTo>
                    <a:pt x="424" y="44"/>
                    <a:pt x="425" y="45"/>
                    <a:pt x="425" y="46"/>
                  </a:cubicBezTo>
                  <a:cubicBezTo>
                    <a:pt x="425" y="46"/>
                    <a:pt x="426" y="47"/>
                    <a:pt x="426" y="47"/>
                  </a:cubicBezTo>
                  <a:cubicBezTo>
                    <a:pt x="427" y="48"/>
                    <a:pt x="428" y="49"/>
                    <a:pt x="429" y="49"/>
                  </a:cubicBezTo>
                  <a:cubicBezTo>
                    <a:pt x="432" y="53"/>
                    <a:pt x="438" y="56"/>
                    <a:pt x="443" y="56"/>
                  </a:cubicBezTo>
                  <a:cubicBezTo>
                    <a:pt x="443" y="56"/>
                    <a:pt x="443" y="56"/>
                    <a:pt x="443" y="56"/>
                  </a:cubicBezTo>
                  <a:cubicBezTo>
                    <a:pt x="445" y="56"/>
                    <a:pt x="446" y="56"/>
                    <a:pt x="447" y="56"/>
                  </a:cubicBezTo>
                  <a:cubicBezTo>
                    <a:pt x="448" y="56"/>
                    <a:pt x="449" y="56"/>
                    <a:pt x="450" y="55"/>
                  </a:cubicBezTo>
                  <a:cubicBezTo>
                    <a:pt x="454" y="55"/>
                    <a:pt x="459" y="55"/>
                    <a:pt x="463" y="57"/>
                  </a:cubicBezTo>
                  <a:cubicBezTo>
                    <a:pt x="468" y="58"/>
                    <a:pt x="470" y="59"/>
                    <a:pt x="474" y="59"/>
                  </a:cubicBezTo>
                  <a:cubicBezTo>
                    <a:pt x="475" y="59"/>
                    <a:pt x="476" y="59"/>
                    <a:pt x="477" y="58"/>
                  </a:cubicBezTo>
                  <a:cubicBezTo>
                    <a:pt x="480" y="58"/>
                    <a:pt x="482" y="57"/>
                    <a:pt x="484" y="58"/>
                  </a:cubicBezTo>
                  <a:cubicBezTo>
                    <a:pt x="486" y="58"/>
                    <a:pt x="487" y="59"/>
                    <a:pt x="488" y="60"/>
                  </a:cubicBezTo>
                  <a:cubicBezTo>
                    <a:pt x="488" y="59"/>
                    <a:pt x="489" y="59"/>
                    <a:pt x="490" y="59"/>
                  </a:cubicBezTo>
                  <a:cubicBezTo>
                    <a:pt x="493" y="58"/>
                    <a:pt x="499" y="58"/>
                    <a:pt x="502" y="60"/>
                  </a:cubicBezTo>
                  <a:cubicBezTo>
                    <a:pt x="506" y="60"/>
                    <a:pt x="509" y="60"/>
                    <a:pt x="513" y="60"/>
                  </a:cubicBezTo>
                  <a:cubicBezTo>
                    <a:pt x="518" y="59"/>
                    <a:pt x="522" y="59"/>
                    <a:pt x="526" y="60"/>
                  </a:cubicBezTo>
                  <a:cubicBezTo>
                    <a:pt x="529" y="61"/>
                    <a:pt x="531" y="62"/>
                    <a:pt x="533" y="64"/>
                  </a:cubicBezTo>
                  <a:cubicBezTo>
                    <a:pt x="535" y="65"/>
                    <a:pt x="537" y="66"/>
                    <a:pt x="539" y="66"/>
                  </a:cubicBezTo>
                  <a:cubicBezTo>
                    <a:pt x="542" y="67"/>
                    <a:pt x="545" y="67"/>
                    <a:pt x="548" y="68"/>
                  </a:cubicBezTo>
                  <a:cubicBezTo>
                    <a:pt x="548" y="68"/>
                    <a:pt x="549" y="68"/>
                    <a:pt x="550" y="69"/>
                  </a:cubicBezTo>
                  <a:cubicBezTo>
                    <a:pt x="551" y="69"/>
                    <a:pt x="552" y="69"/>
                    <a:pt x="552" y="70"/>
                  </a:cubicBezTo>
                  <a:cubicBezTo>
                    <a:pt x="552" y="69"/>
                    <a:pt x="552" y="69"/>
                    <a:pt x="553" y="69"/>
                  </a:cubicBezTo>
                  <a:cubicBezTo>
                    <a:pt x="553" y="68"/>
                    <a:pt x="554" y="67"/>
                    <a:pt x="556" y="67"/>
                  </a:cubicBezTo>
                  <a:cubicBezTo>
                    <a:pt x="559" y="65"/>
                    <a:pt x="563" y="65"/>
                    <a:pt x="567" y="64"/>
                  </a:cubicBezTo>
                  <a:cubicBezTo>
                    <a:pt x="568" y="64"/>
                    <a:pt x="568" y="64"/>
                    <a:pt x="568" y="64"/>
                  </a:cubicBezTo>
                  <a:cubicBezTo>
                    <a:pt x="572" y="63"/>
                    <a:pt x="576" y="63"/>
                    <a:pt x="579" y="65"/>
                  </a:cubicBezTo>
                  <a:cubicBezTo>
                    <a:pt x="580" y="65"/>
                    <a:pt x="582" y="66"/>
                    <a:pt x="583" y="66"/>
                  </a:cubicBezTo>
                  <a:cubicBezTo>
                    <a:pt x="584" y="67"/>
                    <a:pt x="585" y="67"/>
                    <a:pt x="586" y="68"/>
                  </a:cubicBezTo>
                  <a:cubicBezTo>
                    <a:pt x="586" y="68"/>
                    <a:pt x="587" y="68"/>
                    <a:pt x="587" y="68"/>
                  </a:cubicBezTo>
                  <a:cubicBezTo>
                    <a:pt x="590" y="68"/>
                    <a:pt x="594" y="67"/>
                    <a:pt x="598" y="66"/>
                  </a:cubicBezTo>
                  <a:cubicBezTo>
                    <a:pt x="600" y="66"/>
                    <a:pt x="601" y="65"/>
                    <a:pt x="602" y="65"/>
                  </a:cubicBezTo>
                  <a:cubicBezTo>
                    <a:pt x="606" y="64"/>
                    <a:pt x="606" y="64"/>
                    <a:pt x="606" y="64"/>
                  </a:cubicBezTo>
                  <a:cubicBezTo>
                    <a:pt x="610" y="64"/>
                    <a:pt x="614" y="63"/>
                    <a:pt x="618" y="62"/>
                  </a:cubicBezTo>
                  <a:cubicBezTo>
                    <a:pt x="635" y="59"/>
                    <a:pt x="652" y="55"/>
                    <a:pt x="670" y="52"/>
                  </a:cubicBezTo>
                  <a:cubicBezTo>
                    <a:pt x="687" y="48"/>
                    <a:pt x="687" y="48"/>
                    <a:pt x="687" y="48"/>
                  </a:cubicBezTo>
                  <a:cubicBezTo>
                    <a:pt x="702" y="45"/>
                    <a:pt x="717" y="42"/>
                    <a:pt x="733" y="39"/>
                  </a:cubicBezTo>
                  <a:cubicBezTo>
                    <a:pt x="741" y="37"/>
                    <a:pt x="741" y="37"/>
                    <a:pt x="741" y="37"/>
                  </a:cubicBezTo>
                  <a:cubicBezTo>
                    <a:pt x="742" y="37"/>
                    <a:pt x="744" y="37"/>
                    <a:pt x="745" y="36"/>
                  </a:cubicBezTo>
                  <a:cubicBezTo>
                    <a:pt x="751" y="35"/>
                    <a:pt x="757" y="33"/>
                    <a:pt x="762" y="35"/>
                  </a:cubicBezTo>
                  <a:cubicBezTo>
                    <a:pt x="765" y="33"/>
                    <a:pt x="769" y="34"/>
                    <a:pt x="772" y="35"/>
                  </a:cubicBezTo>
                  <a:cubicBezTo>
                    <a:pt x="773" y="36"/>
                    <a:pt x="773" y="36"/>
                    <a:pt x="773" y="36"/>
                  </a:cubicBezTo>
                  <a:cubicBezTo>
                    <a:pt x="774" y="36"/>
                    <a:pt x="776" y="37"/>
                    <a:pt x="776" y="37"/>
                  </a:cubicBezTo>
                  <a:cubicBezTo>
                    <a:pt x="776" y="37"/>
                    <a:pt x="777" y="36"/>
                    <a:pt x="778" y="36"/>
                  </a:cubicBezTo>
                  <a:cubicBezTo>
                    <a:pt x="779" y="36"/>
                    <a:pt x="779" y="36"/>
                    <a:pt x="779" y="36"/>
                  </a:cubicBezTo>
                  <a:cubicBezTo>
                    <a:pt x="782" y="35"/>
                    <a:pt x="787" y="35"/>
                    <a:pt x="790" y="36"/>
                  </a:cubicBezTo>
                  <a:cubicBezTo>
                    <a:pt x="792" y="37"/>
                    <a:pt x="792" y="37"/>
                    <a:pt x="792" y="37"/>
                  </a:cubicBezTo>
                  <a:cubicBezTo>
                    <a:pt x="796" y="37"/>
                    <a:pt x="801" y="39"/>
                    <a:pt x="805" y="41"/>
                  </a:cubicBezTo>
                  <a:cubicBezTo>
                    <a:pt x="806" y="42"/>
                    <a:pt x="807" y="42"/>
                    <a:pt x="808" y="43"/>
                  </a:cubicBezTo>
                  <a:cubicBezTo>
                    <a:pt x="808" y="43"/>
                    <a:pt x="808" y="43"/>
                    <a:pt x="808" y="43"/>
                  </a:cubicBezTo>
                  <a:cubicBezTo>
                    <a:pt x="809" y="44"/>
                    <a:pt x="809" y="45"/>
                    <a:pt x="809" y="46"/>
                  </a:cubicBezTo>
                  <a:cubicBezTo>
                    <a:pt x="810" y="46"/>
                    <a:pt x="810" y="47"/>
                    <a:pt x="811" y="47"/>
                  </a:cubicBezTo>
                  <a:cubicBezTo>
                    <a:pt x="811" y="48"/>
                    <a:pt x="811" y="48"/>
                    <a:pt x="812" y="49"/>
                  </a:cubicBezTo>
                  <a:cubicBezTo>
                    <a:pt x="813" y="49"/>
                    <a:pt x="814" y="49"/>
                    <a:pt x="815" y="50"/>
                  </a:cubicBezTo>
                  <a:cubicBezTo>
                    <a:pt x="816" y="52"/>
                    <a:pt x="817" y="52"/>
                    <a:pt x="818" y="53"/>
                  </a:cubicBezTo>
                  <a:cubicBezTo>
                    <a:pt x="819" y="54"/>
                    <a:pt x="819" y="54"/>
                    <a:pt x="819" y="54"/>
                  </a:cubicBezTo>
                  <a:cubicBezTo>
                    <a:pt x="820" y="54"/>
                    <a:pt x="821" y="55"/>
                    <a:pt x="822" y="58"/>
                  </a:cubicBezTo>
                  <a:cubicBezTo>
                    <a:pt x="823" y="59"/>
                    <a:pt x="823" y="61"/>
                    <a:pt x="821" y="63"/>
                  </a:cubicBezTo>
                  <a:cubicBezTo>
                    <a:pt x="820" y="64"/>
                    <a:pt x="818" y="64"/>
                    <a:pt x="817" y="64"/>
                  </a:cubicBezTo>
                  <a:cubicBezTo>
                    <a:pt x="816" y="63"/>
                    <a:pt x="814" y="63"/>
                    <a:pt x="813" y="63"/>
                  </a:cubicBezTo>
                  <a:cubicBezTo>
                    <a:pt x="812" y="64"/>
                    <a:pt x="811" y="65"/>
                    <a:pt x="809" y="66"/>
                  </a:cubicBezTo>
                  <a:cubicBezTo>
                    <a:pt x="806" y="66"/>
                    <a:pt x="804" y="65"/>
                    <a:pt x="804" y="65"/>
                  </a:cubicBezTo>
                  <a:cubicBezTo>
                    <a:pt x="802" y="66"/>
                    <a:pt x="800" y="65"/>
                    <a:pt x="799" y="65"/>
                  </a:cubicBezTo>
                  <a:cubicBezTo>
                    <a:pt x="798" y="65"/>
                    <a:pt x="797" y="65"/>
                    <a:pt x="796" y="66"/>
                  </a:cubicBezTo>
                  <a:cubicBezTo>
                    <a:pt x="795" y="66"/>
                    <a:pt x="794" y="66"/>
                    <a:pt x="794" y="66"/>
                  </a:cubicBezTo>
                  <a:cubicBezTo>
                    <a:pt x="792" y="68"/>
                    <a:pt x="790" y="69"/>
                    <a:pt x="788" y="70"/>
                  </a:cubicBezTo>
                  <a:cubicBezTo>
                    <a:pt x="787" y="72"/>
                    <a:pt x="787" y="72"/>
                    <a:pt x="787" y="72"/>
                  </a:cubicBezTo>
                  <a:cubicBezTo>
                    <a:pt x="785" y="73"/>
                    <a:pt x="784" y="74"/>
                    <a:pt x="782" y="76"/>
                  </a:cubicBezTo>
                  <a:cubicBezTo>
                    <a:pt x="778" y="81"/>
                    <a:pt x="773" y="82"/>
                    <a:pt x="768" y="79"/>
                  </a:cubicBezTo>
                  <a:cubicBezTo>
                    <a:pt x="767" y="77"/>
                    <a:pt x="766" y="76"/>
                    <a:pt x="765" y="75"/>
                  </a:cubicBezTo>
                  <a:cubicBezTo>
                    <a:pt x="765" y="75"/>
                    <a:pt x="764" y="76"/>
                    <a:pt x="763" y="77"/>
                  </a:cubicBezTo>
                  <a:cubicBezTo>
                    <a:pt x="762" y="77"/>
                    <a:pt x="760" y="78"/>
                    <a:pt x="759" y="78"/>
                  </a:cubicBezTo>
                  <a:cubicBezTo>
                    <a:pt x="757" y="78"/>
                    <a:pt x="757" y="78"/>
                    <a:pt x="757" y="78"/>
                  </a:cubicBezTo>
                  <a:cubicBezTo>
                    <a:pt x="757" y="78"/>
                    <a:pt x="756" y="78"/>
                    <a:pt x="756" y="78"/>
                  </a:cubicBezTo>
                  <a:cubicBezTo>
                    <a:pt x="754" y="79"/>
                    <a:pt x="753" y="80"/>
                    <a:pt x="752" y="81"/>
                  </a:cubicBezTo>
                  <a:cubicBezTo>
                    <a:pt x="749" y="83"/>
                    <a:pt x="747" y="85"/>
                    <a:pt x="744" y="86"/>
                  </a:cubicBezTo>
                  <a:cubicBezTo>
                    <a:pt x="741" y="88"/>
                    <a:pt x="739" y="91"/>
                    <a:pt x="736" y="94"/>
                  </a:cubicBezTo>
                  <a:cubicBezTo>
                    <a:pt x="735" y="95"/>
                    <a:pt x="734" y="97"/>
                    <a:pt x="732" y="98"/>
                  </a:cubicBezTo>
                  <a:cubicBezTo>
                    <a:pt x="731" y="100"/>
                    <a:pt x="729" y="101"/>
                    <a:pt x="727" y="102"/>
                  </a:cubicBezTo>
                  <a:cubicBezTo>
                    <a:pt x="726" y="103"/>
                    <a:pt x="726" y="103"/>
                    <a:pt x="726" y="103"/>
                  </a:cubicBezTo>
                  <a:cubicBezTo>
                    <a:pt x="724" y="105"/>
                    <a:pt x="721" y="108"/>
                    <a:pt x="718" y="108"/>
                  </a:cubicBezTo>
                  <a:cubicBezTo>
                    <a:pt x="718" y="108"/>
                    <a:pt x="716" y="108"/>
                    <a:pt x="716" y="107"/>
                  </a:cubicBezTo>
                  <a:cubicBezTo>
                    <a:pt x="711" y="106"/>
                    <a:pt x="711" y="100"/>
                    <a:pt x="711" y="97"/>
                  </a:cubicBezTo>
                  <a:cubicBezTo>
                    <a:pt x="711" y="97"/>
                    <a:pt x="711" y="97"/>
                    <a:pt x="711" y="96"/>
                  </a:cubicBezTo>
                  <a:cubicBezTo>
                    <a:pt x="710" y="94"/>
                    <a:pt x="709" y="92"/>
                    <a:pt x="707" y="91"/>
                  </a:cubicBezTo>
                  <a:cubicBezTo>
                    <a:pt x="706" y="90"/>
                    <a:pt x="706" y="89"/>
                    <a:pt x="705" y="89"/>
                  </a:cubicBezTo>
                  <a:cubicBezTo>
                    <a:pt x="703" y="87"/>
                    <a:pt x="702" y="86"/>
                    <a:pt x="700" y="82"/>
                  </a:cubicBezTo>
                  <a:cubicBezTo>
                    <a:pt x="699" y="81"/>
                    <a:pt x="699" y="81"/>
                    <a:pt x="699" y="81"/>
                  </a:cubicBezTo>
                  <a:cubicBezTo>
                    <a:pt x="698" y="80"/>
                    <a:pt x="698" y="78"/>
                    <a:pt x="697" y="77"/>
                  </a:cubicBezTo>
                  <a:cubicBezTo>
                    <a:pt x="696" y="77"/>
                    <a:pt x="696" y="77"/>
                    <a:pt x="695" y="77"/>
                  </a:cubicBezTo>
                  <a:cubicBezTo>
                    <a:pt x="694" y="77"/>
                    <a:pt x="693" y="77"/>
                    <a:pt x="692" y="77"/>
                  </a:cubicBezTo>
                  <a:cubicBezTo>
                    <a:pt x="673" y="78"/>
                    <a:pt x="654" y="83"/>
                    <a:pt x="635" y="87"/>
                  </a:cubicBezTo>
                  <a:cubicBezTo>
                    <a:pt x="621" y="90"/>
                    <a:pt x="607" y="93"/>
                    <a:pt x="594" y="95"/>
                  </a:cubicBezTo>
                  <a:cubicBezTo>
                    <a:pt x="587" y="96"/>
                    <a:pt x="579" y="96"/>
                    <a:pt x="572" y="97"/>
                  </a:cubicBezTo>
                  <a:cubicBezTo>
                    <a:pt x="566" y="97"/>
                    <a:pt x="566" y="97"/>
                    <a:pt x="566" y="97"/>
                  </a:cubicBezTo>
                  <a:cubicBezTo>
                    <a:pt x="565" y="156"/>
                    <a:pt x="565" y="156"/>
                    <a:pt x="565" y="156"/>
                  </a:cubicBezTo>
                  <a:cubicBezTo>
                    <a:pt x="565" y="176"/>
                    <a:pt x="565" y="196"/>
                    <a:pt x="564" y="216"/>
                  </a:cubicBezTo>
                  <a:cubicBezTo>
                    <a:pt x="564" y="230"/>
                    <a:pt x="564" y="245"/>
                    <a:pt x="564" y="260"/>
                  </a:cubicBezTo>
                  <a:cubicBezTo>
                    <a:pt x="563" y="303"/>
                    <a:pt x="563" y="303"/>
                    <a:pt x="563" y="303"/>
                  </a:cubicBezTo>
                  <a:cubicBezTo>
                    <a:pt x="563" y="308"/>
                    <a:pt x="563" y="312"/>
                    <a:pt x="563" y="317"/>
                  </a:cubicBezTo>
                  <a:cubicBezTo>
                    <a:pt x="563" y="318"/>
                    <a:pt x="563" y="319"/>
                    <a:pt x="563" y="319"/>
                  </a:cubicBezTo>
                  <a:cubicBezTo>
                    <a:pt x="563" y="322"/>
                    <a:pt x="563" y="327"/>
                    <a:pt x="557" y="330"/>
                  </a:cubicBezTo>
                  <a:cubicBezTo>
                    <a:pt x="554" y="332"/>
                    <a:pt x="550" y="333"/>
                    <a:pt x="546" y="333"/>
                  </a:cubicBezTo>
                  <a:cubicBezTo>
                    <a:pt x="534" y="333"/>
                    <a:pt x="534" y="333"/>
                    <a:pt x="534" y="333"/>
                  </a:cubicBezTo>
                  <a:cubicBezTo>
                    <a:pt x="527" y="333"/>
                    <a:pt x="520" y="333"/>
                    <a:pt x="513" y="333"/>
                  </a:cubicBezTo>
                  <a:cubicBezTo>
                    <a:pt x="513" y="333"/>
                    <a:pt x="513" y="333"/>
                    <a:pt x="513" y="333"/>
                  </a:cubicBezTo>
                  <a:cubicBezTo>
                    <a:pt x="512" y="333"/>
                    <a:pt x="511" y="333"/>
                    <a:pt x="509" y="333"/>
                  </a:cubicBezTo>
                  <a:cubicBezTo>
                    <a:pt x="507" y="333"/>
                    <a:pt x="504" y="333"/>
                    <a:pt x="503" y="333"/>
                  </a:cubicBezTo>
                  <a:cubicBezTo>
                    <a:pt x="503" y="351"/>
                    <a:pt x="502" y="369"/>
                    <a:pt x="502" y="387"/>
                  </a:cubicBezTo>
                  <a:cubicBezTo>
                    <a:pt x="501" y="430"/>
                    <a:pt x="501" y="430"/>
                    <a:pt x="501" y="430"/>
                  </a:cubicBezTo>
                  <a:cubicBezTo>
                    <a:pt x="501" y="449"/>
                    <a:pt x="501" y="468"/>
                    <a:pt x="500" y="487"/>
                  </a:cubicBezTo>
                  <a:cubicBezTo>
                    <a:pt x="499" y="562"/>
                    <a:pt x="498" y="620"/>
                    <a:pt x="496" y="675"/>
                  </a:cubicBezTo>
                  <a:cubicBezTo>
                    <a:pt x="496" y="677"/>
                    <a:pt x="496" y="677"/>
                    <a:pt x="496" y="677"/>
                  </a:cubicBezTo>
                  <a:cubicBezTo>
                    <a:pt x="496" y="697"/>
                    <a:pt x="495" y="716"/>
                    <a:pt x="494" y="736"/>
                  </a:cubicBezTo>
                  <a:cubicBezTo>
                    <a:pt x="495" y="739"/>
                    <a:pt x="495" y="742"/>
                    <a:pt x="493" y="744"/>
                  </a:cubicBezTo>
                  <a:cubicBezTo>
                    <a:pt x="491" y="746"/>
                    <a:pt x="488" y="746"/>
                    <a:pt x="485" y="746"/>
                  </a:cubicBezTo>
                  <a:cubicBezTo>
                    <a:pt x="485" y="746"/>
                    <a:pt x="484" y="746"/>
                    <a:pt x="484" y="747"/>
                  </a:cubicBezTo>
                  <a:cubicBezTo>
                    <a:pt x="483" y="747"/>
                    <a:pt x="482" y="749"/>
                    <a:pt x="480" y="750"/>
                  </a:cubicBezTo>
                  <a:cubicBezTo>
                    <a:pt x="479" y="750"/>
                    <a:pt x="477" y="750"/>
                    <a:pt x="475" y="750"/>
                  </a:cubicBezTo>
                  <a:cubicBezTo>
                    <a:pt x="475" y="750"/>
                    <a:pt x="474" y="750"/>
                    <a:pt x="474" y="750"/>
                  </a:cubicBezTo>
                  <a:cubicBezTo>
                    <a:pt x="473" y="751"/>
                    <a:pt x="472" y="752"/>
                    <a:pt x="469" y="752"/>
                  </a:cubicBezTo>
                  <a:cubicBezTo>
                    <a:pt x="468" y="751"/>
                    <a:pt x="467" y="752"/>
                    <a:pt x="466" y="752"/>
                  </a:cubicBezTo>
                  <a:cubicBezTo>
                    <a:pt x="466" y="752"/>
                    <a:pt x="465" y="754"/>
                    <a:pt x="465" y="755"/>
                  </a:cubicBezTo>
                  <a:cubicBezTo>
                    <a:pt x="464" y="756"/>
                    <a:pt x="464" y="757"/>
                    <a:pt x="464" y="757"/>
                  </a:cubicBezTo>
                  <a:cubicBezTo>
                    <a:pt x="462" y="762"/>
                    <a:pt x="459" y="763"/>
                    <a:pt x="456" y="764"/>
                  </a:cubicBezTo>
                  <a:cubicBezTo>
                    <a:pt x="454" y="765"/>
                    <a:pt x="454" y="765"/>
                    <a:pt x="454" y="765"/>
                  </a:cubicBezTo>
                  <a:cubicBezTo>
                    <a:pt x="453" y="765"/>
                    <a:pt x="451" y="766"/>
                    <a:pt x="450" y="766"/>
                  </a:cubicBezTo>
                  <a:cubicBezTo>
                    <a:pt x="450" y="766"/>
                    <a:pt x="451" y="766"/>
                    <a:pt x="451" y="766"/>
                  </a:cubicBezTo>
                  <a:cubicBezTo>
                    <a:pt x="452" y="768"/>
                    <a:pt x="453" y="771"/>
                    <a:pt x="452" y="774"/>
                  </a:cubicBezTo>
                  <a:cubicBezTo>
                    <a:pt x="450" y="776"/>
                    <a:pt x="449" y="776"/>
                    <a:pt x="446" y="777"/>
                  </a:cubicBezTo>
                  <a:cubicBezTo>
                    <a:pt x="445" y="777"/>
                    <a:pt x="444" y="777"/>
                    <a:pt x="444" y="778"/>
                  </a:cubicBezTo>
                  <a:cubicBezTo>
                    <a:pt x="442" y="779"/>
                    <a:pt x="440" y="780"/>
                    <a:pt x="437" y="780"/>
                  </a:cubicBezTo>
                  <a:close/>
                  <a:moveTo>
                    <a:pt x="434" y="770"/>
                  </a:moveTo>
                  <a:cubicBezTo>
                    <a:pt x="434" y="770"/>
                    <a:pt x="435" y="770"/>
                    <a:pt x="435" y="770"/>
                  </a:cubicBezTo>
                  <a:cubicBezTo>
                    <a:pt x="436" y="770"/>
                    <a:pt x="436" y="771"/>
                    <a:pt x="437" y="771"/>
                  </a:cubicBezTo>
                  <a:cubicBezTo>
                    <a:pt x="437" y="771"/>
                    <a:pt x="437" y="771"/>
                    <a:pt x="437" y="771"/>
                  </a:cubicBezTo>
                  <a:cubicBezTo>
                    <a:pt x="437" y="771"/>
                    <a:pt x="437" y="771"/>
                    <a:pt x="439" y="770"/>
                  </a:cubicBezTo>
                  <a:cubicBezTo>
                    <a:pt x="440" y="769"/>
                    <a:pt x="440" y="769"/>
                    <a:pt x="441" y="769"/>
                  </a:cubicBezTo>
                  <a:cubicBezTo>
                    <a:pt x="441" y="767"/>
                    <a:pt x="440" y="765"/>
                    <a:pt x="441" y="763"/>
                  </a:cubicBezTo>
                  <a:cubicBezTo>
                    <a:pt x="442" y="759"/>
                    <a:pt x="444" y="756"/>
                    <a:pt x="449" y="756"/>
                  </a:cubicBezTo>
                  <a:cubicBezTo>
                    <a:pt x="450" y="761"/>
                    <a:pt x="450" y="761"/>
                    <a:pt x="450" y="761"/>
                  </a:cubicBezTo>
                  <a:cubicBezTo>
                    <a:pt x="450" y="756"/>
                    <a:pt x="450" y="756"/>
                    <a:pt x="450" y="756"/>
                  </a:cubicBezTo>
                  <a:cubicBezTo>
                    <a:pt x="452" y="756"/>
                    <a:pt x="452" y="756"/>
                    <a:pt x="452" y="756"/>
                  </a:cubicBezTo>
                  <a:cubicBezTo>
                    <a:pt x="455" y="755"/>
                    <a:pt x="455" y="755"/>
                    <a:pt x="456" y="753"/>
                  </a:cubicBezTo>
                  <a:cubicBezTo>
                    <a:pt x="456" y="752"/>
                    <a:pt x="456" y="752"/>
                    <a:pt x="456" y="752"/>
                  </a:cubicBezTo>
                  <a:cubicBezTo>
                    <a:pt x="457" y="749"/>
                    <a:pt x="459" y="746"/>
                    <a:pt x="461" y="744"/>
                  </a:cubicBezTo>
                  <a:cubicBezTo>
                    <a:pt x="464" y="743"/>
                    <a:pt x="467" y="742"/>
                    <a:pt x="469" y="742"/>
                  </a:cubicBezTo>
                  <a:cubicBezTo>
                    <a:pt x="470" y="742"/>
                    <a:pt x="471" y="741"/>
                    <a:pt x="472" y="741"/>
                  </a:cubicBezTo>
                  <a:cubicBezTo>
                    <a:pt x="473" y="741"/>
                    <a:pt x="474" y="741"/>
                    <a:pt x="474" y="741"/>
                  </a:cubicBezTo>
                  <a:cubicBezTo>
                    <a:pt x="475" y="741"/>
                    <a:pt x="475" y="741"/>
                    <a:pt x="476" y="741"/>
                  </a:cubicBezTo>
                  <a:cubicBezTo>
                    <a:pt x="476" y="741"/>
                    <a:pt x="477" y="741"/>
                    <a:pt x="477" y="741"/>
                  </a:cubicBezTo>
                  <a:cubicBezTo>
                    <a:pt x="477" y="740"/>
                    <a:pt x="478" y="739"/>
                    <a:pt x="480" y="738"/>
                  </a:cubicBezTo>
                  <a:cubicBezTo>
                    <a:pt x="481" y="737"/>
                    <a:pt x="483" y="737"/>
                    <a:pt x="485" y="737"/>
                  </a:cubicBezTo>
                  <a:cubicBezTo>
                    <a:pt x="485" y="737"/>
                    <a:pt x="485" y="737"/>
                    <a:pt x="485" y="737"/>
                  </a:cubicBezTo>
                  <a:cubicBezTo>
                    <a:pt x="485" y="737"/>
                    <a:pt x="485" y="737"/>
                    <a:pt x="485" y="737"/>
                  </a:cubicBezTo>
                  <a:cubicBezTo>
                    <a:pt x="485" y="736"/>
                    <a:pt x="485" y="736"/>
                    <a:pt x="485" y="735"/>
                  </a:cubicBezTo>
                  <a:cubicBezTo>
                    <a:pt x="486" y="716"/>
                    <a:pt x="486" y="696"/>
                    <a:pt x="487" y="677"/>
                  </a:cubicBezTo>
                  <a:cubicBezTo>
                    <a:pt x="487" y="675"/>
                    <a:pt x="487" y="675"/>
                    <a:pt x="487" y="675"/>
                  </a:cubicBezTo>
                  <a:cubicBezTo>
                    <a:pt x="488" y="620"/>
                    <a:pt x="490" y="562"/>
                    <a:pt x="491" y="487"/>
                  </a:cubicBezTo>
                  <a:cubicBezTo>
                    <a:pt x="491" y="468"/>
                    <a:pt x="492" y="448"/>
                    <a:pt x="492" y="429"/>
                  </a:cubicBezTo>
                  <a:cubicBezTo>
                    <a:pt x="493" y="387"/>
                    <a:pt x="493" y="387"/>
                    <a:pt x="493" y="387"/>
                  </a:cubicBezTo>
                  <a:cubicBezTo>
                    <a:pt x="493" y="368"/>
                    <a:pt x="494" y="350"/>
                    <a:pt x="494" y="331"/>
                  </a:cubicBezTo>
                  <a:cubicBezTo>
                    <a:pt x="494" y="329"/>
                    <a:pt x="495" y="323"/>
                    <a:pt x="504" y="323"/>
                  </a:cubicBezTo>
                  <a:cubicBezTo>
                    <a:pt x="506" y="323"/>
                    <a:pt x="508" y="324"/>
                    <a:pt x="510" y="324"/>
                  </a:cubicBezTo>
                  <a:cubicBezTo>
                    <a:pt x="511" y="324"/>
                    <a:pt x="512" y="324"/>
                    <a:pt x="513" y="324"/>
                  </a:cubicBezTo>
                  <a:cubicBezTo>
                    <a:pt x="520" y="324"/>
                    <a:pt x="527" y="324"/>
                    <a:pt x="534" y="324"/>
                  </a:cubicBezTo>
                  <a:cubicBezTo>
                    <a:pt x="546" y="324"/>
                    <a:pt x="546" y="324"/>
                    <a:pt x="546" y="324"/>
                  </a:cubicBezTo>
                  <a:cubicBezTo>
                    <a:pt x="548" y="324"/>
                    <a:pt x="551" y="323"/>
                    <a:pt x="553" y="322"/>
                  </a:cubicBezTo>
                  <a:cubicBezTo>
                    <a:pt x="554" y="321"/>
                    <a:pt x="554" y="320"/>
                    <a:pt x="554" y="320"/>
                  </a:cubicBezTo>
                  <a:cubicBezTo>
                    <a:pt x="554" y="319"/>
                    <a:pt x="554" y="318"/>
                    <a:pt x="554" y="317"/>
                  </a:cubicBezTo>
                  <a:cubicBezTo>
                    <a:pt x="554" y="312"/>
                    <a:pt x="554" y="307"/>
                    <a:pt x="554" y="303"/>
                  </a:cubicBezTo>
                  <a:cubicBezTo>
                    <a:pt x="555" y="260"/>
                    <a:pt x="555" y="260"/>
                    <a:pt x="555" y="260"/>
                  </a:cubicBezTo>
                  <a:cubicBezTo>
                    <a:pt x="555" y="245"/>
                    <a:pt x="555" y="230"/>
                    <a:pt x="555" y="216"/>
                  </a:cubicBezTo>
                  <a:cubicBezTo>
                    <a:pt x="555" y="196"/>
                    <a:pt x="556" y="176"/>
                    <a:pt x="556" y="156"/>
                  </a:cubicBezTo>
                  <a:cubicBezTo>
                    <a:pt x="557" y="94"/>
                    <a:pt x="557" y="94"/>
                    <a:pt x="557" y="94"/>
                  </a:cubicBezTo>
                  <a:cubicBezTo>
                    <a:pt x="557" y="89"/>
                    <a:pt x="560" y="88"/>
                    <a:pt x="563" y="88"/>
                  </a:cubicBezTo>
                  <a:cubicBezTo>
                    <a:pt x="563" y="88"/>
                    <a:pt x="564" y="88"/>
                    <a:pt x="564" y="88"/>
                  </a:cubicBezTo>
                  <a:cubicBezTo>
                    <a:pt x="565" y="88"/>
                    <a:pt x="565" y="88"/>
                    <a:pt x="565" y="88"/>
                  </a:cubicBezTo>
                  <a:cubicBezTo>
                    <a:pt x="572" y="87"/>
                    <a:pt x="572" y="87"/>
                    <a:pt x="572" y="87"/>
                  </a:cubicBezTo>
                  <a:cubicBezTo>
                    <a:pt x="579" y="87"/>
                    <a:pt x="586" y="87"/>
                    <a:pt x="592" y="86"/>
                  </a:cubicBezTo>
                  <a:cubicBezTo>
                    <a:pt x="606" y="84"/>
                    <a:pt x="619" y="81"/>
                    <a:pt x="633" y="78"/>
                  </a:cubicBezTo>
                  <a:cubicBezTo>
                    <a:pt x="652" y="74"/>
                    <a:pt x="672" y="69"/>
                    <a:pt x="692" y="68"/>
                  </a:cubicBezTo>
                  <a:cubicBezTo>
                    <a:pt x="692" y="68"/>
                    <a:pt x="693" y="68"/>
                    <a:pt x="693" y="68"/>
                  </a:cubicBezTo>
                  <a:cubicBezTo>
                    <a:pt x="695" y="68"/>
                    <a:pt x="696" y="67"/>
                    <a:pt x="698" y="67"/>
                  </a:cubicBezTo>
                  <a:cubicBezTo>
                    <a:pt x="704" y="67"/>
                    <a:pt x="706" y="72"/>
                    <a:pt x="706" y="73"/>
                  </a:cubicBezTo>
                  <a:cubicBezTo>
                    <a:pt x="706" y="74"/>
                    <a:pt x="707" y="76"/>
                    <a:pt x="707" y="77"/>
                  </a:cubicBezTo>
                  <a:cubicBezTo>
                    <a:pt x="708" y="78"/>
                    <a:pt x="708" y="78"/>
                    <a:pt x="708" y="78"/>
                  </a:cubicBezTo>
                  <a:cubicBezTo>
                    <a:pt x="709" y="80"/>
                    <a:pt x="710" y="80"/>
                    <a:pt x="711" y="82"/>
                  </a:cubicBezTo>
                  <a:cubicBezTo>
                    <a:pt x="712" y="82"/>
                    <a:pt x="713" y="83"/>
                    <a:pt x="713" y="84"/>
                  </a:cubicBezTo>
                  <a:cubicBezTo>
                    <a:pt x="717" y="87"/>
                    <a:pt x="719" y="90"/>
                    <a:pt x="720" y="94"/>
                  </a:cubicBezTo>
                  <a:cubicBezTo>
                    <a:pt x="720" y="94"/>
                    <a:pt x="720" y="95"/>
                    <a:pt x="720" y="96"/>
                  </a:cubicBezTo>
                  <a:cubicBezTo>
                    <a:pt x="720" y="96"/>
                    <a:pt x="720" y="96"/>
                    <a:pt x="720" y="96"/>
                  </a:cubicBezTo>
                  <a:cubicBezTo>
                    <a:pt x="722" y="95"/>
                    <a:pt x="722" y="95"/>
                    <a:pt x="722" y="95"/>
                  </a:cubicBezTo>
                  <a:cubicBezTo>
                    <a:pt x="723" y="94"/>
                    <a:pt x="724" y="93"/>
                    <a:pt x="726" y="92"/>
                  </a:cubicBezTo>
                  <a:cubicBezTo>
                    <a:pt x="727" y="90"/>
                    <a:pt x="728" y="89"/>
                    <a:pt x="729" y="88"/>
                  </a:cubicBezTo>
                  <a:cubicBezTo>
                    <a:pt x="732" y="84"/>
                    <a:pt x="735" y="81"/>
                    <a:pt x="739" y="78"/>
                  </a:cubicBezTo>
                  <a:cubicBezTo>
                    <a:pt x="742" y="77"/>
                    <a:pt x="744" y="75"/>
                    <a:pt x="746" y="74"/>
                  </a:cubicBezTo>
                  <a:cubicBezTo>
                    <a:pt x="747" y="73"/>
                    <a:pt x="749" y="71"/>
                    <a:pt x="750" y="70"/>
                  </a:cubicBezTo>
                  <a:cubicBezTo>
                    <a:pt x="752" y="69"/>
                    <a:pt x="754" y="69"/>
                    <a:pt x="756" y="69"/>
                  </a:cubicBezTo>
                  <a:cubicBezTo>
                    <a:pt x="758" y="69"/>
                    <a:pt x="758" y="69"/>
                    <a:pt x="758" y="69"/>
                  </a:cubicBezTo>
                  <a:cubicBezTo>
                    <a:pt x="758" y="69"/>
                    <a:pt x="758" y="68"/>
                    <a:pt x="759" y="68"/>
                  </a:cubicBezTo>
                  <a:cubicBezTo>
                    <a:pt x="760" y="67"/>
                    <a:pt x="762" y="64"/>
                    <a:pt x="765" y="64"/>
                  </a:cubicBezTo>
                  <a:cubicBezTo>
                    <a:pt x="766" y="64"/>
                    <a:pt x="768" y="64"/>
                    <a:pt x="769" y="65"/>
                  </a:cubicBezTo>
                  <a:cubicBezTo>
                    <a:pt x="772" y="66"/>
                    <a:pt x="773" y="69"/>
                    <a:pt x="774" y="70"/>
                  </a:cubicBezTo>
                  <a:cubicBezTo>
                    <a:pt x="774" y="71"/>
                    <a:pt x="774" y="71"/>
                    <a:pt x="774" y="71"/>
                  </a:cubicBezTo>
                  <a:cubicBezTo>
                    <a:pt x="774" y="71"/>
                    <a:pt x="775" y="71"/>
                    <a:pt x="775" y="70"/>
                  </a:cubicBezTo>
                  <a:cubicBezTo>
                    <a:pt x="777" y="67"/>
                    <a:pt x="779" y="66"/>
                    <a:pt x="781" y="64"/>
                  </a:cubicBezTo>
                  <a:cubicBezTo>
                    <a:pt x="783" y="63"/>
                    <a:pt x="783" y="63"/>
                    <a:pt x="783" y="63"/>
                  </a:cubicBezTo>
                  <a:cubicBezTo>
                    <a:pt x="785" y="62"/>
                    <a:pt x="786" y="60"/>
                    <a:pt x="788" y="59"/>
                  </a:cubicBezTo>
                  <a:cubicBezTo>
                    <a:pt x="790" y="57"/>
                    <a:pt x="792" y="57"/>
                    <a:pt x="794" y="56"/>
                  </a:cubicBezTo>
                  <a:cubicBezTo>
                    <a:pt x="795" y="56"/>
                    <a:pt x="796" y="56"/>
                    <a:pt x="796" y="56"/>
                  </a:cubicBezTo>
                  <a:cubicBezTo>
                    <a:pt x="797" y="55"/>
                    <a:pt x="799" y="54"/>
                    <a:pt x="800" y="54"/>
                  </a:cubicBezTo>
                  <a:cubicBezTo>
                    <a:pt x="802" y="54"/>
                    <a:pt x="803" y="55"/>
                    <a:pt x="804" y="56"/>
                  </a:cubicBezTo>
                  <a:cubicBezTo>
                    <a:pt x="805" y="56"/>
                    <a:pt x="806" y="56"/>
                    <a:pt x="807" y="57"/>
                  </a:cubicBezTo>
                  <a:cubicBezTo>
                    <a:pt x="807" y="57"/>
                    <a:pt x="807" y="57"/>
                    <a:pt x="807" y="56"/>
                  </a:cubicBezTo>
                  <a:cubicBezTo>
                    <a:pt x="807" y="56"/>
                    <a:pt x="806" y="56"/>
                    <a:pt x="805" y="55"/>
                  </a:cubicBezTo>
                  <a:cubicBezTo>
                    <a:pt x="805" y="55"/>
                    <a:pt x="804" y="54"/>
                    <a:pt x="803" y="53"/>
                  </a:cubicBezTo>
                  <a:cubicBezTo>
                    <a:pt x="803" y="52"/>
                    <a:pt x="803" y="52"/>
                    <a:pt x="802" y="51"/>
                  </a:cubicBezTo>
                  <a:cubicBezTo>
                    <a:pt x="801" y="51"/>
                    <a:pt x="801" y="50"/>
                    <a:pt x="801" y="50"/>
                  </a:cubicBezTo>
                  <a:cubicBezTo>
                    <a:pt x="800" y="50"/>
                    <a:pt x="800" y="49"/>
                    <a:pt x="800" y="49"/>
                  </a:cubicBezTo>
                  <a:cubicBezTo>
                    <a:pt x="798" y="48"/>
                    <a:pt x="794" y="46"/>
                    <a:pt x="790" y="46"/>
                  </a:cubicBezTo>
                  <a:cubicBezTo>
                    <a:pt x="788" y="45"/>
                    <a:pt x="788" y="45"/>
                    <a:pt x="788" y="45"/>
                  </a:cubicBezTo>
                  <a:cubicBezTo>
                    <a:pt x="786" y="45"/>
                    <a:pt x="783" y="44"/>
                    <a:pt x="781" y="45"/>
                  </a:cubicBezTo>
                  <a:cubicBezTo>
                    <a:pt x="780" y="45"/>
                    <a:pt x="780" y="45"/>
                    <a:pt x="780" y="45"/>
                  </a:cubicBezTo>
                  <a:cubicBezTo>
                    <a:pt x="777" y="46"/>
                    <a:pt x="775" y="46"/>
                    <a:pt x="770" y="44"/>
                  </a:cubicBezTo>
                  <a:cubicBezTo>
                    <a:pt x="769" y="44"/>
                    <a:pt x="769" y="44"/>
                    <a:pt x="769" y="44"/>
                  </a:cubicBezTo>
                  <a:cubicBezTo>
                    <a:pt x="768" y="44"/>
                    <a:pt x="767" y="43"/>
                    <a:pt x="766" y="43"/>
                  </a:cubicBezTo>
                  <a:cubicBezTo>
                    <a:pt x="765" y="43"/>
                    <a:pt x="763" y="44"/>
                    <a:pt x="762" y="44"/>
                  </a:cubicBezTo>
                  <a:cubicBezTo>
                    <a:pt x="762" y="44"/>
                    <a:pt x="760" y="44"/>
                    <a:pt x="760" y="44"/>
                  </a:cubicBezTo>
                  <a:cubicBezTo>
                    <a:pt x="757" y="43"/>
                    <a:pt x="752" y="44"/>
                    <a:pt x="747" y="45"/>
                  </a:cubicBezTo>
                  <a:cubicBezTo>
                    <a:pt x="746" y="46"/>
                    <a:pt x="744" y="46"/>
                    <a:pt x="743" y="46"/>
                  </a:cubicBezTo>
                  <a:cubicBezTo>
                    <a:pt x="734" y="48"/>
                    <a:pt x="734" y="48"/>
                    <a:pt x="734" y="48"/>
                  </a:cubicBezTo>
                  <a:cubicBezTo>
                    <a:pt x="719" y="51"/>
                    <a:pt x="704" y="54"/>
                    <a:pt x="689" y="57"/>
                  </a:cubicBezTo>
                  <a:cubicBezTo>
                    <a:pt x="671" y="61"/>
                    <a:pt x="671" y="61"/>
                    <a:pt x="671" y="61"/>
                  </a:cubicBezTo>
                  <a:cubicBezTo>
                    <a:pt x="654" y="64"/>
                    <a:pt x="637" y="68"/>
                    <a:pt x="619" y="71"/>
                  </a:cubicBezTo>
                  <a:cubicBezTo>
                    <a:pt x="616" y="72"/>
                    <a:pt x="612" y="73"/>
                    <a:pt x="608" y="73"/>
                  </a:cubicBezTo>
                  <a:cubicBezTo>
                    <a:pt x="604" y="74"/>
                    <a:pt x="604" y="74"/>
                    <a:pt x="604" y="74"/>
                  </a:cubicBezTo>
                  <a:cubicBezTo>
                    <a:pt x="603" y="74"/>
                    <a:pt x="602" y="75"/>
                    <a:pt x="600" y="75"/>
                  </a:cubicBezTo>
                  <a:cubicBezTo>
                    <a:pt x="595" y="76"/>
                    <a:pt x="588" y="78"/>
                    <a:pt x="584" y="77"/>
                  </a:cubicBezTo>
                  <a:cubicBezTo>
                    <a:pt x="582" y="76"/>
                    <a:pt x="580" y="75"/>
                    <a:pt x="579" y="75"/>
                  </a:cubicBezTo>
                  <a:cubicBezTo>
                    <a:pt x="578" y="74"/>
                    <a:pt x="577" y="74"/>
                    <a:pt x="576" y="73"/>
                  </a:cubicBezTo>
                  <a:cubicBezTo>
                    <a:pt x="574" y="72"/>
                    <a:pt x="572" y="73"/>
                    <a:pt x="569" y="73"/>
                  </a:cubicBezTo>
                  <a:cubicBezTo>
                    <a:pt x="568" y="73"/>
                    <a:pt x="568" y="73"/>
                    <a:pt x="568" y="73"/>
                  </a:cubicBezTo>
                  <a:cubicBezTo>
                    <a:pt x="565" y="74"/>
                    <a:pt x="562" y="74"/>
                    <a:pt x="560" y="75"/>
                  </a:cubicBezTo>
                  <a:cubicBezTo>
                    <a:pt x="559" y="75"/>
                    <a:pt x="559" y="76"/>
                    <a:pt x="559" y="76"/>
                  </a:cubicBezTo>
                  <a:cubicBezTo>
                    <a:pt x="557" y="77"/>
                    <a:pt x="555" y="79"/>
                    <a:pt x="552" y="79"/>
                  </a:cubicBezTo>
                  <a:cubicBezTo>
                    <a:pt x="552" y="79"/>
                    <a:pt x="552" y="79"/>
                    <a:pt x="552" y="79"/>
                  </a:cubicBezTo>
                  <a:cubicBezTo>
                    <a:pt x="550" y="79"/>
                    <a:pt x="548" y="78"/>
                    <a:pt x="547" y="77"/>
                  </a:cubicBezTo>
                  <a:cubicBezTo>
                    <a:pt x="546" y="77"/>
                    <a:pt x="546" y="77"/>
                    <a:pt x="545" y="77"/>
                  </a:cubicBezTo>
                  <a:cubicBezTo>
                    <a:pt x="543" y="76"/>
                    <a:pt x="540" y="76"/>
                    <a:pt x="538" y="75"/>
                  </a:cubicBezTo>
                  <a:cubicBezTo>
                    <a:pt x="534" y="75"/>
                    <a:pt x="531" y="73"/>
                    <a:pt x="528" y="71"/>
                  </a:cubicBezTo>
                  <a:cubicBezTo>
                    <a:pt x="527" y="70"/>
                    <a:pt x="525" y="69"/>
                    <a:pt x="523" y="69"/>
                  </a:cubicBezTo>
                  <a:cubicBezTo>
                    <a:pt x="521" y="68"/>
                    <a:pt x="518" y="68"/>
                    <a:pt x="514" y="69"/>
                  </a:cubicBezTo>
                  <a:cubicBezTo>
                    <a:pt x="509" y="69"/>
                    <a:pt x="504" y="70"/>
                    <a:pt x="500" y="68"/>
                  </a:cubicBezTo>
                  <a:cubicBezTo>
                    <a:pt x="498" y="68"/>
                    <a:pt x="494" y="68"/>
                    <a:pt x="492" y="68"/>
                  </a:cubicBezTo>
                  <a:cubicBezTo>
                    <a:pt x="490" y="69"/>
                    <a:pt x="489" y="70"/>
                    <a:pt x="486" y="69"/>
                  </a:cubicBezTo>
                  <a:cubicBezTo>
                    <a:pt x="484" y="69"/>
                    <a:pt x="483" y="67"/>
                    <a:pt x="482" y="67"/>
                  </a:cubicBezTo>
                  <a:cubicBezTo>
                    <a:pt x="482" y="67"/>
                    <a:pt x="480" y="67"/>
                    <a:pt x="479" y="67"/>
                  </a:cubicBezTo>
                  <a:cubicBezTo>
                    <a:pt x="478" y="68"/>
                    <a:pt x="476" y="68"/>
                    <a:pt x="474" y="68"/>
                  </a:cubicBezTo>
                  <a:cubicBezTo>
                    <a:pt x="468" y="68"/>
                    <a:pt x="465" y="67"/>
                    <a:pt x="460" y="65"/>
                  </a:cubicBezTo>
                  <a:cubicBezTo>
                    <a:pt x="458" y="65"/>
                    <a:pt x="454" y="64"/>
                    <a:pt x="451" y="65"/>
                  </a:cubicBezTo>
                  <a:cubicBezTo>
                    <a:pt x="449" y="65"/>
                    <a:pt x="449" y="65"/>
                    <a:pt x="449" y="65"/>
                  </a:cubicBezTo>
                  <a:cubicBezTo>
                    <a:pt x="447" y="65"/>
                    <a:pt x="444" y="66"/>
                    <a:pt x="442" y="66"/>
                  </a:cubicBezTo>
                  <a:cubicBezTo>
                    <a:pt x="435" y="65"/>
                    <a:pt x="427" y="61"/>
                    <a:pt x="422" y="56"/>
                  </a:cubicBezTo>
                  <a:cubicBezTo>
                    <a:pt x="421" y="55"/>
                    <a:pt x="421" y="55"/>
                    <a:pt x="421" y="54"/>
                  </a:cubicBezTo>
                  <a:cubicBezTo>
                    <a:pt x="420" y="54"/>
                    <a:pt x="419" y="53"/>
                    <a:pt x="418" y="52"/>
                  </a:cubicBezTo>
                  <a:cubicBezTo>
                    <a:pt x="417" y="51"/>
                    <a:pt x="417" y="50"/>
                    <a:pt x="416" y="49"/>
                  </a:cubicBezTo>
                  <a:cubicBezTo>
                    <a:pt x="416" y="48"/>
                    <a:pt x="416" y="48"/>
                    <a:pt x="415" y="48"/>
                  </a:cubicBezTo>
                  <a:cubicBezTo>
                    <a:pt x="414" y="47"/>
                    <a:pt x="413" y="46"/>
                    <a:pt x="412" y="45"/>
                  </a:cubicBezTo>
                  <a:cubicBezTo>
                    <a:pt x="411" y="44"/>
                    <a:pt x="411" y="43"/>
                    <a:pt x="411" y="42"/>
                  </a:cubicBezTo>
                  <a:cubicBezTo>
                    <a:pt x="409" y="39"/>
                    <a:pt x="408" y="38"/>
                    <a:pt x="407" y="38"/>
                  </a:cubicBezTo>
                  <a:cubicBezTo>
                    <a:pt x="403" y="37"/>
                    <a:pt x="399" y="37"/>
                    <a:pt x="394" y="37"/>
                  </a:cubicBezTo>
                  <a:cubicBezTo>
                    <a:pt x="367" y="37"/>
                    <a:pt x="367" y="37"/>
                    <a:pt x="367" y="37"/>
                  </a:cubicBezTo>
                  <a:cubicBezTo>
                    <a:pt x="357" y="38"/>
                    <a:pt x="347" y="38"/>
                    <a:pt x="337" y="38"/>
                  </a:cubicBezTo>
                  <a:cubicBezTo>
                    <a:pt x="300" y="38"/>
                    <a:pt x="263" y="38"/>
                    <a:pt x="226" y="38"/>
                  </a:cubicBezTo>
                  <a:cubicBezTo>
                    <a:pt x="197" y="38"/>
                    <a:pt x="197" y="38"/>
                    <a:pt x="197" y="38"/>
                  </a:cubicBezTo>
                  <a:cubicBezTo>
                    <a:pt x="189" y="38"/>
                    <a:pt x="182" y="38"/>
                    <a:pt x="175" y="37"/>
                  </a:cubicBezTo>
                  <a:cubicBezTo>
                    <a:pt x="159" y="37"/>
                    <a:pt x="159" y="37"/>
                    <a:pt x="159" y="37"/>
                  </a:cubicBezTo>
                  <a:cubicBezTo>
                    <a:pt x="158" y="38"/>
                    <a:pt x="157" y="39"/>
                    <a:pt x="156" y="39"/>
                  </a:cubicBezTo>
                  <a:cubicBezTo>
                    <a:pt x="154" y="40"/>
                    <a:pt x="151" y="40"/>
                    <a:pt x="148" y="39"/>
                  </a:cubicBezTo>
                  <a:cubicBezTo>
                    <a:pt x="147" y="39"/>
                    <a:pt x="147" y="39"/>
                    <a:pt x="146" y="39"/>
                  </a:cubicBezTo>
                  <a:cubicBezTo>
                    <a:pt x="146" y="39"/>
                    <a:pt x="145" y="39"/>
                    <a:pt x="145" y="39"/>
                  </a:cubicBezTo>
                  <a:cubicBezTo>
                    <a:pt x="141" y="40"/>
                    <a:pt x="137" y="39"/>
                    <a:pt x="135" y="36"/>
                  </a:cubicBezTo>
                  <a:cubicBezTo>
                    <a:pt x="135" y="34"/>
                    <a:pt x="134" y="34"/>
                    <a:pt x="132" y="33"/>
                  </a:cubicBezTo>
                  <a:cubicBezTo>
                    <a:pt x="132" y="33"/>
                    <a:pt x="131" y="32"/>
                    <a:pt x="130" y="32"/>
                  </a:cubicBezTo>
                  <a:cubicBezTo>
                    <a:pt x="129" y="31"/>
                    <a:pt x="128" y="30"/>
                    <a:pt x="127" y="30"/>
                  </a:cubicBezTo>
                  <a:cubicBezTo>
                    <a:pt x="125" y="28"/>
                    <a:pt x="123" y="27"/>
                    <a:pt x="121" y="26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7" y="23"/>
                    <a:pt x="116" y="22"/>
                    <a:pt x="115" y="21"/>
                  </a:cubicBezTo>
                  <a:cubicBezTo>
                    <a:pt x="113" y="20"/>
                    <a:pt x="113" y="19"/>
                    <a:pt x="112" y="17"/>
                  </a:cubicBezTo>
                  <a:cubicBezTo>
                    <a:pt x="112" y="17"/>
                    <a:pt x="111" y="17"/>
                    <a:pt x="111" y="17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09" y="12"/>
                    <a:pt x="109" y="12"/>
                    <a:pt x="107" y="11"/>
                  </a:cubicBezTo>
                  <a:cubicBezTo>
                    <a:pt x="105" y="11"/>
                    <a:pt x="104" y="11"/>
                    <a:pt x="103" y="11"/>
                  </a:cubicBezTo>
                  <a:cubicBezTo>
                    <a:pt x="102" y="11"/>
                    <a:pt x="101" y="11"/>
                    <a:pt x="100" y="11"/>
                  </a:cubicBezTo>
                  <a:cubicBezTo>
                    <a:pt x="100" y="11"/>
                    <a:pt x="99" y="11"/>
                    <a:pt x="99" y="11"/>
                  </a:cubicBezTo>
                  <a:cubicBezTo>
                    <a:pt x="97" y="11"/>
                    <a:pt x="96" y="11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1" y="10"/>
                    <a:pt x="87" y="11"/>
                    <a:pt x="85" y="12"/>
                  </a:cubicBezTo>
                  <a:cubicBezTo>
                    <a:pt x="84" y="12"/>
                    <a:pt x="82" y="13"/>
                    <a:pt x="81" y="14"/>
                  </a:cubicBezTo>
                  <a:cubicBezTo>
                    <a:pt x="80" y="15"/>
                    <a:pt x="78" y="16"/>
                    <a:pt x="77" y="16"/>
                  </a:cubicBezTo>
                  <a:cubicBezTo>
                    <a:pt x="75" y="18"/>
                    <a:pt x="73" y="19"/>
                    <a:pt x="70" y="21"/>
                  </a:cubicBezTo>
                  <a:cubicBezTo>
                    <a:pt x="67" y="23"/>
                    <a:pt x="64" y="25"/>
                    <a:pt x="60" y="27"/>
                  </a:cubicBezTo>
                  <a:cubicBezTo>
                    <a:pt x="57" y="28"/>
                    <a:pt x="52" y="29"/>
                    <a:pt x="49" y="28"/>
                  </a:cubicBezTo>
                  <a:cubicBezTo>
                    <a:pt x="48" y="27"/>
                    <a:pt x="48" y="27"/>
                    <a:pt x="47" y="27"/>
                  </a:cubicBezTo>
                  <a:cubicBezTo>
                    <a:pt x="47" y="26"/>
                    <a:pt x="46" y="27"/>
                    <a:pt x="45" y="27"/>
                  </a:cubicBezTo>
                  <a:cubicBezTo>
                    <a:pt x="44" y="27"/>
                    <a:pt x="43" y="27"/>
                    <a:pt x="42" y="27"/>
                  </a:cubicBezTo>
                  <a:cubicBezTo>
                    <a:pt x="42" y="27"/>
                    <a:pt x="41" y="27"/>
                    <a:pt x="41" y="27"/>
                  </a:cubicBezTo>
                  <a:cubicBezTo>
                    <a:pt x="36" y="27"/>
                    <a:pt x="35" y="25"/>
                    <a:pt x="33" y="23"/>
                  </a:cubicBezTo>
                  <a:cubicBezTo>
                    <a:pt x="33" y="23"/>
                    <a:pt x="33" y="23"/>
                    <a:pt x="32" y="22"/>
                  </a:cubicBezTo>
                  <a:cubicBezTo>
                    <a:pt x="32" y="22"/>
                    <a:pt x="28" y="22"/>
                    <a:pt x="26" y="22"/>
                  </a:cubicBezTo>
                  <a:cubicBezTo>
                    <a:pt x="19" y="24"/>
                    <a:pt x="16" y="25"/>
                    <a:pt x="15" y="26"/>
                  </a:cubicBezTo>
                  <a:cubicBezTo>
                    <a:pt x="11" y="39"/>
                    <a:pt x="23" y="80"/>
                    <a:pt x="28" y="95"/>
                  </a:cubicBezTo>
                  <a:cubicBezTo>
                    <a:pt x="29" y="100"/>
                    <a:pt x="31" y="103"/>
                    <a:pt x="35" y="106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41" y="112"/>
                    <a:pt x="44" y="114"/>
                    <a:pt x="47" y="119"/>
                  </a:cubicBezTo>
                  <a:cubicBezTo>
                    <a:pt x="48" y="120"/>
                    <a:pt x="49" y="121"/>
                    <a:pt x="49" y="121"/>
                  </a:cubicBezTo>
                  <a:cubicBezTo>
                    <a:pt x="52" y="125"/>
                    <a:pt x="55" y="129"/>
                    <a:pt x="56" y="135"/>
                  </a:cubicBezTo>
                  <a:cubicBezTo>
                    <a:pt x="56" y="135"/>
                    <a:pt x="56" y="135"/>
                    <a:pt x="57" y="135"/>
                  </a:cubicBezTo>
                  <a:cubicBezTo>
                    <a:pt x="58" y="136"/>
                    <a:pt x="59" y="137"/>
                    <a:pt x="60" y="138"/>
                  </a:cubicBezTo>
                  <a:cubicBezTo>
                    <a:pt x="61" y="141"/>
                    <a:pt x="63" y="144"/>
                    <a:pt x="64" y="146"/>
                  </a:cubicBezTo>
                  <a:cubicBezTo>
                    <a:pt x="64" y="148"/>
                    <a:pt x="65" y="150"/>
                    <a:pt x="66" y="151"/>
                  </a:cubicBezTo>
                  <a:cubicBezTo>
                    <a:pt x="67" y="154"/>
                    <a:pt x="68" y="156"/>
                    <a:pt x="69" y="159"/>
                  </a:cubicBezTo>
                  <a:cubicBezTo>
                    <a:pt x="69" y="160"/>
                    <a:pt x="70" y="161"/>
                    <a:pt x="70" y="162"/>
                  </a:cubicBezTo>
                  <a:cubicBezTo>
                    <a:pt x="73" y="167"/>
                    <a:pt x="76" y="173"/>
                    <a:pt x="79" y="179"/>
                  </a:cubicBezTo>
                  <a:cubicBezTo>
                    <a:pt x="80" y="181"/>
                    <a:pt x="80" y="181"/>
                    <a:pt x="80" y="181"/>
                  </a:cubicBezTo>
                  <a:cubicBezTo>
                    <a:pt x="83" y="186"/>
                    <a:pt x="86" y="191"/>
                    <a:pt x="88" y="197"/>
                  </a:cubicBezTo>
                  <a:cubicBezTo>
                    <a:pt x="89" y="198"/>
                    <a:pt x="89" y="199"/>
                    <a:pt x="89" y="200"/>
                  </a:cubicBezTo>
                  <a:cubicBezTo>
                    <a:pt x="90" y="201"/>
                    <a:pt x="90" y="202"/>
                    <a:pt x="90" y="203"/>
                  </a:cubicBezTo>
                  <a:cubicBezTo>
                    <a:pt x="91" y="204"/>
                    <a:pt x="92" y="204"/>
                    <a:pt x="93" y="205"/>
                  </a:cubicBezTo>
                  <a:cubicBezTo>
                    <a:pt x="94" y="206"/>
                    <a:pt x="96" y="208"/>
                    <a:pt x="98" y="212"/>
                  </a:cubicBezTo>
                  <a:cubicBezTo>
                    <a:pt x="99" y="215"/>
                    <a:pt x="100" y="218"/>
                    <a:pt x="101" y="221"/>
                  </a:cubicBezTo>
                  <a:cubicBezTo>
                    <a:pt x="101" y="222"/>
                    <a:pt x="101" y="223"/>
                    <a:pt x="102" y="225"/>
                  </a:cubicBezTo>
                  <a:cubicBezTo>
                    <a:pt x="102" y="227"/>
                    <a:pt x="102" y="228"/>
                    <a:pt x="103" y="230"/>
                  </a:cubicBezTo>
                  <a:cubicBezTo>
                    <a:pt x="103" y="232"/>
                    <a:pt x="104" y="233"/>
                    <a:pt x="105" y="235"/>
                  </a:cubicBezTo>
                  <a:cubicBezTo>
                    <a:pt x="107" y="238"/>
                    <a:pt x="108" y="240"/>
                    <a:pt x="109" y="243"/>
                  </a:cubicBezTo>
                  <a:cubicBezTo>
                    <a:pt x="109" y="245"/>
                    <a:pt x="109" y="247"/>
                    <a:pt x="110" y="248"/>
                  </a:cubicBezTo>
                  <a:cubicBezTo>
                    <a:pt x="110" y="250"/>
                    <a:pt x="110" y="252"/>
                    <a:pt x="111" y="253"/>
                  </a:cubicBezTo>
                  <a:cubicBezTo>
                    <a:pt x="111" y="255"/>
                    <a:pt x="113" y="256"/>
                    <a:pt x="114" y="258"/>
                  </a:cubicBezTo>
                  <a:cubicBezTo>
                    <a:pt x="117" y="263"/>
                    <a:pt x="117" y="263"/>
                    <a:pt x="117" y="263"/>
                  </a:cubicBezTo>
                  <a:cubicBezTo>
                    <a:pt x="120" y="268"/>
                    <a:pt x="124" y="273"/>
                    <a:pt x="127" y="279"/>
                  </a:cubicBezTo>
                  <a:cubicBezTo>
                    <a:pt x="128" y="280"/>
                    <a:pt x="129" y="281"/>
                    <a:pt x="130" y="283"/>
                  </a:cubicBezTo>
                  <a:cubicBezTo>
                    <a:pt x="134" y="288"/>
                    <a:pt x="138" y="294"/>
                    <a:pt x="139" y="301"/>
                  </a:cubicBezTo>
                  <a:cubicBezTo>
                    <a:pt x="139" y="301"/>
                    <a:pt x="140" y="302"/>
                    <a:pt x="141" y="303"/>
                  </a:cubicBezTo>
                  <a:cubicBezTo>
                    <a:pt x="142" y="305"/>
                    <a:pt x="143" y="306"/>
                    <a:pt x="143" y="308"/>
                  </a:cubicBezTo>
                  <a:cubicBezTo>
                    <a:pt x="144" y="310"/>
                    <a:pt x="144" y="312"/>
                    <a:pt x="144" y="313"/>
                  </a:cubicBezTo>
                  <a:cubicBezTo>
                    <a:pt x="144" y="313"/>
                    <a:pt x="144" y="313"/>
                    <a:pt x="145" y="313"/>
                  </a:cubicBezTo>
                  <a:cubicBezTo>
                    <a:pt x="146" y="314"/>
                    <a:pt x="147" y="315"/>
                    <a:pt x="148" y="317"/>
                  </a:cubicBezTo>
                  <a:cubicBezTo>
                    <a:pt x="150" y="320"/>
                    <a:pt x="153" y="323"/>
                    <a:pt x="156" y="326"/>
                  </a:cubicBezTo>
                  <a:cubicBezTo>
                    <a:pt x="157" y="328"/>
                    <a:pt x="158" y="329"/>
                    <a:pt x="159" y="331"/>
                  </a:cubicBezTo>
                  <a:cubicBezTo>
                    <a:pt x="161" y="333"/>
                    <a:pt x="162" y="335"/>
                    <a:pt x="163" y="336"/>
                  </a:cubicBezTo>
                  <a:cubicBezTo>
                    <a:pt x="163" y="337"/>
                    <a:pt x="164" y="338"/>
                    <a:pt x="164" y="339"/>
                  </a:cubicBezTo>
                  <a:cubicBezTo>
                    <a:pt x="165" y="340"/>
                    <a:pt x="166" y="341"/>
                    <a:pt x="167" y="342"/>
                  </a:cubicBezTo>
                  <a:cubicBezTo>
                    <a:pt x="168" y="345"/>
                    <a:pt x="170" y="348"/>
                    <a:pt x="171" y="351"/>
                  </a:cubicBezTo>
                  <a:cubicBezTo>
                    <a:pt x="172" y="354"/>
                    <a:pt x="173" y="356"/>
                    <a:pt x="174" y="359"/>
                  </a:cubicBezTo>
                  <a:cubicBezTo>
                    <a:pt x="176" y="361"/>
                    <a:pt x="176" y="361"/>
                    <a:pt x="176" y="361"/>
                  </a:cubicBezTo>
                  <a:cubicBezTo>
                    <a:pt x="177" y="364"/>
                    <a:pt x="177" y="367"/>
                    <a:pt x="177" y="370"/>
                  </a:cubicBezTo>
                  <a:cubicBezTo>
                    <a:pt x="177" y="371"/>
                    <a:pt x="177" y="372"/>
                    <a:pt x="177" y="373"/>
                  </a:cubicBezTo>
                  <a:cubicBezTo>
                    <a:pt x="177" y="374"/>
                    <a:pt x="177" y="375"/>
                    <a:pt x="178" y="376"/>
                  </a:cubicBezTo>
                  <a:cubicBezTo>
                    <a:pt x="178" y="379"/>
                    <a:pt x="178" y="383"/>
                    <a:pt x="177" y="387"/>
                  </a:cubicBezTo>
                  <a:cubicBezTo>
                    <a:pt x="177" y="389"/>
                    <a:pt x="175" y="391"/>
                    <a:pt x="174" y="393"/>
                  </a:cubicBezTo>
                  <a:cubicBezTo>
                    <a:pt x="174" y="394"/>
                    <a:pt x="173" y="394"/>
                    <a:pt x="173" y="395"/>
                  </a:cubicBezTo>
                  <a:cubicBezTo>
                    <a:pt x="172" y="396"/>
                    <a:pt x="172" y="397"/>
                    <a:pt x="171" y="397"/>
                  </a:cubicBezTo>
                  <a:cubicBezTo>
                    <a:pt x="171" y="398"/>
                    <a:pt x="172" y="399"/>
                    <a:pt x="172" y="401"/>
                  </a:cubicBezTo>
                  <a:cubicBezTo>
                    <a:pt x="174" y="406"/>
                    <a:pt x="177" y="413"/>
                    <a:pt x="174" y="419"/>
                  </a:cubicBezTo>
                  <a:cubicBezTo>
                    <a:pt x="174" y="420"/>
                    <a:pt x="173" y="421"/>
                    <a:pt x="172" y="421"/>
                  </a:cubicBezTo>
                  <a:cubicBezTo>
                    <a:pt x="172" y="422"/>
                    <a:pt x="172" y="423"/>
                    <a:pt x="173" y="424"/>
                  </a:cubicBezTo>
                  <a:cubicBezTo>
                    <a:pt x="175" y="429"/>
                    <a:pt x="175" y="433"/>
                    <a:pt x="175" y="437"/>
                  </a:cubicBezTo>
                  <a:cubicBezTo>
                    <a:pt x="175" y="440"/>
                    <a:pt x="175" y="442"/>
                    <a:pt x="175" y="444"/>
                  </a:cubicBezTo>
                  <a:cubicBezTo>
                    <a:pt x="175" y="445"/>
                    <a:pt x="175" y="445"/>
                    <a:pt x="175" y="445"/>
                  </a:cubicBezTo>
                  <a:cubicBezTo>
                    <a:pt x="176" y="447"/>
                    <a:pt x="176" y="449"/>
                    <a:pt x="175" y="452"/>
                  </a:cubicBezTo>
                  <a:cubicBezTo>
                    <a:pt x="175" y="454"/>
                    <a:pt x="174" y="455"/>
                    <a:pt x="173" y="455"/>
                  </a:cubicBezTo>
                  <a:cubicBezTo>
                    <a:pt x="172" y="457"/>
                    <a:pt x="172" y="459"/>
                    <a:pt x="173" y="462"/>
                  </a:cubicBezTo>
                  <a:cubicBezTo>
                    <a:pt x="173" y="467"/>
                    <a:pt x="175" y="470"/>
                    <a:pt x="177" y="474"/>
                  </a:cubicBezTo>
                  <a:cubicBezTo>
                    <a:pt x="178" y="477"/>
                    <a:pt x="178" y="477"/>
                    <a:pt x="178" y="477"/>
                  </a:cubicBezTo>
                  <a:cubicBezTo>
                    <a:pt x="179" y="479"/>
                    <a:pt x="180" y="482"/>
                    <a:pt x="181" y="484"/>
                  </a:cubicBezTo>
                  <a:cubicBezTo>
                    <a:pt x="182" y="487"/>
                    <a:pt x="181" y="489"/>
                    <a:pt x="181" y="491"/>
                  </a:cubicBezTo>
                  <a:cubicBezTo>
                    <a:pt x="181" y="492"/>
                    <a:pt x="181" y="492"/>
                    <a:pt x="181" y="493"/>
                  </a:cubicBezTo>
                  <a:cubicBezTo>
                    <a:pt x="181" y="494"/>
                    <a:pt x="183" y="496"/>
                    <a:pt x="184" y="498"/>
                  </a:cubicBezTo>
                  <a:cubicBezTo>
                    <a:pt x="186" y="500"/>
                    <a:pt x="188" y="502"/>
                    <a:pt x="190" y="505"/>
                  </a:cubicBezTo>
                  <a:cubicBezTo>
                    <a:pt x="191" y="508"/>
                    <a:pt x="191" y="511"/>
                    <a:pt x="191" y="513"/>
                  </a:cubicBezTo>
                  <a:cubicBezTo>
                    <a:pt x="191" y="514"/>
                    <a:pt x="191" y="515"/>
                    <a:pt x="192" y="516"/>
                  </a:cubicBezTo>
                  <a:cubicBezTo>
                    <a:pt x="192" y="516"/>
                    <a:pt x="192" y="517"/>
                    <a:pt x="193" y="518"/>
                  </a:cubicBezTo>
                  <a:cubicBezTo>
                    <a:pt x="194" y="520"/>
                    <a:pt x="196" y="523"/>
                    <a:pt x="196" y="526"/>
                  </a:cubicBezTo>
                  <a:cubicBezTo>
                    <a:pt x="195" y="530"/>
                    <a:pt x="195" y="533"/>
                    <a:pt x="194" y="535"/>
                  </a:cubicBezTo>
                  <a:cubicBezTo>
                    <a:pt x="193" y="539"/>
                    <a:pt x="192" y="542"/>
                    <a:pt x="193" y="545"/>
                  </a:cubicBezTo>
                  <a:cubicBezTo>
                    <a:pt x="193" y="547"/>
                    <a:pt x="194" y="548"/>
                    <a:pt x="194" y="549"/>
                  </a:cubicBezTo>
                  <a:cubicBezTo>
                    <a:pt x="195" y="551"/>
                    <a:pt x="195" y="552"/>
                    <a:pt x="196" y="553"/>
                  </a:cubicBezTo>
                  <a:cubicBezTo>
                    <a:pt x="197" y="557"/>
                    <a:pt x="196" y="560"/>
                    <a:pt x="195" y="563"/>
                  </a:cubicBezTo>
                  <a:cubicBezTo>
                    <a:pt x="195" y="564"/>
                    <a:pt x="195" y="565"/>
                    <a:pt x="195" y="567"/>
                  </a:cubicBezTo>
                  <a:cubicBezTo>
                    <a:pt x="194" y="569"/>
                    <a:pt x="194" y="569"/>
                    <a:pt x="195" y="571"/>
                  </a:cubicBezTo>
                  <a:cubicBezTo>
                    <a:pt x="197" y="573"/>
                    <a:pt x="197" y="573"/>
                    <a:pt x="197" y="573"/>
                  </a:cubicBezTo>
                  <a:cubicBezTo>
                    <a:pt x="198" y="575"/>
                    <a:pt x="198" y="576"/>
                    <a:pt x="198" y="579"/>
                  </a:cubicBezTo>
                  <a:cubicBezTo>
                    <a:pt x="198" y="579"/>
                    <a:pt x="198" y="580"/>
                    <a:pt x="198" y="580"/>
                  </a:cubicBezTo>
                  <a:cubicBezTo>
                    <a:pt x="199" y="581"/>
                    <a:pt x="199" y="581"/>
                    <a:pt x="199" y="582"/>
                  </a:cubicBezTo>
                  <a:cubicBezTo>
                    <a:pt x="200" y="584"/>
                    <a:pt x="202" y="586"/>
                    <a:pt x="202" y="590"/>
                  </a:cubicBezTo>
                  <a:cubicBezTo>
                    <a:pt x="202" y="592"/>
                    <a:pt x="201" y="594"/>
                    <a:pt x="201" y="595"/>
                  </a:cubicBezTo>
                  <a:cubicBezTo>
                    <a:pt x="201" y="595"/>
                    <a:pt x="201" y="596"/>
                    <a:pt x="201" y="596"/>
                  </a:cubicBezTo>
                  <a:cubicBezTo>
                    <a:pt x="201" y="596"/>
                    <a:pt x="201" y="596"/>
                    <a:pt x="201" y="596"/>
                  </a:cubicBezTo>
                  <a:cubicBezTo>
                    <a:pt x="201" y="598"/>
                    <a:pt x="201" y="600"/>
                    <a:pt x="201" y="602"/>
                  </a:cubicBezTo>
                  <a:cubicBezTo>
                    <a:pt x="201" y="603"/>
                    <a:pt x="201" y="604"/>
                    <a:pt x="201" y="605"/>
                  </a:cubicBezTo>
                  <a:cubicBezTo>
                    <a:pt x="201" y="605"/>
                    <a:pt x="202" y="605"/>
                    <a:pt x="202" y="605"/>
                  </a:cubicBezTo>
                  <a:cubicBezTo>
                    <a:pt x="204" y="606"/>
                    <a:pt x="206" y="607"/>
                    <a:pt x="208" y="610"/>
                  </a:cubicBezTo>
                  <a:cubicBezTo>
                    <a:pt x="210" y="613"/>
                    <a:pt x="211" y="617"/>
                    <a:pt x="212" y="620"/>
                  </a:cubicBezTo>
                  <a:cubicBezTo>
                    <a:pt x="213" y="623"/>
                    <a:pt x="212" y="625"/>
                    <a:pt x="212" y="627"/>
                  </a:cubicBezTo>
                  <a:cubicBezTo>
                    <a:pt x="211" y="628"/>
                    <a:pt x="211" y="628"/>
                    <a:pt x="211" y="629"/>
                  </a:cubicBezTo>
                  <a:cubicBezTo>
                    <a:pt x="211" y="631"/>
                    <a:pt x="210" y="632"/>
                    <a:pt x="209" y="633"/>
                  </a:cubicBezTo>
                  <a:cubicBezTo>
                    <a:pt x="209" y="633"/>
                    <a:pt x="209" y="633"/>
                    <a:pt x="209" y="633"/>
                  </a:cubicBezTo>
                  <a:cubicBezTo>
                    <a:pt x="210" y="635"/>
                    <a:pt x="210" y="635"/>
                    <a:pt x="210" y="635"/>
                  </a:cubicBezTo>
                  <a:cubicBezTo>
                    <a:pt x="210" y="636"/>
                    <a:pt x="210" y="636"/>
                    <a:pt x="210" y="637"/>
                  </a:cubicBezTo>
                  <a:cubicBezTo>
                    <a:pt x="210" y="638"/>
                    <a:pt x="211" y="640"/>
                    <a:pt x="211" y="641"/>
                  </a:cubicBezTo>
                  <a:cubicBezTo>
                    <a:pt x="211" y="641"/>
                    <a:pt x="211" y="641"/>
                    <a:pt x="212" y="641"/>
                  </a:cubicBezTo>
                  <a:cubicBezTo>
                    <a:pt x="213" y="642"/>
                    <a:pt x="215" y="643"/>
                    <a:pt x="216" y="647"/>
                  </a:cubicBezTo>
                  <a:cubicBezTo>
                    <a:pt x="217" y="650"/>
                    <a:pt x="217" y="653"/>
                    <a:pt x="217" y="656"/>
                  </a:cubicBezTo>
                  <a:cubicBezTo>
                    <a:pt x="217" y="659"/>
                    <a:pt x="217" y="661"/>
                    <a:pt x="218" y="663"/>
                  </a:cubicBezTo>
                  <a:cubicBezTo>
                    <a:pt x="220" y="668"/>
                    <a:pt x="222" y="672"/>
                    <a:pt x="225" y="677"/>
                  </a:cubicBezTo>
                  <a:cubicBezTo>
                    <a:pt x="229" y="682"/>
                    <a:pt x="233" y="688"/>
                    <a:pt x="233" y="694"/>
                  </a:cubicBezTo>
                  <a:cubicBezTo>
                    <a:pt x="233" y="695"/>
                    <a:pt x="235" y="697"/>
                    <a:pt x="236" y="699"/>
                  </a:cubicBezTo>
                  <a:cubicBezTo>
                    <a:pt x="238" y="701"/>
                    <a:pt x="241" y="704"/>
                    <a:pt x="242" y="707"/>
                  </a:cubicBezTo>
                  <a:cubicBezTo>
                    <a:pt x="244" y="712"/>
                    <a:pt x="249" y="716"/>
                    <a:pt x="254" y="721"/>
                  </a:cubicBezTo>
                  <a:cubicBezTo>
                    <a:pt x="257" y="723"/>
                    <a:pt x="259" y="725"/>
                    <a:pt x="262" y="727"/>
                  </a:cubicBezTo>
                  <a:cubicBezTo>
                    <a:pt x="263" y="729"/>
                    <a:pt x="265" y="731"/>
                    <a:pt x="266" y="733"/>
                  </a:cubicBezTo>
                  <a:cubicBezTo>
                    <a:pt x="268" y="735"/>
                    <a:pt x="270" y="737"/>
                    <a:pt x="272" y="739"/>
                  </a:cubicBezTo>
                  <a:cubicBezTo>
                    <a:pt x="273" y="740"/>
                    <a:pt x="274" y="741"/>
                    <a:pt x="276" y="743"/>
                  </a:cubicBezTo>
                  <a:cubicBezTo>
                    <a:pt x="277" y="744"/>
                    <a:pt x="280" y="748"/>
                    <a:pt x="281" y="748"/>
                  </a:cubicBezTo>
                  <a:cubicBezTo>
                    <a:pt x="281" y="748"/>
                    <a:pt x="282" y="747"/>
                    <a:pt x="282" y="747"/>
                  </a:cubicBezTo>
                  <a:cubicBezTo>
                    <a:pt x="283" y="746"/>
                    <a:pt x="284" y="745"/>
                    <a:pt x="285" y="745"/>
                  </a:cubicBezTo>
                  <a:cubicBezTo>
                    <a:pt x="286" y="745"/>
                    <a:pt x="287" y="744"/>
                    <a:pt x="287" y="743"/>
                  </a:cubicBezTo>
                  <a:cubicBezTo>
                    <a:pt x="289" y="742"/>
                    <a:pt x="291" y="740"/>
                    <a:pt x="293" y="740"/>
                  </a:cubicBezTo>
                  <a:cubicBezTo>
                    <a:pt x="293" y="740"/>
                    <a:pt x="294" y="740"/>
                    <a:pt x="295" y="740"/>
                  </a:cubicBezTo>
                  <a:cubicBezTo>
                    <a:pt x="295" y="740"/>
                    <a:pt x="296" y="740"/>
                    <a:pt x="296" y="740"/>
                  </a:cubicBezTo>
                  <a:cubicBezTo>
                    <a:pt x="297" y="739"/>
                    <a:pt x="297" y="738"/>
                    <a:pt x="298" y="737"/>
                  </a:cubicBezTo>
                  <a:cubicBezTo>
                    <a:pt x="296" y="736"/>
                    <a:pt x="295" y="734"/>
                    <a:pt x="296" y="732"/>
                  </a:cubicBezTo>
                  <a:cubicBezTo>
                    <a:pt x="296" y="731"/>
                    <a:pt x="296" y="731"/>
                    <a:pt x="296" y="731"/>
                  </a:cubicBezTo>
                  <a:cubicBezTo>
                    <a:pt x="296" y="730"/>
                    <a:pt x="299" y="724"/>
                    <a:pt x="303" y="721"/>
                  </a:cubicBezTo>
                  <a:cubicBezTo>
                    <a:pt x="303" y="720"/>
                    <a:pt x="303" y="718"/>
                    <a:pt x="304" y="717"/>
                  </a:cubicBezTo>
                  <a:cubicBezTo>
                    <a:pt x="306" y="714"/>
                    <a:pt x="309" y="714"/>
                    <a:pt x="310" y="713"/>
                  </a:cubicBezTo>
                  <a:cubicBezTo>
                    <a:pt x="311" y="713"/>
                    <a:pt x="311" y="713"/>
                    <a:pt x="311" y="713"/>
                  </a:cubicBezTo>
                  <a:cubicBezTo>
                    <a:pt x="312" y="713"/>
                    <a:pt x="313" y="713"/>
                    <a:pt x="313" y="713"/>
                  </a:cubicBezTo>
                  <a:cubicBezTo>
                    <a:pt x="314" y="713"/>
                    <a:pt x="314" y="712"/>
                    <a:pt x="315" y="712"/>
                  </a:cubicBezTo>
                  <a:cubicBezTo>
                    <a:pt x="316" y="712"/>
                    <a:pt x="317" y="712"/>
                    <a:pt x="318" y="712"/>
                  </a:cubicBezTo>
                  <a:cubicBezTo>
                    <a:pt x="322" y="712"/>
                    <a:pt x="324" y="714"/>
                    <a:pt x="324" y="715"/>
                  </a:cubicBezTo>
                  <a:cubicBezTo>
                    <a:pt x="325" y="715"/>
                    <a:pt x="325" y="715"/>
                    <a:pt x="325" y="716"/>
                  </a:cubicBezTo>
                  <a:cubicBezTo>
                    <a:pt x="330" y="718"/>
                    <a:pt x="330" y="722"/>
                    <a:pt x="330" y="724"/>
                  </a:cubicBezTo>
                  <a:cubicBezTo>
                    <a:pt x="333" y="723"/>
                    <a:pt x="335" y="724"/>
                    <a:pt x="337" y="725"/>
                  </a:cubicBezTo>
                  <a:cubicBezTo>
                    <a:pt x="341" y="728"/>
                    <a:pt x="342" y="736"/>
                    <a:pt x="342" y="736"/>
                  </a:cubicBezTo>
                  <a:cubicBezTo>
                    <a:pt x="343" y="741"/>
                    <a:pt x="340" y="744"/>
                    <a:pt x="338" y="745"/>
                  </a:cubicBezTo>
                  <a:cubicBezTo>
                    <a:pt x="339" y="745"/>
                    <a:pt x="339" y="746"/>
                    <a:pt x="340" y="747"/>
                  </a:cubicBezTo>
                  <a:cubicBezTo>
                    <a:pt x="342" y="748"/>
                    <a:pt x="343" y="751"/>
                    <a:pt x="343" y="754"/>
                  </a:cubicBezTo>
                  <a:cubicBezTo>
                    <a:pt x="344" y="753"/>
                    <a:pt x="345" y="753"/>
                    <a:pt x="346" y="753"/>
                  </a:cubicBezTo>
                  <a:cubicBezTo>
                    <a:pt x="347" y="753"/>
                    <a:pt x="347" y="753"/>
                    <a:pt x="348" y="753"/>
                  </a:cubicBezTo>
                  <a:cubicBezTo>
                    <a:pt x="351" y="754"/>
                    <a:pt x="352" y="757"/>
                    <a:pt x="353" y="758"/>
                  </a:cubicBezTo>
                  <a:cubicBezTo>
                    <a:pt x="354" y="758"/>
                    <a:pt x="354" y="758"/>
                    <a:pt x="355" y="758"/>
                  </a:cubicBezTo>
                  <a:cubicBezTo>
                    <a:pt x="358" y="757"/>
                    <a:pt x="358" y="758"/>
                    <a:pt x="361" y="758"/>
                  </a:cubicBezTo>
                  <a:cubicBezTo>
                    <a:pt x="363" y="758"/>
                    <a:pt x="368" y="759"/>
                    <a:pt x="371" y="761"/>
                  </a:cubicBezTo>
                  <a:cubicBezTo>
                    <a:pt x="373" y="762"/>
                    <a:pt x="374" y="763"/>
                    <a:pt x="375" y="764"/>
                  </a:cubicBezTo>
                  <a:cubicBezTo>
                    <a:pt x="376" y="765"/>
                    <a:pt x="376" y="765"/>
                    <a:pt x="377" y="765"/>
                  </a:cubicBezTo>
                  <a:cubicBezTo>
                    <a:pt x="380" y="766"/>
                    <a:pt x="383" y="767"/>
                    <a:pt x="387" y="767"/>
                  </a:cubicBezTo>
                  <a:cubicBezTo>
                    <a:pt x="391" y="767"/>
                    <a:pt x="391" y="767"/>
                    <a:pt x="391" y="767"/>
                  </a:cubicBezTo>
                  <a:cubicBezTo>
                    <a:pt x="392" y="767"/>
                    <a:pt x="393" y="767"/>
                    <a:pt x="394" y="767"/>
                  </a:cubicBezTo>
                  <a:cubicBezTo>
                    <a:pt x="394" y="767"/>
                    <a:pt x="394" y="767"/>
                    <a:pt x="394" y="767"/>
                  </a:cubicBezTo>
                  <a:cubicBezTo>
                    <a:pt x="397" y="767"/>
                    <a:pt x="400" y="766"/>
                    <a:pt x="403" y="765"/>
                  </a:cubicBezTo>
                  <a:cubicBezTo>
                    <a:pt x="406" y="764"/>
                    <a:pt x="409" y="763"/>
                    <a:pt x="413" y="763"/>
                  </a:cubicBezTo>
                  <a:cubicBezTo>
                    <a:pt x="414" y="763"/>
                    <a:pt x="415" y="763"/>
                    <a:pt x="416" y="763"/>
                  </a:cubicBezTo>
                  <a:cubicBezTo>
                    <a:pt x="423" y="763"/>
                    <a:pt x="429" y="764"/>
                    <a:pt x="432" y="767"/>
                  </a:cubicBezTo>
                  <a:cubicBezTo>
                    <a:pt x="433" y="768"/>
                    <a:pt x="434" y="769"/>
                    <a:pt x="434" y="770"/>
                  </a:cubicBezTo>
                  <a:close/>
                </a:path>
              </a:pathLst>
            </a:custGeom>
            <a:solidFill>
              <a:srgbClr val="D4EDFC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3" name="Freeform 83">
              <a:extLst>
                <a:ext uri="{FF2B5EF4-FFF2-40B4-BE49-F238E27FC236}">
                  <a16:creationId xmlns:a16="http://schemas.microsoft.com/office/drawing/2014/main" id="{03616B99-56CE-4498-977E-6C9460F99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1800" y="4583113"/>
              <a:ext cx="920750" cy="871538"/>
            </a:xfrm>
            <a:custGeom>
              <a:avLst/>
              <a:gdLst>
                <a:gd name="T0" fmla="*/ 36 w 813"/>
                <a:gd name="T1" fmla="*/ 17 h 771"/>
                <a:gd name="T2" fmla="*/ 54 w 813"/>
                <a:gd name="T3" fmla="*/ 18 h 771"/>
                <a:gd name="T4" fmla="*/ 94 w 813"/>
                <a:gd name="T5" fmla="*/ 2 h 771"/>
                <a:gd name="T6" fmla="*/ 119 w 813"/>
                <a:gd name="T7" fmla="*/ 17 h 771"/>
                <a:gd name="T8" fmla="*/ 149 w 813"/>
                <a:gd name="T9" fmla="*/ 30 h 771"/>
                <a:gd name="T10" fmla="*/ 332 w 813"/>
                <a:gd name="T11" fmla="*/ 28 h 771"/>
                <a:gd name="T12" fmla="*/ 411 w 813"/>
                <a:gd name="T13" fmla="*/ 37 h 771"/>
                <a:gd name="T14" fmla="*/ 437 w 813"/>
                <a:gd name="T15" fmla="*/ 56 h 771"/>
                <a:gd name="T16" fmla="*/ 478 w 813"/>
                <a:gd name="T17" fmla="*/ 57 h 771"/>
                <a:gd name="T18" fmla="*/ 520 w 813"/>
                <a:gd name="T19" fmla="*/ 60 h 771"/>
                <a:gd name="T20" fmla="*/ 553 w 813"/>
                <a:gd name="T21" fmla="*/ 66 h 771"/>
                <a:gd name="T22" fmla="*/ 598 w 813"/>
                <a:gd name="T23" fmla="*/ 65 h 771"/>
                <a:gd name="T24" fmla="*/ 756 w 813"/>
                <a:gd name="T25" fmla="*/ 34 h 771"/>
                <a:gd name="T26" fmla="*/ 786 w 813"/>
                <a:gd name="T27" fmla="*/ 36 h 771"/>
                <a:gd name="T28" fmla="*/ 803 w 813"/>
                <a:gd name="T29" fmla="*/ 47 h 771"/>
                <a:gd name="T30" fmla="*/ 808 w 813"/>
                <a:gd name="T31" fmla="*/ 53 h 771"/>
                <a:gd name="T32" fmla="*/ 786 w 813"/>
                <a:gd name="T33" fmla="*/ 57 h 771"/>
                <a:gd name="T34" fmla="*/ 762 w 813"/>
                <a:gd name="T35" fmla="*/ 64 h 771"/>
                <a:gd name="T36" fmla="*/ 724 w 813"/>
                <a:gd name="T37" fmla="*/ 90 h 771"/>
                <a:gd name="T38" fmla="*/ 705 w 813"/>
                <a:gd name="T39" fmla="*/ 82 h 771"/>
                <a:gd name="T40" fmla="*/ 588 w 813"/>
                <a:gd name="T41" fmla="*/ 86 h 771"/>
                <a:gd name="T42" fmla="*/ 556 w 813"/>
                <a:gd name="T43" fmla="*/ 151 h 771"/>
                <a:gd name="T44" fmla="*/ 550 w 813"/>
                <a:gd name="T45" fmla="*/ 321 h 771"/>
                <a:gd name="T46" fmla="*/ 492 w 813"/>
                <a:gd name="T47" fmla="*/ 388 h 771"/>
                <a:gd name="T48" fmla="*/ 485 w 813"/>
                <a:gd name="T49" fmla="*/ 736 h 771"/>
                <a:gd name="T50" fmla="*/ 464 w 813"/>
                <a:gd name="T51" fmla="*/ 742 h 771"/>
                <a:gd name="T52" fmla="*/ 440 w 813"/>
                <a:gd name="T53" fmla="*/ 759 h 771"/>
                <a:gd name="T54" fmla="*/ 426 w 813"/>
                <a:gd name="T55" fmla="*/ 769 h 771"/>
                <a:gd name="T56" fmla="*/ 370 w 813"/>
                <a:gd name="T57" fmla="*/ 765 h 771"/>
                <a:gd name="T58" fmla="*/ 347 w 813"/>
                <a:gd name="T59" fmla="*/ 758 h 771"/>
                <a:gd name="T60" fmla="*/ 328 w 813"/>
                <a:gd name="T61" fmla="*/ 738 h 771"/>
                <a:gd name="T62" fmla="*/ 319 w 813"/>
                <a:gd name="T63" fmla="*/ 715 h 771"/>
                <a:gd name="T64" fmla="*/ 303 w 813"/>
                <a:gd name="T65" fmla="*/ 715 h 771"/>
                <a:gd name="T66" fmla="*/ 294 w 813"/>
                <a:gd name="T67" fmla="*/ 739 h 771"/>
                <a:gd name="T68" fmla="*/ 264 w 813"/>
                <a:gd name="T69" fmla="*/ 737 h 771"/>
                <a:gd name="T70" fmla="*/ 216 w 813"/>
                <a:gd name="T71" fmla="*/ 674 h 771"/>
                <a:gd name="T72" fmla="*/ 200 w 813"/>
                <a:gd name="T73" fmla="*/ 632 h 771"/>
                <a:gd name="T74" fmla="*/ 199 w 813"/>
                <a:gd name="T75" fmla="*/ 607 h 771"/>
                <a:gd name="T76" fmla="*/ 191 w 813"/>
                <a:gd name="T77" fmla="*/ 589 h 771"/>
                <a:gd name="T78" fmla="*/ 187 w 813"/>
                <a:gd name="T79" fmla="*/ 569 h 771"/>
                <a:gd name="T80" fmla="*/ 186 w 813"/>
                <a:gd name="T81" fmla="*/ 521 h 771"/>
                <a:gd name="T82" fmla="*/ 171 w 813"/>
                <a:gd name="T83" fmla="*/ 481 h 771"/>
                <a:gd name="T84" fmla="*/ 166 w 813"/>
                <a:gd name="T85" fmla="*/ 445 h 771"/>
                <a:gd name="T86" fmla="*/ 165 w 813"/>
                <a:gd name="T87" fmla="*/ 412 h 771"/>
                <a:gd name="T88" fmla="*/ 168 w 813"/>
                <a:gd name="T89" fmla="*/ 381 h 771"/>
                <a:gd name="T90" fmla="*/ 155 w 813"/>
                <a:gd name="T91" fmla="*/ 336 h 771"/>
                <a:gd name="T92" fmla="*/ 134 w 813"/>
                <a:gd name="T93" fmla="*/ 305 h 771"/>
                <a:gd name="T94" fmla="*/ 101 w 813"/>
                <a:gd name="T95" fmla="*/ 250 h 771"/>
                <a:gd name="T96" fmla="*/ 89 w 813"/>
                <a:gd name="T97" fmla="*/ 209 h 771"/>
                <a:gd name="T98" fmla="*/ 61 w 813"/>
                <a:gd name="T99" fmla="*/ 159 h 771"/>
                <a:gd name="T100" fmla="*/ 39 w 813"/>
                <a:gd name="T101" fmla="*/ 116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13" h="771">
                  <a:moveTo>
                    <a:pt x="6" y="20"/>
                  </a:moveTo>
                  <a:cubicBezTo>
                    <a:pt x="7" y="15"/>
                    <a:pt x="15" y="14"/>
                    <a:pt x="20" y="13"/>
                  </a:cubicBezTo>
                  <a:cubicBezTo>
                    <a:pt x="23" y="12"/>
                    <a:pt x="28" y="12"/>
                    <a:pt x="29" y="13"/>
                  </a:cubicBezTo>
                  <a:cubicBezTo>
                    <a:pt x="32" y="15"/>
                    <a:pt x="32" y="17"/>
                    <a:pt x="36" y="17"/>
                  </a:cubicBezTo>
                  <a:cubicBezTo>
                    <a:pt x="38" y="18"/>
                    <a:pt x="40" y="17"/>
                    <a:pt x="42" y="17"/>
                  </a:cubicBezTo>
                  <a:cubicBezTo>
                    <a:pt x="43" y="17"/>
                    <a:pt x="43" y="16"/>
                    <a:pt x="44" y="16"/>
                  </a:cubicBezTo>
                  <a:cubicBezTo>
                    <a:pt x="45" y="16"/>
                    <a:pt x="45" y="18"/>
                    <a:pt x="45" y="18"/>
                  </a:cubicBezTo>
                  <a:cubicBezTo>
                    <a:pt x="47" y="19"/>
                    <a:pt x="51" y="19"/>
                    <a:pt x="54" y="18"/>
                  </a:cubicBezTo>
                  <a:cubicBezTo>
                    <a:pt x="59" y="15"/>
                    <a:pt x="64" y="10"/>
                    <a:pt x="70" y="7"/>
                  </a:cubicBezTo>
                  <a:cubicBezTo>
                    <a:pt x="73" y="6"/>
                    <a:pt x="75" y="3"/>
                    <a:pt x="78" y="2"/>
                  </a:cubicBezTo>
                  <a:cubicBezTo>
                    <a:pt x="81" y="1"/>
                    <a:pt x="86" y="0"/>
                    <a:pt x="89" y="0"/>
                  </a:cubicBezTo>
                  <a:cubicBezTo>
                    <a:pt x="91" y="0"/>
                    <a:pt x="92" y="2"/>
                    <a:pt x="94" y="2"/>
                  </a:cubicBezTo>
                  <a:cubicBezTo>
                    <a:pt x="98" y="2"/>
                    <a:pt x="100" y="1"/>
                    <a:pt x="103" y="2"/>
                  </a:cubicBezTo>
                  <a:cubicBezTo>
                    <a:pt x="108" y="4"/>
                    <a:pt x="108" y="6"/>
                    <a:pt x="111" y="9"/>
                  </a:cubicBezTo>
                  <a:cubicBezTo>
                    <a:pt x="111" y="11"/>
                    <a:pt x="111" y="11"/>
                    <a:pt x="113" y="13"/>
                  </a:cubicBezTo>
                  <a:cubicBezTo>
                    <a:pt x="115" y="14"/>
                    <a:pt x="117" y="16"/>
                    <a:pt x="119" y="17"/>
                  </a:cubicBezTo>
                  <a:cubicBezTo>
                    <a:pt x="122" y="19"/>
                    <a:pt x="125" y="21"/>
                    <a:pt x="128" y="23"/>
                  </a:cubicBezTo>
                  <a:cubicBezTo>
                    <a:pt x="131" y="25"/>
                    <a:pt x="132" y="25"/>
                    <a:pt x="134" y="28"/>
                  </a:cubicBezTo>
                  <a:cubicBezTo>
                    <a:pt x="136" y="31"/>
                    <a:pt x="139" y="30"/>
                    <a:pt x="141" y="30"/>
                  </a:cubicBezTo>
                  <a:cubicBezTo>
                    <a:pt x="144" y="30"/>
                    <a:pt x="147" y="31"/>
                    <a:pt x="149" y="30"/>
                  </a:cubicBezTo>
                  <a:cubicBezTo>
                    <a:pt x="151" y="29"/>
                    <a:pt x="150" y="28"/>
                    <a:pt x="152" y="28"/>
                  </a:cubicBezTo>
                  <a:cubicBezTo>
                    <a:pt x="158" y="28"/>
                    <a:pt x="164" y="28"/>
                    <a:pt x="170" y="28"/>
                  </a:cubicBezTo>
                  <a:cubicBezTo>
                    <a:pt x="187" y="28"/>
                    <a:pt x="204" y="28"/>
                    <a:pt x="221" y="28"/>
                  </a:cubicBezTo>
                  <a:cubicBezTo>
                    <a:pt x="258" y="28"/>
                    <a:pt x="295" y="28"/>
                    <a:pt x="332" y="28"/>
                  </a:cubicBezTo>
                  <a:cubicBezTo>
                    <a:pt x="347" y="28"/>
                    <a:pt x="363" y="28"/>
                    <a:pt x="378" y="28"/>
                  </a:cubicBezTo>
                  <a:cubicBezTo>
                    <a:pt x="386" y="28"/>
                    <a:pt x="395" y="27"/>
                    <a:pt x="402" y="28"/>
                  </a:cubicBezTo>
                  <a:cubicBezTo>
                    <a:pt x="406" y="29"/>
                    <a:pt x="408" y="31"/>
                    <a:pt x="410" y="34"/>
                  </a:cubicBezTo>
                  <a:cubicBezTo>
                    <a:pt x="410" y="35"/>
                    <a:pt x="410" y="36"/>
                    <a:pt x="411" y="37"/>
                  </a:cubicBezTo>
                  <a:cubicBezTo>
                    <a:pt x="412" y="39"/>
                    <a:pt x="414" y="39"/>
                    <a:pt x="415" y="41"/>
                  </a:cubicBezTo>
                  <a:cubicBezTo>
                    <a:pt x="416" y="42"/>
                    <a:pt x="416" y="43"/>
                    <a:pt x="416" y="44"/>
                  </a:cubicBezTo>
                  <a:cubicBezTo>
                    <a:pt x="417" y="45"/>
                    <a:pt x="419" y="46"/>
                    <a:pt x="420" y="47"/>
                  </a:cubicBezTo>
                  <a:cubicBezTo>
                    <a:pt x="424" y="52"/>
                    <a:pt x="431" y="55"/>
                    <a:pt x="437" y="56"/>
                  </a:cubicBezTo>
                  <a:cubicBezTo>
                    <a:pt x="440" y="56"/>
                    <a:pt x="443" y="55"/>
                    <a:pt x="445" y="55"/>
                  </a:cubicBezTo>
                  <a:cubicBezTo>
                    <a:pt x="449" y="54"/>
                    <a:pt x="453" y="55"/>
                    <a:pt x="457" y="56"/>
                  </a:cubicBezTo>
                  <a:cubicBezTo>
                    <a:pt x="461" y="58"/>
                    <a:pt x="464" y="58"/>
                    <a:pt x="469" y="58"/>
                  </a:cubicBezTo>
                  <a:cubicBezTo>
                    <a:pt x="472" y="59"/>
                    <a:pt x="476" y="57"/>
                    <a:pt x="478" y="57"/>
                  </a:cubicBezTo>
                  <a:cubicBezTo>
                    <a:pt x="479" y="57"/>
                    <a:pt x="480" y="59"/>
                    <a:pt x="482" y="60"/>
                  </a:cubicBezTo>
                  <a:cubicBezTo>
                    <a:pt x="485" y="60"/>
                    <a:pt x="483" y="59"/>
                    <a:pt x="485" y="59"/>
                  </a:cubicBezTo>
                  <a:cubicBezTo>
                    <a:pt x="489" y="58"/>
                    <a:pt x="493" y="58"/>
                    <a:pt x="496" y="59"/>
                  </a:cubicBezTo>
                  <a:cubicBezTo>
                    <a:pt x="504" y="62"/>
                    <a:pt x="512" y="57"/>
                    <a:pt x="520" y="60"/>
                  </a:cubicBezTo>
                  <a:cubicBezTo>
                    <a:pt x="525" y="61"/>
                    <a:pt x="528" y="65"/>
                    <a:pt x="533" y="66"/>
                  </a:cubicBezTo>
                  <a:cubicBezTo>
                    <a:pt x="536" y="66"/>
                    <a:pt x="539" y="67"/>
                    <a:pt x="541" y="67"/>
                  </a:cubicBezTo>
                  <a:cubicBezTo>
                    <a:pt x="543" y="68"/>
                    <a:pt x="546" y="69"/>
                    <a:pt x="547" y="69"/>
                  </a:cubicBezTo>
                  <a:cubicBezTo>
                    <a:pt x="550" y="69"/>
                    <a:pt x="551" y="67"/>
                    <a:pt x="553" y="66"/>
                  </a:cubicBezTo>
                  <a:cubicBezTo>
                    <a:pt x="556" y="64"/>
                    <a:pt x="560" y="64"/>
                    <a:pt x="564" y="63"/>
                  </a:cubicBezTo>
                  <a:cubicBezTo>
                    <a:pt x="567" y="63"/>
                    <a:pt x="570" y="63"/>
                    <a:pt x="573" y="64"/>
                  </a:cubicBezTo>
                  <a:cubicBezTo>
                    <a:pt x="575" y="65"/>
                    <a:pt x="577" y="67"/>
                    <a:pt x="580" y="67"/>
                  </a:cubicBezTo>
                  <a:cubicBezTo>
                    <a:pt x="585" y="68"/>
                    <a:pt x="593" y="66"/>
                    <a:pt x="598" y="65"/>
                  </a:cubicBezTo>
                  <a:cubicBezTo>
                    <a:pt x="603" y="64"/>
                    <a:pt x="608" y="63"/>
                    <a:pt x="614" y="62"/>
                  </a:cubicBezTo>
                  <a:cubicBezTo>
                    <a:pt x="637" y="57"/>
                    <a:pt x="660" y="52"/>
                    <a:pt x="683" y="48"/>
                  </a:cubicBezTo>
                  <a:cubicBezTo>
                    <a:pt x="701" y="44"/>
                    <a:pt x="719" y="41"/>
                    <a:pt x="737" y="37"/>
                  </a:cubicBezTo>
                  <a:cubicBezTo>
                    <a:pt x="742" y="36"/>
                    <a:pt x="751" y="32"/>
                    <a:pt x="756" y="34"/>
                  </a:cubicBezTo>
                  <a:cubicBezTo>
                    <a:pt x="758" y="35"/>
                    <a:pt x="759" y="33"/>
                    <a:pt x="761" y="33"/>
                  </a:cubicBezTo>
                  <a:cubicBezTo>
                    <a:pt x="763" y="33"/>
                    <a:pt x="765" y="34"/>
                    <a:pt x="767" y="35"/>
                  </a:cubicBezTo>
                  <a:cubicBezTo>
                    <a:pt x="771" y="37"/>
                    <a:pt x="771" y="36"/>
                    <a:pt x="775" y="35"/>
                  </a:cubicBezTo>
                  <a:cubicBezTo>
                    <a:pt x="779" y="34"/>
                    <a:pt x="783" y="35"/>
                    <a:pt x="786" y="36"/>
                  </a:cubicBezTo>
                  <a:cubicBezTo>
                    <a:pt x="790" y="37"/>
                    <a:pt x="795" y="39"/>
                    <a:pt x="798" y="41"/>
                  </a:cubicBezTo>
                  <a:cubicBezTo>
                    <a:pt x="798" y="41"/>
                    <a:pt x="799" y="41"/>
                    <a:pt x="800" y="41"/>
                  </a:cubicBezTo>
                  <a:cubicBezTo>
                    <a:pt x="800" y="41"/>
                    <a:pt x="800" y="43"/>
                    <a:pt x="800" y="43"/>
                  </a:cubicBezTo>
                  <a:cubicBezTo>
                    <a:pt x="801" y="44"/>
                    <a:pt x="803" y="46"/>
                    <a:pt x="803" y="47"/>
                  </a:cubicBezTo>
                  <a:cubicBezTo>
                    <a:pt x="805" y="48"/>
                    <a:pt x="806" y="48"/>
                    <a:pt x="807" y="49"/>
                  </a:cubicBezTo>
                  <a:cubicBezTo>
                    <a:pt x="808" y="50"/>
                    <a:pt x="810" y="51"/>
                    <a:pt x="811" y="52"/>
                  </a:cubicBezTo>
                  <a:cubicBezTo>
                    <a:pt x="812" y="53"/>
                    <a:pt x="813" y="53"/>
                    <a:pt x="813" y="54"/>
                  </a:cubicBezTo>
                  <a:cubicBezTo>
                    <a:pt x="812" y="54"/>
                    <a:pt x="809" y="53"/>
                    <a:pt x="808" y="53"/>
                  </a:cubicBezTo>
                  <a:cubicBezTo>
                    <a:pt x="805" y="53"/>
                    <a:pt x="805" y="56"/>
                    <a:pt x="803" y="56"/>
                  </a:cubicBezTo>
                  <a:cubicBezTo>
                    <a:pt x="800" y="57"/>
                    <a:pt x="800" y="55"/>
                    <a:pt x="798" y="56"/>
                  </a:cubicBezTo>
                  <a:cubicBezTo>
                    <a:pt x="796" y="56"/>
                    <a:pt x="795" y="55"/>
                    <a:pt x="795" y="54"/>
                  </a:cubicBezTo>
                  <a:cubicBezTo>
                    <a:pt x="793" y="56"/>
                    <a:pt x="789" y="55"/>
                    <a:pt x="786" y="57"/>
                  </a:cubicBezTo>
                  <a:cubicBezTo>
                    <a:pt x="783" y="59"/>
                    <a:pt x="781" y="61"/>
                    <a:pt x="779" y="63"/>
                  </a:cubicBezTo>
                  <a:cubicBezTo>
                    <a:pt x="777" y="65"/>
                    <a:pt x="776" y="66"/>
                    <a:pt x="774" y="68"/>
                  </a:cubicBezTo>
                  <a:cubicBezTo>
                    <a:pt x="772" y="70"/>
                    <a:pt x="769" y="72"/>
                    <a:pt x="766" y="70"/>
                  </a:cubicBezTo>
                  <a:cubicBezTo>
                    <a:pt x="764" y="68"/>
                    <a:pt x="764" y="65"/>
                    <a:pt x="762" y="64"/>
                  </a:cubicBezTo>
                  <a:cubicBezTo>
                    <a:pt x="758" y="62"/>
                    <a:pt x="758" y="66"/>
                    <a:pt x="756" y="68"/>
                  </a:cubicBezTo>
                  <a:cubicBezTo>
                    <a:pt x="753" y="69"/>
                    <a:pt x="751" y="67"/>
                    <a:pt x="748" y="69"/>
                  </a:cubicBezTo>
                  <a:cubicBezTo>
                    <a:pt x="744" y="72"/>
                    <a:pt x="741" y="75"/>
                    <a:pt x="737" y="77"/>
                  </a:cubicBezTo>
                  <a:cubicBezTo>
                    <a:pt x="731" y="81"/>
                    <a:pt x="728" y="86"/>
                    <a:pt x="724" y="90"/>
                  </a:cubicBezTo>
                  <a:cubicBezTo>
                    <a:pt x="722" y="92"/>
                    <a:pt x="720" y="93"/>
                    <a:pt x="718" y="95"/>
                  </a:cubicBezTo>
                  <a:cubicBezTo>
                    <a:pt x="717" y="96"/>
                    <a:pt x="715" y="99"/>
                    <a:pt x="712" y="98"/>
                  </a:cubicBezTo>
                  <a:cubicBezTo>
                    <a:pt x="710" y="97"/>
                    <a:pt x="711" y="92"/>
                    <a:pt x="710" y="90"/>
                  </a:cubicBezTo>
                  <a:cubicBezTo>
                    <a:pt x="709" y="87"/>
                    <a:pt x="708" y="85"/>
                    <a:pt x="705" y="82"/>
                  </a:cubicBezTo>
                  <a:cubicBezTo>
                    <a:pt x="702" y="79"/>
                    <a:pt x="701" y="79"/>
                    <a:pt x="699" y="75"/>
                  </a:cubicBezTo>
                  <a:cubicBezTo>
                    <a:pt x="698" y="73"/>
                    <a:pt x="696" y="71"/>
                    <a:pt x="696" y="69"/>
                  </a:cubicBezTo>
                  <a:cubicBezTo>
                    <a:pt x="696" y="66"/>
                    <a:pt x="690" y="67"/>
                    <a:pt x="687" y="68"/>
                  </a:cubicBezTo>
                  <a:cubicBezTo>
                    <a:pt x="654" y="70"/>
                    <a:pt x="621" y="81"/>
                    <a:pt x="588" y="86"/>
                  </a:cubicBezTo>
                  <a:cubicBezTo>
                    <a:pt x="579" y="87"/>
                    <a:pt x="570" y="87"/>
                    <a:pt x="560" y="87"/>
                  </a:cubicBezTo>
                  <a:cubicBezTo>
                    <a:pt x="558" y="87"/>
                    <a:pt x="557" y="87"/>
                    <a:pt x="557" y="89"/>
                  </a:cubicBezTo>
                  <a:cubicBezTo>
                    <a:pt x="557" y="94"/>
                    <a:pt x="557" y="98"/>
                    <a:pt x="556" y="102"/>
                  </a:cubicBezTo>
                  <a:cubicBezTo>
                    <a:pt x="556" y="119"/>
                    <a:pt x="556" y="135"/>
                    <a:pt x="556" y="151"/>
                  </a:cubicBezTo>
                  <a:cubicBezTo>
                    <a:pt x="555" y="186"/>
                    <a:pt x="555" y="220"/>
                    <a:pt x="554" y="255"/>
                  </a:cubicBezTo>
                  <a:cubicBezTo>
                    <a:pt x="554" y="267"/>
                    <a:pt x="554" y="279"/>
                    <a:pt x="554" y="291"/>
                  </a:cubicBezTo>
                  <a:cubicBezTo>
                    <a:pt x="553" y="298"/>
                    <a:pt x="553" y="305"/>
                    <a:pt x="553" y="312"/>
                  </a:cubicBezTo>
                  <a:cubicBezTo>
                    <a:pt x="553" y="316"/>
                    <a:pt x="554" y="319"/>
                    <a:pt x="550" y="321"/>
                  </a:cubicBezTo>
                  <a:cubicBezTo>
                    <a:pt x="547" y="322"/>
                    <a:pt x="544" y="323"/>
                    <a:pt x="541" y="323"/>
                  </a:cubicBezTo>
                  <a:cubicBezTo>
                    <a:pt x="530" y="323"/>
                    <a:pt x="519" y="324"/>
                    <a:pt x="508" y="324"/>
                  </a:cubicBezTo>
                  <a:cubicBezTo>
                    <a:pt x="504" y="324"/>
                    <a:pt x="493" y="321"/>
                    <a:pt x="493" y="326"/>
                  </a:cubicBezTo>
                  <a:cubicBezTo>
                    <a:pt x="493" y="347"/>
                    <a:pt x="493" y="367"/>
                    <a:pt x="492" y="388"/>
                  </a:cubicBezTo>
                  <a:cubicBezTo>
                    <a:pt x="492" y="419"/>
                    <a:pt x="491" y="450"/>
                    <a:pt x="491" y="482"/>
                  </a:cubicBezTo>
                  <a:cubicBezTo>
                    <a:pt x="489" y="545"/>
                    <a:pt x="488" y="607"/>
                    <a:pt x="486" y="670"/>
                  </a:cubicBezTo>
                  <a:cubicBezTo>
                    <a:pt x="486" y="690"/>
                    <a:pt x="485" y="710"/>
                    <a:pt x="485" y="730"/>
                  </a:cubicBezTo>
                  <a:cubicBezTo>
                    <a:pt x="485" y="731"/>
                    <a:pt x="485" y="735"/>
                    <a:pt x="485" y="736"/>
                  </a:cubicBezTo>
                  <a:cubicBezTo>
                    <a:pt x="483" y="737"/>
                    <a:pt x="479" y="736"/>
                    <a:pt x="477" y="737"/>
                  </a:cubicBezTo>
                  <a:cubicBezTo>
                    <a:pt x="475" y="738"/>
                    <a:pt x="475" y="740"/>
                    <a:pt x="473" y="740"/>
                  </a:cubicBezTo>
                  <a:cubicBezTo>
                    <a:pt x="472" y="741"/>
                    <a:pt x="470" y="740"/>
                    <a:pt x="468" y="740"/>
                  </a:cubicBezTo>
                  <a:cubicBezTo>
                    <a:pt x="467" y="741"/>
                    <a:pt x="466" y="742"/>
                    <a:pt x="464" y="742"/>
                  </a:cubicBezTo>
                  <a:cubicBezTo>
                    <a:pt x="463" y="742"/>
                    <a:pt x="460" y="742"/>
                    <a:pt x="459" y="743"/>
                  </a:cubicBezTo>
                  <a:cubicBezTo>
                    <a:pt x="457" y="745"/>
                    <a:pt x="456" y="748"/>
                    <a:pt x="455" y="750"/>
                  </a:cubicBezTo>
                  <a:cubicBezTo>
                    <a:pt x="453" y="754"/>
                    <a:pt x="452" y="754"/>
                    <a:pt x="448" y="756"/>
                  </a:cubicBezTo>
                  <a:cubicBezTo>
                    <a:pt x="444" y="757"/>
                    <a:pt x="441" y="754"/>
                    <a:pt x="440" y="759"/>
                  </a:cubicBezTo>
                  <a:cubicBezTo>
                    <a:pt x="440" y="762"/>
                    <a:pt x="443" y="765"/>
                    <a:pt x="442" y="766"/>
                  </a:cubicBezTo>
                  <a:cubicBezTo>
                    <a:pt x="442" y="767"/>
                    <a:pt x="437" y="768"/>
                    <a:pt x="437" y="768"/>
                  </a:cubicBezTo>
                  <a:cubicBezTo>
                    <a:pt x="434" y="770"/>
                    <a:pt x="433" y="771"/>
                    <a:pt x="431" y="770"/>
                  </a:cubicBezTo>
                  <a:cubicBezTo>
                    <a:pt x="430" y="770"/>
                    <a:pt x="428" y="769"/>
                    <a:pt x="426" y="769"/>
                  </a:cubicBezTo>
                  <a:cubicBezTo>
                    <a:pt x="424" y="768"/>
                    <a:pt x="425" y="766"/>
                    <a:pt x="424" y="765"/>
                  </a:cubicBezTo>
                  <a:cubicBezTo>
                    <a:pt x="420" y="763"/>
                    <a:pt x="412" y="763"/>
                    <a:pt x="408" y="763"/>
                  </a:cubicBezTo>
                  <a:cubicBezTo>
                    <a:pt x="401" y="763"/>
                    <a:pt x="396" y="766"/>
                    <a:pt x="389" y="766"/>
                  </a:cubicBezTo>
                  <a:cubicBezTo>
                    <a:pt x="382" y="766"/>
                    <a:pt x="377" y="767"/>
                    <a:pt x="370" y="765"/>
                  </a:cubicBezTo>
                  <a:cubicBezTo>
                    <a:pt x="368" y="764"/>
                    <a:pt x="366" y="761"/>
                    <a:pt x="364" y="760"/>
                  </a:cubicBezTo>
                  <a:cubicBezTo>
                    <a:pt x="362" y="759"/>
                    <a:pt x="358" y="758"/>
                    <a:pt x="355" y="757"/>
                  </a:cubicBezTo>
                  <a:cubicBezTo>
                    <a:pt x="353" y="757"/>
                    <a:pt x="352" y="757"/>
                    <a:pt x="351" y="757"/>
                  </a:cubicBezTo>
                  <a:cubicBezTo>
                    <a:pt x="349" y="758"/>
                    <a:pt x="348" y="759"/>
                    <a:pt x="347" y="758"/>
                  </a:cubicBezTo>
                  <a:cubicBezTo>
                    <a:pt x="342" y="758"/>
                    <a:pt x="345" y="754"/>
                    <a:pt x="342" y="753"/>
                  </a:cubicBezTo>
                  <a:cubicBezTo>
                    <a:pt x="340" y="752"/>
                    <a:pt x="334" y="756"/>
                    <a:pt x="332" y="754"/>
                  </a:cubicBezTo>
                  <a:cubicBezTo>
                    <a:pt x="330" y="752"/>
                    <a:pt x="336" y="747"/>
                    <a:pt x="332" y="745"/>
                  </a:cubicBezTo>
                  <a:cubicBezTo>
                    <a:pt x="331" y="745"/>
                    <a:pt x="328" y="740"/>
                    <a:pt x="328" y="738"/>
                  </a:cubicBezTo>
                  <a:cubicBezTo>
                    <a:pt x="329" y="735"/>
                    <a:pt x="333" y="737"/>
                    <a:pt x="333" y="732"/>
                  </a:cubicBezTo>
                  <a:cubicBezTo>
                    <a:pt x="332" y="730"/>
                    <a:pt x="331" y="725"/>
                    <a:pt x="330" y="724"/>
                  </a:cubicBezTo>
                  <a:cubicBezTo>
                    <a:pt x="327" y="722"/>
                    <a:pt x="324" y="726"/>
                    <a:pt x="322" y="724"/>
                  </a:cubicBezTo>
                  <a:cubicBezTo>
                    <a:pt x="318" y="721"/>
                    <a:pt x="323" y="717"/>
                    <a:pt x="319" y="715"/>
                  </a:cubicBezTo>
                  <a:cubicBezTo>
                    <a:pt x="315" y="714"/>
                    <a:pt x="316" y="710"/>
                    <a:pt x="311" y="712"/>
                  </a:cubicBezTo>
                  <a:cubicBezTo>
                    <a:pt x="311" y="712"/>
                    <a:pt x="310" y="713"/>
                    <a:pt x="309" y="713"/>
                  </a:cubicBezTo>
                  <a:cubicBezTo>
                    <a:pt x="309" y="713"/>
                    <a:pt x="308" y="712"/>
                    <a:pt x="307" y="713"/>
                  </a:cubicBezTo>
                  <a:cubicBezTo>
                    <a:pt x="306" y="713"/>
                    <a:pt x="304" y="713"/>
                    <a:pt x="303" y="715"/>
                  </a:cubicBezTo>
                  <a:cubicBezTo>
                    <a:pt x="302" y="716"/>
                    <a:pt x="304" y="718"/>
                    <a:pt x="302" y="719"/>
                  </a:cubicBezTo>
                  <a:cubicBezTo>
                    <a:pt x="298" y="721"/>
                    <a:pt x="295" y="727"/>
                    <a:pt x="295" y="727"/>
                  </a:cubicBezTo>
                  <a:cubicBezTo>
                    <a:pt x="295" y="729"/>
                    <a:pt x="297" y="730"/>
                    <a:pt x="297" y="731"/>
                  </a:cubicBezTo>
                  <a:cubicBezTo>
                    <a:pt x="297" y="733"/>
                    <a:pt x="295" y="737"/>
                    <a:pt x="294" y="739"/>
                  </a:cubicBezTo>
                  <a:cubicBezTo>
                    <a:pt x="291" y="743"/>
                    <a:pt x="292" y="738"/>
                    <a:pt x="289" y="739"/>
                  </a:cubicBezTo>
                  <a:cubicBezTo>
                    <a:pt x="287" y="740"/>
                    <a:pt x="285" y="743"/>
                    <a:pt x="283" y="744"/>
                  </a:cubicBezTo>
                  <a:cubicBezTo>
                    <a:pt x="280" y="745"/>
                    <a:pt x="277" y="748"/>
                    <a:pt x="275" y="748"/>
                  </a:cubicBezTo>
                  <a:cubicBezTo>
                    <a:pt x="271" y="747"/>
                    <a:pt x="267" y="740"/>
                    <a:pt x="264" y="737"/>
                  </a:cubicBezTo>
                  <a:cubicBezTo>
                    <a:pt x="260" y="734"/>
                    <a:pt x="257" y="729"/>
                    <a:pt x="253" y="726"/>
                  </a:cubicBezTo>
                  <a:cubicBezTo>
                    <a:pt x="246" y="718"/>
                    <a:pt x="236" y="713"/>
                    <a:pt x="232" y="703"/>
                  </a:cubicBezTo>
                  <a:cubicBezTo>
                    <a:pt x="231" y="698"/>
                    <a:pt x="224" y="694"/>
                    <a:pt x="224" y="689"/>
                  </a:cubicBezTo>
                  <a:cubicBezTo>
                    <a:pt x="224" y="684"/>
                    <a:pt x="219" y="678"/>
                    <a:pt x="216" y="674"/>
                  </a:cubicBezTo>
                  <a:cubicBezTo>
                    <a:pt x="213" y="669"/>
                    <a:pt x="210" y="665"/>
                    <a:pt x="208" y="659"/>
                  </a:cubicBezTo>
                  <a:cubicBezTo>
                    <a:pt x="207" y="654"/>
                    <a:pt x="208" y="648"/>
                    <a:pt x="207" y="643"/>
                  </a:cubicBezTo>
                  <a:cubicBezTo>
                    <a:pt x="206" y="640"/>
                    <a:pt x="204" y="640"/>
                    <a:pt x="202" y="638"/>
                  </a:cubicBezTo>
                  <a:cubicBezTo>
                    <a:pt x="201" y="637"/>
                    <a:pt x="201" y="633"/>
                    <a:pt x="200" y="632"/>
                  </a:cubicBezTo>
                  <a:cubicBezTo>
                    <a:pt x="200" y="629"/>
                    <a:pt x="197" y="625"/>
                    <a:pt x="198" y="623"/>
                  </a:cubicBezTo>
                  <a:cubicBezTo>
                    <a:pt x="200" y="620"/>
                    <a:pt x="202" y="621"/>
                    <a:pt x="201" y="624"/>
                  </a:cubicBezTo>
                  <a:cubicBezTo>
                    <a:pt x="202" y="620"/>
                    <a:pt x="203" y="620"/>
                    <a:pt x="202" y="616"/>
                  </a:cubicBezTo>
                  <a:cubicBezTo>
                    <a:pt x="202" y="613"/>
                    <a:pt x="201" y="610"/>
                    <a:pt x="199" y="607"/>
                  </a:cubicBezTo>
                  <a:cubicBezTo>
                    <a:pt x="197" y="605"/>
                    <a:pt x="194" y="605"/>
                    <a:pt x="192" y="603"/>
                  </a:cubicBezTo>
                  <a:cubicBezTo>
                    <a:pt x="190" y="600"/>
                    <a:pt x="192" y="596"/>
                    <a:pt x="191" y="592"/>
                  </a:cubicBezTo>
                  <a:cubicBezTo>
                    <a:pt x="191" y="592"/>
                    <a:pt x="190" y="591"/>
                    <a:pt x="190" y="590"/>
                  </a:cubicBezTo>
                  <a:cubicBezTo>
                    <a:pt x="190" y="590"/>
                    <a:pt x="191" y="589"/>
                    <a:pt x="191" y="589"/>
                  </a:cubicBezTo>
                  <a:cubicBezTo>
                    <a:pt x="192" y="588"/>
                    <a:pt x="193" y="587"/>
                    <a:pt x="193" y="585"/>
                  </a:cubicBezTo>
                  <a:cubicBezTo>
                    <a:pt x="192" y="582"/>
                    <a:pt x="191" y="580"/>
                    <a:pt x="189" y="577"/>
                  </a:cubicBezTo>
                  <a:cubicBezTo>
                    <a:pt x="189" y="576"/>
                    <a:pt x="188" y="575"/>
                    <a:pt x="188" y="573"/>
                  </a:cubicBezTo>
                  <a:cubicBezTo>
                    <a:pt x="188" y="571"/>
                    <a:pt x="188" y="571"/>
                    <a:pt x="187" y="569"/>
                  </a:cubicBezTo>
                  <a:cubicBezTo>
                    <a:pt x="185" y="566"/>
                    <a:pt x="184" y="565"/>
                    <a:pt x="185" y="561"/>
                  </a:cubicBezTo>
                  <a:cubicBezTo>
                    <a:pt x="185" y="557"/>
                    <a:pt x="187" y="553"/>
                    <a:pt x="186" y="549"/>
                  </a:cubicBezTo>
                  <a:cubicBezTo>
                    <a:pt x="186" y="547"/>
                    <a:pt x="184" y="544"/>
                    <a:pt x="184" y="541"/>
                  </a:cubicBezTo>
                  <a:cubicBezTo>
                    <a:pt x="182" y="534"/>
                    <a:pt x="186" y="528"/>
                    <a:pt x="186" y="521"/>
                  </a:cubicBezTo>
                  <a:cubicBezTo>
                    <a:pt x="186" y="518"/>
                    <a:pt x="183" y="515"/>
                    <a:pt x="182" y="512"/>
                  </a:cubicBezTo>
                  <a:cubicBezTo>
                    <a:pt x="181" y="508"/>
                    <a:pt x="182" y="506"/>
                    <a:pt x="181" y="502"/>
                  </a:cubicBezTo>
                  <a:cubicBezTo>
                    <a:pt x="179" y="498"/>
                    <a:pt x="173" y="494"/>
                    <a:pt x="171" y="489"/>
                  </a:cubicBezTo>
                  <a:cubicBezTo>
                    <a:pt x="170" y="486"/>
                    <a:pt x="172" y="484"/>
                    <a:pt x="171" y="481"/>
                  </a:cubicBezTo>
                  <a:cubicBezTo>
                    <a:pt x="171" y="478"/>
                    <a:pt x="169" y="476"/>
                    <a:pt x="168" y="474"/>
                  </a:cubicBezTo>
                  <a:cubicBezTo>
                    <a:pt x="166" y="468"/>
                    <a:pt x="164" y="464"/>
                    <a:pt x="163" y="458"/>
                  </a:cubicBezTo>
                  <a:cubicBezTo>
                    <a:pt x="163" y="455"/>
                    <a:pt x="162" y="451"/>
                    <a:pt x="164" y="448"/>
                  </a:cubicBezTo>
                  <a:cubicBezTo>
                    <a:pt x="164" y="447"/>
                    <a:pt x="165" y="447"/>
                    <a:pt x="166" y="445"/>
                  </a:cubicBezTo>
                  <a:cubicBezTo>
                    <a:pt x="167" y="443"/>
                    <a:pt x="166" y="442"/>
                    <a:pt x="165" y="440"/>
                  </a:cubicBezTo>
                  <a:cubicBezTo>
                    <a:pt x="164" y="433"/>
                    <a:pt x="166" y="427"/>
                    <a:pt x="163" y="420"/>
                  </a:cubicBezTo>
                  <a:cubicBezTo>
                    <a:pt x="162" y="416"/>
                    <a:pt x="162" y="414"/>
                    <a:pt x="164" y="410"/>
                  </a:cubicBezTo>
                  <a:cubicBezTo>
                    <a:pt x="164" y="411"/>
                    <a:pt x="165" y="412"/>
                    <a:pt x="165" y="412"/>
                  </a:cubicBezTo>
                  <a:cubicBezTo>
                    <a:pt x="169" y="402"/>
                    <a:pt x="155" y="390"/>
                    <a:pt x="162" y="381"/>
                  </a:cubicBezTo>
                  <a:cubicBezTo>
                    <a:pt x="163" y="382"/>
                    <a:pt x="162" y="384"/>
                    <a:pt x="163" y="385"/>
                  </a:cubicBezTo>
                  <a:cubicBezTo>
                    <a:pt x="163" y="386"/>
                    <a:pt x="165" y="385"/>
                    <a:pt x="164" y="388"/>
                  </a:cubicBezTo>
                  <a:cubicBezTo>
                    <a:pt x="165" y="385"/>
                    <a:pt x="167" y="383"/>
                    <a:pt x="168" y="381"/>
                  </a:cubicBezTo>
                  <a:cubicBezTo>
                    <a:pt x="169" y="377"/>
                    <a:pt x="168" y="372"/>
                    <a:pt x="168" y="368"/>
                  </a:cubicBezTo>
                  <a:cubicBezTo>
                    <a:pt x="167" y="365"/>
                    <a:pt x="168" y="361"/>
                    <a:pt x="166" y="358"/>
                  </a:cubicBezTo>
                  <a:cubicBezTo>
                    <a:pt x="165" y="355"/>
                    <a:pt x="162" y="351"/>
                    <a:pt x="162" y="347"/>
                  </a:cubicBezTo>
                  <a:cubicBezTo>
                    <a:pt x="161" y="343"/>
                    <a:pt x="157" y="340"/>
                    <a:pt x="155" y="336"/>
                  </a:cubicBezTo>
                  <a:cubicBezTo>
                    <a:pt x="153" y="333"/>
                    <a:pt x="153" y="331"/>
                    <a:pt x="151" y="329"/>
                  </a:cubicBezTo>
                  <a:cubicBezTo>
                    <a:pt x="147" y="324"/>
                    <a:pt x="142" y="319"/>
                    <a:pt x="139" y="314"/>
                  </a:cubicBezTo>
                  <a:cubicBezTo>
                    <a:pt x="137" y="312"/>
                    <a:pt x="135" y="311"/>
                    <a:pt x="134" y="309"/>
                  </a:cubicBezTo>
                  <a:cubicBezTo>
                    <a:pt x="134" y="307"/>
                    <a:pt x="135" y="306"/>
                    <a:pt x="134" y="305"/>
                  </a:cubicBezTo>
                  <a:cubicBezTo>
                    <a:pt x="133" y="302"/>
                    <a:pt x="130" y="300"/>
                    <a:pt x="129" y="297"/>
                  </a:cubicBezTo>
                  <a:cubicBezTo>
                    <a:pt x="128" y="289"/>
                    <a:pt x="122" y="283"/>
                    <a:pt x="118" y="276"/>
                  </a:cubicBezTo>
                  <a:cubicBezTo>
                    <a:pt x="114" y="270"/>
                    <a:pt x="110" y="264"/>
                    <a:pt x="106" y="258"/>
                  </a:cubicBezTo>
                  <a:cubicBezTo>
                    <a:pt x="105" y="256"/>
                    <a:pt x="103" y="253"/>
                    <a:pt x="101" y="250"/>
                  </a:cubicBezTo>
                  <a:cubicBezTo>
                    <a:pt x="100" y="247"/>
                    <a:pt x="100" y="243"/>
                    <a:pt x="99" y="240"/>
                  </a:cubicBezTo>
                  <a:cubicBezTo>
                    <a:pt x="98" y="235"/>
                    <a:pt x="95" y="231"/>
                    <a:pt x="93" y="227"/>
                  </a:cubicBezTo>
                  <a:cubicBezTo>
                    <a:pt x="92" y="223"/>
                    <a:pt x="92" y="220"/>
                    <a:pt x="91" y="217"/>
                  </a:cubicBezTo>
                  <a:cubicBezTo>
                    <a:pt x="91" y="214"/>
                    <a:pt x="90" y="211"/>
                    <a:pt x="89" y="209"/>
                  </a:cubicBezTo>
                  <a:cubicBezTo>
                    <a:pt x="87" y="205"/>
                    <a:pt x="84" y="204"/>
                    <a:pt x="82" y="201"/>
                  </a:cubicBezTo>
                  <a:cubicBezTo>
                    <a:pt x="80" y="199"/>
                    <a:pt x="80" y="196"/>
                    <a:pt x="79" y="193"/>
                  </a:cubicBezTo>
                  <a:cubicBezTo>
                    <a:pt x="77" y="187"/>
                    <a:pt x="73" y="182"/>
                    <a:pt x="70" y="177"/>
                  </a:cubicBezTo>
                  <a:cubicBezTo>
                    <a:pt x="67" y="171"/>
                    <a:pt x="64" y="165"/>
                    <a:pt x="61" y="159"/>
                  </a:cubicBezTo>
                  <a:cubicBezTo>
                    <a:pt x="59" y="155"/>
                    <a:pt x="59" y="152"/>
                    <a:pt x="57" y="148"/>
                  </a:cubicBezTo>
                  <a:cubicBezTo>
                    <a:pt x="55" y="145"/>
                    <a:pt x="54" y="140"/>
                    <a:pt x="51" y="136"/>
                  </a:cubicBezTo>
                  <a:cubicBezTo>
                    <a:pt x="50" y="135"/>
                    <a:pt x="46" y="132"/>
                    <a:pt x="46" y="131"/>
                  </a:cubicBezTo>
                  <a:cubicBezTo>
                    <a:pt x="46" y="125"/>
                    <a:pt x="42" y="121"/>
                    <a:pt x="39" y="116"/>
                  </a:cubicBezTo>
                  <a:cubicBezTo>
                    <a:pt x="35" y="112"/>
                    <a:pt x="31" y="109"/>
                    <a:pt x="27" y="105"/>
                  </a:cubicBezTo>
                  <a:cubicBezTo>
                    <a:pt x="22" y="101"/>
                    <a:pt x="20" y="97"/>
                    <a:pt x="18" y="92"/>
                  </a:cubicBezTo>
                  <a:cubicBezTo>
                    <a:pt x="18" y="92"/>
                    <a:pt x="0" y="37"/>
                    <a:pt x="6" y="20"/>
                  </a:cubicBezTo>
                  <a:close/>
                </a:path>
              </a:pathLst>
            </a:custGeom>
            <a:solidFill>
              <a:schemeClr val="accent2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4" name="Freeform 84">
              <a:extLst>
                <a:ext uri="{FF2B5EF4-FFF2-40B4-BE49-F238E27FC236}">
                  <a16:creationId xmlns:a16="http://schemas.microsoft.com/office/drawing/2014/main" id="{40A3BB97-747A-426B-B4ED-B23997EBA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1088" y="2343150"/>
              <a:ext cx="830263" cy="706438"/>
            </a:xfrm>
            <a:custGeom>
              <a:avLst/>
              <a:gdLst>
                <a:gd name="T0" fmla="*/ 174 w 734"/>
                <a:gd name="T1" fmla="*/ 593 h 625"/>
                <a:gd name="T2" fmla="*/ 157 w 734"/>
                <a:gd name="T3" fmla="*/ 549 h 625"/>
                <a:gd name="T4" fmla="*/ 65 w 734"/>
                <a:gd name="T5" fmla="*/ 482 h 625"/>
                <a:gd name="T6" fmla="*/ 4 w 734"/>
                <a:gd name="T7" fmla="*/ 454 h 625"/>
                <a:gd name="T8" fmla="*/ 0 w 734"/>
                <a:gd name="T9" fmla="*/ 389 h 625"/>
                <a:gd name="T10" fmla="*/ 6 w 734"/>
                <a:gd name="T11" fmla="*/ 326 h 625"/>
                <a:gd name="T12" fmla="*/ 38 w 734"/>
                <a:gd name="T13" fmla="*/ 273 h 625"/>
                <a:gd name="T14" fmla="*/ 71 w 734"/>
                <a:gd name="T15" fmla="*/ 217 h 625"/>
                <a:gd name="T16" fmla="*/ 58 w 734"/>
                <a:gd name="T17" fmla="*/ 142 h 625"/>
                <a:gd name="T18" fmla="*/ 90 w 734"/>
                <a:gd name="T19" fmla="*/ 37 h 625"/>
                <a:gd name="T20" fmla="*/ 178 w 734"/>
                <a:gd name="T21" fmla="*/ 0 h 625"/>
                <a:gd name="T22" fmla="*/ 266 w 734"/>
                <a:gd name="T23" fmla="*/ 57 h 625"/>
                <a:gd name="T24" fmla="*/ 351 w 734"/>
                <a:gd name="T25" fmla="*/ 48 h 625"/>
                <a:gd name="T26" fmla="*/ 442 w 734"/>
                <a:gd name="T27" fmla="*/ 48 h 625"/>
                <a:gd name="T28" fmla="*/ 578 w 734"/>
                <a:gd name="T29" fmla="*/ 50 h 625"/>
                <a:gd name="T30" fmla="*/ 621 w 734"/>
                <a:gd name="T31" fmla="*/ 25 h 625"/>
                <a:gd name="T32" fmla="*/ 700 w 734"/>
                <a:gd name="T33" fmla="*/ 63 h 625"/>
                <a:gd name="T34" fmla="*/ 733 w 734"/>
                <a:gd name="T35" fmla="*/ 127 h 625"/>
                <a:gd name="T36" fmla="*/ 688 w 734"/>
                <a:gd name="T37" fmla="*/ 179 h 625"/>
                <a:gd name="T38" fmla="*/ 648 w 734"/>
                <a:gd name="T39" fmla="*/ 259 h 625"/>
                <a:gd name="T40" fmla="*/ 624 w 734"/>
                <a:gd name="T41" fmla="*/ 319 h 625"/>
                <a:gd name="T42" fmla="*/ 588 w 734"/>
                <a:gd name="T43" fmla="*/ 364 h 625"/>
                <a:gd name="T44" fmla="*/ 561 w 734"/>
                <a:gd name="T45" fmla="*/ 428 h 625"/>
                <a:gd name="T46" fmla="*/ 531 w 734"/>
                <a:gd name="T47" fmla="*/ 486 h 625"/>
                <a:gd name="T48" fmla="*/ 472 w 734"/>
                <a:gd name="T49" fmla="*/ 458 h 625"/>
                <a:gd name="T50" fmla="*/ 435 w 734"/>
                <a:gd name="T51" fmla="*/ 476 h 625"/>
                <a:gd name="T52" fmla="*/ 385 w 734"/>
                <a:gd name="T53" fmla="*/ 521 h 625"/>
                <a:gd name="T54" fmla="*/ 364 w 734"/>
                <a:gd name="T55" fmla="*/ 591 h 625"/>
                <a:gd name="T56" fmla="*/ 296 w 734"/>
                <a:gd name="T57" fmla="*/ 607 h 625"/>
                <a:gd name="T58" fmla="*/ 216 w 734"/>
                <a:gd name="T59" fmla="*/ 615 h 625"/>
                <a:gd name="T60" fmla="*/ 303 w 734"/>
                <a:gd name="T61" fmla="*/ 590 h 625"/>
                <a:gd name="T62" fmla="*/ 339 w 734"/>
                <a:gd name="T63" fmla="*/ 583 h 625"/>
                <a:gd name="T64" fmla="*/ 377 w 734"/>
                <a:gd name="T65" fmla="*/ 536 h 625"/>
                <a:gd name="T66" fmla="*/ 411 w 734"/>
                <a:gd name="T67" fmla="*/ 485 h 625"/>
                <a:gd name="T68" fmla="*/ 444 w 734"/>
                <a:gd name="T69" fmla="*/ 450 h 625"/>
                <a:gd name="T70" fmla="*/ 482 w 734"/>
                <a:gd name="T71" fmla="*/ 434 h 625"/>
                <a:gd name="T72" fmla="*/ 536 w 734"/>
                <a:gd name="T73" fmla="*/ 467 h 625"/>
                <a:gd name="T74" fmla="*/ 556 w 734"/>
                <a:gd name="T75" fmla="*/ 419 h 625"/>
                <a:gd name="T76" fmla="*/ 579 w 734"/>
                <a:gd name="T77" fmla="*/ 363 h 625"/>
                <a:gd name="T78" fmla="*/ 611 w 734"/>
                <a:gd name="T79" fmla="*/ 330 h 625"/>
                <a:gd name="T80" fmla="*/ 639 w 734"/>
                <a:gd name="T81" fmla="*/ 277 h 625"/>
                <a:gd name="T82" fmla="*/ 670 w 734"/>
                <a:gd name="T83" fmla="*/ 191 h 625"/>
                <a:gd name="T84" fmla="*/ 716 w 734"/>
                <a:gd name="T85" fmla="*/ 158 h 625"/>
                <a:gd name="T86" fmla="*/ 709 w 734"/>
                <a:gd name="T87" fmla="*/ 107 h 625"/>
                <a:gd name="T88" fmla="*/ 656 w 734"/>
                <a:gd name="T89" fmla="*/ 20 h 625"/>
                <a:gd name="T90" fmla="*/ 603 w 734"/>
                <a:gd name="T91" fmla="*/ 56 h 625"/>
                <a:gd name="T92" fmla="*/ 506 w 734"/>
                <a:gd name="T93" fmla="*/ 42 h 625"/>
                <a:gd name="T94" fmla="*/ 387 w 734"/>
                <a:gd name="T95" fmla="*/ 75 h 625"/>
                <a:gd name="T96" fmla="*/ 300 w 734"/>
                <a:gd name="T97" fmla="*/ 54 h 625"/>
                <a:gd name="T98" fmla="*/ 203 w 734"/>
                <a:gd name="T99" fmla="*/ 19 h 625"/>
                <a:gd name="T100" fmla="*/ 123 w 734"/>
                <a:gd name="T101" fmla="*/ 20 h 625"/>
                <a:gd name="T102" fmla="*/ 70 w 734"/>
                <a:gd name="T103" fmla="*/ 113 h 625"/>
                <a:gd name="T104" fmla="*/ 74 w 734"/>
                <a:gd name="T105" fmla="*/ 180 h 625"/>
                <a:gd name="T106" fmla="*/ 67 w 734"/>
                <a:gd name="T107" fmla="*/ 252 h 625"/>
                <a:gd name="T108" fmla="*/ 33 w 734"/>
                <a:gd name="T109" fmla="*/ 315 h 625"/>
                <a:gd name="T110" fmla="*/ 14 w 734"/>
                <a:gd name="T111" fmla="*/ 368 h 625"/>
                <a:gd name="T112" fmla="*/ 14 w 734"/>
                <a:gd name="T113" fmla="*/ 428 h 625"/>
                <a:gd name="T114" fmla="*/ 35 w 734"/>
                <a:gd name="T115" fmla="*/ 481 h 625"/>
                <a:gd name="T116" fmla="*/ 149 w 734"/>
                <a:gd name="T117" fmla="*/ 518 h 625"/>
                <a:gd name="T118" fmla="*/ 171 w 734"/>
                <a:gd name="T119" fmla="*/ 558 h 625"/>
                <a:gd name="T120" fmla="*/ 189 w 734"/>
                <a:gd name="T121" fmla="*/ 598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34" h="625">
                  <a:moveTo>
                    <a:pt x="212" y="625"/>
                  </a:moveTo>
                  <a:cubicBezTo>
                    <a:pt x="212" y="625"/>
                    <a:pt x="211" y="625"/>
                    <a:pt x="210" y="625"/>
                  </a:cubicBezTo>
                  <a:cubicBezTo>
                    <a:pt x="210" y="625"/>
                    <a:pt x="209" y="625"/>
                    <a:pt x="208" y="624"/>
                  </a:cubicBezTo>
                  <a:cubicBezTo>
                    <a:pt x="206" y="624"/>
                    <a:pt x="203" y="623"/>
                    <a:pt x="201" y="620"/>
                  </a:cubicBezTo>
                  <a:cubicBezTo>
                    <a:pt x="201" y="620"/>
                    <a:pt x="201" y="620"/>
                    <a:pt x="200" y="620"/>
                  </a:cubicBezTo>
                  <a:cubicBezTo>
                    <a:pt x="200" y="620"/>
                    <a:pt x="200" y="620"/>
                    <a:pt x="200" y="620"/>
                  </a:cubicBezTo>
                  <a:cubicBezTo>
                    <a:pt x="198" y="620"/>
                    <a:pt x="196" y="619"/>
                    <a:pt x="195" y="616"/>
                  </a:cubicBezTo>
                  <a:cubicBezTo>
                    <a:pt x="195" y="616"/>
                    <a:pt x="195" y="617"/>
                    <a:pt x="195" y="617"/>
                  </a:cubicBezTo>
                  <a:cubicBezTo>
                    <a:pt x="192" y="617"/>
                    <a:pt x="189" y="615"/>
                    <a:pt x="188" y="612"/>
                  </a:cubicBezTo>
                  <a:cubicBezTo>
                    <a:pt x="187" y="611"/>
                    <a:pt x="186" y="609"/>
                    <a:pt x="187" y="607"/>
                  </a:cubicBezTo>
                  <a:cubicBezTo>
                    <a:pt x="186" y="607"/>
                    <a:pt x="185" y="607"/>
                    <a:pt x="185" y="606"/>
                  </a:cubicBezTo>
                  <a:cubicBezTo>
                    <a:pt x="182" y="605"/>
                    <a:pt x="179" y="603"/>
                    <a:pt x="177" y="601"/>
                  </a:cubicBezTo>
                  <a:cubicBezTo>
                    <a:pt x="176" y="598"/>
                    <a:pt x="175" y="596"/>
                    <a:pt x="174" y="595"/>
                  </a:cubicBezTo>
                  <a:cubicBezTo>
                    <a:pt x="174" y="594"/>
                    <a:pt x="174" y="594"/>
                    <a:pt x="174" y="593"/>
                  </a:cubicBezTo>
                  <a:cubicBezTo>
                    <a:pt x="174" y="593"/>
                    <a:pt x="173" y="593"/>
                    <a:pt x="173" y="592"/>
                  </a:cubicBezTo>
                  <a:cubicBezTo>
                    <a:pt x="171" y="591"/>
                    <a:pt x="168" y="588"/>
                    <a:pt x="169" y="585"/>
                  </a:cubicBezTo>
                  <a:cubicBezTo>
                    <a:pt x="169" y="585"/>
                    <a:pt x="169" y="584"/>
                    <a:pt x="169" y="584"/>
                  </a:cubicBezTo>
                  <a:cubicBezTo>
                    <a:pt x="169" y="583"/>
                    <a:pt x="168" y="583"/>
                    <a:pt x="168" y="582"/>
                  </a:cubicBezTo>
                  <a:cubicBezTo>
                    <a:pt x="167" y="580"/>
                    <a:pt x="167" y="578"/>
                    <a:pt x="167" y="577"/>
                  </a:cubicBezTo>
                  <a:cubicBezTo>
                    <a:pt x="167" y="576"/>
                    <a:pt x="167" y="576"/>
                    <a:pt x="166" y="575"/>
                  </a:cubicBezTo>
                  <a:cubicBezTo>
                    <a:pt x="166" y="575"/>
                    <a:pt x="166" y="574"/>
                    <a:pt x="166" y="574"/>
                  </a:cubicBezTo>
                  <a:cubicBezTo>
                    <a:pt x="165" y="572"/>
                    <a:pt x="164" y="571"/>
                    <a:pt x="164" y="569"/>
                  </a:cubicBezTo>
                  <a:cubicBezTo>
                    <a:pt x="164" y="568"/>
                    <a:pt x="164" y="568"/>
                    <a:pt x="164" y="567"/>
                  </a:cubicBezTo>
                  <a:cubicBezTo>
                    <a:pt x="163" y="566"/>
                    <a:pt x="162" y="564"/>
                    <a:pt x="162" y="562"/>
                  </a:cubicBezTo>
                  <a:cubicBezTo>
                    <a:pt x="162" y="561"/>
                    <a:pt x="162" y="560"/>
                    <a:pt x="162" y="559"/>
                  </a:cubicBezTo>
                  <a:cubicBezTo>
                    <a:pt x="161" y="555"/>
                    <a:pt x="160" y="552"/>
                    <a:pt x="161" y="550"/>
                  </a:cubicBezTo>
                  <a:cubicBezTo>
                    <a:pt x="160" y="550"/>
                    <a:pt x="160" y="550"/>
                    <a:pt x="160" y="550"/>
                  </a:cubicBezTo>
                  <a:cubicBezTo>
                    <a:pt x="159" y="550"/>
                    <a:pt x="158" y="550"/>
                    <a:pt x="157" y="549"/>
                  </a:cubicBezTo>
                  <a:cubicBezTo>
                    <a:pt x="155" y="548"/>
                    <a:pt x="152" y="545"/>
                    <a:pt x="152" y="541"/>
                  </a:cubicBezTo>
                  <a:cubicBezTo>
                    <a:pt x="151" y="540"/>
                    <a:pt x="152" y="539"/>
                    <a:pt x="152" y="538"/>
                  </a:cubicBezTo>
                  <a:cubicBezTo>
                    <a:pt x="150" y="529"/>
                    <a:pt x="150" y="529"/>
                    <a:pt x="150" y="529"/>
                  </a:cubicBezTo>
                  <a:cubicBezTo>
                    <a:pt x="148" y="530"/>
                    <a:pt x="146" y="529"/>
                    <a:pt x="145" y="529"/>
                  </a:cubicBezTo>
                  <a:cubicBezTo>
                    <a:pt x="142" y="527"/>
                    <a:pt x="142" y="525"/>
                    <a:pt x="142" y="523"/>
                  </a:cubicBezTo>
                  <a:cubicBezTo>
                    <a:pt x="139" y="519"/>
                    <a:pt x="136" y="516"/>
                    <a:pt x="132" y="512"/>
                  </a:cubicBezTo>
                  <a:cubicBezTo>
                    <a:pt x="131" y="510"/>
                    <a:pt x="131" y="510"/>
                    <a:pt x="131" y="510"/>
                  </a:cubicBezTo>
                  <a:cubicBezTo>
                    <a:pt x="125" y="505"/>
                    <a:pt x="121" y="501"/>
                    <a:pt x="115" y="496"/>
                  </a:cubicBezTo>
                  <a:cubicBezTo>
                    <a:pt x="110" y="492"/>
                    <a:pt x="104" y="491"/>
                    <a:pt x="96" y="490"/>
                  </a:cubicBezTo>
                  <a:cubicBezTo>
                    <a:pt x="94" y="489"/>
                    <a:pt x="91" y="490"/>
                    <a:pt x="89" y="490"/>
                  </a:cubicBezTo>
                  <a:cubicBezTo>
                    <a:pt x="87" y="490"/>
                    <a:pt x="84" y="491"/>
                    <a:pt x="82" y="491"/>
                  </a:cubicBezTo>
                  <a:cubicBezTo>
                    <a:pt x="77" y="491"/>
                    <a:pt x="73" y="489"/>
                    <a:pt x="71" y="485"/>
                  </a:cubicBezTo>
                  <a:cubicBezTo>
                    <a:pt x="70" y="482"/>
                    <a:pt x="68" y="480"/>
                    <a:pt x="67" y="480"/>
                  </a:cubicBezTo>
                  <a:cubicBezTo>
                    <a:pt x="66" y="480"/>
                    <a:pt x="65" y="481"/>
                    <a:pt x="65" y="482"/>
                  </a:cubicBezTo>
                  <a:cubicBezTo>
                    <a:pt x="55" y="489"/>
                    <a:pt x="48" y="489"/>
                    <a:pt x="47" y="489"/>
                  </a:cubicBezTo>
                  <a:cubicBezTo>
                    <a:pt x="47" y="490"/>
                    <a:pt x="46" y="490"/>
                    <a:pt x="45" y="490"/>
                  </a:cubicBezTo>
                  <a:cubicBezTo>
                    <a:pt x="40" y="490"/>
                    <a:pt x="40" y="490"/>
                    <a:pt x="40" y="490"/>
                  </a:cubicBezTo>
                  <a:cubicBezTo>
                    <a:pt x="38" y="490"/>
                    <a:pt x="37" y="490"/>
                    <a:pt x="36" y="490"/>
                  </a:cubicBezTo>
                  <a:cubicBezTo>
                    <a:pt x="31" y="490"/>
                    <a:pt x="27" y="490"/>
                    <a:pt x="22" y="490"/>
                  </a:cubicBezTo>
                  <a:cubicBezTo>
                    <a:pt x="17" y="491"/>
                    <a:pt x="12" y="491"/>
                    <a:pt x="7" y="491"/>
                  </a:cubicBezTo>
                  <a:cubicBezTo>
                    <a:pt x="6" y="491"/>
                    <a:pt x="4" y="491"/>
                    <a:pt x="3" y="490"/>
                  </a:cubicBezTo>
                  <a:cubicBezTo>
                    <a:pt x="3" y="489"/>
                    <a:pt x="2" y="488"/>
                    <a:pt x="2" y="487"/>
                  </a:cubicBezTo>
                  <a:cubicBezTo>
                    <a:pt x="2" y="483"/>
                    <a:pt x="2" y="479"/>
                    <a:pt x="3" y="476"/>
                  </a:cubicBezTo>
                  <a:cubicBezTo>
                    <a:pt x="3" y="474"/>
                    <a:pt x="3" y="473"/>
                    <a:pt x="4" y="471"/>
                  </a:cubicBezTo>
                  <a:cubicBezTo>
                    <a:pt x="4" y="468"/>
                    <a:pt x="5" y="467"/>
                    <a:pt x="6" y="465"/>
                  </a:cubicBezTo>
                  <a:cubicBezTo>
                    <a:pt x="6" y="465"/>
                    <a:pt x="6" y="464"/>
                    <a:pt x="6" y="464"/>
                  </a:cubicBezTo>
                  <a:cubicBezTo>
                    <a:pt x="5" y="463"/>
                    <a:pt x="3" y="461"/>
                    <a:pt x="4" y="457"/>
                  </a:cubicBezTo>
                  <a:cubicBezTo>
                    <a:pt x="4" y="456"/>
                    <a:pt x="4" y="455"/>
                    <a:pt x="4" y="454"/>
                  </a:cubicBezTo>
                  <a:cubicBezTo>
                    <a:pt x="4" y="453"/>
                    <a:pt x="4" y="452"/>
                    <a:pt x="4" y="452"/>
                  </a:cubicBezTo>
                  <a:cubicBezTo>
                    <a:pt x="3" y="451"/>
                    <a:pt x="2" y="449"/>
                    <a:pt x="3" y="446"/>
                  </a:cubicBezTo>
                  <a:cubicBezTo>
                    <a:pt x="3" y="444"/>
                    <a:pt x="4" y="443"/>
                    <a:pt x="5" y="442"/>
                  </a:cubicBezTo>
                  <a:cubicBezTo>
                    <a:pt x="4" y="442"/>
                    <a:pt x="4" y="441"/>
                    <a:pt x="4" y="440"/>
                  </a:cubicBezTo>
                  <a:cubicBezTo>
                    <a:pt x="3" y="438"/>
                    <a:pt x="5" y="436"/>
                    <a:pt x="5" y="435"/>
                  </a:cubicBezTo>
                  <a:cubicBezTo>
                    <a:pt x="5" y="433"/>
                    <a:pt x="5" y="431"/>
                    <a:pt x="5" y="429"/>
                  </a:cubicBezTo>
                  <a:cubicBezTo>
                    <a:pt x="5" y="427"/>
                    <a:pt x="4" y="424"/>
                    <a:pt x="4" y="421"/>
                  </a:cubicBezTo>
                  <a:cubicBezTo>
                    <a:pt x="4" y="418"/>
                    <a:pt x="6" y="416"/>
                    <a:pt x="7" y="415"/>
                  </a:cubicBezTo>
                  <a:cubicBezTo>
                    <a:pt x="6" y="413"/>
                    <a:pt x="6" y="413"/>
                    <a:pt x="6" y="413"/>
                  </a:cubicBezTo>
                  <a:cubicBezTo>
                    <a:pt x="4" y="411"/>
                    <a:pt x="3" y="408"/>
                    <a:pt x="3" y="403"/>
                  </a:cubicBezTo>
                  <a:cubicBezTo>
                    <a:pt x="3" y="402"/>
                    <a:pt x="3" y="401"/>
                    <a:pt x="3" y="400"/>
                  </a:cubicBezTo>
                  <a:cubicBezTo>
                    <a:pt x="3" y="398"/>
                    <a:pt x="4" y="396"/>
                    <a:pt x="3" y="395"/>
                  </a:cubicBezTo>
                  <a:cubicBezTo>
                    <a:pt x="3" y="395"/>
                    <a:pt x="3" y="395"/>
                    <a:pt x="3" y="395"/>
                  </a:cubicBezTo>
                  <a:cubicBezTo>
                    <a:pt x="2" y="393"/>
                    <a:pt x="0" y="391"/>
                    <a:pt x="0" y="389"/>
                  </a:cubicBezTo>
                  <a:cubicBezTo>
                    <a:pt x="0" y="387"/>
                    <a:pt x="0" y="386"/>
                    <a:pt x="1" y="384"/>
                  </a:cubicBezTo>
                  <a:cubicBezTo>
                    <a:pt x="1" y="383"/>
                    <a:pt x="2" y="383"/>
                    <a:pt x="2" y="383"/>
                  </a:cubicBezTo>
                  <a:cubicBezTo>
                    <a:pt x="2" y="381"/>
                    <a:pt x="2" y="381"/>
                    <a:pt x="2" y="381"/>
                  </a:cubicBezTo>
                  <a:cubicBezTo>
                    <a:pt x="2" y="380"/>
                    <a:pt x="2" y="378"/>
                    <a:pt x="3" y="377"/>
                  </a:cubicBezTo>
                  <a:cubicBezTo>
                    <a:pt x="3" y="375"/>
                    <a:pt x="3" y="373"/>
                    <a:pt x="4" y="372"/>
                  </a:cubicBezTo>
                  <a:cubicBezTo>
                    <a:pt x="4" y="371"/>
                    <a:pt x="4" y="369"/>
                    <a:pt x="4" y="369"/>
                  </a:cubicBezTo>
                  <a:cubicBezTo>
                    <a:pt x="4" y="368"/>
                    <a:pt x="4" y="367"/>
                    <a:pt x="3" y="366"/>
                  </a:cubicBezTo>
                  <a:cubicBezTo>
                    <a:pt x="3" y="365"/>
                    <a:pt x="2" y="363"/>
                    <a:pt x="2" y="360"/>
                  </a:cubicBezTo>
                  <a:cubicBezTo>
                    <a:pt x="2" y="357"/>
                    <a:pt x="3" y="354"/>
                    <a:pt x="3" y="352"/>
                  </a:cubicBezTo>
                  <a:cubicBezTo>
                    <a:pt x="4" y="350"/>
                    <a:pt x="4" y="349"/>
                    <a:pt x="4" y="347"/>
                  </a:cubicBezTo>
                  <a:cubicBezTo>
                    <a:pt x="4" y="346"/>
                    <a:pt x="4" y="344"/>
                    <a:pt x="4" y="343"/>
                  </a:cubicBezTo>
                  <a:cubicBezTo>
                    <a:pt x="4" y="339"/>
                    <a:pt x="4" y="336"/>
                    <a:pt x="4" y="334"/>
                  </a:cubicBezTo>
                  <a:cubicBezTo>
                    <a:pt x="4" y="331"/>
                    <a:pt x="5" y="329"/>
                    <a:pt x="5" y="327"/>
                  </a:cubicBezTo>
                  <a:cubicBezTo>
                    <a:pt x="6" y="327"/>
                    <a:pt x="6" y="326"/>
                    <a:pt x="6" y="326"/>
                  </a:cubicBezTo>
                  <a:cubicBezTo>
                    <a:pt x="5" y="324"/>
                    <a:pt x="5" y="321"/>
                    <a:pt x="6" y="317"/>
                  </a:cubicBezTo>
                  <a:cubicBezTo>
                    <a:pt x="6" y="316"/>
                    <a:pt x="7" y="314"/>
                    <a:pt x="7" y="314"/>
                  </a:cubicBezTo>
                  <a:cubicBezTo>
                    <a:pt x="7" y="311"/>
                    <a:pt x="8" y="309"/>
                    <a:pt x="11" y="309"/>
                  </a:cubicBezTo>
                  <a:cubicBezTo>
                    <a:pt x="12" y="309"/>
                    <a:pt x="13" y="309"/>
                    <a:pt x="14" y="309"/>
                  </a:cubicBezTo>
                  <a:cubicBezTo>
                    <a:pt x="14" y="309"/>
                    <a:pt x="15" y="309"/>
                    <a:pt x="15" y="309"/>
                  </a:cubicBezTo>
                  <a:cubicBezTo>
                    <a:pt x="16" y="309"/>
                    <a:pt x="17" y="308"/>
                    <a:pt x="19" y="308"/>
                  </a:cubicBezTo>
                  <a:cubicBezTo>
                    <a:pt x="20" y="308"/>
                    <a:pt x="22" y="308"/>
                    <a:pt x="24" y="308"/>
                  </a:cubicBezTo>
                  <a:cubicBezTo>
                    <a:pt x="25" y="308"/>
                    <a:pt x="26" y="309"/>
                    <a:pt x="27" y="308"/>
                  </a:cubicBezTo>
                  <a:cubicBezTo>
                    <a:pt x="29" y="306"/>
                    <a:pt x="30" y="297"/>
                    <a:pt x="30" y="294"/>
                  </a:cubicBezTo>
                  <a:cubicBezTo>
                    <a:pt x="29" y="293"/>
                    <a:pt x="28" y="291"/>
                    <a:pt x="28" y="289"/>
                  </a:cubicBezTo>
                  <a:cubicBezTo>
                    <a:pt x="29" y="286"/>
                    <a:pt x="31" y="284"/>
                    <a:pt x="32" y="282"/>
                  </a:cubicBezTo>
                  <a:cubicBezTo>
                    <a:pt x="33" y="281"/>
                    <a:pt x="33" y="280"/>
                    <a:pt x="34" y="280"/>
                  </a:cubicBezTo>
                  <a:cubicBezTo>
                    <a:pt x="34" y="279"/>
                    <a:pt x="34" y="279"/>
                    <a:pt x="34" y="278"/>
                  </a:cubicBezTo>
                  <a:cubicBezTo>
                    <a:pt x="35" y="276"/>
                    <a:pt x="36" y="274"/>
                    <a:pt x="38" y="273"/>
                  </a:cubicBezTo>
                  <a:cubicBezTo>
                    <a:pt x="39" y="272"/>
                    <a:pt x="40" y="272"/>
                    <a:pt x="40" y="272"/>
                  </a:cubicBezTo>
                  <a:cubicBezTo>
                    <a:pt x="40" y="270"/>
                    <a:pt x="39" y="267"/>
                    <a:pt x="41" y="264"/>
                  </a:cubicBezTo>
                  <a:cubicBezTo>
                    <a:pt x="44" y="260"/>
                    <a:pt x="48" y="259"/>
                    <a:pt x="51" y="259"/>
                  </a:cubicBezTo>
                  <a:cubicBezTo>
                    <a:pt x="52" y="259"/>
                    <a:pt x="53" y="259"/>
                    <a:pt x="54" y="258"/>
                  </a:cubicBezTo>
                  <a:cubicBezTo>
                    <a:pt x="54" y="258"/>
                    <a:pt x="56" y="257"/>
                    <a:pt x="57" y="255"/>
                  </a:cubicBezTo>
                  <a:cubicBezTo>
                    <a:pt x="57" y="255"/>
                    <a:pt x="57" y="254"/>
                    <a:pt x="57" y="253"/>
                  </a:cubicBezTo>
                  <a:cubicBezTo>
                    <a:pt x="57" y="252"/>
                    <a:pt x="57" y="251"/>
                    <a:pt x="58" y="250"/>
                  </a:cubicBezTo>
                  <a:cubicBezTo>
                    <a:pt x="58" y="247"/>
                    <a:pt x="60" y="246"/>
                    <a:pt x="61" y="245"/>
                  </a:cubicBezTo>
                  <a:cubicBezTo>
                    <a:pt x="61" y="244"/>
                    <a:pt x="61" y="244"/>
                    <a:pt x="61" y="244"/>
                  </a:cubicBezTo>
                  <a:cubicBezTo>
                    <a:pt x="61" y="244"/>
                    <a:pt x="60" y="243"/>
                    <a:pt x="60" y="243"/>
                  </a:cubicBezTo>
                  <a:cubicBezTo>
                    <a:pt x="59" y="242"/>
                    <a:pt x="57" y="240"/>
                    <a:pt x="56" y="238"/>
                  </a:cubicBezTo>
                  <a:cubicBezTo>
                    <a:pt x="54" y="233"/>
                    <a:pt x="59" y="224"/>
                    <a:pt x="62" y="222"/>
                  </a:cubicBezTo>
                  <a:cubicBezTo>
                    <a:pt x="65" y="220"/>
                    <a:pt x="68" y="220"/>
                    <a:pt x="70" y="221"/>
                  </a:cubicBezTo>
                  <a:cubicBezTo>
                    <a:pt x="70" y="220"/>
                    <a:pt x="71" y="218"/>
                    <a:pt x="71" y="217"/>
                  </a:cubicBezTo>
                  <a:cubicBezTo>
                    <a:pt x="71" y="216"/>
                    <a:pt x="72" y="215"/>
                    <a:pt x="72" y="215"/>
                  </a:cubicBezTo>
                  <a:cubicBezTo>
                    <a:pt x="72" y="213"/>
                    <a:pt x="72" y="212"/>
                    <a:pt x="70" y="210"/>
                  </a:cubicBezTo>
                  <a:cubicBezTo>
                    <a:pt x="68" y="207"/>
                    <a:pt x="65" y="204"/>
                    <a:pt x="66" y="199"/>
                  </a:cubicBezTo>
                  <a:cubicBezTo>
                    <a:pt x="66" y="195"/>
                    <a:pt x="66" y="193"/>
                    <a:pt x="65" y="190"/>
                  </a:cubicBezTo>
                  <a:cubicBezTo>
                    <a:pt x="65" y="188"/>
                    <a:pt x="65" y="187"/>
                    <a:pt x="65" y="186"/>
                  </a:cubicBezTo>
                  <a:cubicBezTo>
                    <a:pt x="65" y="185"/>
                    <a:pt x="65" y="185"/>
                    <a:pt x="65" y="185"/>
                  </a:cubicBezTo>
                  <a:cubicBezTo>
                    <a:pt x="64" y="184"/>
                    <a:pt x="63" y="183"/>
                    <a:pt x="62" y="182"/>
                  </a:cubicBezTo>
                  <a:cubicBezTo>
                    <a:pt x="62" y="181"/>
                    <a:pt x="61" y="180"/>
                    <a:pt x="60" y="179"/>
                  </a:cubicBezTo>
                  <a:cubicBezTo>
                    <a:pt x="59" y="178"/>
                    <a:pt x="58" y="177"/>
                    <a:pt x="58" y="176"/>
                  </a:cubicBezTo>
                  <a:cubicBezTo>
                    <a:pt x="54" y="171"/>
                    <a:pt x="49" y="165"/>
                    <a:pt x="50" y="159"/>
                  </a:cubicBezTo>
                  <a:cubicBezTo>
                    <a:pt x="50" y="156"/>
                    <a:pt x="51" y="154"/>
                    <a:pt x="52" y="152"/>
                  </a:cubicBezTo>
                  <a:cubicBezTo>
                    <a:pt x="53" y="151"/>
                    <a:pt x="53" y="151"/>
                    <a:pt x="53" y="150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5" y="147"/>
                    <a:pt x="56" y="144"/>
                    <a:pt x="58" y="142"/>
                  </a:cubicBezTo>
                  <a:cubicBezTo>
                    <a:pt x="59" y="141"/>
                    <a:pt x="60" y="140"/>
                    <a:pt x="61" y="139"/>
                  </a:cubicBezTo>
                  <a:cubicBezTo>
                    <a:pt x="61" y="139"/>
                    <a:pt x="61" y="139"/>
                    <a:pt x="61" y="139"/>
                  </a:cubicBezTo>
                  <a:cubicBezTo>
                    <a:pt x="60" y="138"/>
                    <a:pt x="59" y="137"/>
                    <a:pt x="58" y="134"/>
                  </a:cubicBezTo>
                  <a:cubicBezTo>
                    <a:pt x="58" y="131"/>
                    <a:pt x="59" y="128"/>
                    <a:pt x="60" y="126"/>
                  </a:cubicBezTo>
                  <a:cubicBezTo>
                    <a:pt x="61" y="125"/>
                    <a:pt x="61" y="124"/>
                    <a:pt x="61" y="124"/>
                  </a:cubicBezTo>
                  <a:cubicBezTo>
                    <a:pt x="59" y="119"/>
                    <a:pt x="60" y="115"/>
                    <a:pt x="60" y="112"/>
                  </a:cubicBezTo>
                  <a:cubicBezTo>
                    <a:pt x="61" y="110"/>
                    <a:pt x="61" y="109"/>
                    <a:pt x="61" y="107"/>
                  </a:cubicBezTo>
                  <a:cubicBezTo>
                    <a:pt x="61" y="105"/>
                    <a:pt x="61" y="103"/>
                    <a:pt x="61" y="101"/>
                  </a:cubicBezTo>
                  <a:cubicBezTo>
                    <a:pt x="61" y="98"/>
                    <a:pt x="61" y="96"/>
                    <a:pt x="61" y="93"/>
                  </a:cubicBezTo>
                  <a:cubicBezTo>
                    <a:pt x="62" y="87"/>
                    <a:pt x="68" y="83"/>
                    <a:pt x="72" y="79"/>
                  </a:cubicBezTo>
                  <a:cubicBezTo>
                    <a:pt x="73" y="79"/>
                    <a:pt x="74" y="78"/>
                    <a:pt x="75" y="77"/>
                  </a:cubicBezTo>
                  <a:cubicBezTo>
                    <a:pt x="81" y="73"/>
                    <a:pt x="86" y="65"/>
                    <a:pt x="88" y="58"/>
                  </a:cubicBezTo>
                  <a:cubicBezTo>
                    <a:pt x="89" y="55"/>
                    <a:pt x="90" y="51"/>
                    <a:pt x="90" y="47"/>
                  </a:cubicBezTo>
                  <a:cubicBezTo>
                    <a:pt x="90" y="43"/>
                    <a:pt x="90" y="40"/>
                    <a:pt x="90" y="37"/>
                  </a:cubicBezTo>
                  <a:cubicBezTo>
                    <a:pt x="90" y="34"/>
                    <a:pt x="90" y="32"/>
                    <a:pt x="92" y="29"/>
                  </a:cubicBezTo>
                  <a:cubicBezTo>
                    <a:pt x="93" y="27"/>
                    <a:pt x="95" y="26"/>
                    <a:pt x="97" y="26"/>
                  </a:cubicBezTo>
                  <a:cubicBezTo>
                    <a:pt x="100" y="24"/>
                    <a:pt x="103" y="22"/>
                    <a:pt x="106" y="19"/>
                  </a:cubicBezTo>
                  <a:cubicBezTo>
                    <a:pt x="108" y="17"/>
                    <a:pt x="108" y="17"/>
                    <a:pt x="108" y="17"/>
                  </a:cubicBezTo>
                  <a:cubicBezTo>
                    <a:pt x="112" y="13"/>
                    <a:pt x="116" y="12"/>
                    <a:pt x="120" y="11"/>
                  </a:cubicBezTo>
                  <a:cubicBezTo>
                    <a:pt x="121" y="11"/>
                    <a:pt x="122" y="10"/>
                    <a:pt x="122" y="10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7" y="7"/>
                    <a:pt x="138" y="7"/>
                    <a:pt x="138" y="7"/>
                  </a:cubicBezTo>
                  <a:cubicBezTo>
                    <a:pt x="140" y="7"/>
                    <a:pt x="142" y="8"/>
                    <a:pt x="144" y="8"/>
                  </a:cubicBezTo>
                  <a:cubicBezTo>
                    <a:pt x="145" y="9"/>
                    <a:pt x="146" y="9"/>
                    <a:pt x="146" y="9"/>
                  </a:cubicBezTo>
                  <a:cubicBezTo>
                    <a:pt x="159" y="9"/>
                    <a:pt x="162" y="8"/>
                    <a:pt x="163" y="7"/>
                  </a:cubicBezTo>
                  <a:cubicBezTo>
                    <a:pt x="163" y="7"/>
                    <a:pt x="164" y="6"/>
                    <a:pt x="164" y="6"/>
                  </a:cubicBezTo>
                  <a:cubicBezTo>
                    <a:pt x="164" y="5"/>
                    <a:pt x="165" y="3"/>
                    <a:pt x="167" y="2"/>
                  </a:cubicBezTo>
                  <a:cubicBezTo>
                    <a:pt x="170" y="0"/>
                    <a:pt x="175" y="0"/>
                    <a:pt x="178" y="0"/>
                  </a:cubicBezTo>
                  <a:cubicBezTo>
                    <a:pt x="180" y="0"/>
                    <a:pt x="181" y="0"/>
                    <a:pt x="182" y="0"/>
                  </a:cubicBezTo>
                  <a:cubicBezTo>
                    <a:pt x="185" y="1"/>
                    <a:pt x="187" y="2"/>
                    <a:pt x="190" y="3"/>
                  </a:cubicBezTo>
                  <a:cubicBezTo>
                    <a:pt x="191" y="4"/>
                    <a:pt x="192" y="5"/>
                    <a:pt x="194" y="5"/>
                  </a:cubicBezTo>
                  <a:cubicBezTo>
                    <a:pt x="196" y="6"/>
                    <a:pt x="199" y="8"/>
                    <a:pt x="202" y="9"/>
                  </a:cubicBezTo>
                  <a:cubicBezTo>
                    <a:pt x="203" y="9"/>
                    <a:pt x="205" y="10"/>
                    <a:pt x="207" y="11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211" y="13"/>
                    <a:pt x="215" y="14"/>
                    <a:pt x="216" y="14"/>
                  </a:cubicBezTo>
                  <a:cubicBezTo>
                    <a:pt x="216" y="14"/>
                    <a:pt x="217" y="14"/>
                    <a:pt x="218" y="14"/>
                  </a:cubicBezTo>
                  <a:cubicBezTo>
                    <a:pt x="219" y="13"/>
                    <a:pt x="221" y="12"/>
                    <a:pt x="223" y="12"/>
                  </a:cubicBezTo>
                  <a:cubicBezTo>
                    <a:pt x="224" y="12"/>
                    <a:pt x="224" y="12"/>
                    <a:pt x="224" y="12"/>
                  </a:cubicBezTo>
                  <a:cubicBezTo>
                    <a:pt x="229" y="13"/>
                    <a:pt x="234" y="18"/>
                    <a:pt x="237" y="20"/>
                  </a:cubicBezTo>
                  <a:cubicBezTo>
                    <a:pt x="242" y="24"/>
                    <a:pt x="247" y="30"/>
                    <a:pt x="251" y="36"/>
                  </a:cubicBezTo>
                  <a:cubicBezTo>
                    <a:pt x="252" y="38"/>
                    <a:pt x="253" y="40"/>
                    <a:pt x="255" y="43"/>
                  </a:cubicBezTo>
                  <a:cubicBezTo>
                    <a:pt x="257" y="49"/>
                    <a:pt x="261" y="56"/>
                    <a:pt x="266" y="57"/>
                  </a:cubicBezTo>
                  <a:cubicBezTo>
                    <a:pt x="267" y="57"/>
                    <a:pt x="267" y="57"/>
                    <a:pt x="267" y="57"/>
                  </a:cubicBezTo>
                  <a:cubicBezTo>
                    <a:pt x="271" y="57"/>
                    <a:pt x="271" y="56"/>
                    <a:pt x="273" y="54"/>
                  </a:cubicBezTo>
                  <a:cubicBezTo>
                    <a:pt x="276" y="51"/>
                    <a:pt x="278" y="49"/>
                    <a:pt x="282" y="49"/>
                  </a:cubicBezTo>
                  <a:cubicBezTo>
                    <a:pt x="284" y="49"/>
                    <a:pt x="285" y="49"/>
                    <a:pt x="287" y="49"/>
                  </a:cubicBezTo>
                  <a:cubicBezTo>
                    <a:pt x="288" y="49"/>
                    <a:pt x="288" y="49"/>
                    <a:pt x="288" y="49"/>
                  </a:cubicBezTo>
                  <a:cubicBezTo>
                    <a:pt x="291" y="49"/>
                    <a:pt x="293" y="48"/>
                    <a:pt x="295" y="46"/>
                  </a:cubicBezTo>
                  <a:cubicBezTo>
                    <a:pt x="296" y="46"/>
                    <a:pt x="296" y="45"/>
                    <a:pt x="297" y="44"/>
                  </a:cubicBezTo>
                  <a:cubicBezTo>
                    <a:pt x="300" y="43"/>
                    <a:pt x="300" y="43"/>
                    <a:pt x="300" y="43"/>
                  </a:cubicBezTo>
                  <a:cubicBezTo>
                    <a:pt x="304" y="40"/>
                    <a:pt x="308" y="38"/>
                    <a:pt x="312" y="36"/>
                  </a:cubicBezTo>
                  <a:cubicBezTo>
                    <a:pt x="318" y="32"/>
                    <a:pt x="332" y="35"/>
                    <a:pt x="338" y="39"/>
                  </a:cubicBezTo>
                  <a:cubicBezTo>
                    <a:pt x="339" y="39"/>
                    <a:pt x="340" y="40"/>
                    <a:pt x="341" y="40"/>
                  </a:cubicBezTo>
                  <a:cubicBezTo>
                    <a:pt x="343" y="41"/>
                    <a:pt x="345" y="42"/>
                    <a:pt x="346" y="43"/>
                  </a:cubicBezTo>
                  <a:cubicBezTo>
                    <a:pt x="348" y="44"/>
                    <a:pt x="349" y="46"/>
                    <a:pt x="350" y="47"/>
                  </a:cubicBezTo>
                  <a:cubicBezTo>
                    <a:pt x="350" y="47"/>
                    <a:pt x="351" y="48"/>
                    <a:pt x="351" y="48"/>
                  </a:cubicBezTo>
                  <a:cubicBezTo>
                    <a:pt x="354" y="51"/>
                    <a:pt x="354" y="51"/>
                    <a:pt x="357" y="51"/>
                  </a:cubicBezTo>
                  <a:cubicBezTo>
                    <a:pt x="360" y="51"/>
                    <a:pt x="364" y="52"/>
                    <a:pt x="367" y="56"/>
                  </a:cubicBezTo>
                  <a:cubicBezTo>
                    <a:pt x="368" y="57"/>
                    <a:pt x="368" y="58"/>
                    <a:pt x="369" y="59"/>
                  </a:cubicBezTo>
                  <a:cubicBezTo>
                    <a:pt x="369" y="60"/>
                    <a:pt x="370" y="60"/>
                    <a:pt x="370" y="61"/>
                  </a:cubicBezTo>
                  <a:cubicBezTo>
                    <a:pt x="375" y="63"/>
                    <a:pt x="382" y="65"/>
                    <a:pt x="388" y="66"/>
                  </a:cubicBezTo>
                  <a:cubicBezTo>
                    <a:pt x="394" y="67"/>
                    <a:pt x="399" y="67"/>
                    <a:pt x="405" y="67"/>
                  </a:cubicBezTo>
                  <a:cubicBezTo>
                    <a:pt x="409" y="67"/>
                    <a:pt x="414" y="68"/>
                    <a:pt x="419" y="68"/>
                  </a:cubicBezTo>
                  <a:cubicBezTo>
                    <a:pt x="420" y="68"/>
                    <a:pt x="421" y="68"/>
                    <a:pt x="422" y="69"/>
                  </a:cubicBezTo>
                  <a:cubicBezTo>
                    <a:pt x="422" y="69"/>
                    <a:pt x="423" y="69"/>
                    <a:pt x="424" y="69"/>
                  </a:cubicBezTo>
                  <a:cubicBezTo>
                    <a:pt x="424" y="69"/>
                    <a:pt x="424" y="69"/>
                    <a:pt x="424" y="68"/>
                  </a:cubicBezTo>
                  <a:cubicBezTo>
                    <a:pt x="428" y="64"/>
                    <a:pt x="431" y="60"/>
                    <a:pt x="434" y="56"/>
                  </a:cubicBezTo>
                  <a:cubicBezTo>
                    <a:pt x="435" y="55"/>
                    <a:pt x="437" y="54"/>
                    <a:pt x="438" y="53"/>
                  </a:cubicBezTo>
                  <a:cubicBezTo>
                    <a:pt x="438" y="53"/>
                    <a:pt x="439" y="52"/>
                    <a:pt x="439" y="52"/>
                  </a:cubicBezTo>
                  <a:cubicBezTo>
                    <a:pt x="440" y="51"/>
                    <a:pt x="441" y="49"/>
                    <a:pt x="442" y="48"/>
                  </a:cubicBezTo>
                  <a:cubicBezTo>
                    <a:pt x="447" y="44"/>
                    <a:pt x="454" y="40"/>
                    <a:pt x="459" y="39"/>
                  </a:cubicBezTo>
                  <a:cubicBezTo>
                    <a:pt x="462" y="38"/>
                    <a:pt x="465" y="38"/>
                    <a:pt x="467" y="37"/>
                  </a:cubicBezTo>
                  <a:cubicBezTo>
                    <a:pt x="471" y="37"/>
                    <a:pt x="474" y="36"/>
                    <a:pt x="477" y="35"/>
                  </a:cubicBezTo>
                  <a:cubicBezTo>
                    <a:pt x="482" y="34"/>
                    <a:pt x="487" y="32"/>
                    <a:pt x="494" y="32"/>
                  </a:cubicBezTo>
                  <a:cubicBezTo>
                    <a:pt x="497" y="31"/>
                    <a:pt x="500" y="32"/>
                    <a:pt x="502" y="32"/>
                  </a:cubicBezTo>
                  <a:cubicBezTo>
                    <a:pt x="504" y="32"/>
                    <a:pt x="505" y="33"/>
                    <a:pt x="507" y="33"/>
                  </a:cubicBezTo>
                  <a:cubicBezTo>
                    <a:pt x="511" y="33"/>
                    <a:pt x="515" y="33"/>
                    <a:pt x="519" y="32"/>
                  </a:cubicBezTo>
                  <a:cubicBezTo>
                    <a:pt x="526" y="32"/>
                    <a:pt x="533" y="32"/>
                    <a:pt x="538" y="33"/>
                  </a:cubicBezTo>
                  <a:cubicBezTo>
                    <a:pt x="541" y="33"/>
                    <a:pt x="545" y="35"/>
                    <a:pt x="548" y="36"/>
                  </a:cubicBezTo>
                  <a:cubicBezTo>
                    <a:pt x="550" y="37"/>
                    <a:pt x="553" y="37"/>
                    <a:pt x="555" y="38"/>
                  </a:cubicBezTo>
                  <a:cubicBezTo>
                    <a:pt x="561" y="40"/>
                    <a:pt x="565" y="42"/>
                    <a:pt x="570" y="45"/>
                  </a:cubicBezTo>
                  <a:cubicBezTo>
                    <a:pt x="571" y="46"/>
                    <a:pt x="571" y="46"/>
                    <a:pt x="571" y="46"/>
                  </a:cubicBezTo>
                  <a:cubicBezTo>
                    <a:pt x="572" y="46"/>
                    <a:pt x="572" y="47"/>
                    <a:pt x="573" y="47"/>
                  </a:cubicBezTo>
                  <a:cubicBezTo>
                    <a:pt x="575" y="49"/>
                    <a:pt x="576" y="49"/>
                    <a:pt x="578" y="50"/>
                  </a:cubicBezTo>
                  <a:cubicBezTo>
                    <a:pt x="579" y="49"/>
                    <a:pt x="581" y="49"/>
                    <a:pt x="583" y="49"/>
                  </a:cubicBezTo>
                  <a:cubicBezTo>
                    <a:pt x="584" y="50"/>
                    <a:pt x="586" y="50"/>
                    <a:pt x="586" y="51"/>
                  </a:cubicBezTo>
                  <a:cubicBezTo>
                    <a:pt x="589" y="51"/>
                    <a:pt x="592" y="52"/>
                    <a:pt x="594" y="52"/>
                  </a:cubicBezTo>
                  <a:cubicBezTo>
                    <a:pt x="594" y="51"/>
                    <a:pt x="594" y="51"/>
                    <a:pt x="594" y="51"/>
                  </a:cubicBezTo>
                  <a:cubicBezTo>
                    <a:pt x="595" y="49"/>
                    <a:pt x="596" y="49"/>
                    <a:pt x="597" y="48"/>
                  </a:cubicBezTo>
                  <a:cubicBezTo>
                    <a:pt x="597" y="47"/>
                    <a:pt x="597" y="46"/>
                    <a:pt x="598" y="45"/>
                  </a:cubicBezTo>
                  <a:cubicBezTo>
                    <a:pt x="599" y="42"/>
                    <a:pt x="601" y="40"/>
                    <a:pt x="604" y="39"/>
                  </a:cubicBezTo>
                  <a:cubicBezTo>
                    <a:pt x="604" y="38"/>
                    <a:pt x="604" y="38"/>
                    <a:pt x="605" y="38"/>
                  </a:cubicBezTo>
                  <a:cubicBezTo>
                    <a:pt x="605" y="38"/>
                    <a:pt x="605" y="38"/>
                    <a:pt x="606" y="37"/>
                  </a:cubicBezTo>
                  <a:cubicBezTo>
                    <a:pt x="606" y="37"/>
                    <a:pt x="606" y="37"/>
                    <a:pt x="606" y="37"/>
                  </a:cubicBezTo>
                  <a:cubicBezTo>
                    <a:pt x="606" y="37"/>
                    <a:pt x="606" y="37"/>
                    <a:pt x="606" y="37"/>
                  </a:cubicBezTo>
                  <a:cubicBezTo>
                    <a:pt x="606" y="37"/>
                    <a:pt x="607" y="37"/>
                    <a:pt x="608" y="3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7" y="26"/>
                    <a:pt x="619" y="25"/>
                    <a:pt x="621" y="25"/>
                  </a:cubicBezTo>
                  <a:cubicBezTo>
                    <a:pt x="622" y="25"/>
                    <a:pt x="624" y="24"/>
                    <a:pt x="626" y="24"/>
                  </a:cubicBezTo>
                  <a:cubicBezTo>
                    <a:pt x="627" y="23"/>
                    <a:pt x="627" y="23"/>
                    <a:pt x="627" y="23"/>
                  </a:cubicBezTo>
                  <a:cubicBezTo>
                    <a:pt x="628" y="23"/>
                    <a:pt x="629" y="22"/>
                    <a:pt x="631" y="21"/>
                  </a:cubicBezTo>
                  <a:cubicBezTo>
                    <a:pt x="633" y="21"/>
                    <a:pt x="634" y="22"/>
                    <a:pt x="635" y="22"/>
                  </a:cubicBezTo>
                  <a:cubicBezTo>
                    <a:pt x="636" y="22"/>
                    <a:pt x="636" y="21"/>
                    <a:pt x="637" y="21"/>
                  </a:cubicBezTo>
                  <a:cubicBezTo>
                    <a:pt x="638" y="21"/>
                    <a:pt x="638" y="22"/>
                    <a:pt x="639" y="22"/>
                  </a:cubicBezTo>
                  <a:cubicBezTo>
                    <a:pt x="639" y="21"/>
                    <a:pt x="639" y="20"/>
                    <a:pt x="640" y="19"/>
                  </a:cubicBezTo>
                  <a:cubicBezTo>
                    <a:pt x="644" y="13"/>
                    <a:pt x="648" y="11"/>
                    <a:pt x="655" y="11"/>
                  </a:cubicBezTo>
                  <a:cubicBezTo>
                    <a:pt x="659" y="11"/>
                    <a:pt x="659" y="11"/>
                    <a:pt x="659" y="11"/>
                  </a:cubicBezTo>
                  <a:cubicBezTo>
                    <a:pt x="660" y="11"/>
                    <a:pt x="661" y="11"/>
                    <a:pt x="663" y="11"/>
                  </a:cubicBezTo>
                  <a:cubicBezTo>
                    <a:pt x="668" y="11"/>
                    <a:pt x="670" y="13"/>
                    <a:pt x="672" y="16"/>
                  </a:cubicBezTo>
                  <a:cubicBezTo>
                    <a:pt x="673" y="17"/>
                    <a:pt x="673" y="17"/>
                    <a:pt x="673" y="17"/>
                  </a:cubicBezTo>
                  <a:cubicBezTo>
                    <a:pt x="675" y="21"/>
                    <a:pt x="678" y="24"/>
                    <a:pt x="680" y="27"/>
                  </a:cubicBezTo>
                  <a:cubicBezTo>
                    <a:pt x="689" y="38"/>
                    <a:pt x="698" y="50"/>
                    <a:pt x="700" y="63"/>
                  </a:cubicBezTo>
                  <a:cubicBezTo>
                    <a:pt x="700" y="65"/>
                    <a:pt x="700" y="65"/>
                    <a:pt x="700" y="65"/>
                  </a:cubicBezTo>
                  <a:cubicBezTo>
                    <a:pt x="701" y="68"/>
                    <a:pt x="701" y="70"/>
                    <a:pt x="702" y="72"/>
                  </a:cubicBezTo>
                  <a:cubicBezTo>
                    <a:pt x="702" y="74"/>
                    <a:pt x="703" y="76"/>
                    <a:pt x="703" y="78"/>
                  </a:cubicBezTo>
                  <a:cubicBezTo>
                    <a:pt x="704" y="85"/>
                    <a:pt x="706" y="91"/>
                    <a:pt x="705" y="98"/>
                  </a:cubicBezTo>
                  <a:cubicBezTo>
                    <a:pt x="706" y="98"/>
                    <a:pt x="707" y="98"/>
                    <a:pt x="709" y="98"/>
                  </a:cubicBezTo>
                  <a:cubicBezTo>
                    <a:pt x="711" y="98"/>
                    <a:pt x="713" y="98"/>
                    <a:pt x="714" y="98"/>
                  </a:cubicBezTo>
                  <a:cubicBezTo>
                    <a:pt x="721" y="99"/>
                    <a:pt x="724" y="103"/>
                    <a:pt x="725" y="105"/>
                  </a:cubicBezTo>
                  <a:cubicBezTo>
                    <a:pt x="726" y="107"/>
                    <a:pt x="727" y="108"/>
                    <a:pt x="728" y="108"/>
                  </a:cubicBezTo>
                  <a:cubicBezTo>
                    <a:pt x="729" y="109"/>
                    <a:pt x="729" y="109"/>
                    <a:pt x="729" y="109"/>
                  </a:cubicBezTo>
                  <a:cubicBezTo>
                    <a:pt x="733" y="111"/>
                    <a:pt x="734" y="113"/>
                    <a:pt x="733" y="117"/>
                  </a:cubicBezTo>
                  <a:cubicBezTo>
                    <a:pt x="732" y="121"/>
                    <a:pt x="732" y="121"/>
                    <a:pt x="732" y="121"/>
                  </a:cubicBezTo>
                  <a:cubicBezTo>
                    <a:pt x="732" y="122"/>
                    <a:pt x="732" y="123"/>
                    <a:pt x="731" y="123"/>
                  </a:cubicBezTo>
                  <a:cubicBezTo>
                    <a:pt x="732" y="123"/>
                    <a:pt x="732" y="123"/>
                    <a:pt x="732" y="124"/>
                  </a:cubicBezTo>
                  <a:cubicBezTo>
                    <a:pt x="732" y="124"/>
                    <a:pt x="733" y="126"/>
                    <a:pt x="733" y="127"/>
                  </a:cubicBezTo>
                  <a:cubicBezTo>
                    <a:pt x="733" y="132"/>
                    <a:pt x="731" y="139"/>
                    <a:pt x="730" y="142"/>
                  </a:cubicBezTo>
                  <a:cubicBezTo>
                    <a:pt x="730" y="143"/>
                    <a:pt x="730" y="143"/>
                    <a:pt x="729" y="143"/>
                  </a:cubicBezTo>
                  <a:cubicBezTo>
                    <a:pt x="730" y="143"/>
                    <a:pt x="730" y="143"/>
                    <a:pt x="730" y="143"/>
                  </a:cubicBezTo>
                  <a:cubicBezTo>
                    <a:pt x="732" y="146"/>
                    <a:pt x="733" y="149"/>
                    <a:pt x="733" y="152"/>
                  </a:cubicBezTo>
                  <a:cubicBezTo>
                    <a:pt x="733" y="157"/>
                    <a:pt x="728" y="160"/>
                    <a:pt x="725" y="163"/>
                  </a:cubicBezTo>
                  <a:cubicBezTo>
                    <a:pt x="724" y="164"/>
                    <a:pt x="723" y="164"/>
                    <a:pt x="722" y="165"/>
                  </a:cubicBezTo>
                  <a:cubicBezTo>
                    <a:pt x="720" y="167"/>
                    <a:pt x="718" y="167"/>
                    <a:pt x="717" y="168"/>
                  </a:cubicBezTo>
                  <a:cubicBezTo>
                    <a:pt x="715" y="168"/>
                    <a:pt x="715" y="169"/>
                    <a:pt x="714" y="169"/>
                  </a:cubicBezTo>
                  <a:cubicBezTo>
                    <a:pt x="713" y="170"/>
                    <a:pt x="712" y="171"/>
                    <a:pt x="711" y="172"/>
                  </a:cubicBezTo>
                  <a:cubicBezTo>
                    <a:pt x="710" y="173"/>
                    <a:pt x="710" y="173"/>
                    <a:pt x="710" y="173"/>
                  </a:cubicBezTo>
                  <a:cubicBezTo>
                    <a:pt x="706" y="176"/>
                    <a:pt x="702" y="179"/>
                    <a:pt x="698" y="179"/>
                  </a:cubicBezTo>
                  <a:cubicBezTo>
                    <a:pt x="696" y="179"/>
                    <a:pt x="694" y="177"/>
                    <a:pt x="692" y="177"/>
                  </a:cubicBezTo>
                  <a:cubicBezTo>
                    <a:pt x="692" y="176"/>
                    <a:pt x="691" y="176"/>
                    <a:pt x="691" y="176"/>
                  </a:cubicBezTo>
                  <a:cubicBezTo>
                    <a:pt x="690" y="177"/>
                    <a:pt x="689" y="178"/>
                    <a:pt x="688" y="179"/>
                  </a:cubicBezTo>
                  <a:cubicBezTo>
                    <a:pt x="687" y="181"/>
                    <a:pt x="686" y="182"/>
                    <a:pt x="685" y="184"/>
                  </a:cubicBezTo>
                  <a:cubicBezTo>
                    <a:pt x="684" y="187"/>
                    <a:pt x="682" y="188"/>
                    <a:pt x="681" y="189"/>
                  </a:cubicBezTo>
                  <a:cubicBezTo>
                    <a:pt x="681" y="190"/>
                    <a:pt x="681" y="191"/>
                    <a:pt x="680" y="191"/>
                  </a:cubicBezTo>
                  <a:cubicBezTo>
                    <a:pt x="680" y="194"/>
                    <a:pt x="679" y="196"/>
                    <a:pt x="678" y="197"/>
                  </a:cubicBezTo>
                  <a:cubicBezTo>
                    <a:pt x="675" y="202"/>
                    <a:pt x="675" y="202"/>
                    <a:pt x="675" y="202"/>
                  </a:cubicBezTo>
                  <a:cubicBezTo>
                    <a:pt x="671" y="208"/>
                    <a:pt x="667" y="214"/>
                    <a:pt x="665" y="221"/>
                  </a:cubicBezTo>
                  <a:cubicBezTo>
                    <a:pt x="665" y="223"/>
                    <a:pt x="665" y="225"/>
                    <a:pt x="664" y="227"/>
                  </a:cubicBezTo>
                  <a:cubicBezTo>
                    <a:pt x="664" y="230"/>
                    <a:pt x="664" y="234"/>
                    <a:pt x="663" y="237"/>
                  </a:cubicBezTo>
                  <a:cubicBezTo>
                    <a:pt x="662" y="238"/>
                    <a:pt x="662" y="239"/>
                    <a:pt x="662" y="239"/>
                  </a:cubicBezTo>
                  <a:cubicBezTo>
                    <a:pt x="662" y="243"/>
                    <a:pt x="661" y="248"/>
                    <a:pt x="655" y="251"/>
                  </a:cubicBezTo>
                  <a:cubicBezTo>
                    <a:pt x="653" y="251"/>
                    <a:pt x="651" y="252"/>
                    <a:pt x="650" y="252"/>
                  </a:cubicBezTo>
                  <a:cubicBezTo>
                    <a:pt x="649" y="252"/>
                    <a:pt x="649" y="252"/>
                    <a:pt x="649" y="252"/>
                  </a:cubicBezTo>
                  <a:cubicBezTo>
                    <a:pt x="650" y="253"/>
                    <a:pt x="650" y="255"/>
                    <a:pt x="650" y="256"/>
                  </a:cubicBezTo>
                  <a:cubicBezTo>
                    <a:pt x="649" y="257"/>
                    <a:pt x="649" y="258"/>
                    <a:pt x="648" y="259"/>
                  </a:cubicBezTo>
                  <a:cubicBezTo>
                    <a:pt x="648" y="260"/>
                    <a:pt x="648" y="260"/>
                    <a:pt x="648" y="261"/>
                  </a:cubicBezTo>
                  <a:cubicBezTo>
                    <a:pt x="648" y="261"/>
                    <a:pt x="648" y="261"/>
                    <a:pt x="648" y="261"/>
                  </a:cubicBezTo>
                  <a:cubicBezTo>
                    <a:pt x="649" y="263"/>
                    <a:pt x="651" y="265"/>
                    <a:pt x="650" y="269"/>
                  </a:cubicBezTo>
                  <a:cubicBezTo>
                    <a:pt x="650" y="271"/>
                    <a:pt x="650" y="271"/>
                    <a:pt x="650" y="271"/>
                  </a:cubicBezTo>
                  <a:cubicBezTo>
                    <a:pt x="649" y="274"/>
                    <a:pt x="649" y="277"/>
                    <a:pt x="648" y="279"/>
                  </a:cubicBezTo>
                  <a:cubicBezTo>
                    <a:pt x="647" y="287"/>
                    <a:pt x="641" y="288"/>
                    <a:pt x="638" y="289"/>
                  </a:cubicBezTo>
                  <a:cubicBezTo>
                    <a:pt x="636" y="289"/>
                    <a:pt x="635" y="289"/>
                    <a:pt x="633" y="290"/>
                  </a:cubicBezTo>
                  <a:cubicBezTo>
                    <a:pt x="633" y="290"/>
                    <a:pt x="632" y="291"/>
                    <a:pt x="631" y="292"/>
                  </a:cubicBezTo>
                  <a:cubicBezTo>
                    <a:pt x="630" y="293"/>
                    <a:pt x="630" y="293"/>
                    <a:pt x="630" y="293"/>
                  </a:cubicBezTo>
                  <a:cubicBezTo>
                    <a:pt x="630" y="294"/>
                    <a:pt x="629" y="294"/>
                    <a:pt x="628" y="295"/>
                  </a:cubicBezTo>
                  <a:cubicBezTo>
                    <a:pt x="629" y="296"/>
                    <a:pt x="629" y="298"/>
                    <a:pt x="629" y="300"/>
                  </a:cubicBezTo>
                  <a:cubicBezTo>
                    <a:pt x="629" y="303"/>
                    <a:pt x="627" y="306"/>
                    <a:pt x="626" y="309"/>
                  </a:cubicBezTo>
                  <a:cubicBezTo>
                    <a:pt x="625" y="311"/>
                    <a:pt x="624" y="312"/>
                    <a:pt x="624" y="314"/>
                  </a:cubicBezTo>
                  <a:cubicBezTo>
                    <a:pt x="624" y="315"/>
                    <a:pt x="624" y="317"/>
                    <a:pt x="624" y="319"/>
                  </a:cubicBezTo>
                  <a:cubicBezTo>
                    <a:pt x="624" y="325"/>
                    <a:pt x="624" y="332"/>
                    <a:pt x="620" y="336"/>
                  </a:cubicBezTo>
                  <a:cubicBezTo>
                    <a:pt x="619" y="337"/>
                    <a:pt x="618" y="337"/>
                    <a:pt x="617" y="338"/>
                  </a:cubicBezTo>
                  <a:cubicBezTo>
                    <a:pt x="617" y="338"/>
                    <a:pt x="616" y="338"/>
                    <a:pt x="616" y="338"/>
                  </a:cubicBezTo>
                  <a:cubicBezTo>
                    <a:pt x="616" y="339"/>
                    <a:pt x="615" y="341"/>
                    <a:pt x="614" y="343"/>
                  </a:cubicBezTo>
                  <a:cubicBezTo>
                    <a:pt x="612" y="344"/>
                    <a:pt x="607" y="346"/>
                    <a:pt x="606" y="347"/>
                  </a:cubicBezTo>
                  <a:cubicBezTo>
                    <a:pt x="604" y="347"/>
                    <a:pt x="601" y="347"/>
                    <a:pt x="600" y="346"/>
                  </a:cubicBezTo>
                  <a:cubicBezTo>
                    <a:pt x="599" y="346"/>
                    <a:pt x="599" y="346"/>
                    <a:pt x="599" y="346"/>
                  </a:cubicBezTo>
                  <a:cubicBezTo>
                    <a:pt x="599" y="346"/>
                    <a:pt x="599" y="346"/>
                    <a:pt x="599" y="346"/>
                  </a:cubicBezTo>
                  <a:cubicBezTo>
                    <a:pt x="599" y="348"/>
                    <a:pt x="599" y="350"/>
                    <a:pt x="598" y="352"/>
                  </a:cubicBezTo>
                  <a:cubicBezTo>
                    <a:pt x="597" y="354"/>
                    <a:pt x="595" y="357"/>
                    <a:pt x="593" y="358"/>
                  </a:cubicBezTo>
                  <a:cubicBezTo>
                    <a:pt x="592" y="358"/>
                    <a:pt x="590" y="359"/>
                    <a:pt x="589" y="359"/>
                  </a:cubicBezTo>
                  <a:cubicBezTo>
                    <a:pt x="589" y="359"/>
                    <a:pt x="589" y="359"/>
                    <a:pt x="588" y="359"/>
                  </a:cubicBezTo>
                  <a:cubicBezTo>
                    <a:pt x="588" y="359"/>
                    <a:pt x="588" y="360"/>
                    <a:pt x="588" y="362"/>
                  </a:cubicBezTo>
                  <a:cubicBezTo>
                    <a:pt x="588" y="364"/>
                    <a:pt x="588" y="364"/>
                    <a:pt x="588" y="364"/>
                  </a:cubicBezTo>
                  <a:cubicBezTo>
                    <a:pt x="589" y="368"/>
                    <a:pt x="589" y="370"/>
                    <a:pt x="586" y="375"/>
                  </a:cubicBezTo>
                  <a:cubicBezTo>
                    <a:pt x="586" y="376"/>
                    <a:pt x="586" y="376"/>
                    <a:pt x="586" y="378"/>
                  </a:cubicBezTo>
                  <a:cubicBezTo>
                    <a:pt x="586" y="379"/>
                    <a:pt x="586" y="380"/>
                    <a:pt x="586" y="382"/>
                  </a:cubicBezTo>
                  <a:cubicBezTo>
                    <a:pt x="586" y="385"/>
                    <a:pt x="585" y="387"/>
                    <a:pt x="584" y="389"/>
                  </a:cubicBezTo>
                  <a:cubicBezTo>
                    <a:pt x="583" y="389"/>
                    <a:pt x="583" y="389"/>
                    <a:pt x="582" y="390"/>
                  </a:cubicBezTo>
                  <a:cubicBezTo>
                    <a:pt x="581" y="392"/>
                    <a:pt x="580" y="393"/>
                    <a:pt x="579" y="395"/>
                  </a:cubicBezTo>
                  <a:cubicBezTo>
                    <a:pt x="578" y="397"/>
                    <a:pt x="578" y="397"/>
                    <a:pt x="578" y="397"/>
                  </a:cubicBezTo>
                  <a:cubicBezTo>
                    <a:pt x="576" y="400"/>
                    <a:pt x="576" y="401"/>
                    <a:pt x="576" y="405"/>
                  </a:cubicBezTo>
                  <a:cubicBezTo>
                    <a:pt x="576" y="411"/>
                    <a:pt x="572" y="416"/>
                    <a:pt x="568" y="420"/>
                  </a:cubicBezTo>
                  <a:cubicBezTo>
                    <a:pt x="566" y="421"/>
                    <a:pt x="566" y="421"/>
                    <a:pt x="566" y="421"/>
                  </a:cubicBezTo>
                  <a:cubicBezTo>
                    <a:pt x="566" y="422"/>
                    <a:pt x="565" y="422"/>
                    <a:pt x="565" y="423"/>
                  </a:cubicBezTo>
                  <a:cubicBezTo>
                    <a:pt x="564" y="423"/>
                    <a:pt x="564" y="423"/>
                    <a:pt x="564" y="423"/>
                  </a:cubicBezTo>
                  <a:cubicBezTo>
                    <a:pt x="563" y="425"/>
                    <a:pt x="562" y="426"/>
                    <a:pt x="561" y="427"/>
                  </a:cubicBezTo>
                  <a:cubicBezTo>
                    <a:pt x="561" y="427"/>
                    <a:pt x="561" y="428"/>
                    <a:pt x="561" y="428"/>
                  </a:cubicBezTo>
                  <a:cubicBezTo>
                    <a:pt x="561" y="429"/>
                    <a:pt x="562" y="429"/>
                    <a:pt x="562" y="430"/>
                  </a:cubicBezTo>
                  <a:cubicBezTo>
                    <a:pt x="563" y="432"/>
                    <a:pt x="564" y="433"/>
                    <a:pt x="565" y="434"/>
                  </a:cubicBezTo>
                  <a:cubicBezTo>
                    <a:pt x="568" y="437"/>
                    <a:pt x="568" y="439"/>
                    <a:pt x="567" y="441"/>
                  </a:cubicBezTo>
                  <a:cubicBezTo>
                    <a:pt x="566" y="444"/>
                    <a:pt x="563" y="445"/>
                    <a:pt x="561" y="445"/>
                  </a:cubicBezTo>
                  <a:cubicBezTo>
                    <a:pt x="561" y="446"/>
                    <a:pt x="560" y="446"/>
                    <a:pt x="560" y="446"/>
                  </a:cubicBezTo>
                  <a:cubicBezTo>
                    <a:pt x="560" y="446"/>
                    <a:pt x="559" y="446"/>
                    <a:pt x="559" y="447"/>
                  </a:cubicBezTo>
                  <a:cubicBezTo>
                    <a:pt x="558" y="450"/>
                    <a:pt x="555" y="450"/>
                    <a:pt x="554" y="451"/>
                  </a:cubicBezTo>
                  <a:cubicBezTo>
                    <a:pt x="553" y="451"/>
                    <a:pt x="551" y="453"/>
                    <a:pt x="549" y="455"/>
                  </a:cubicBezTo>
                  <a:cubicBezTo>
                    <a:pt x="548" y="455"/>
                    <a:pt x="548" y="456"/>
                    <a:pt x="547" y="457"/>
                  </a:cubicBezTo>
                  <a:cubicBezTo>
                    <a:pt x="548" y="458"/>
                    <a:pt x="549" y="459"/>
                    <a:pt x="549" y="461"/>
                  </a:cubicBezTo>
                  <a:cubicBezTo>
                    <a:pt x="549" y="465"/>
                    <a:pt x="547" y="472"/>
                    <a:pt x="543" y="474"/>
                  </a:cubicBezTo>
                  <a:cubicBezTo>
                    <a:pt x="541" y="476"/>
                    <a:pt x="540" y="476"/>
                    <a:pt x="539" y="476"/>
                  </a:cubicBezTo>
                  <a:cubicBezTo>
                    <a:pt x="538" y="478"/>
                    <a:pt x="538" y="478"/>
                    <a:pt x="538" y="478"/>
                  </a:cubicBezTo>
                  <a:cubicBezTo>
                    <a:pt x="537" y="481"/>
                    <a:pt x="536" y="484"/>
                    <a:pt x="531" y="486"/>
                  </a:cubicBezTo>
                  <a:cubicBezTo>
                    <a:pt x="528" y="487"/>
                    <a:pt x="524" y="487"/>
                    <a:pt x="520" y="487"/>
                  </a:cubicBezTo>
                  <a:cubicBezTo>
                    <a:pt x="518" y="487"/>
                    <a:pt x="516" y="487"/>
                    <a:pt x="515" y="486"/>
                  </a:cubicBezTo>
                  <a:cubicBezTo>
                    <a:pt x="509" y="484"/>
                    <a:pt x="509" y="476"/>
                    <a:pt x="509" y="471"/>
                  </a:cubicBezTo>
                  <a:cubicBezTo>
                    <a:pt x="509" y="469"/>
                    <a:pt x="509" y="468"/>
                    <a:pt x="509" y="467"/>
                  </a:cubicBezTo>
                  <a:cubicBezTo>
                    <a:pt x="508" y="466"/>
                    <a:pt x="508" y="465"/>
                    <a:pt x="506" y="464"/>
                  </a:cubicBezTo>
                  <a:cubicBezTo>
                    <a:pt x="505" y="464"/>
                    <a:pt x="505" y="464"/>
                    <a:pt x="505" y="464"/>
                  </a:cubicBezTo>
                  <a:cubicBezTo>
                    <a:pt x="502" y="463"/>
                    <a:pt x="497" y="462"/>
                    <a:pt x="497" y="455"/>
                  </a:cubicBezTo>
                  <a:cubicBezTo>
                    <a:pt x="496" y="453"/>
                    <a:pt x="495" y="452"/>
                    <a:pt x="491" y="450"/>
                  </a:cubicBezTo>
                  <a:cubicBezTo>
                    <a:pt x="490" y="450"/>
                    <a:pt x="488" y="449"/>
                    <a:pt x="486" y="448"/>
                  </a:cubicBezTo>
                  <a:cubicBezTo>
                    <a:pt x="486" y="449"/>
                    <a:pt x="486" y="449"/>
                    <a:pt x="486" y="450"/>
                  </a:cubicBezTo>
                  <a:cubicBezTo>
                    <a:pt x="485" y="451"/>
                    <a:pt x="484" y="452"/>
                    <a:pt x="484" y="453"/>
                  </a:cubicBezTo>
                  <a:cubicBezTo>
                    <a:pt x="483" y="455"/>
                    <a:pt x="482" y="457"/>
                    <a:pt x="480" y="458"/>
                  </a:cubicBezTo>
                  <a:cubicBezTo>
                    <a:pt x="478" y="459"/>
                    <a:pt x="476" y="459"/>
                    <a:pt x="474" y="459"/>
                  </a:cubicBezTo>
                  <a:cubicBezTo>
                    <a:pt x="472" y="458"/>
                    <a:pt x="472" y="458"/>
                    <a:pt x="472" y="458"/>
                  </a:cubicBezTo>
                  <a:cubicBezTo>
                    <a:pt x="471" y="458"/>
                    <a:pt x="471" y="459"/>
                    <a:pt x="470" y="459"/>
                  </a:cubicBezTo>
                  <a:cubicBezTo>
                    <a:pt x="469" y="459"/>
                    <a:pt x="467" y="459"/>
                    <a:pt x="466" y="459"/>
                  </a:cubicBezTo>
                  <a:cubicBezTo>
                    <a:pt x="461" y="459"/>
                    <a:pt x="457" y="457"/>
                    <a:pt x="455" y="453"/>
                  </a:cubicBezTo>
                  <a:cubicBezTo>
                    <a:pt x="455" y="453"/>
                    <a:pt x="455" y="453"/>
                    <a:pt x="455" y="452"/>
                  </a:cubicBezTo>
                  <a:cubicBezTo>
                    <a:pt x="454" y="453"/>
                    <a:pt x="454" y="454"/>
                    <a:pt x="453" y="454"/>
                  </a:cubicBezTo>
                  <a:cubicBezTo>
                    <a:pt x="452" y="456"/>
                    <a:pt x="451" y="457"/>
                    <a:pt x="450" y="457"/>
                  </a:cubicBezTo>
                  <a:cubicBezTo>
                    <a:pt x="450" y="458"/>
                    <a:pt x="449" y="458"/>
                    <a:pt x="449" y="459"/>
                  </a:cubicBezTo>
                  <a:cubicBezTo>
                    <a:pt x="448" y="460"/>
                    <a:pt x="447" y="460"/>
                    <a:pt x="446" y="461"/>
                  </a:cubicBezTo>
                  <a:cubicBezTo>
                    <a:pt x="444" y="463"/>
                    <a:pt x="442" y="464"/>
                    <a:pt x="439" y="464"/>
                  </a:cubicBezTo>
                  <a:cubicBezTo>
                    <a:pt x="439" y="464"/>
                    <a:pt x="439" y="464"/>
                    <a:pt x="439" y="464"/>
                  </a:cubicBezTo>
                  <a:cubicBezTo>
                    <a:pt x="438" y="465"/>
                    <a:pt x="438" y="465"/>
                    <a:pt x="438" y="465"/>
                  </a:cubicBezTo>
                  <a:cubicBezTo>
                    <a:pt x="438" y="466"/>
                    <a:pt x="438" y="467"/>
                    <a:pt x="438" y="468"/>
                  </a:cubicBezTo>
                  <a:cubicBezTo>
                    <a:pt x="437" y="471"/>
                    <a:pt x="437" y="471"/>
                    <a:pt x="437" y="471"/>
                  </a:cubicBezTo>
                  <a:cubicBezTo>
                    <a:pt x="436" y="472"/>
                    <a:pt x="436" y="474"/>
                    <a:pt x="435" y="476"/>
                  </a:cubicBezTo>
                  <a:cubicBezTo>
                    <a:pt x="435" y="478"/>
                    <a:pt x="433" y="481"/>
                    <a:pt x="428" y="481"/>
                  </a:cubicBezTo>
                  <a:cubicBezTo>
                    <a:pt x="428" y="481"/>
                    <a:pt x="428" y="481"/>
                    <a:pt x="427" y="481"/>
                  </a:cubicBezTo>
                  <a:cubicBezTo>
                    <a:pt x="427" y="482"/>
                    <a:pt x="426" y="484"/>
                    <a:pt x="425" y="485"/>
                  </a:cubicBezTo>
                  <a:cubicBezTo>
                    <a:pt x="424" y="486"/>
                    <a:pt x="422" y="487"/>
                    <a:pt x="421" y="487"/>
                  </a:cubicBezTo>
                  <a:cubicBezTo>
                    <a:pt x="420" y="487"/>
                    <a:pt x="420" y="488"/>
                    <a:pt x="420" y="488"/>
                  </a:cubicBezTo>
                  <a:cubicBezTo>
                    <a:pt x="419" y="489"/>
                    <a:pt x="418" y="491"/>
                    <a:pt x="416" y="493"/>
                  </a:cubicBezTo>
                  <a:cubicBezTo>
                    <a:pt x="414" y="494"/>
                    <a:pt x="412" y="494"/>
                    <a:pt x="411" y="494"/>
                  </a:cubicBezTo>
                  <a:cubicBezTo>
                    <a:pt x="411" y="494"/>
                    <a:pt x="411" y="495"/>
                    <a:pt x="410" y="496"/>
                  </a:cubicBezTo>
                  <a:cubicBezTo>
                    <a:pt x="410" y="498"/>
                    <a:pt x="409" y="499"/>
                    <a:pt x="407" y="501"/>
                  </a:cubicBezTo>
                  <a:cubicBezTo>
                    <a:pt x="405" y="503"/>
                    <a:pt x="403" y="505"/>
                    <a:pt x="401" y="507"/>
                  </a:cubicBezTo>
                  <a:cubicBezTo>
                    <a:pt x="398" y="509"/>
                    <a:pt x="395" y="512"/>
                    <a:pt x="393" y="515"/>
                  </a:cubicBezTo>
                  <a:cubicBezTo>
                    <a:pt x="393" y="516"/>
                    <a:pt x="393" y="516"/>
                    <a:pt x="393" y="516"/>
                  </a:cubicBezTo>
                  <a:cubicBezTo>
                    <a:pt x="392" y="517"/>
                    <a:pt x="391" y="518"/>
                    <a:pt x="391" y="519"/>
                  </a:cubicBezTo>
                  <a:cubicBezTo>
                    <a:pt x="389" y="520"/>
                    <a:pt x="388" y="521"/>
                    <a:pt x="385" y="521"/>
                  </a:cubicBezTo>
                  <a:cubicBezTo>
                    <a:pt x="385" y="521"/>
                    <a:pt x="384" y="522"/>
                    <a:pt x="384" y="522"/>
                  </a:cubicBezTo>
                  <a:cubicBezTo>
                    <a:pt x="384" y="522"/>
                    <a:pt x="384" y="522"/>
                    <a:pt x="384" y="523"/>
                  </a:cubicBezTo>
                  <a:cubicBezTo>
                    <a:pt x="385" y="524"/>
                    <a:pt x="385" y="526"/>
                    <a:pt x="384" y="528"/>
                  </a:cubicBezTo>
                  <a:cubicBezTo>
                    <a:pt x="383" y="529"/>
                    <a:pt x="383" y="529"/>
                    <a:pt x="383" y="529"/>
                  </a:cubicBezTo>
                  <a:cubicBezTo>
                    <a:pt x="384" y="530"/>
                    <a:pt x="386" y="532"/>
                    <a:pt x="387" y="535"/>
                  </a:cubicBezTo>
                  <a:cubicBezTo>
                    <a:pt x="387" y="538"/>
                    <a:pt x="385" y="541"/>
                    <a:pt x="384" y="543"/>
                  </a:cubicBezTo>
                  <a:cubicBezTo>
                    <a:pt x="384" y="543"/>
                    <a:pt x="383" y="544"/>
                    <a:pt x="383" y="544"/>
                  </a:cubicBezTo>
                  <a:cubicBezTo>
                    <a:pt x="383" y="548"/>
                    <a:pt x="382" y="551"/>
                    <a:pt x="382" y="555"/>
                  </a:cubicBezTo>
                  <a:cubicBezTo>
                    <a:pt x="382" y="561"/>
                    <a:pt x="380" y="565"/>
                    <a:pt x="377" y="569"/>
                  </a:cubicBezTo>
                  <a:cubicBezTo>
                    <a:pt x="377" y="570"/>
                    <a:pt x="376" y="572"/>
                    <a:pt x="375" y="574"/>
                  </a:cubicBezTo>
                  <a:cubicBezTo>
                    <a:pt x="374" y="575"/>
                    <a:pt x="373" y="577"/>
                    <a:pt x="371" y="579"/>
                  </a:cubicBezTo>
                  <a:cubicBezTo>
                    <a:pt x="371" y="580"/>
                    <a:pt x="369" y="582"/>
                    <a:pt x="369" y="582"/>
                  </a:cubicBezTo>
                  <a:cubicBezTo>
                    <a:pt x="369" y="583"/>
                    <a:pt x="370" y="587"/>
                    <a:pt x="367" y="589"/>
                  </a:cubicBezTo>
                  <a:cubicBezTo>
                    <a:pt x="366" y="590"/>
                    <a:pt x="365" y="591"/>
                    <a:pt x="364" y="591"/>
                  </a:cubicBezTo>
                  <a:cubicBezTo>
                    <a:pt x="364" y="593"/>
                    <a:pt x="364" y="594"/>
                    <a:pt x="363" y="596"/>
                  </a:cubicBezTo>
                  <a:cubicBezTo>
                    <a:pt x="361" y="598"/>
                    <a:pt x="359" y="598"/>
                    <a:pt x="357" y="598"/>
                  </a:cubicBezTo>
                  <a:cubicBezTo>
                    <a:pt x="356" y="598"/>
                    <a:pt x="354" y="598"/>
                    <a:pt x="353" y="596"/>
                  </a:cubicBezTo>
                  <a:cubicBezTo>
                    <a:pt x="352" y="596"/>
                    <a:pt x="352" y="596"/>
                    <a:pt x="352" y="596"/>
                  </a:cubicBezTo>
                  <a:cubicBezTo>
                    <a:pt x="353" y="598"/>
                    <a:pt x="352" y="600"/>
                    <a:pt x="352" y="601"/>
                  </a:cubicBezTo>
                  <a:cubicBezTo>
                    <a:pt x="351" y="603"/>
                    <a:pt x="347" y="606"/>
                    <a:pt x="347" y="606"/>
                  </a:cubicBezTo>
                  <a:cubicBezTo>
                    <a:pt x="343" y="609"/>
                    <a:pt x="338" y="608"/>
                    <a:pt x="334" y="608"/>
                  </a:cubicBezTo>
                  <a:cubicBezTo>
                    <a:pt x="331" y="608"/>
                    <a:pt x="329" y="608"/>
                    <a:pt x="328" y="608"/>
                  </a:cubicBezTo>
                  <a:cubicBezTo>
                    <a:pt x="325" y="608"/>
                    <a:pt x="322" y="609"/>
                    <a:pt x="320" y="609"/>
                  </a:cubicBezTo>
                  <a:cubicBezTo>
                    <a:pt x="318" y="609"/>
                    <a:pt x="316" y="609"/>
                    <a:pt x="315" y="609"/>
                  </a:cubicBezTo>
                  <a:cubicBezTo>
                    <a:pt x="314" y="610"/>
                    <a:pt x="313" y="611"/>
                    <a:pt x="311" y="611"/>
                  </a:cubicBezTo>
                  <a:cubicBezTo>
                    <a:pt x="309" y="611"/>
                    <a:pt x="309" y="611"/>
                    <a:pt x="309" y="611"/>
                  </a:cubicBezTo>
                  <a:cubicBezTo>
                    <a:pt x="306" y="611"/>
                    <a:pt x="301" y="611"/>
                    <a:pt x="298" y="609"/>
                  </a:cubicBezTo>
                  <a:cubicBezTo>
                    <a:pt x="297" y="608"/>
                    <a:pt x="296" y="608"/>
                    <a:pt x="296" y="607"/>
                  </a:cubicBezTo>
                  <a:cubicBezTo>
                    <a:pt x="295" y="607"/>
                    <a:pt x="294" y="607"/>
                    <a:pt x="293" y="607"/>
                  </a:cubicBezTo>
                  <a:cubicBezTo>
                    <a:pt x="292" y="607"/>
                    <a:pt x="290" y="607"/>
                    <a:pt x="288" y="606"/>
                  </a:cubicBezTo>
                  <a:cubicBezTo>
                    <a:pt x="287" y="606"/>
                    <a:pt x="287" y="606"/>
                    <a:pt x="287" y="606"/>
                  </a:cubicBezTo>
                  <a:cubicBezTo>
                    <a:pt x="286" y="606"/>
                    <a:pt x="286" y="606"/>
                    <a:pt x="285" y="606"/>
                  </a:cubicBezTo>
                  <a:cubicBezTo>
                    <a:pt x="282" y="606"/>
                    <a:pt x="282" y="606"/>
                    <a:pt x="282" y="606"/>
                  </a:cubicBezTo>
                  <a:cubicBezTo>
                    <a:pt x="254" y="607"/>
                    <a:pt x="234" y="620"/>
                    <a:pt x="234" y="620"/>
                  </a:cubicBezTo>
                  <a:cubicBezTo>
                    <a:pt x="234" y="621"/>
                    <a:pt x="234" y="621"/>
                    <a:pt x="234" y="621"/>
                  </a:cubicBezTo>
                  <a:cubicBezTo>
                    <a:pt x="233" y="622"/>
                    <a:pt x="232" y="622"/>
                    <a:pt x="231" y="623"/>
                  </a:cubicBezTo>
                  <a:cubicBezTo>
                    <a:pt x="231" y="623"/>
                    <a:pt x="230" y="623"/>
                    <a:pt x="230" y="623"/>
                  </a:cubicBezTo>
                  <a:cubicBezTo>
                    <a:pt x="229" y="623"/>
                    <a:pt x="229" y="623"/>
                    <a:pt x="229" y="623"/>
                  </a:cubicBezTo>
                  <a:cubicBezTo>
                    <a:pt x="219" y="625"/>
                    <a:pt x="219" y="625"/>
                    <a:pt x="219" y="625"/>
                  </a:cubicBezTo>
                  <a:cubicBezTo>
                    <a:pt x="218" y="625"/>
                    <a:pt x="216" y="625"/>
                    <a:pt x="212" y="625"/>
                  </a:cubicBezTo>
                  <a:close/>
                  <a:moveTo>
                    <a:pt x="209" y="607"/>
                  </a:moveTo>
                  <a:cubicBezTo>
                    <a:pt x="214" y="607"/>
                    <a:pt x="216" y="614"/>
                    <a:pt x="216" y="615"/>
                  </a:cubicBezTo>
                  <a:cubicBezTo>
                    <a:pt x="216" y="616"/>
                    <a:pt x="216" y="616"/>
                    <a:pt x="216" y="616"/>
                  </a:cubicBezTo>
                  <a:cubicBezTo>
                    <a:pt x="216" y="616"/>
                    <a:pt x="216" y="616"/>
                    <a:pt x="217" y="616"/>
                  </a:cubicBezTo>
                  <a:cubicBezTo>
                    <a:pt x="217" y="616"/>
                    <a:pt x="217" y="616"/>
                    <a:pt x="217" y="616"/>
                  </a:cubicBezTo>
                  <a:cubicBezTo>
                    <a:pt x="226" y="614"/>
                    <a:pt x="226" y="614"/>
                    <a:pt x="226" y="614"/>
                  </a:cubicBezTo>
                  <a:cubicBezTo>
                    <a:pt x="226" y="614"/>
                    <a:pt x="227" y="614"/>
                    <a:pt x="227" y="614"/>
                  </a:cubicBezTo>
                  <a:cubicBezTo>
                    <a:pt x="228" y="613"/>
                    <a:pt x="229" y="613"/>
                    <a:pt x="230" y="612"/>
                  </a:cubicBezTo>
                  <a:cubicBezTo>
                    <a:pt x="234" y="610"/>
                    <a:pt x="254" y="598"/>
                    <a:pt x="282" y="597"/>
                  </a:cubicBezTo>
                  <a:cubicBezTo>
                    <a:pt x="285" y="597"/>
                    <a:pt x="285" y="597"/>
                    <a:pt x="285" y="597"/>
                  </a:cubicBezTo>
                  <a:cubicBezTo>
                    <a:pt x="287" y="597"/>
                    <a:pt x="288" y="597"/>
                    <a:pt x="289" y="597"/>
                  </a:cubicBezTo>
                  <a:cubicBezTo>
                    <a:pt x="290" y="597"/>
                    <a:pt x="290" y="597"/>
                    <a:pt x="290" y="597"/>
                  </a:cubicBezTo>
                  <a:cubicBezTo>
                    <a:pt x="291" y="598"/>
                    <a:pt x="292" y="598"/>
                    <a:pt x="293" y="598"/>
                  </a:cubicBezTo>
                  <a:cubicBezTo>
                    <a:pt x="293" y="597"/>
                    <a:pt x="293" y="597"/>
                    <a:pt x="293" y="597"/>
                  </a:cubicBezTo>
                  <a:cubicBezTo>
                    <a:pt x="292" y="593"/>
                    <a:pt x="294" y="590"/>
                    <a:pt x="298" y="589"/>
                  </a:cubicBezTo>
                  <a:cubicBezTo>
                    <a:pt x="300" y="588"/>
                    <a:pt x="302" y="589"/>
                    <a:pt x="303" y="590"/>
                  </a:cubicBezTo>
                  <a:cubicBezTo>
                    <a:pt x="304" y="592"/>
                    <a:pt x="304" y="594"/>
                    <a:pt x="303" y="595"/>
                  </a:cubicBezTo>
                  <a:cubicBezTo>
                    <a:pt x="303" y="596"/>
                    <a:pt x="303" y="596"/>
                    <a:pt x="303" y="598"/>
                  </a:cubicBezTo>
                  <a:cubicBezTo>
                    <a:pt x="303" y="599"/>
                    <a:pt x="304" y="599"/>
                    <a:pt x="304" y="600"/>
                  </a:cubicBezTo>
                  <a:cubicBezTo>
                    <a:pt x="304" y="600"/>
                    <a:pt x="304" y="601"/>
                    <a:pt x="304" y="601"/>
                  </a:cubicBezTo>
                  <a:cubicBezTo>
                    <a:pt x="305" y="601"/>
                    <a:pt x="306" y="601"/>
                    <a:pt x="307" y="601"/>
                  </a:cubicBezTo>
                  <a:cubicBezTo>
                    <a:pt x="308" y="601"/>
                    <a:pt x="308" y="601"/>
                    <a:pt x="309" y="601"/>
                  </a:cubicBezTo>
                  <a:cubicBezTo>
                    <a:pt x="312" y="600"/>
                    <a:pt x="315" y="600"/>
                    <a:pt x="319" y="600"/>
                  </a:cubicBezTo>
                  <a:cubicBezTo>
                    <a:pt x="321" y="599"/>
                    <a:pt x="324" y="599"/>
                    <a:pt x="326" y="599"/>
                  </a:cubicBezTo>
                  <a:cubicBezTo>
                    <a:pt x="329" y="599"/>
                    <a:pt x="331" y="599"/>
                    <a:pt x="334" y="599"/>
                  </a:cubicBezTo>
                  <a:cubicBezTo>
                    <a:pt x="335" y="599"/>
                    <a:pt x="337" y="599"/>
                    <a:pt x="338" y="599"/>
                  </a:cubicBezTo>
                  <a:cubicBezTo>
                    <a:pt x="341" y="599"/>
                    <a:pt x="342" y="599"/>
                    <a:pt x="342" y="598"/>
                  </a:cubicBezTo>
                  <a:cubicBezTo>
                    <a:pt x="342" y="598"/>
                    <a:pt x="342" y="598"/>
                    <a:pt x="342" y="598"/>
                  </a:cubicBezTo>
                  <a:cubicBezTo>
                    <a:pt x="342" y="598"/>
                    <a:pt x="342" y="598"/>
                    <a:pt x="342" y="597"/>
                  </a:cubicBezTo>
                  <a:cubicBezTo>
                    <a:pt x="339" y="583"/>
                    <a:pt x="339" y="583"/>
                    <a:pt x="339" y="583"/>
                  </a:cubicBezTo>
                  <a:cubicBezTo>
                    <a:pt x="339" y="581"/>
                    <a:pt x="340" y="579"/>
                    <a:pt x="342" y="578"/>
                  </a:cubicBezTo>
                  <a:cubicBezTo>
                    <a:pt x="344" y="577"/>
                    <a:pt x="346" y="578"/>
                    <a:pt x="347" y="579"/>
                  </a:cubicBezTo>
                  <a:cubicBezTo>
                    <a:pt x="354" y="586"/>
                    <a:pt x="354" y="586"/>
                    <a:pt x="354" y="586"/>
                  </a:cubicBezTo>
                  <a:cubicBezTo>
                    <a:pt x="354" y="586"/>
                    <a:pt x="355" y="586"/>
                    <a:pt x="355" y="586"/>
                  </a:cubicBezTo>
                  <a:cubicBezTo>
                    <a:pt x="355" y="586"/>
                    <a:pt x="356" y="585"/>
                    <a:pt x="356" y="584"/>
                  </a:cubicBezTo>
                  <a:cubicBezTo>
                    <a:pt x="357" y="583"/>
                    <a:pt x="359" y="582"/>
                    <a:pt x="360" y="582"/>
                  </a:cubicBezTo>
                  <a:cubicBezTo>
                    <a:pt x="360" y="581"/>
                    <a:pt x="360" y="580"/>
                    <a:pt x="360" y="580"/>
                  </a:cubicBezTo>
                  <a:cubicBezTo>
                    <a:pt x="361" y="577"/>
                    <a:pt x="363" y="575"/>
                    <a:pt x="364" y="573"/>
                  </a:cubicBezTo>
                  <a:cubicBezTo>
                    <a:pt x="365" y="572"/>
                    <a:pt x="366" y="570"/>
                    <a:pt x="367" y="570"/>
                  </a:cubicBezTo>
                  <a:cubicBezTo>
                    <a:pt x="368" y="568"/>
                    <a:pt x="368" y="566"/>
                    <a:pt x="369" y="565"/>
                  </a:cubicBezTo>
                  <a:cubicBezTo>
                    <a:pt x="371" y="561"/>
                    <a:pt x="373" y="559"/>
                    <a:pt x="373" y="555"/>
                  </a:cubicBezTo>
                  <a:cubicBezTo>
                    <a:pt x="373" y="550"/>
                    <a:pt x="374" y="546"/>
                    <a:pt x="374" y="543"/>
                  </a:cubicBezTo>
                  <a:cubicBezTo>
                    <a:pt x="374" y="540"/>
                    <a:pt x="376" y="539"/>
                    <a:pt x="377" y="537"/>
                  </a:cubicBezTo>
                  <a:cubicBezTo>
                    <a:pt x="377" y="537"/>
                    <a:pt x="377" y="537"/>
                    <a:pt x="377" y="536"/>
                  </a:cubicBezTo>
                  <a:cubicBezTo>
                    <a:pt x="377" y="536"/>
                    <a:pt x="377" y="536"/>
                    <a:pt x="377" y="536"/>
                  </a:cubicBezTo>
                  <a:cubicBezTo>
                    <a:pt x="376" y="535"/>
                    <a:pt x="374" y="534"/>
                    <a:pt x="373" y="531"/>
                  </a:cubicBezTo>
                  <a:cubicBezTo>
                    <a:pt x="372" y="527"/>
                    <a:pt x="374" y="525"/>
                    <a:pt x="375" y="524"/>
                  </a:cubicBezTo>
                  <a:cubicBezTo>
                    <a:pt x="375" y="524"/>
                    <a:pt x="375" y="523"/>
                    <a:pt x="375" y="522"/>
                  </a:cubicBezTo>
                  <a:cubicBezTo>
                    <a:pt x="375" y="519"/>
                    <a:pt x="375" y="518"/>
                    <a:pt x="377" y="516"/>
                  </a:cubicBezTo>
                  <a:cubicBezTo>
                    <a:pt x="377" y="516"/>
                    <a:pt x="380" y="512"/>
                    <a:pt x="383" y="512"/>
                  </a:cubicBezTo>
                  <a:cubicBezTo>
                    <a:pt x="384" y="512"/>
                    <a:pt x="384" y="511"/>
                    <a:pt x="384" y="511"/>
                  </a:cubicBezTo>
                  <a:cubicBezTo>
                    <a:pt x="385" y="511"/>
                    <a:pt x="385" y="511"/>
                    <a:pt x="385" y="511"/>
                  </a:cubicBezTo>
                  <a:cubicBezTo>
                    <a:pt x="385" y="510"/>
                    <a:pt x="385" y="510"/>
                    <a:pt x="386" y="509"/>
                  </a:cubicBezTo>
                  <a:cubicBezTo>
                    <a:pt x="388" y="505"/>
                    <a:pt x="392" y="502"/>
                    <a:pt x="395" y="499"/>
                  </a:cubicBezTo>
                  <a:cubicBezTo>
                    <a:pt x="397" y="498"/>
                    <a:pt x="399" y="496"/>
                    <a:pt x="401" y="495"/>
                  </a:cubicBezTo>
                  <a:cubicBezTo>
                    <a:pt x="401" y="494"/>
                    <a:pt x="402" y="493"/>
                    <a:pt x="402" y="492"/>
                  </a:cubicBezTo>
                  <a:cubicBezTo>
                    <a:pt x="403" y="490"/>
                    <a:pt x="404" y="487"/>
                    <a:pt x="406" y="486"/>
                  </a:cubicBezTo>
                  <a:cubicBezTo>
                    <a:pt x="408" y="485"/>
                    <a:pt x="410" y="485"/>
                    <a:pt x="411" y="485"/>
                  </a:cubicBezTo>
                  <a:cubicBezTo>
                    <a:pt x="411" y="484"/>
                    <a:pt x="411" y="484"/>
                    <a:pt x="411" y="484"/>
                  </a:cubicBezTo>
                  <a:cubicBezTo>
                    <a:pt x="412" y="483"/>
                    <a:pt x="413" y="480"/>
                    <a:pt x="416" y="479"/>
                  </a:cubicBezTo>
                  <a:cubicBezTo>
                    <a:pt x="417" y="478"/>
                    <a:pt x="418" y="478"/>
                    <a:pt x="418" y="478"/>
                  </a:cubicBezTo>
                  <a:cubicBezTo>
                    <a:pt x="418" y="477"/>
                    <a:pt x="419" y="476"/>
                    <a:pt x="420" y="474"/>
                  </a:cubicBezTo>
                  <a:cubicBezTo>
                    <a:pt x="423" y="472"/>
                    <a:pt x="426" y="472"/>
                    <a:pt x="427" y="472"/>
                  </a:cubicBezTo>
                  <a:cubicBezTo>
                    <a:pt x="427" y="470"/>
                    <a:pt x="428" y="469"/>
                    <a:pt x="428" y="468"/>
                  </a:cubicBezTo>
                  <a:cubicBezTo>
                    <a:pt x="429" y="465"/>
                    <a:pt x="429" y="465"/>
                    <a:pt x="429" y="465"/>
                  </a:cubicBezTo>
                  <a:cubicBezTo>
                    <a:pt x="429" y="465"/>
                    <a:pt x="429" y="464"/>
                    <a:pt x="429" y="464"/>
                  </a:cubicBezTo>
                  <a:cubicBezTo>
                    <a:pt x="430" y="461"/>
                    <a:pt x="431" y="456"/>
                    <a:pt x="435" y="455"/>
                  </a:cubicBezTo>
                  <a:cubicBezTo>
                    <a:pt x="436" y="454"/>
                    <a:pt x="438" y="454"/>
                    <a:pt x="439" y="455"/>
                  </a:cubicBezTo>
                  <a:cubicBezTo>
                    <a:pt x="439" y="455"/>
                    <a:pt x="439" y="455"/>
                    <a:pt x="440" y="455"/>
                  </a:cubicBezTo>
                  <a:cubicBezTo>
                    <a:pt x="440" y="455"/>
                    <a:pt x="440" y="454"/>
                    <a:pt x="440" y="454"/>
                  </a:cubicBezTo>
                  <a:cubicBezTo>
                    <a:pt x="441" y="453"/>
                    <a:pt x="442" y="453"/>
                    <a:pt x="442" y="452"/>
                  </a:cubicBezTo>
                  <a:cubicBezTo>
                    <a:pt x="443" y="451"/>
                    <a:pt x="444" y="451"/>
                    <a:pt x="444" y="450"/>
                  </a:cubicBezTo>
                  <a:cubicBezTo>
                    <a:pt x="445" y="450"/>
                    <a:pt x="446" y="449"/>
                    <a:pt x="447" y="448"/>
                  </a:cubicBezTo>
                  <a:cubicBezTo>
                    <a:pt x="449" y="445"/>
                    <a:pt x="452" y="442"/>
                    <a:pt x="455" y="441"/>
                  </a:cubicBezTo>
                  <a:cubicBezTo>
                    <a:pt x="456" y="441"/>
                    <a:pt x="457" y="441"/>
                    <a:pt x="458" y="441"/>
                  </a:cubicBezTo>
                  <a:cubicBezTo>
                    <a:pt x="459" y="441"/>
                    <a:pt x="463" y="442"/>
                    <a:pt x="464" y="448"/>
                  </a:cubicBezTo>
                  <a:cubicBezTo>
                    <a:pt x="464" y="448"/>
                    <a:pt x="464" y="449"/>
                    <a:pt x="464" y="449"/>
                  </a:cubicBezTo>
                  <a:cubicBezTo>
                    <a:pt x="464" y="449"/>
                    <a:pt x="467" y="450"/>
                    <a:pt x="469" y="449"/>
                  </a:cubicBezTo>
                  <a:cubicBezTo>
                    <a:pt x="470" y="449"/>
                    <a:pt x="471" y="449"/>
                    <a:pt x="472" y="449"/>
                  </a:cubicBezTo>
                  <a:cubicBezTo>
                    <a:pt x="473" y="449"/>
                    <a:pt x="473" y="449"/>
                    <a:pt x="474" y="449"/>
                  </a:cubicBezTo>
                  <a:cubicBezTo>
                    <a:pt x="474" y="449"/>
                    <a:pt x="475" y="449"/>
                    <a:pt x="475" y="449"/>
                  </a:cubicBezTo>
                  <a:cubicBezTo>
                    <a:pt x="475" y="449"/>
                    <a:pt x="475" y="448"/>
                    <a:pt x="476" y="448"/>
                  </a:cubicBezTo>
                  <a:cubicBezTo>
                    <a:pt x="476" y="447"/>
                    <a:pt x="476" y="447"/>
                    <a:pt x="477" y="446"/>
                  </a:cubicBezTo>
                  <a:cubicBezTo>
                    <a:pt x="477" y="446"/>
                    <a:pt x="477" y="445"/>
                    <a:pt x="477" y="445"/>
                  </a:cubicBezTo>
                  <a:cubicBezTo>
                    <a:pt x="478" y="442"/>
                    <a:pt x="478" y="442"/>
                    <a:pt x="478" y="442"/>
                  </a:cubicBezTo>
                  <a:cubicBezTo>
                    <a:pt x="478" y="438"/>
                    <a:pt x="479" y="435"/>
                    <a:pt x="482" y="434"/>
                  </a:cubicBezTo>
                  <a:cubicBezTo>
                    <a:pt x="482" y="433"/>
                    <a:pt x="484" y="433"/>
                    <a:pt x="484" y="433"/>
                  </a:cubicBezTo>
                  <a:cubicBezTo>
                    <a:pt x="485" y="433"/>
                    <a:pt x="489" y="433"/>
                    <a:pt x="490" y="439"/>
                  </a:cubicBezTo>
                  <a:cubicBezTo>
                    <a:pt x="491" y="440"/>
                    <a:pt x="493" y="441"/>
                    <a:pt x="494" y="442"/>
                  </a:cubicBezTo>
                  <a:cubicBezTo>
                    <a:pt x="499" y="443"/>
                    <a:pt x="505" y="446"/>
                    <a:pt x="506" y="454"/>
                  </a:cubicBezTo>
                  <a:cubicBezTo>
                    <a:pt x="506" y="455"/>
                    <a:pt x="507" y="455"/>
                    <a:pt x="507" y="455"/>
                  </a:cubicBezTo>
                  <a:cubicBezTo>
                    <a:pt x="509" y="456"/>
                    <a:pt x="509" y="456"/>
                    <a:pt x="509" y="456"/>
                  </a:cubicBezTo>
                  <a:cubicBezTo>
                    <a:pt x="513" y="457"/>
                    <a:pt x="517" y="459"/>
                    <a:pt x="518" y="465"/>
                  </a:cubicBezTo>
                  <a:cubicBezTo>
                    <a:pt x="518" y="467"/>
                    <a:pt x="518" y="469"/>
                    <a:pt x="518" y="471"/>
                  </a:cubicBezTo>
                  <a:cubicBezTo>
                    <a:pt x="518" y="475"/>
                    <a:pt x="518" y="477"/>
                    <a:pt x="519" y="478"/>
                  </a:cubicBezTo>
                  <a:cubicBezTo>
                    <a:pt x="519" y="478"/>
                    <a:pt x="519" y="478"/>
                    <a:pt x="520" y="478"/>
                  </a:cubicBezTo>
                  <a:cubicBezTo>
                    <a:pt x="523" y="478"/>
                    <a:pt x="527" y="477"/>
                    <a:pt x="528" y="477"/>
                  </a:cubicBezTo>
                  <a:cubicBezTo>
                    <a:pt x="529" y="477"/>
                    <a:pt x="529" y="477"/>
                    <a:pt x="529" y="475"/>
                  </a:cubicBezTo>
                  <a:cubicBezTo>
                    <a:pt x="530" y="474"/>
                    <a:pt x="530" y="474"/>
                    <a:pt x="530" y="474"/>
                  </a:cubicBezTo>
                  <a:cubicBezTo>
                    <a:pt x="531" y="469"/>
                    <a:pt x="533" y="468"/>
                    <a:pt x="536" y="467"/>
                  </a:cubicBezTo>
                  <a:cubicBezTo>
                    <a:pt x="537" y="467"/>
                    <a:pt x="537" y="467"/>
                    <a:pt x="538" y="467"/>
                  </a:cubicBezTo>
                  <a:cubicBezTo>
                    <a:pt x="538" y="466"/>
                    <a:pt x="539" y="463"/>
                    <a:pt x="539" y="462"/>
                  </a:cubicBezTo>
                  <a:cubicBezTo>
                    <a:pt x="539" y="461"/>
                    <a:pt x="538" y="460"/>
                    <a:pt x="538" y="458"/>
                  </a:cubicBezTo>
                  <a:cubicBezTo>
                    <a:pt x="538" y="454"/>
                    <a:pt x="540" y="451"/>
                    <a:pt x="542" y="449"/>
                  </a:cubicBezTo>
                  <a:cubicBezTo>
                    <a:pt x="544" y="446"/>
                    <a:pt x="547" y="444"/>
                    <a:pt x="550" y="442"/>
                  </a:cubicBezTo>
                  <a:cubicBezTo>
                    <a:pt x="550" y="442"/>
                    <a:pt x="551" y="442"/>
                    <a:pt x="552" y="442"/>
                  </a:cubicBezTo>
                  <a:cubicBezTo>
                    <a:pt x="552" y="440"/>
                    <a:pt x="554" y="439"/>
                    <a:pt x="555" y="438"/>
                  </a:cubicBezTo>
                  <a:cubicBezTo>
                    <a:pt x="555" y="438"/>
                    <a:pt x="556" y="438"/>
                    <a:pt x="556" y="437"/>
                  </a:cubicBezTo>
                  <a:cubicBezTo>
                    <a:pt x="555" y="437"/>
                    <a:pt x="555" y="436"/>
                    <a:pt x="554" y="435"/>
                  </a:cubicBezTo>
                  <a:cubicBezTo>
                    <a:pt x="554" y="435"/>
                    <a:pt x="554" y="434"/>
                    <a:pt x="554" y="434"/>
                  </a:cubicBezTo>
                  <a:cubicBezTo>
                    <a:pt x="553" y="434"/>
                    <a:pt x="552" y="433"/>
                    <a:pt x="551" y="432"/>
                  </a:cubicBezTo>
                  <a:cubicBezTo>
                    <a:pt x="550" y="431"/>
                    <a:pt x="550" y="428"/>
                    <a:pt x="551" y="427"/>
                  </a:cubicBezTo>
                  <a:cubicBezTo>
                    <a:pt x="551" y="425"/>
                    <a:pt x="552" y="423"/>
                    <a:pt x="554" y="421"/>
                  </a:cubicBezTo>
                  <a:cubicBezTo>
                    <a:pt x="555" y="420"/>
                    <a:pt x="556" y="420"/>
                    <a:pt x="556" y="419"/>
                  </a:cubicBezTo>
                  <a:cubicBezTo>
                    <a:pt x="557" y="417"/>
                    <a:pt x="558" y="416"/>
                    <a:pt x="559" y="416"/>
                  </a:cubicBezTo>
                  <a:cubicBezTo>
                    <a:pt x="559" y="415"/>
                    <a:pt x="560" y="415"/>
                    <a:pt x="560" y="415"/>
                  </a:cubicBezTo>
                  <a:cubicBezTo>
                    <a:pt x="561" y="414"/>
                    <a:pt x="561" y="414"/>
                    <a:pt x="561" y="414"/>
                  </a:cubicBezTo>
                  <a:cubicBezTo>
                    <a:pt x="563" y="412"/>
                    <a:pt x="567" y="408"/>
                    <a:pt x="567" y="406"/>
                  </a:cubicBezTo>
                  <a:cubicBezTo>
                    <a:pt x="566" y="401"/>
                    <a:pt x="566" y="398"/>
                    <a:pt x="570" y="392"/>
                  </a:cubicBezTo>
                  <a:cubicBezTo>
                    <a:pt x="571" y="390"/>
                    <a:pt x="571" y="390"/>
                    <a:pt x="571" y="390"/>
                  </a:cubicBezTo>
                  <a:cubicBezTo>
                    <a:pt x="572" y="388"/>
                    <a:pt x="574" y="386"/>
                    <a:pt x="575" y="385"/>
                  </a:cubicBezTo>
                  <a:cubicBezTo>
                    <a:pt x="576" y="384"/>
                    <a:pt x="576" y="383"/>
                    <a:pt x="577" y="383"/>
                  </a:cubicBezTo>
                  <a:cubicBezTo>
                    <a:pt x="582" y="382"/>
                    <a:pt x="582" y="382"/>
                    <a:pt x="582" y="382"/>
                  </a:cubicBezTo>
                  <a:cubicBezTo>
                    <a:pt x="577" y="382"/>
                    <a:pt x="577" y="382"/>
                    <a:pt x="577" y="382"/>
                  </a:cubicBezTo>
                  <a:cubicBezTo>
                    <a:pt x="577" y="381"/>
                    <a:pt x="577" y="380"/>
                    <a:pt x="577" y="379"/>
                  </a:cubicBezTo>
                  <a:cubicBezTo>
                    <a:pt x="576" y="377"/>
                    <a:pt x="576" y="374"/>
                    <a:pt x="578" y="371"/>
                  </a:cubicBezTo>
                  <a:cubicBezTo>
                    <a:pt x="579" y="368"/>
                    <a:pt x="579" y="368"/>
                    <a:pt x="579" y="365"/>
                  </a:cubicBezTo>
                  <a:cubicBezTo>
                    <a:pt x="579" y="363"/>
                    <a:pt x="579" y="363"/>
                    <a:pt x="579" y="363"/>
                  </a:cubicBezTo>
                  <a:cubicBezTo>
                    <a:pt x="578" y="353"/>
                    <a:pt x="583" y="350"/>
                    <a:pt x="585" y="350"/>
                  </a:cubicBezTo>
                  <a:cubicBezTo>
                    <a:pt x="586" y="349"/>
                    <a:pt x="587" y="349"/>
                    <a:pt x="588" y="349"/>
                  </a:cubicBezTo>
                  <a:cubicBezTo>
                    <a:pt x="588" y="349"/>
                    <a:pt x="588" y="349"/>
                    <a:pt x="589" y="349"/>
                  </a:cubicBezTo>
                  <a:cubicBezTo>
                    <a:pt x="589" y="349"/>
                    <a:pt x="590" y="348"/>
                    <a:pt x="590" y="348"/>
                  </a:cubicBezTo>
                  <a:cubicBezTo>
                    <a:pt x="590" y="348"/>
                    <a:pt x="589" y="348"/>
                    <a:pt x="589" y="347"/>
                  </a:cubicBezTo>
                  <a:cubicBezTo>
                    <a:pt x="589" y="346"/>
                    <a:pt x="588" y="345"/>
                    <a:pt x="588" y="343"/>
                  </a:cubicBezTo>
                  <a:cubicBezTo>
                    <a:pt x="588" y="341"/>
                    <a:pt x="589" y="340"/>
                    <a:pt x="590" y="339"/>
                  </a:cubicBezTo>
                  <a:cubicBezTo>
                    <a:pt x="591" y="338"/>
                    <a:pt x="593" y="338"/>
                    <a:pt x="594" y="338"/>
                  </a:cubicBezTo>
                  <a:cubicBezTo>
                    <a:pt x="595" y="338"/>
                    <a:pt x="596" y="337"/>
                    <a:pt x="598" y="337"/>
                  </a:cubicBezTo>
                  <a:cubicBezTo>
                    <a:pt x="601" y="337"/>
                    <a:pt x="602" y="337"/>
                    <a:pt x="603" y="338"/>
                  </a:cubicBezTo>
                  <a:cubicBezTo>
                    <a:pt x="604" y="338"/>
                    <a:pt x="607" y="336"/>
                    <a:pt x="607" y="336"/>
                  </a:cubicBezTo>
                  <a:cubicBezTo>
                    <a:pt x="607" y="336"/>
                    <a:pt x="607" y="336"/>
                    <a:pt x="607" y="336"/>
                  </a:cubicBezTo>
                  <a:cubicBezTo>
                    <a:pt x="607" y="336"/>
                    <a:pt x="608" y="335"/>
                    <a:pt x="608" y="335"/>
                  </a:cubicBezTo>
                  <a:cubicBezTo>
                    <a:pt x="608" y="333"/>
                    <a:pt x="609" y="331"/>
                    <a:pt x="611" y="330"/>
                  </a:cubicBezTo>
                  <a:cubicBezTo>
                    <a:pt x="612" y="329"/>
                    <a:pt x="613" y="328"/>
                    <a:pt x="614" y="328"/>
                  </a:cubicBezTo>
                  <a:cubicBezTo>
                    <a:pt x="615" y="326"/>
                    <a:pt x="615" y="322"/>
                    <a:pt x="615" y="319"/>
                  </a:cubicBezTo>
                  <a:cubicBezTo>
                    <a:pt x="615" y="317"/>
                    <a:pt x="615" y="314"/>
                    <a:pt x="615" y="312"/>
                  </a:cubicBezTo>
                  <a:cubicBezTo>
                    <a:pt x="616" y="310"/>
                    <a:pt x="617" y="307"/>
                    <a:pt x="618" y="305"/>
                  </a:cubicBezTo>
                  <a:cubicBezTo>
                    <a:pt x="619" y="303"/>
                    <a:pt x="620" y="301"/>
                    <a:pt x="620" y="299"/>
                  </a:cubicBezTo>
                  <a:cubicBezTo>
                    <a:pt x="619" y="299"/>
                    <a:pt x="619" y="299"/>
                    <a:pt x="619" y="299"/>
                  </a:cubicBezTo>
                  <a:cubicBezTo>
                    <a:pt x="617" y="299"/>
                    <a:pt x="616" y="297"/>
                    <a:pt x="616" y="296"/>
                  </a:cubicBezTo>
                  <a:cubicBezTo>
                    <a:pt x="616" y="294"/>
                    <a:pt x="616" y="293"/>
                    <a:pt x="617" y="292"/>
                  </a:cubicBezTo>
                  <a:cubicBezTo>
                    <a:pt x="618" y="290"/>
                    <a:pt x="620" y="289"/>
                    <a:pt x="621" y="289"/>
                  </a:cubicBezTo>
                  <a:cubicBezTo>
                    <a:pt x="622" y="288"/>
                    <a:pt x="623" y="288"/>
                    <a:pt x="623" y="288"/>
                  </a:cubicBezTo>
                  <a:cubicBezTo>
                    <a:pt x="623" y="287"/>
                    <a:pt x="623" y="287"/>
                    <a:pt x="623" y="287"/>
                  </a:cubicBezTo>
                  <a:cubicBezTo>
                    <a:pt x="625" y="285"/>
                    <a:pt x="627" y="282"/>
                    <a:pt x="630" y="281"/>
                  </a:cubicBezTo>
                  <a:cubicBezTo>
                    <a:pt x="632" y="280"/>
                    <a:pt x="635" y="280"/>
                    <a:pt x="636" y="279"/>
                  </a:cubicBezTo>
                  <a:cubicBezTo>
                    <a:pt x="639" y="279"/>
                    <a:pt x="639" y="279"/>
                    <a:pt x="639" y="277"/>
                  </a:cubicBezTo>
                  <a:cubicBezTo>
                    <a:pt x="640" y="275"/>
                    <a:pt x="640" y="273"/>
                    <a:pt x="641" y="270"/>
                  </a:cubicBezTo>
                  <a:cubicBezTo>
                    <a:pt x="641" y="267"/>
                    <a:pt x="641" y="267"/>
                    <a:pt x="641" y="267"/>
                  </a:cubicBezTo>
                  <a:cubicBezTo>
                    <a:pt x="640" y="266"/>
                    <a:pt x="639" y="264"/>
                    <a:pt x="639" y="261"/>
                  </a:cubicBezTo>
                  <a:cubicBezTo>
                    <a:pt x="638" y="259"/>
                    <a:pt x="639" y="257"/>
                    <a:pt x="640" y="255"/>
                  </a:cubicBezTo>
                  <a:cubicBezTo>
                    <a:pt x="640" y="255"/>
                    <a:pt x="640" y="255"/>
                    <a:pt x="640" y="255"/>
                  </a:cubicBezTo>
                  <a:cubicBezTo>
                    <a:pt x="640" y="254"/>
                    <a:pt x="639" y="253"/>
                    <a:pt x="640" y="252"/>
                  </a:cubicBezTo>
                  <a:cubicBezTo>
                    <a:pt x="640" y="244"/>
                    <a:pt x="646" y="243"/>
                    <a:pt x="648" y="243"/>
                  </a:cubicBezTo>
                  <a:cubicBezTo>
                    <a:pt x="649" y="243"/>
                    <a:pt x="650" y="242"/>
                    <a:pt x="651" y="242"/>
                  </a:cubicBezTo>
                  <a:cubicBezTo>
                    <a:pt x="652" y="242"/>
                    <a:pt x="653" y="241"/>
                    <a:pt x="653" y="238"/>
                  </a:cubicBezTo>
                  <a:cubicBezTo>
                    <a:pt x="653" y="237"/>
                    <a:pt x="653" y="236"/>
                    <a:pt x="654" y="234"/>
                  </a:cubicBezTo>
                  <a:cubicBezTo>
                    <a:pt x="654" y="232"/>
                    <a:pt x="655" y="229"/>
                    <a:pt x="655" y="226"/>
                  </a:cubicBezTo>
                  <a:cubicBezTo>
                    <a:pt x="655" y="224"/>
                    <a:pt x="656" y="222"/>
                    <a:pt x="656" y="220"/>
                  </a:cubicBezTo>
                  <a:cubicBezTo>
                    <a:pt x="658" y="211"/>
                    <a:pt x="663" y="204"/>
                    <a:pt x="667" y="197"/>
                  </a:cubicBezTo>
                  <a:cubicBezTo>
                    <a:pt x="670" y="191"/>
                    <a:pt x="670" y="191"/>
                    <a:pt x="670" y="191"/>
                  </a:cubicBezTo>
                  <a:cubicBezTo>
                    <a:pt x="671" y="191"/>
                    <a:pt x="671" y="191"/>
                    <a:pt x="671" y="190"/>
                  </a:cubicBezTo>
                  <a:cubicBezTo>
                    <a:pt x="671" y="187"/>
                    <a:pt x="672" y="186"/>
                    <a:pt x="673" y="184"/>
                  </a:cubicBezTo>
                  <a:cubicBezTo>
                    <a:pt x="674" y="182"/>
                    <a:pt x="675" y="181"/>
                    <a:pt x="676" y="181"/>
                  </a:cubicBezTo>
                  <a:cubicBezTo>
                    <a:pt x="678" y="178"/>
                    <a:pt x="679" y="176"/>
                    <a:pt x="681" y="174"/>
                  </a:cubicBezTo>
                  <a:cubicBezTo>
                    <a:pt x="683" y="170"/>
                    <a:pt x="686" y="167"/>
                    <a:pt x="689" y="167"/>
                  </a:cubicBezTo>
                  <a:cubicBezTo>
                    <a:pt x="689" y="167"/>
                    <a:pt x="690" y="166"/>
                    <a:pt x="691" y="166"/>
                  </a:cubicBezTo>
                  <a:cubicBezTo>
                    <a:pt x="693" y="166"/>
                    <a:pt x="695" y="168"/>
                    <a:pt x="697" y="168"/>
                  </a:cubicBezTo>
                  <a:cubicBezTo>
                    <a:pt x="697" y="169"/>
                    <a:pt x="698" y="169"/>
                    <a:pt x="698" y="169"/>
                  </a:cubicBezTo>
                  <a:cubicBezTo>
                    <a:pt x="700" y="169"/>
                    <a:pt x="703" y="166"/>
                    <a:pt x="705" y="165"/>
                  </a:cubicBezTo>
                  <a:cubicBezTo>
                    <a:pt x="706" y="164"/>
                    <a:pt x="706" y="164"/>
                    <a:pt x="706" y="164"/>
                  </a:cubicBezTo>
                  <a:cubicBezTo>
                    <a:pt x="707" y="164"/>
                    <a:pt x="707" y="163"/>
                    <a:pt x="707" y="163"/>
                  </a:cubicBezTo>
                  <a:cubicBezTo>
                    <a:pt x="708" y="162"/>
                    <a:pt x="710" y="161"/>
                    <a:pt x="711" y="160"/>
                  </a:cubicBezTo>
                  <a:cubicBezTo>
                    <a:pt x="712" y="159"/>
                    <a:pt x="714" y="159"/>
                    <a:pt x="715" y="159"/>
                  </a:cubicBezTo>
                  <a:cubicBezTo>
                    <a:pt x="715" y="158"/>
                    <a:pt x="716" y="158"/>
                    <a:pt x="716" y="158"/>
                  </a:cubicBezTo>
                  <a:cubicBezTo>
                    <a:pt x="717" y="157"/>
                    <a:pt x="718" y="156"/>
                    <a:pt x="719" y="155"/>
                  </a:cubicBezTo>
                  <a:cubicBezTo>
                    <a:pt x="721" y="154"/>
                    <a:pt x="724" y="152"/>
                    <a:pt x="724" y="151"/>
                  </a:cubicBezTo>
                  <a:cubicBezTo>
                    <a:pt x="724" y="151"/>
                    <a:pt x="724" y="150"/>
                    <a:pt x="723" y="149"/>
                  </a:cubicBezTo>
                  <a:cubicBezTo>
                    <a:pt x="722" y="148"/>
                    <a:pt x="722" y="148"/>
                    <a:pt x="722" y="148"/>
                  </a:cubicBezTo>
                  <a:cubicBezTo>
                    <a:pt x="720" y="146"/>
                    <a:pt x="718" y="144"/>
                    <a:pt x="721" y="140"/>
                  </a:cubicBezTo>
                  <a:cubicBezTo>
                    <a:pt x="721" y="140"/>
                    <a:pt x="721" y="139"/>
                    <a:pt x="721" y="138"/>
                  </a:cubicBezTo>
                  <a:cubicBezTo>
                    <a:pt x="723" y="136"/>
                    <a:pt x="724" y="130"/>
                    <a:pt x="724" y="128"/>
                  </a:cubicBezTo>
                  <a:cubicBezTo>
                    <a:pt x="723" y="127"/>
                    <a:pt x="722" y="125"/>
                    <a:pt x="722" y="123"/>
                  </a:cubicBezTo>
                  <a:cubicBezTo>
                    <a:pt x="722" y="122"/>
                    <a:pt x="723" y="121"/>
                    <a:pt x="723" y="118"/>
                  </a:cubicBezTo>
                  <a:cubicBezTo>
                    <a:pt x="724" y="117"/>
                    <a:pt x="724" y="117"/>
                    <a:pt x="724" y="117"/>
                  </a:cubicBezTo>
                  <a:cubicBezTo>
                    <a:pt x="724" y="116"/>
                    <a:pt x="724" y="116"/>
                    <a:pt x="724" y="116"/>
                  </a:cubicBezTo>
                  <a:cubicBezTo>
                    <a:pt x="720" y="115"/>
                    <a:pt x="718" y="112"/>
                    <a:pt x="717" y="110"/>
                  </a:cubicBezTo>
                  <a:cubicBezTo>
                    <a:pt x="716" y="108"/>
                    <a:pt x="716" y="107"/>
                    <a:pt x="713" y="107"/>
                  </a:cubicBezTo>
                  <a:cubicBezTo>
                    <a:pt x="712" y="107"/>
                    <a:pt x="711" y="107"/>
                    <a:pt x="709" y="107"/>
                  </a:cubicBezTo>
                  <a:cubicBezTo>
                    <a:pt x="708" y="107"/>
                    <a:pt x="707" y="107"/>
                    <a:pt x="706" y="107"/>
                  </a:cubicBezTo>
                  <a:cubicBezTo>
                    <a:pt x="704" y="107"/>
                    <a:pt x="700" y="107"/>
                    <a:pt x="697" y="104"/>
                  </a:cubicBezTo>
                  <a:cubicBezTo>
                    <a:pt x="696" y="103"/>
                    <a:pt x="695" y="101"/>
                    <a:pt x="696" y="97"/>
                  </a:cubicBezTo>
                  <a:cubicBezTo>
                    <a:pt x="697" y="92"/>
                    <a:pt x="695" y="86"/>
                    <a:pt x="694" y="80"/>
                  </a:cubicBezTo>
                  <a:cubicBezTo>
                    <a:pt x="694" y="78"/>
                    <a:pt x="693" y="76"/>
                    <a:pt x="693" y="74"/>
                  </a:cubicBezTo>
                  <a:cubicBezTo>
                    <a:pt x="692" y="72"/>
                    <a:pt x="692" y="69"/>
                    <a:pt x="691" y="67"/>
                  </a:cubicBezTo>
                  <a:cubicBezTo>
                    <a:pt x="691" y="65"/>
                    <a:pt x="691" y="65"/>
                    <a:pt x="691" y="65"/>
                  </a:cubicBezTo>
                  <a:cubicBezTo>
                    <a:pt x="689" y="53"/>
                    <a:pt x="681" y="43"/>
                    <a:pt x="673" y="33"/>
                  </a:cubicBezTo>
                  <a:cubicBezTo>
                    <a:pt x="670" y="29"/>
                    <a:pt x="668" y="26"/>
                    <a:pt x="665" y="22"/>
                  </a:cubicBezTo>
                  <a:cubicBezTo>
                    <a:pt x="665" y="21"/>
                    <a:pt x="665" y="21"/>
                    <a:pt x="665" y="21"/>
                  </a:cubicBezTo>
                  <a:cubicBezTo>
                    <a:pt x="664" y="21"/>
                    <a:pt x="664" y="20"/>
                    <a:pt x="664" y="20"/>
                  </a:cubicBezTo>
                  <a:cubicBezTo>
                    <a:pt x="664" y="20"/>
                    <a:pt x="663" y="20"/>
                    <a:pt x="662" y="20"/>
                  </a:cubicBezTo>
                  <a:cubicBezTo>
                    <a:pt x="661" y="20"/>
                    <a:pt x="660" y="20"/>
                    <a:pt x="658" y="20"/>
                  </a:cubicBezTo>
                  <a:cubicBezTo>
                    <a:pt x="656" y="20"/>
                    <a:pt x="656" y="20"/>
                    <a:pt x="656" y="20"/>
                  </a:cubicBezTo>
                  <a:cubicBezTo>
                    <a:pt x="651" y="20"/>
                    <a:pt x="650" y="20"/>
                    <a:pt x="648" y="24"/>
                  </a:cubicBezTo>
                  <a:cubicBezTo>
                    <a:pt x="647" y="26"/>
                    <a:pt x="646" y="31"/>
                    <a:pt x="641" y="31"/>
                  </a:cubicBezTo>
                  <a:cubicBezTo>
                    <a:pt x="641" y="32"/>
                    <a:pt x="640" y="32"/>
                    <a:pt x="640" y="32"/>
                  </a:cubicBezTo>
                  <a:cubicBezTo>
                    <a:pt x="639" y="32"/>
                    <a:pt x="638" y="31"/>
                    <a:pt x="637" y="31"/>
                  </a:cubicBezTo>
                  <a:cubicBezTo>
                    <a:pt x="636" y="32"/>
                    <a:pt x="633" y="32"/>
                    <a:pt x="631" y="31"/>
                  </a:cubicBezTo>
                  <a:cubicBezTo>
                    <a:pt x="631" y="32"/>
                    <a:pt x="630" y="32"/>
                    <a:pt x="630" y="32"/>
                  </a:cubicBezTo>
                  <a:cubicBezTo>
                    <a:pt x="627" y="33"/>
                    <a:pt x="624" y="34"/>
                    <a:pt x="622" y="35"/>
                  </a:cubicBezTo>
                  <a:cubicBezTo>
                    <a:pt x="613" y="46"/>
                    <a:pt x="613" y="46"/>
                    <a:pt x="613" y="46"/>
                  </a:cubicBezTo>
                  <a:cubicBezTo>
                    <a:pt x="612" y="46"/>
                    <a:pt x="611" y="47"/>
                    <a:pt x="610" y="47"/>
                  </a:cubicBezTo>
                  <a:cubicBezTo>
                    <a:pt x="610" y="47"/>
                    <a:pt x="609" y="47"/>
                    <a:pt x="608" y="47"/>
                  </a:cubicBezTo>
                  <a:cubicBezTo>
                    <a:pt x="607" y="48"/>
                    <a:pt x="607" y="48"/>
                    <a:pt x="606" y="48"/>
                  </a:cubicBezTo>
                  <a:cubicBezTo>
                    <a:pt x="606" y="49"/>
                    <a:pt x="606" y="49"/>
                    <a:pt x="606" y="49"/>
                  </a:cubicBezTo>
                  <a:cubicBezTo>
                    <a:pt x="606" y="50"/>
                    <a:pt x="606" y="52"/>
                    <a:pt x="605" y="53"/>
                  </a:cubicBezTo>
                  <a:cubicBezTo>
                    <a:pt x="604" y="54"/>
                    <a:pt x="603" y="55"/>
                    <a:pt x="603" y="56"/>
                  </a:cubicBezTo>
                  <a:cubicBezTo>
                    <a:pt x="603" y="57"/>
                    <a:pt x="602" y="58"/>
                    <a:pt x="601" y="59"/>
                  </a:cubicBezTo>
                  <a:cubicBezTo>
                    <a:pt x="600" y="60"/>
                    <a:pt x="597" y="61"/>
                    <a:pt x="594" y="61"/>
                  </a:cubicBezTo>
                  <a:cubicBezTo>
                    <a:pt x="590" y="61"/>
                    <a:pt x="586" y="60"/>
                    <a:pt x="584" y="60"/>
                  </a:cubicBezTo>
                  <a:cubicBezTo>
                    <a:pt x="583" y="59"/>
                    <a:pt x="583" y="59"/>
                    <a:pt x="583" y="59"/>
                  </a:cubicBezTo>
                  <a:cubicBezTo>
                    <a:pt x="582" y="59"/>
                    <a:pt x="582" y="59"/>
                    <a:pt x="581" y="58"/>
                  </a:cubicBezTo>
                  <a:cubicBezTo>
                    <a:pt x="580" y="59"/>
                    <a:pt x="579" y="59"/>
                    <a:pt x="578" y="59"/>
                  </a:cubicBezTo>
                  <a:cubicBezTo>
                    <a:pt x="573" y="59"/>
                    <a:pt x="570" y="57"/>
                    <a:pt x="568" y="55"/>
                  </a:cubicBezTo>
                  <a:cubicBezTo>
                    <a:pt x="567" y="55"/>
                    <a:pt x="567" y="54"/>
                    <a:pt x="566" y="54"/>
                  </a:cubicBezTo>
                  <a:cubicBezTo>
                    <a:pt x="565" y="53"/>
                    <a:pt x="565" y="53"/>
                    <a:pt x="565" y="53"/>
                  </a:cubicBezTo>
                  <a:cubicBezTo>
                    <a:pt x="561" y="50"/>
                    <a:pt x="557" y="48"/>
                    <a:pt x="552" y="47"/>
                  </a:cubicBezTo>
                  <a:cubicBezTo>
                    <a:pt x="550" y="46"/>
                    <a:pt x="547" y="45"/>
                    <a:pt x="545" y="44"/>
                  </a:cubicBezTo>
                  <a:cubicBezTo>
                    <a:pt x="542" y="43"/>
                    <a:pt x="539" y="42"/>
                    <a:pt x="536" y="42"/>
                  </a:cubicBezTo>
                  <a:cubicBezTo>
                    <a:pt x="532" y="41"/>
                    <a:pt x="526" y="41"/>
                    <a:pt x="520" y="42"/>
                  </a:cubicBezTo>
                  <a:cubicBezTo>
                    <a:pt x="515" y="42"/>
                    <a:pt x="510" y="42"/>
                    <a:pt x="506" y="42"/>
                  </a:cubicBezTo>
                  <a:cubicBezTo>
                    <a:pt x="504" y="42"/>
                    <a:pt x="503" y="42"/>
                    <a:pt x="501" y="41"/>
                  </a:cubicBezTo>
                  <a:cubicBezTo>
                    <a:pt x="499" y="41"/>
                    <a:pt x="497" y="41"/>
                    <a:pt x="495" y="41"/>
                  </a:cubicBezTo>
                  <a:cubicBezTo>
                    <a:pt x="489" y="41"/>
                    <a:pt x="485" y="42"/>
                    <a:pt x="480" y="44"/>
                  </a:cubicBezTo>
                  <a:cubicBezTo>
                    <a:pt x="476" y="45"/>
                    <a:pt x="472" y="46"/>
                    <a:pt x="469" y="46"/>
                  </a:cubicBezTo>
                  <a:cubicBezTo>
                    <a:pt x="466" y="47"/>
                    <a:pt x="464" y="47"/>
                    <a:pt x="461" y="48"/>
                  </a:cubicBezTo>
                  <a:cubicBezTo>
                    <a:pt x="458" y="48"/>
                    <a:pt x="452" y="52"/>
                    <a:pt x="448" y="55"/>
                  </a:cubicBezTo>
                  <a:cubicBezTo>
                    <a:pt x="448" y="56"/>
                    <a:pt x="447" y="57"/>
                    <a:pt x="446" y="58"/>
                  </a:cubicBezTo>
                  <a:cubicBezTo>
                    <a:pt x="445" y="59"/>
                    <a:pt x="444" y="60"/>
                    <a:pt x="443" y="61"/>
                  </a:cubicBezTo>
                  <a:cubicBezTo>
                    <a:pt x="442" y="61"/>
                    <a:pt x="442" y="62"/>
                    <a:pt x="441" y="62"/>
                  </a:cubicBezTo>
                  <a:cubicBezTo>
                    <a:pt x="438" y="66"/>
                    <a:pt x="435" y="70"/>
                    <a:pt x="431" y="74"/>
                  </a:cubicBezTo>
                  <a:cubicBezTo>
                    <a:pt x="428" y="78"/>
                    <a:pt x="425" y="79"/>
                    <a:pt x="420" y="78"/>
                  </a:cubicBezTo>
                  <a:cubicBezTo>
                    <a:pt x="419" y="78"/>
                    <a:pt x="419" y="77"/>
                    <a:pt x="418" y="77"/>
                  </a:cubicBezTo>
                  <a:cubicBezTo>
                    <a:pt x="413" y="77"/>
                    <a:pt x="409" y="77"/>
                    <a:pt x="404" y="77"/>
                  </a:cubicBezTo>
                  <a:cubicBezTo>
                    <a:pt x="399" y="76"/>
                    <a:pt x="393" y="76"/>
                    <a:pt x="387" y="75"/>
                  </a:cubicBezTo>
                  <a:cubicBezTo>
                    <a:pt x="381" y="74"/>
                    <a:pt x="373" y="72"/>
                    <a:pt x="366" y="69"/>
                  </a:cubicBezTo>
                  <a:cubicBezTo>
                    <a:pt x="364" y="68"/>
                    <a:pt x="362" y="65"/>
                    <a:pt x="361" y="64"/>
                  </a:cubicBezTo>
                  <a:cubicBezTo>
                    <a:pt x="361" y="63"/>
                    <a:pt x="361" y="62"/>
                    <a:pt x="360" y="62"/>
                  </a:cubicBezTo>
                  <a:cubicBezTo>
                    <a:pt x="359" y="61"/>
                    <a:pt x="358" y="60"/>
                    <a:pt x="355" y="60"/>
                  </a:cubicBezTo>
                  <a:cubicBezTo>
                    <a:pt x="351" y="59"/>
                    <a:pt x="349" y="59"/>
                    <a:pt x="345" y="55"/>
                  </a:cubicBezTo>
                  <a:cubicBezTo>
                    <a:pt x="344" y="55"/>
                    <a:pt x="344" y="54"/>
                    <a:pt x="343" y="53"/>
                  </a:cubicBezTo>
                  <a:cubicBezTo>
                    <a:pt x="342" y="52"/>
                    <a:pt x="342" y="52"/>
                    <a:pt x="341" y="51"/>
                  </a:cubicBezTo>
                  <a:cubicBezTo>
                    <a:pt x="340" y="50"/>
                    <a:pt x="338" y="49"/>
                    <a:pt x="336" y="48"/>
                  </a:cubicBezTo>
                  <a:cubicBezTo>
                    <a:pt x="335" y="48"/>
                    <a:pt x="334" y="47"/>
                    <a:pt x="334" y="47"/>
                  </a:cubicBezTo>
                  <a:cubicBezTo>
                    <a:pt x="330" y="45"/>
                    <a:pt x="324" y="43"/>
                    <a:pt x="320" y="43"/>
                  </a:cubicBezTo>
                  <a:cubicBezTo>
                    <a:pt x="318" y="43"/>
                    <a:pt x="317" y="43"/>
                    <a:pt x="316" y="44"/>
                  </a:cubicBezTo>
                  <a:cubicBezTo>
                    <a:pt x="312" y="46"/>
                    <a:pt x="309" y="48"/>
                    <a:pt x="305" y="51"/>
                  </a:cubicBezTo>
                  <a:cubicBezTo>
                    <a:pt x="302" y="52"/>
                    <a:pt x="302" y="52"/>
                    <a:pt x="302" y="52"/>
                  </a:cubicBezTo>
                  <a:cubicBezTo>
                    <a:pt x="302" y="53"/>
                    <a:pt x="301" y="53"/>
                    <a:pt x="300" y="54"/>
                  </a:cubicBezTo>
                  <a:cubicBezTo>
                    <a:pt x="296" y="56"/>
                    <a:pt x="292" y="59"/>
                    <a:pt x="286" y="58"/>
                  </a:cubicBezTo>
                  <a:cubicBezTo>
                    <a:pt x="285" y="58"/>
                    <a:pt x="285" y="58"/>
                    <a:pt x="285" y="58"/>
                  </a:cubicBezTo>
                  <a:cubicBezTo>
                    <a:pt x="284" y="58"/>
                    <a:pt x="283" y="58"/>
                    <a:pt x="282" y="58"/>
                  </a:cubicBezTo>
                  <a:cubicBezTo>
                    <a:pt x="282" y="58"/>
                    <a:pt x="282" y="58"/>
                    <a:pt x="280" y="60"/>
                  </a:cubicBezTo>
                  <a:cubicBezTo>
                    <a:pt x="276" y="65"/>
                    <a:pt x="273" y="66"/>
                    <a:pt x="267" y="66"/>
                  </a:cubicBezTo>
                  <a:cubicBezTo>
                    <a:pt x="265" y="66"/>
                    <a:pt x="265" y="66"/>
                    <a:pt x="265" y="66"/>
                  </a:cubicBezTo>
                  <a:cubicBezTo>
                    <a:pt x="255" y="66"/>
                    <a:pt x="250" y="55"/>
                    <a:pt x="246" y="47"/>
                  </a:cubicBezTo>
                  <a:cubicBezTo>
                    <a:pt x="245" y="45"/>
                    <a:pt x="244" y="43"/>
                    <a:pt x="243" y="41"/>
                  </a:cubicBezTo>
                  <a:cubicBezTo>
                    <a:pt x="240" y="36"/>
                    <a:pt x="235" y="31"/>
                    <a:pt x="230" y="27"/>
                  </a:cubicBezTo>
                  <a:cubicBezTo>
                    <a:pt x="227" y="24"/>
                    <a:pt x="224" y="22"/>
                    <a:pt x="223" y="22"/>
                  </a:cubicBezTo>
                  <a:cubicBezTo>
                    <a:pt x="223" y="22"/>
                    <a:pt x="222" y="22"/>
                    <a:pt x="222" y="22"/>
                  </a:cubicBezTo>
                  <a:cubicBezTo>
                    <a:pt x="220" y="23"/>
                    <a:pt x="218" y="24"/>
                    <a:pt x="216" y="24"/>
                  </a:cubicBezTo>
                  <a:cubicBezTo>
                    <a:pt x="212" y="23"/>
                    <a:pt x="209" y="22"/>
                    <a:pt x="205" y="20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2" y="19"/>
                    <a:pt x="200" y="18"/>
                    <a:pt x="198" y="17"/>
                  </a:cubicBezTo>
                  <a:cubicBezTo>
                    <a:pt x="195" y="16"/>
                    <a:pt x="193" y="15"/>
                    <a:pt x="190" y="14"/>
                  </a:cubicBezTo>
                  <a:cubicBezTo>
                    <a:pt x="189" y="13"/>
                    <a:pt x="187" y="13"/>
                    <a:pt x="185" y="12"/>
                  </a:cubicBezTo>
                  <a:cubicBezTo>
                    <a:pt x="183" y="11"/>
                    <a:pt x="181" y="9"/>
                    <a:pt x="180" y="9"/>
                  </a:cubicBezTo>
                  <a:cubicBezTo>
                    <a:pt x="180" y="9"/>
                    <a:pt x="179" y="9"/>
                    <a:pt x="178" y="9"/>
                  </a:cubicBezTo>
                  <a:cubicBezTo>
                    <a:pt x="175" y="9"/>
                    <a:pt x="173" y="10"/>
                    <a:pt x="172" y="10"/>
                  </a:cubicBezTo>
                  <a:cubicBezTo>
                    <a:pt x="171" y="12"/>
                    <a:pt x="170" y="13"/>
                    <a:pt x="169" y="14"/>
                  </a:cubicBezTo>
                  <a:cubicBezTo>
                    <a:pt x="165" y="17"/>
                    <a:pt x="157" y="18"/>
                    <a:pt x="147" y="18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4" y="18"/>
                    <a:pt x="142" y="18"/>
                    <a:pt x="141" y="17"/>
                  </a:cubicBezTo>
                  <a:cubicBezTo>
                    <a:pt x="140" y="17"/>
                    <a:pt x="138" y="16"/>
                    <a:pt x="138" y="16"/>
                  </a:cubicBezTo>
                  <a:cubicBezTo>
                    <a:pt x="124" y="19"/>
                    <a:pt x="124" y="19"/>
                    <a:pt x="124" y="19"/>
                  </a:cubicBezTo>
                  <a:cubicBezTo>
                    <a:pt x="122" y="15"/>
                    <a:pt x="122" y="15"/>
                    <a:pt x="122" y="15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18" y="21"/>
                    <a:pt x="117" y="21"/>
                    <a:pt x="114" y="24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09" y="29"/>
                    <a:pt x="106" y="32"/>
                    <a:pt x="101" y="34"/>
                  </a:cubicBezTo>
                  <a:cubicBezTo>
                    <a:pt x="100" y="35"/>
                    <a:pt x="100" y="35"/>
                    <a:pt x="100" y="35"/>
                  </a:cubicBezTo>
                  <a:cubicBezTo>
                    <a:pt x="100" y="35"/>
                    <a:pt x="100" y="35"/>
                    <a:pt x="100" y="36"/>
                  </a:cubicBezTo>
                  <a:cubicBezTo>
                    <a:pt x="100" y="37"/>
                    <a:pt x="100" y="37"/>
                    <a:pt x="100" y="37"/>
                  </a:cubicBezTo>
                  <a:cubicBezTo>
                    <a:pt x="99" y="40"/>
                    <a:pt x="99" y="44"/>
                    <a:pt x="99" y="47"/>
                  </a:cubicBezTo>
                  <a:cubicBezTo>
                    <a:pt x="99" y="52"/>
                    <a:pt x="98" y="57"/>
                    <a:pt x="97" y="61"/>
                  </a:cubicBezTo>
                  <a:cubicBezTo>
                    <a:pt x="94" y="70"/>
                    <a:pt x="88" y="79"/>
                    <a:pt x="81" y="85"/>
                  </a:cubicBezTo>
                  <a:cubicBezTo>
                    <a:pt x="80" y="85"/>
                    <a:pt x="79" y="86"/>
                    <a:pt x="78" y="87"/>
                  </a:cubicBezTo>
                  <a:cubicBezTo>
                    <a:pt x="76" y="88"/>
                    <a:pt x="70" y="92"/>
                    <a:pt x="70" y="94"/>
                  </a:cubicBezTo>
                  <a:cubicBezTo>
                    <a:pt x="70" y="96"/>
                    <a:pt x="70" y="98"/>
                    <a:pt x="70" y="100"/>
                  </a:cubicBezTo>
                  <a:cubicBezTo>
                    <a:pt x="70" y="103"/>
                    <a:pt x="70" y="106"/>
                    <a:pt x="70" y="108"/>
                  </a:cubicBezTo>
                  <a:cubicBezTo>
                    <a:pt x="70" y="110"/>
                    <a:pt x="70" y="111"/>
                    <a:pt x="70" y="113"/>
                  </a:cubicBezTo>
                  <a:cubicBezTo>
                    <a:pt x="69" y="116"/>
                    <a:pt x="69" y="118"/>
                    <a:pt x="70" y="121"/>
                  </a:cubicBezTo>
                  <a:cubicBezTo>
                    <a:pt x="71" y="125"/>
                    <a:pt x="69" y="128"/>
                    <a:pt x="68" y="130"/>
                  </a:cubicBezTo>
                  <a:cubicBezTo>
                    <a:pt x="68" y="132"/>
                    <a:pt x="67" y="133"/>
                    <a:pt x="68" y="133"/>
                  </a:cubicBezTo>
                  <a:cubicBezTo>
                    <a:pt x="68" y="133"/>
                    <a:pt x="69" y="134"/>
                    <a:pt x="70" y="136"/>
                  </a:cubicBezTo>
                  <a:cubicBezTo>
                    <a:pt x="72" y="142"/>
                    <a:pt x="68" y="145"/>
                    <a:pt x="66" y="147"/>
                  </a:cubicBezTo>
                  <a:cubicBezTo>
                    <a:pt x="66" y="147"/>
                    <a:pt x="65" y="147"/>
                    <a:pt x="65" y="148"/>
                  </a:cubicBezTo>
                  <a:cubicBezTo>
                    <a:pt x="64" y="149"/>
                    <a:pt x="63" y="151"/>
                    <a:pt x="62" y="153"/>
                  </a:cubicBezTo>
                  <a:cubicBezTo>
                    <a:pt x="62" y="154"/>
                    <a:pt x="62" y="154"/>
                    <a:pt x="62" y="154"/>
                  </a:cubicBezTo>
                  <a:cubicBezTo>
                    <a:pt x="62" y="155"/>
                    <a:pt x="61" y="155"/>
                    <a:pt x="61" y="156"/>
                  </a:cubicBezTo>
                  <a:cubicBezTo>
                    <a:pt x="60" y="158"/>
                    <a:pt x="59" y="159"/>
                    <a:pt x="59" y="160"/>
                  </a:cubicBezTo>
                  <a:cubicBezTo>
                    <a:pt x="59" y="162"/>
                    <a:pt x="62" y="167"/>
                    <a:pt x="65" y="170"/>
                  </a:cubicBezTo>
                  <a:cubicBezTo>
                    <a:pt x="66" y="171"/>
                    <a:pt x="67" y="172"/>
                    <a:pt x="68" y="173"/>
                  </a:cubicBezTo>
                  <a:cubicBezTo>
                    <a:pt x="68" y="174"/>
                    <a:pt x="69" y="176"/>
                    <a:pt x="70" y="177"/>
                  </a:cubicBezTo>
                  <a:cubicBezTo>
                    <a:pt x="71" y="177"/>
                    <a:pt x="73" y="178"/>
                    <a:pt x="74" y="180"/>
                  </a:cubicBezTo>
                  <a:cubicBezTo>
                    <a:pt x="74" y="181"/>
                    <a:pt x="74" y="183"/>
                    <a:pt x="74" y="186"/>
                  </a:cubicBezTo>
                  <a:cubicBezTo>
                    <a:pt x="74" y="186"/>
                    <a:pt x="74" y="187"/>
                    <a:pt x="74" y="188"/>
                  </a:cubicBezTo>
                  <a:cubicBezTo>
                    <a:pt x="75" y="192"/>
                    <a:pt x="75" y="196"/>
                    <a:pt x="75" y="200"/>
                  </a:cubicBezTo>
                  <a:cubicBezTo>
                    <a:pt x="75" y="201"/>
                    <a:pt x="75" y="202"/>
                    <a:pt x="77" y="204"/>
                  </a:cubicBezTo>
                  <a:cubicBezTo>
                    <a:pt x="79" y="207"/>
                    <a:pt x="83" y="211"/>
                    <a:pt x="81" y="217"/>
                  </a:cubicBezTo>
                  <a:cubicBezTo>
                    <a:pt x="80" y="218"/>
                    <a:pt x="80" y="218"/>
                    <a:pt x="80" y="219"/>
                  </a:cubicBezTo>
                  <a:cubicBezTo>
                    <a:pt x="78" y="226"/>
                    <a:pt x="77" y="231"/>
                    <a:pt x="73" y="232"/>
                  </a:cubicBezTo>
                  <a:cubicBezTo>
                    <a:pt x="72" y="232"/>
                    <a:pt x="71" y="232"/>
                    <a:pt x="71" y="232"/>
                  </a:cubicBezTo>
                  <a:cubicBezTo>
                    <a:pt x="69" y="232"/>
                    <a:pt x="68" y="231"/>
                    <a:pt x="67" y="230"/>
                  </a:cubicBezTo>
                  <a:cubicBezTo>
                    <a:pt x="66" y="232"/>
                    <a:pt x="65" y="234"/>
                    <a:pt x="65" y="235"/>
                  </a:cubicBezTo>
                  <a:cubicBezTo>
                    <a:pt x="65" y="235"/>
                    <a:pt x="66" y="236"/>
                    <a:pt x="66" y="236"/>
                  </a:cubicBezTo>
                  <a:cubicBezTo>
                    <a:pt x="68" y="238"/>
                    <a:pt x="72" y="242"/>
                    <a:pt x="70" y="247"/>
                  </a:cubicBezTo>
                  <a:cubicBezTo>
                    <a:pt x="69" y="249"/>
                    <a:pt x="68" y="250"/>
                    <a:pt x="67" y="251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6" y="253"/>
                    <a:pt x="66" y="254"/>
                  </a:cubicBezTo>
                  <a:cubicBezTo>
                    <a:pt x="66" y="255"/>
                    <a:pt x="66" y="257"/>
                    <a:pt x="66" y="259"/>
                  </a:cubicBezTo>
                  <a:cubicBezTo>
                    <a:pt x="64" y="262"/>
                    <a:pt x="60" y="266"/>
                    <a:pt x="56" y="267"/>
                  </a:cubicBezTo>
                  <a:cubicBezTo>
                    <a:pt x="55" y="268"/>
                    <a:pt x="54" y="268"/>
                    <a:pt x="53" y="268"/>
                  </a:cubicBezTo>
                  <a:cubicBezTo>
                    <a:pt x="52" y="268"/>
                    <a:pt x="50" y="268"/>
                    <a:pt x="49" y="269"/>
                  </a:cubicBezTo>
                  <a:cubicBezTo>
                    <a:pt x="49" y="269"/>
                    <a:pt x="49" y="269"/>
                    <a:pt x="49" y="269"/>
                  </a:cubicBezTo>
                  <a:cubicBezTo>
                    <a:pt x="50" y="271"/>
                    <a:pt x="51" y="274"/>
                    <a:pt x="49" y="277"/>
                  </a:cubicBezTo>
                  <a:cubicBezTo>
                    <a:pt x="48" y="280"/>
                    <a:pt x="46" y="281"/>
                    <a:pt x="43" y="281"/>
                  </a:cubicBezTo>
                  <a:cubicBezTo>
                    <a:pt x="43" y="281"/>
                    <a:pt x="43" y="282"/>
                    <a:pt x="43" y="282"/>
                  </a:cubicBezTo>
                  <a:cubicBezTo>
                    <a:pt x="43" y="283"/>
                    <a:pt x="42" y="284"/>
                    <a:pt x="41" y="285"/>
                  </a:cubicBezTo>
                  <a:cubicBezTo>
                    <a:pt x="41" y="286"/>
                    <a:pt x="40" y="287"/>
                    <a:pt x="39" y="288"/>
                  </a:cubicBezTo>
                  <a:cubicBezTo>
                    <a:pt x="39" y="288"/>
                    <a:pt x="38" y="290"/>
                    <a:pt x="38" y="290"/>
                  </a:cubicBezTo>
                  <a:cubicBezTo>
                    <a:pt x="38" y="291"/>
                    <a:pt x="38" y="291"/>
                    <a:pt x="39" y="293"/>
                  </a:cubicBezTo>
                  <a:cubicBezTo>
                    <a:pt x="40" y="298"/>
                    <a:pt x="38" y="310"/>
                    <a:pt x="33" y="315"/>
                  </a:cubicBezTo>
                  <a:cubicBezTo>
                    <a:pt x="31" y="317"/>
                    <a:pt x="26" y="318"/>
                    <a:pt x="22" y="317"/>
                  </a:cubicBezTo>
                  <a:cubicBezTo>
                    <a:pt x="21" y="317"/>
                    <a:pt x="21" y="317"/>
                    <a:pt x="20" y="317"/>
                  </a:cubicBezTo>
                  <a:cubicBezTo>
                    <a:pt x="19" y="317"/>
                    <a:pt x="19" y="317"/>
                    <a:pt x="19" y="317"/>
                  </a:cubicBezTo>
                  <a:cubicBezTo>
                    <a:pt x="18" y="318"/>
                    <a:pt x="17" y="318"/>
                    <a:pt x="16" y="319"/>
                  </a:cubicBezTo>
                  <a:cubicBezTo>
                    <a:pt x="15" y="319"/>
                    <a:pt x="15" y="319"/>
                    <a:pt x="15" y="319"/>
                  </a:cubicBezTo>
                  <a:cubicBezTo>
                    <a:pt x="15" y="320"/>
                    <a:pt x="15" y="322"/>
                    <a:pt x="15" y="323"/>
                  </a:cubicBezTo>
                  <a:cubicBezTo>
                    <a:pt x="16" y="326"/>
                    <a:pt x="15" y="329"/>
                    <a:pt x="14" y="331"/>
                  </a:cubicBezTo>
                  <a:cubicBezTo>
                    <a:pt x="14" y="332"/>
                    <a:pt x="13" y="332"/>
                    <a:pt x="13" y="333"/>
                  </a:cubicBezTo>
                  <a:cubicBezTo>
                    <a:pt x="14" y="336"/>
                    <a:pt x="14" y="339"/>
                    <a:pt x="14" y="342"/>
                  </a:cubicBezTo>
                  <a:cubicBezTo>
                    <a:pt x="14" y="344"/>
                    <a:pt x="14" y="346"/>
                    <a:pt x="14" y="347"/>
                  </a:cubicBezTo>
                  <a:cubicBezTo>
                    <a:pt x="14" y="350"/>
                    <a:pt x="13" y="353"/>
                    <a:pt x="12" y="355"/>
                  </a:cubicBezTo>
                  <a:cubicBezTo>
                    <a:pt x="11" y="357"/>
                    <a:pt x="11" y="358"/>
                    <a:pt x="11" y="360"/>
                  </a:cubicBezTo>
                  <a:cubicBezTo>
                    <a:pt x="11" y="360"/>
                    <a:pt x="11" y="361"/>
                    <a:pt x="12" y="363"/>
                  </a:cubicBezTo>
                  <a:cubicBezTo>
                    <a:pt x="13" y="364"/>
                    <a:pt x="13" y="366"/>
                    <a:pt x="14" y="368"/>
                  </a:cubicBezTo>
                  <a:cubicBezTo>
                    <a:pt x="14" y="371"/>
                    <a:pt x="13" y="373"/>
                    <a:pt x="12" y="375"/>
                  </a:cubicBezTo>
                  <a:cubicBezTo>
                    <a:pt x="12" y="376"/>
                    <a:pt x="12" y="377"/>
                    <a:pt x="12" y="377"/>
                  </a:cubicBezTo>
                  <a:cubicBezTo>
                    <a:pt x="11" y="379"/>
                    <a:pt x="11" y="381"/>
                    <a:pt x="11" y="383"/>
                  </a:cubicBezTo>
                  <a:cubicBezTo>
                    <a:pt x="11" y="384"/>
                    <a:pt x="11" y="384"/>
                    <a:pt x="11" y="384"/>
                  </a:cubicBezTo>
                  <a:cubicBezTo>
                    <a:pt x="11" y="385"/>
                    <a:pt x="10" y="386"/>
                    <a:pt x="10" y="387"/>
                  </a:cubicBezTo>
                  <a:cubicBezTo>
                    <a:pt x="10" y="388"/>
                    <a:pt x="10" y="388"/>
                    <a:pt x="9" y="388"/>
                  </a:cubicBezTo>
                  <a:cubicBezTo>
                    <a:pt x="10" y="388"/>
                    <a:pt x="10" y="388"/>
                    <a:pt x="10" y="388"/>
                  </a:cubicBezTo>
                  <a:cubicBezTo>
                    <a:pt x="11" y="389"/>
                    <a:pt x="12" y="391"/>
                    <a:pt x="12" y="392"/>
                  </a:cubicBezTo>
                  <a:cubicBezTo>
                    <a:pt x="13" y="395"/>
                    <a:pt x="13" y="399"/>
                    <a:pt x="12" y="401"/>
                  </a:cubicBezTo>
                  <a:cubicBezTo>
                    <a:pt x="12" y="402"/>
                    <a:pt x="12" y="403"/>
                    <a:pt x="12" y="404"/>
                  </a:cubicBezTo>
                  <a:cubicBezTo>
                    <a:pt x="12" y="406"/>
                    <a:pt x="12" y="407"/>
                    <a:pt x="14" y="409"/>
                  </a:cubicBezTo>
                  <a:cubicBezTo>
                    <a:pt x="14" y="409"/>
                    <a:pt x="14" y="410"/>
                    <a:pt x="15" y="411"/>
                  </a:cubicBezTo>
                  <a:cubicBezTo>
                    <a:pt x="18" y="416"/>
                    <a:pt x="15" y="419"/>
                    <a:pt x="14" y="421"/>
                  </a:cubicBezTo>
                  <a:cubicBezTo>
                    <a:pt x="14" y="424"/>
                    <a:pt x="14" y="426"/>
                    <a:pt x="14" y="428"/>
                  </a:cubicBezTo>
                  <a:cubicBezTo>
                    <a:pt x="14" y="431"/>
                    <a:pt x="15" y="433"/>
                    <a:pt x="15" y="436"/>
                  </a:cubicBezTo>
                  <a:cubicBezTo>
                    <a:pt x="15" y="437"/>
                    <a:pt x="14" y="438"/>
                    <a:pt x="14" y="439"/>
                  </a:cubicBezTo>
                  <a:cubicBezTo>
                    <a:pt x="15" y="440"/>
                    <a:pt x="15" y="441"/>
                    <a:pt x="15" y="443"/>
                  </a:cubicBezTo>
                  <a:cubicBezTo>
                    <a:pt x="16" y="445"/>
                    <a:pt x="14" y="447"/>
                    <a:pt x="12" y="448"/>
                  </a:cubicBezTo>
                  <a:cubicBezTo>
                    <a:pt x="13" y="449"/>
                    <a:pt x="13" y="449"/>
                    <a:pt x="13" y="450"/>
                  </a:cubicBezTo>
                  <a:cubicBezTo>
                    <a:pt x="14" y="452"/>
                    <a:pt x="13" y="454"/>
                    <a:pt x="13" y="456"/>
                  </a:cubicBezTo>
                  <a:cubicBezTo>
                    <a:pt x="13" y="456"/>
                    <a:pt x="13" y="456"/>
                    <a:pt x="13" y="457"/>
                  </a:cubicBezTo>
                  <a:cubicBezTo>
                    <a:pt x="14" y="459"/>
                    <a:pt x="16" y="461"/>
                    <a:pt x="16" y="465"/>
                  </a:cubicBezTo>
                  <a:cubicBezTo>
                    <a:pt x="15" y="467"/>
                    <a:pt x="14" y="468"/>
                    <a:pt x="14" y="470"/>
                  </a:cubicBezTo>
                  <a:cubicBezTo>
                    <a:pt x="13" y="470"/>
                    <a:pt x="13" y="471"/>
                    <a:pt x="13" y="472"/>
                  </a:cubicBezTo>
                  <a:cubicBezTo>
                    <a:pt x="13" y="474"/>
                    <a:pt x="12" y="476"/>
                    <a:pt x="12" y="478"/>
                  </a:cubicBezTo>
                  <a:cubicBezTo>
                    <a:pt x="12" y="479"/>
                    <a:pt x="12" y="480"/>
                    <a:pt x="11" y="482"/>
                  </a:cubicBezTo>
                  <a:cubicBezTo>
                    <a:pt x="15" y="481"/>
                    <a:pt x="18" y="481"/>
                    <a:pt x="22" y="481"/>
                  </a:cubicBezTo>
                  <a:cubicBezTo>
                    <a:pt x="26" y="481"/>
                    <a:pt x="31" y="481"/>
                    <a:pt x="35" y="481"/>
                  </a:cubicBezTo>
                  <a:cubicBezTo>
                    <a:pt x="37" y="480"/>
                    <a:pt x="38" y="480"/>
                    <a:pt x="40" y="480"/>
                  </a:cubicBezTo>
                  <a:cubicBezTo>
                    <a:pt x="45" y="480"/>
                    <a:pt x="45" y="480"/>
                    <a:pt x="45" y="480"/>
                  </a:cubicBezTo>
                  <a:cubicBezTo>
                    <a:pt x="45" y="480"/>
                    <a:pt x="45" y="480"/>
                    <a:pt x="46" y="480"/>
                  </a:cubicBezTo>
                  <a:cubicBezTo>
                    <a:pt x="47" y="480"/>
                    <a:pt x="52" y="480"/>
                    <a:pt x="59" y="475"/>
                  </a:cubicBezTo>
                  <a:cubicBezTo>
                    <a:pt x="59" y="475"/>
                    <a:pt x="59" y="475"/>
                    <a:pt x="59" y="475"/>
                  </a:cubicBezTo>
                  <a:cubicBezTo>
                    <a:pt x="58" y="475"/>
                    <a:pt x="62" y="471"/>
                    <a:pt x="67" y="471"/>
                  </a:cubicBezTo>
                  <a:cubicBezTo>
                    <a:pt x="70" y="471"/>
                    <a:pt x="75" y="473"/>
                    <a:pt x="79" y="481"/>
                  </a:cubicBezTo>
                  <a:cubicBezTo>
                    <a:pt x="80" y="481"/>
                    <a:pt x="81" y="481"/>
                    <a:pt x="82" y="481"/>
                  </a:cubicBezTo>
                  <a:cubicBezTo>
                    <a:pt x="84" y="481"/>
                    <a:pt x="86" y="481"/>
                    <a:pt x="88" y="481"/>
                  </a:cubicBezTo>
                  <a:cubicBezTo>
                    <a:pt x="91" y="480"/>
                    <a:pt x="94" y="480"/>
                    <a:pt x="97" y="480"/>
                  </a:cubicBezTo>
                  <a:cubicBezTo>
                    <a:pt x="106" y="482"/>
                    <a:pt x="114" y="483"/>
                    <a:pt x="121" y="489"/>
                  </a:cubicBezTo>
                  <a:cubicBezTo>
                    <a:pt x="127" y="494"/>
                    <a:pt x="132" y="498"/>
                    <a:pt x="137" y="504"/>
                  </a:cubicBezTo>
                  <a:cubicBezTo>
                    <a:pt x="139" y="506"/>
                    <a:pt x="139" y="506"/>
                    <a:pt x="139" y="506"/>
                  </a:cubicBezTo>
                  <a:cubicBezTo>
                    <a:pt x="143" y="509"/>
                    <a:pt x="146" y="513"/>
                    <a:pt x="149" y="518"/>
                  </a:cubicBezTo>
                  <a:cubicBezTo>
                    <a:pt x="156" y="513"/>
                    <a:pt x="160" y="512"/>
                    <a:pt x="162" y="512"/>
                  </a:cubicBezTo>
                  <a:cubicBezTo>
                    <a:pt x="164" y="512"/>
                    <a:pt x="165" y="513"/>
                    <a:pt x="166" y="514"/>
                  </a:cubicBezTo>
                  <a:cubicBezTo>
                    <a:pt x="167" y="515"/>
                    <a:pt x="167" y="517"/>
                    <a:pt x="166" y="519"/>
                  </a:cubicBezTo>
                  <a:cubicBezTo>
                    <a:pt x="165" y="522"/>
                    <a:pt x="162" y="523"/>
                    <a:pt x="160" y="524"/>
                  </a:cubicBezTo>
                  <a:cubicBezTo>
                    <a:pt x="159" y="524"/>
                    <a:pt x="159" y="524"/>
                    <a:pt x="158" y="525"/>
                  </a:cubicBezTo>
                  <a:cubicBezTo>
                    <a:pt x="161" y="537"/>
                    <a:pt x="161" y="537"/>
                    <a:pt x="161" y="537"/>
                  </a:cubicBezTo>
                  <a:cubicBezTo>
                    <a:pt x="162" y="538"/>
                    <a:pt x="161" y="539"/>
                    <a:pt x="161" y="540"/>
                  </a:cubicBezTo>
                  <a:cubicBezTo>
                    <a:pt x="161" y="540"/>
                    <a:pt x="161" y="541"/>
                    <a:pt x="161" y="541"/>
                  </a:cubicBezTo>
                  <a:cubicBezTo>
                    <a:pt x="169" y="540"/>
                    <a:pt x="169" y="540"/>
                    <a:pt x="169" y="540"/>
                  </a:cubicBezTo>
                  <a:cubicBezTo>
                    <a:pt x="171" y="539"/>
                    <a:pt x="173" y="540"/>
                    <a:pt x="174" y="542"/>
                  </a:cubicBezTo>
                  <a:cubicBezTo>
                    <a:pt x="175" y="543"/>
                    <a:pt x="175" y="545"/>
                    <a:pt x="174" y="547"/>
                  </a:cubicBezTo>
                  <a:cubicBezTo>
                    <a:pt x="170" y="554"/>
                    <a:pt x="170" y="554"/>
                    <a:pt x="170" y="554"/>
                  </a:cubicBezTo>
                  <a:cubicBezTo>
                    <a:pt x="170" y="555"/>
                    <a:pt x="170" y="556"/>
                    <a:pt x="171" y="557"/>
                  </a:cubicBezTo>
                  <a:cubicBezTo>
                    <a:pt x="171" y="557"/>
                    <a:pt x="171" y="558"/>
                    <a:pt x="171" y="558"/>
                  </a:cubicBezTo>
                  <a:cubicBezTo>
                    <a:pt x="171" y="558"/>
                    <a:pt x="171" y="558"/>
                    <a:pt x="171" y="558"/>
                  </a:cubicBezTo>
                  <a:cubicBezTo>
                    <a:pt x="174" y="557"/>
                    <a:pt x="177" y="559"/>
                    <a:pt x="178" y="561"/>
                  </a:cubicBezTo>
                  <a:cubicBezTo>
                    <a:pt x="179" y="563"/>
                    <a:pt x="179" y="565"/>
                    <a:pt x="178" y="567"/>
                  </a:cubicBezTo>
                  <a:cubicBezTo>
                    <a:pt x="179" y="569"/>
                    <a:pt x="178" y="571"/>
                    <a:pt x="175" y="572"/>
                  </a:cubicBezTo>
                  <a:cubicBezTo>
                    <a:pt x="175" y="573"/>
                    <a:pt x="175" y="573"/>
                    <a:pt x="175" y="573"/>
                  </a:cubicBezTo>
                  <a:cubicBezTo>
                    <a:pt x="176" y="574"/>
                    <a:pt x="176" y="575"/>
                    <a:pt x="176" y="576"/>
                  </a:cubicBezTo>
                  <a:cubicBezTo>
                    <a:pt x="176" y="577"/>
                    <a:pt x="176" y="578"/>
                    <a:pt x="176" y="578"/>
                  </a:cubicBezTo>
                  <a:cubicBezTo>
                    <a:pt x="177" y="578"/>
                    <a:pt x="177" y="579"/>
                    <a:pt x="177" y="579"/>
                  </a:cubicBezTo>
                  <a:cubicBezTo>
                    <a:pt x="179" y="580"/>
                    <a:pt x="181" y="583"/>
                    <a:pt x="180" y="586"/>
                  </a:cubicBezTo>
                  <a:cubicBezTo>
                    <a:pt x="180" y="586"/>
                    <a:pt x="180" y="586"/>
                    <a:pt x="180" y="586"/>
                  </a:cubicBezTo>
                  <a:cubicBezTo>
                    <a:pt x="181" y="587"/>
                    <a:pt x="181" y="588"/>
                    <a:pt x="182" y="588"/>
                  </a:cubicBezTo>
                  <a:cubicBezTo>
                    <a:pt x="182" y="590"/>
                    <a:pt x="183" y="591"/>
                    <a:pt x="183" y="592"/>
                  </a:cubicBezTo>
                  <a:cubicBezTo>
                    <a:pt x="184" y="593"/>
                    <a:pt x="184" y="594"/>
                    <a:pt x="185" y="595"/>
                  </a:cubicBezTo>
                  <a:cubicBezTo>
                    <a:pt x="185" y="596"/>
                    <a:pt x="188" y="597"/>
                    <a:pt x="189" y="598"/>
                  </a:cubicBezTo>
                  <a:cubicBezTo>
                    <a:pt x="192" y="600"/>
                    <a:pt x="196" y="602"/>
                    <a:pt x="197" y="606"/>
                  </a:cubicBezTo>
                  <a:cubicBezTo>
                    <a:pt x="198" y="606"/>
                    <a:pt x="198" y="606"/>
                    <a:pt x="198" y="606"/>
                  </a:cubicBezTo>
                  <a:cubicBezTo>
                    <a:pt x="199" y="607"/>
                    <a:pt x="201" y="607"/>
                    <a:pt x="201" y="608"/>
                  </a:cubicBezTo>
                  <a:cubicBezTo>
                    <a:pt x="203" y="607"/>
                    <a:pt x="204" y="607"/>
                    <a:pt x="204" y="607"/>
                  </a:cubicBezTo>
                  <a:cubicBezTo>
                    <a:pt x="204" y="607"/>
                    <a:pt x="205" y="607"/>
                    <a:pt x="205" y="607"/>
                  </a:cubicBezTo>
                  <a:cubicBezTo>
                    <a:pt x="206" y="608"/>
                    <a:pt x="206" y="608"/>
                    <a:pt x="206" y="608"/>
                  </a:cubicBezTo>
                  <a:cubicBezTo>
                    <a:pt x="206" y="608"/>
                    <a:pt x="206" y="608"/>
                    <a:pt x="206" y="608"/>
                  </a:cubicBezTo>
                  <a:cubicBezTo>
                    <a:pt x="207" y="607"/>
                    <a:pt x="208" y="607"/>
                    <a:pt x="209" y="607"/>
                  </a:cubicBezTo>
                  <a:close/>
                </a:path>
              </a:pathLst>
            </a:custGeom>
            <a:solidFill>
              <a:srgbClr val="D4EDFC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5" name="Freeform 85">
              <a:extLst>
                <a:ext uri="{FF2B5EF4-FFF2-40B4-BE49-F238E27FC236}">
                  <a16:creationId xmlns:a16="http://schemas.microsoft.com/office/drawing/2014/main" id="{AA75B839-BA28-4B28-B898-C40E1C6EB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5850" y="2347913"/>
              <a:ext cx="825500" cy="696913"/>
            </a:xfrm>
            <a:custGeom>
              <a:avLst/>
              <a:gdLst>
                <a:gd name="T0" fmla="*/ 606 w 729"/>
                <a:gd name="T1" fmla="*/ 335 h 617"/>
                <a:gd name="T2" fmla="*/ 583 w 729"/>
                <a:gd name="T3" fmla="*/ 350 h 617"/>
                <a:gd name="T4" fmla="*/ 570 w 729"/>
                <a:gd name="T5" fmla="*/ 390 h 617"/>
                <a:gd name="T6" fmla="*/ 552 w 729"/>
                <a:gd name="T7" fmla="*/ 426 h 617"/>
                <a:gd name="T8" fmla="*/ 542 w 729"/>
                <a:gd name="T9" fmla="*/ 448 h 617"/>
                <a:gd name="T10" fmla="*/ 525 w 729"/>
                <a:gd name="T11" fmla="*/ 478 h 617"/>
                <a:gd name="T12" fmla="*/ 494 w 729"/>
                <a:gd name="T13" fmla="*/ 445 h 617"/>
                <a:gd name="T14" fmla="*/ 474 w 729"/>
                <a:gd name="T15" fmla="*/ 450 h 617"/>
                <a:gd name="T16" fmla="*/ 439 w 729"/>
                <a:gd name="T17" fmla="*/ 454 h 617"/>
                <a:gd name="T18" fmla="*/ 420 w 729"/>
                <a:gd name="T19" fmla="*/ 474 h 617"/>
                <a:gd name="T20" fmla="*/ 400 w 729"/>
                <a:gd name="T21" fmla="*/ 494 h 617"/>
                <a:gd name="T22" fmla="*/ 376 w 729"/>
                <a:gd name="T23" fmla="*/ 519 h 617"/>
                <a:gd name="T24" fmla="*/ 373 w 729"/>
                <a:gd name="T25" fmla="*/ 551 h 617"/>
                <a:gd name="T26" fmla="*/ 355 w 729"/>
                <a:gd name="T27" fmla="*/ 589 h 617"/>
                <a:gd name="T28" fmla="*/ 343 w 729"/>
                <a:gd name="T29" fmla="*/ 595 h 617"/>
                <a:gd name="T30" fmla="*/ 296 w 729"/>
                <a:gd name="T31" fmla="*/ 601 h 617"/>
                <a:gd name="T32" fmla="*/ 278 w 729"/>
                <a:gd name="T33" fmla="*/ 597 h 617"/>
                <a:gd name="T34" fmla="*/ 208 w 729"/>
                <a:gd name="T35" fmla="*/ 617 h 617"/>
                <a:gd name="T36" fmla="*/ 200 w 729"/>
                <a:gd name="T37" fmla="*/ 608 h 617"/>
                <a:gd name="T38" fmla="*/ 187 w 729"/>
                <a:gd name="T39" fmla="*/ 605 h 617"/>
                <a:gd name="T40" fmla="*/ 171 w 729"/>
                <a:gd name="T41" fmla="*/ 581 h 617"/>
                <a:gd name="T42" fmla="*/ 170 w 729"/>
                <a:gd name="T43" fmla="*/ 561 h 617"/>
                <a:gd name="T44" fmla="*/ 166 w 729"/>
                <a:gd name="T45" fmla="*/ 540 h 617"/>
                <a:gd name="T46" fmla="*/ 146 w 729"/>
                <a:gd name="T47" fmla="*/ 519 h 617"/>
                <a:gd name="T48" fmla="*/ 93 w 729"/>
                <a:gd name="T49" fmla="*/ 481 h 617"/>
                <a:gd name="T50" fmla="*/ 31 w 729"/>
                <a:gd name="T51" fmla="*/ 481 h 617"/>
                <a:gd name="T52" fmla="*/ 4 w 729"/>
                <a:gd name="T53" fmla="*/ 453 h 617"/>
                <a:gd name="T54" fmla="*/ 6 w 729"/>
                <a:gd name="T55" fmla="*/ 432 h 617"/>
                <a:gd name="T56" fmla="*/ 1 w 729"/>
                <a:gd name="T57" fmla="*/ 385 h 617"/>
                <a:gd name="T58" fmla="*/ 5 w 729"/>
                <a:gd name="T59" fmla="*/ 343 h 617"/>
                <a:gd name="T60" fmla="*/ 15 w 729"/>
                <a:gd name="T61" fmla="*/ 309 h 617"/>
                <a:gd name="T62" fmla="*/ 37 w 729"/>
                <a:gd name="T63" fmla="*/ 272 h 617"/>
                <a:gd name="T64" fmla="*/ 58 w 729"/>
                <a:gd name="T65" fmla="*/ 247 h 617"/>
                <a:gd name="T66" fmla="*/ 72 w 729"/>
                <a:gd name="T67" fmla="*/ 212 h 617"/>
                <a:gd name="T68" fmla="*/ 60 w 729"/>
                <a:gd name="T69" fmla="*/ 172 h 617"/>
                <a:gd name="T70" fmla="*/ 59 w 729"/>
                <a:gd name="T71" fmla="*/ 130 h 617"/>
                <a:gd name="T72" fmla="*/ 89 w 729"/>
                <a:gd name="T73" fmla="*/ 56 h 617"/>
                <a:gd name="T74" fmla="*/ 107 w 729"/>
                <a:gd name="T75" fmla="*/ 16 h 617"/>
                <a:gd name="T76" fmla="*/ 142 w 729"/>
                <a:gd name="T77" fmla="*/ 10 h 617"/>
                <a:gd name="T78" fmla="*/ 201 w 729"/>
                <a:gd name="T79" fmla="*/ 11 h 617"/>
                <a:gd name="T80" fmla="*/ 261 w 729"/>
                <a:gd name="T81" fmla="*/ 57 h 617"/>
                <a:gd name="T82" fmla="*/ 332 w 729"/>
                <a:gd name="T83" fmla="*/ 39 h 617"/>
                <a:gd name="T84" fmla="*/ 364 w 729"/>
                <a:gd name="T85" fmla="*/ 61 h 617"/>
                <a:gd name="T86" fmla="*/ 439 w 729"/>
                <a:gd name="T87" fmla="*/ 51 h 617"/>
                <a:gd name="T88" fmla="*/ 502 w 729"/>
                <a:gd name="T89" fmla="*/ 33 h 617"/>
                <a:gd name="T90" fmla="*/ 578 w 729"/>
                <a:gd name="T91" fmla="*/ 50 h 617"/>
                <a:gd name="T92" fmla="*/ 598 w 729"/>
                <a:gd name="T93" fmla="*/ 43 h 617"/>
                <a:gd name="T94" fmla="*/ 624 w 729"/>
                <a:gd name="T95" fmla="*/ 24 h 617"/>
                <a:gd name="T96" fmla="*/ 640 w 729"/>
                <a:gd name="T97" fmla="*/ 17 h 617"/>
                <a:gd name="T98" fmla="*/ 693 w 729"/>
                <a:gd name="T99" fmla="*/ 69 h 617"/>
                <a:gd name="T100" fmla="*/ 723 w 729"/>
                <a:gd name="T101" fmla="*/ 119 h 617"/>
                <a:gd name="T102" fmla="*/ 710 w 729"/>
                <a:gd name="T103" fmla="*/ 160 h 617"/>
                <a:gd name="T104" fmla="*/ 677 w 729"/>
                <a:gd name="T105" fmla="*/ 178 h 617"/>
                <a:gd name="T106" fmla="*/ 654 w 729"/>
                <a:gd name="T107" fmla="*/ 231 h 617"/>
                <a:gd name="T108" fmla="*/ 642 w 729"/>
                <a:gd name="T109" fmla="*/ 264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9" h="617">
                  <a:moveTo>
                    <a:pt x="620" y="295"/>
                  </a:moveTo>
                  <a:cubicBezTo>
                    <a:pt x="621" y="300"/>
                    <a:pt x="616" y="304"/>
                    <a:pt x="616" y="309"/>
                  </a:cubicBezTo>
                  <a:cubicBezTo>
                    <a:pt x="615" y="314"/>
                    <a:pt x="617" y="324"/>
                    <a:pt x="613" y="328"/>
                  </a:cubicBezTo>
                  <a:cubicBezTo>
                    <a:pt x="612" y="329"/>
                    <a:pt x="611" y="329"/>
                    <a:pt x="610" y="329"/>
                  </a:cubicBezTo>
                  <a:cubicBezTo>
                    <a:pt x="608" y="331"/>
                    <a:pt x="608" y="334"/>
                    <a:pt x="606" y="335"/>
                  </a:cubicBezTo>
                  <a:cubicBezTo>
                    <a:pt x="606" y="336"/>
                    <a:pt x="602" y="338"/>
                    <a:pt x="601" y="338"/>
                  </a:cubicBezTo>
                  <a:cubicBezTo>
                    <a:pt x="598" y="339"/>
                    <a:pt x="597" y="338"/>
                    <a:pt x="595" y="337"/>
                  </a:cubicBezTo>
                  <a:cubicBezTo>
                    <a:pt x="588" y="336"/>
                    <a:pt x="590" y="346"/>
                    <a:pt x="590" y="346"/>
                  </a:cubicBezTo>
                  <a:cubicBezTo>
                    <a:pt x="589" y="347"/>
                    <a:pt x="588" y="349"/>
                    <a:pt x="587" y="350"/>
                  </a:cubicBezTo>
                  <a:cubicBezTo>
                    <a:pt x="585" y="351"/>
                    <a:pt x="584" y="349"/>
                    <a:pt x="583" y="350"/>
                  </a:cubicBezTo>
                  <a:cubicBezTo>
                    <a:pt x="579" y="351"/>
                    <a:pt x="579" y="355"/>
                    <a:pt x="579" y="358"/>
                  </a:cubicBezTo>
                  <a:cubicBezTo>
                    <a:pt x="580" y="363"/>
                    <a:pt x="581" y="364"/>
                    <a:pt x="578" y="369"/>
                  </a:cubicBezTo>
                  <a:cubicBezTo>
                    <a:pt x="576" y="372"/>
                    <a:pt x="578" y="375"/>
                    <a:pt x="578" y="378"/>
                  </a:cubicBezTo>
                  <a:cubicBezTo>
                    <a:pt x="578" y="381"/>
                    <a:pt x="577" y="381"/>
                    <a:pt x="575" y="383"/>
                  </a:cubicBezTo>
                  <a:cubicBezTo>
                    <a:pt x="573" y="386"/>
                    <a:pt x="571" y="388"/>
                    <a:pt x="570" y="390"/>
                  </a:cubicBezTo>
                  <a:cubicBezTo>
                    <a:pt x="567" y="395"/>
                    <a:pt x="567" y="397"/>
                    <a:pt x="567" y="402"/>
                  </a:cubicBezTo>
                  <a:cubicBezTo>
                    <a:pt x="568" y="406"/>
                    <a:pt x="562" y="411"/>
                    <a:pt x="559" y="414"/>
                  </a:cubicBezTo>
                  <a:cubicBezTo>
                    <a:pt x="558" y="415"/>
                    <a:pt x="557" y="416"/>
                    <a:pt x="556" y="417"/>
                  </a:cubicBezTo>
                  <a:cubicBezTo>
                    <a:pt x="555" y="419"/>
                    <a:pt x="552" y="422"/>
                    <a:pt x="551" y="424"/>
                  </a:cubicBezTo>
                  <a:cubicBezTo>
                    <a:pt x="550" y="427"/>
                    <a:pt x="551" y="424"/>
                    <a:pt x="552" y="426"/>
                  </a:cubicBezTo>
                  <a:cubicBezTo>
                    <a:pt x="554" y="428"/>
                    <a:pt x="556" y="431"/>
                    <a:pt x="558" y="434"/>
                  </a:cubicBezTo>
                  <a:cubicBezTo>
                    <a:pt x="561" y="437"/>
                    <a:pt x="555" y="437"/>
                    <a:pt x="554" y="438"/>
                  </a:cubicBezTo>
                  <a:cubicBezTo>
                    <a:pt x="553" y="438"/>
                    <a:pt x="552" y="440"/>
                    <a:pt x="551" y="441"/>
                  </a:cubicBezTo>
                  <a:cubicBezTo>
                    <a:pt x="550" y="442"/>
                    <a:pt x="549" y="442"/>
                    <a:pt x="548" y="442"/>
                  </a:cubicBezTo>
                  <a:cubicBezTo>
                    <a:pt x="546" y="444"/>
                    <a:pt x="543" y="446"/>
                    <a:pt x="542" y="448"/>
                  </a:cubicBezTo>
                  <a:cubicBezTo>
                    <a:pt x="540" y="449"/>
                    <a:pt x="538" y="452"/>
                    <a:pt x="538" y="454"/>
                  </a:cubicBezTo>
                  <a:cubicBezTo>
                    <a:pt x="538" y="455"/>
                    <a:pt x="540" y="456"/>
                    <a:pt x="540" y="457"/>
                  </a:cubicBezTo>
                  <a:cubicBezTo>
                    <a:pt x="540" y="460"/>
                    <a:pt x="538" y="465"/>
                    <a:pt x="536" y="467"/>
                  </a:cubicBezTo>
                  <a:cubicBezTo>
                    <a:pt x="533" y="469"/>
                    <a:pt x="532" y="467"/>
                    <a:pt x="530" y="471"/>
                  </a:cubicBezTo>
                  <a:cubicBezTo>
                    <a:pt x="529" y="474"/>
                    <a:pt x="529" y="476"/>
                    <a:pt x="525" y="478"/>
                  </a:cubicBezTo>
                  <a:cubicBezTo>
                    <a:pt x="523" y="478"/>
                    <a:pt x="515" y="479"/>
                    <a:pt x="513" y="478"/>
                  </a:cubicBezTo>
                  <a:cubicBezTo>
                    <a:pt x="508" y="476"/>
                    <a:pt x="510" y="466"/>
                    <a:pt x="509" y="462"/>
                  </a:cubicBezTo>
                  <a:cubicBezTo>
                    <a:pt x="509" y="458"/>
                    <a:pt x="506" y="457"/>
                    <a:pt x="503" y="456"/>
                  </a:cubicBezTo>
                  <a:cubicBezTo>
                    <a:pt x="500" y="455"/>
                    <a:pt x="497" y="455"/>
                    <a:pt x="497" y="451"/>
                  </a:cubicBezTo>
                  <a:cubicBezTo>
                    <a:pt x="497" y="449"/>
                    <a:pt x="495" y="446"/>
                    <a:pt x="494" y="445"/>
                  </a:cubicBezTo>
                  <a:cubicBezTo>
                    <a:pt x="493" y="444"/>
                    <a:pt x="492" y="442"/>
                    <a:pt x="486" y="439"/>
                  </a:cubicBezTo>
                  <a:cubicBezTo>
                    <a:pt x="479" y="436"/>
                    <a:pt x="478" y="442"/>
                    <a:pt x="478" y="442"/>
                  </a:cubicBezTo>
                  <a:cubicBezTo>
                    <a:pt x="478" y="443"/>
                    <a:pt x="478" y="444"/>
                    <a:pt x="478" y="444"/>
                  </a:cubicBezTo>
                  <a:cubicBezTo>
                    <a:pt x="477" y="445"/>
                    <a:pt x="476" y="445"/>
                    <a:pt x="476" y="446"/>
                  </a:cubicBezTo>
                  <a:cubicBezTo>
                    <a:pt x="475" y="447"/>
                    <a:pt x="475" y="449"/>
                    <a:pt x="474" y="450"/>
                  </a:cubicBezTo>
                  <a:cubicBezTo>
                    <a:pt x="473" y="450"/>
                    <a:pt x="469" y="450"/>
                    <a:pt x="468" y="450"/>
                  </a:cubicBezTo>
                  <a:cubicBezTo>
                    <a:pt x="464" y="450"/>
                    <a:pt x="458" y="451"/>
                    <a:pt x="456" y="447"/>
                  </a:cubicBezTo>
                  <a:cubicBezTo>
                    <a:pt x="454" y="444"/>
                    <a:pt x="456" y="441"/>
                    <a:pt x="452" y="442"/>
                  </a:cubicBezTo>
                  <a:cubicBezTo>
                    <a:pt x="449" y="443"/>
                    <a:pt x="446" y="448"/>
                    <a:pt x="443" y="450"/>
                  </a:cubicBezTo>
                  <a:cubicBezTo>
                    <a:pt x="442" y="451"/>
                    <a:pt x="441" y="452"/>
                    <a:pt x="439" y="454"/>
                  </a:cubicBezTo>
                  <a:cubicBezTo>
                    <a:pt x="438" y="455"/>
                    <a:pt x="437" y="456"/>
                    <a:pt x="435" y="456"/>
                  </a:cubicBezTo>
                  <a:cubicBezTo>
                    <a:pt x="434" y="456"/>
                    <a:pt x="433" y="455"/>
                    <a:pt x="432" y="455"/>
                  </a:cubicBezTo>
                  <a:cubicBezTo>
                    <a:pt x="430" y="456"/>
                    <a:pt x="430" y="460"/>
                    <a:pt x="429" y="463"/>
                  </a:cubicBezTo>
                  <a:cubicBezTo>
                    <a:pt x="428" y="465"/>
                    <a:pt x="428" y="468"/>
                    <a:pt x="427" y="471"/>
                  </a:cubicBezTo>
                  <a:cubicBezTo>
                    <a:pt x="426" y="474"/>
                    <a:pt x="422" y="471"/>
                    <a:pt x="420" y="474"/>
                  </a:cubicBezTo>
                  <a:cubicBezTo>
                    <a:pt x="419" y="475"/>
                    <a:pt x="419" y="476"/>
                    <a:pt x="418" y="477"/>
                  </a:cubicBezTo>
                  <a:cubicBezTo>
                    <a:pt x="417" y="478"/>
                    <a:pt x="415" y="478"/>
                    <a:pt x="414" y="479"/>
                  </a:cubicBezTo>
                  <a:cubicBezTo>
                    <a:pt x="411" y="480"/>
                    <a:pt x="412" y="483"/>
                    <a:pt x="409" y="485"/>
                  </a:cubicBezTo>
                  <a:cubicBezTo>
                    <a:pt x="408" y="486"/>
                    <a:pt x="406" y="485"/>
                    <a:pt x="405" y="486"/>
                  </a:cubicBezTo>
                  <a:cubicBezTo>
                    <a:pt x="403" y="487"/>
                    <a:pt x="402" y="492"/>
                    <a:pt x="400" y="494"/>
                  </a:cubicBezTo>
                  <a:cubicBezTo>
                    <a:pt x="395" y="499"/>
                    <a:pt x="389" y="502"/>
                    <a:pt x="386" y="508"/>
                  </a:cubicBezTo>
                  <a:cubicBezTo>
                    <a:pt x="385" y="509"/>
                    <a:pt x="384" y="511"/>
                    <a:pt x="384" y="511"/>
                  </a:cubicBezTo>
                  <a:cubicBezTo>
                    <a:pt x="381" y="513"/>
                    <a:pt x="383" y="512"/>
                    <a:pt x="380" y="512"/>
                  </a:cubicBezTo>
                  <a:cubicBezTo>
                    <a:pt x="379" y="512"/>
                    <a:pt x="377" y="515"/>
                    <a:pt x="376" y="515"/>
                  </a:cubicBezTo>
                  <a:cubicBezTo>
                    <a:pt x="375" y="517"/>
                    <a:pt x="376" y="516"/>
                    <a:pt x="376" y="519"/>
                  </a:cubicBezTo>
                  <a:cubicBezTo>
                    <a:pt x="375" y="520"/>
                    <a:pt x="376" y="520"/>
                    <a:pt x="375" y="522"/>
                  </a:cubicBezTo>
                  <a:cubicBezTo>
                    <a:pt x="374" y="524"/>
                    <a:pt x="373" y="524"/>
                    <a:pt x="373" y="526"/>
                  </a:cubicBezTo>
                  <a:cubicBezTo>
                    <a:pt x="374" y="528"/>
                    <a:pt x="378" y="529"/>
                    <a:pt x="378" y="532"/>
                  </a:cubicBezTo>
                  <a:cubicBezTo>
                    <a:pt x="378" y="535"/>
                    <a:pt x="375" y="537"/>
                    <a:pt x="375" y="540"/>
                  </a:cubicBezTo>
                  <a:cubicBezTo>
                    <a:pt x="374" y="543"/>
                    <a:pt x="374" y="547"/>
                    <a:pt x="373" y="551"/>
                  </a:cubicBezTo>
                  <a:cubicBezTo>
                    <a:pt x="373" y="558"/>
                    <a:pt x="370" y="562"/>
                    <a:pt x="367" y="568"/>
                  </a:cubicBezTo>
                  <a:cubicBezTo>
                    <a:pt x="365" y="571"/>
                    <a:pt x="361" y="574"/>
                    <a:pt x="361" y="577"/>
                  </a:cubicBezTo>
                  <a:cubicBezTo>
                    <a:pt x="360" y="579"/>
                    <a:pt x="362" y="580"/>
                    <a:pt x="360" y="582"/>
                  </a:cubicBezTo>
                  <a:cubicBezTo>
                    <a:pt x="359" y="584"/>
                    <a:pt x="358" y="581"/>
                    <a:pt x="356" y="583"/>
                  </a:cubicBezTo>
                  <a:cubicBezTo>
                    <a:pt x="354" y="585"/>
                    <a:pt x="356" y="588"/>
                    <a:pt x="355" y="589"/>
                  </a:cubicBezTo>
                  <a:cubicBezTo>
                    <a:pt x="352" y="592"/>
                    <a:pt x="352" y="587"/>
                    <a:pt x="352" y="587"/>
                  </a:cubicBezTo>
                  <a:cubicBezTo>
                    <a:pt x="351" y="586"/>
                    <a:pt x="348" y="588"/>
                    <a:pt x="347" y="586"/>
                  </a:cubicBezTo>
                  <a:cubicBezTo>
                    <a:pt x="340" y="578"/>
                    <a:pt x="340" y="578"/>
                    <a:pt x="340" y="578"/>
                  </a:cubicBezTo>
                  <a:cubicBezTo>
                    <a:pt x="343" y="592"/>
                    <a:pt x="343" y="592"/>
                    <a:pt x="343" y="592"/>
                  </a:cubicBezTo>
                  <a:cubicBezTo>
                    <a:pt x="343" y="594"/>
                    <a:pt x="344" y="593"/>
                    <a:pt x="343" y="595"/>
                  </a:cubicBezTo>
                  <a:cubicBezTo>
                    <a:pt x="343" y="596"/>
                    <a:pt x="341" y="598"/>
                    <a:pt x="340" y="598"/>
                  </a:cubicBezTo>
                  <a:cubicBezTo>
                    <a:pt x="337" y="601"/>
                    <a:pt x="328" y="599"/>
                    <a:pt x="323" y="599"/>
                  </a:cubicBezTo>
                  <a:cubicBezTo>
                    <a:pt x="318" y="600"/>
                    <a:pt x="311" y="600"/>
                    <a:pt x="306" y="601"/>
                  </a:cubicBezTo>
                  <a:cubicBezTo>
                    <a:pt x="306" y="601"/>
                    <a:pt x="307" y="602"/>
                    <a:pt x="308" y="602"/>
                  </a:cubicBezTo>
                  <a:cubicBezTo>
                    <a:pt x="304" y="602"/>
                    <a:pt x="299" y="602"/>
                    <a:pt x="296" y="601"/>
                  </a:cubicBezTo>
                  <a:cubicBezTo>
                    <a:pt x="294" y="599"/>
                    <a:pt x="296" y="599"/>
                    <a:pt x="295" y="597"/>
                  </a:cubicBezTo>
                  <a:cubicBezTo>
                    <a:pt x="295" y="594"/>
                    <a:pt x="293" y="592"/>
                    <a:pt x="295" y="589"/>
                  </a:cubicBezTo>
                  <a:cubicBezTo>
                    <a:pt x="292" y="590"/>
                    <a:pt x="294" y="592"/>
                    <a:pt x="293" y="594"/>
                  </a:cubicBezTo>
                  <a:cubicBezTo>
                    <a:pt x="293" y="600"/>
                    <a:pt x="289" y="599"/>
                    <a:pt x="284" y="598"/>
                  </a:cubicBezTo>
                  <a:cubicBezTo>
                    <a:pt x="282" y="597"/>
                    <a:pt x="281" y="597"/>
                    <a:pt x="278" y="597"/>
                  </a:cubicBezTo>
                  <a:cubicBezTo>
                    <a:pt x="248" y="598"/>
                    <a:pt x="227" y="613"/>
                    <a:pt x="227" y="613"/>
                  </a:cubicBezTo>
                  <a:cubicBezTo>
                    <a:pt x="226" y="613"/>
                    <a:pt x="226" y="614"/>
                    <a:pt x="226" y="614"/>
                  </a:cubicBezTo>
                  <a:cubicBezTo>
                    <a:pt x="225" y="614"/>
                    <a:pt x="224" y="614"/>
                    <a:pt x="223" y="615"/>
                  </a:cubicBezTo>
                  <a:cubicBezTo>
                    <a:pt x="214" y="616"/>
                    <a:pt x="214" y="616"/>
                    <a:pt x="214" y="616"/>
                  </a:cubicBezTo>
                  <a:cubicBezTo>
                    <a:pt x="214" y="617"/>
                    <a:pt x="208" y="617"/>
                    <a:pt x="208" y="617"/>
                  </a:cubicBezTo>
                  <a:cubicBezTo>
                    <a:pt x="205" y="615"/>
                    <a:pt x="207" y="614"/>
                    <a:pt x="207" y="611"/>
                  </a:cubicBezTo>
                  <a:cubicBezTo>
                    <a:pt x="207" y="611"/>
                    <a:pt x="206" y="607"/>
                    <a:pt x="205" y="608"/>
                  </a:cubicBezTo>
                  <a:cubicBezTo>
                    <a:pt x="202" y="609"/>
                    <a:pt x="205" y="612"/>
                    <a:pt x="205" y="614"/>
                  </a:cubicBezTo>
                  <a:cubicBezTo>
                    <a:pt x="204" y="617"/>
                    <a:pt x="202" y="615"/>
                    <a:pt x="201" y="613"/>
                  </a:cubicBezTo>
                  <a:cubicBezTo>
                    <a:pt x="200" y="613"/>
                    <a:pt x="201" y="608"/>
                    <a:pt x="200" y="608"/>
                  </a:cubicBezTo>
                  <a:cubicBezTo>
                    <a:pt x="200" y="608"/>
                    <a:pt x="200" y="610"/>
                    <a:pt x="199" y="610"/>
                  </a:cubicBezTo>
                  <a:cubicBezTo>
                    <a:pt x="199" y="610"/>
                    <a:pt x="199" y="609"/>
                    <a:pt x="199" y="609"/>
                  </a:cubicBezTo>
                  <a:cubicBezTo>
                    <a:pt x="194" y="615"/>
                    <a:pt x="197" y="608"/>
                    <a:pt x="193" y="607"/>
                  </a:cubicBezTo>
                  <a:cubicBezTo>
                    <a:pt x="192" y="606"/>
                    <a:pt x="192" y="608"/>
                    <a:pt x="192" y="608"/>
                  </a:cubicBezTo>
                  <a:cubicBezTo>
                    <a:pt x="190" y="608"/>
                    <a:pt x="187" y="606"/>
                    <a:pt x="187" y="605"/>
                  </a:cubicBezTo>
                  <a:cubicBezTo>
                    <a:pt x="188" y="604"/>
                    <a:pt x="189" y="605"/>
                    <a:pt x="189" y="605"/>
                  </a:cubicBezTo>
                  <a:cubicBezTo>
                    <a:pt x="191" y="600"/>
                    <a:pt x="180" y="598"/>
                    <a:pt x="177" y="594"/>
                  </a:cubicBezTo>
                  <a:cubicBezTo>
                    <a:pt x="175" y="591"/>
                    <a:pt x="175" y="589"/>
                    <a:pt x="174" y="587"/>
                  </a:cubicBezTo>
                  <a:cubicBezTo>
                    <a:pt x="172" y="585"/>
                    <a:pt x="168" y="582"/>
                    <a:pt x="170" y="581"/>
                  </a:cubicBezTo>
                  <a:cubicBezTo>
                    <a:pt x="170" y="580"/>
                    <a:pt x="171" y="582"/>
                    <a:pt x="171" y="581"/>
                  </a:cubicBezTo>
                  <a:cubicBezTo>
                    <a:pt x="173" y="580"/>
                    <a:pt x="169" y="578"/>
                    <a:pt x="168" y="576"/>
                  </a:cubicBezTo>
                  <a:cubicBezTo>
                    <a:pt x="167" y="574"/>
                    <a:pt x="167" y="572"/>
                    <a:pt x="167" y="570"/>
                  </a:cubicBezTo>
                  <a:cubicBezTo>
                    <a:pt x="166" y="568"/>
                    <a:pt x="165" y="566"/>
                    <a:pt x="164" y="564"/>
                  </a:cubicBezTo>
                  <a:cubicBezTo>
                    <a:pt x="164" y="560"/>
                    <a:pt x="165" y="566"/>
                    <a:pt x="169" y="564"/>
                  </a:cubicBezTo>
                  <a:cubicBezTo>
                    <a:pt x="171" y="563"/>
                    <a:pt x="169" y="563"/>
                    <a:pt x="170" y="561"/>
                  </a:cubicBezTo>
                  <a:cubicBezTo>
                    <a:pt x="171" y="560"/>
                    <a:pt x="169" y="558"/>
                    <a:pt x="168" y="558"/>
                  </a:cubicBezTo>
                  <a:cubicBezTo>
                    <a:pt x="166" y="559"/>
                    <a:pt x="167" y="560"/>
                    <a:pt x="166" y="560"/>
                  </a:cubicBezTo>
                  <a:cubicBezTo>
                    <a:pt x="163" y="561"/>
                    <a:pt x="163" y="560"/>
                    <a:pt x="163" y="557"/>
                  </a:cubicBezTo>
                  <a:cubicBezTo>
                    <a:pt x="163" y="555"/>
                    <a:pt x="161" y="549"/>
                    <a:pt x="161" y="548"/>
                  </a:cubicBezTo>
                  <a:cubicBezTo>
                    <a:pt x="166" y="540"/>
                    <a:pt x="166" y="540"/>
                    <a:pt x="166" y="540"/>
                  </a:cubicBezTo>
                  <a:cubicBezTo>
                    <a:pt x="156" y="542"/>
                    <a:pt x="156" y="542"/>
                    <a:pt x="156" y="542"/>
                  </a:cubicBezTo>
                  <a:cubicBezTo>
                    <a:pt x="154" y="540"/>
                    <a:pt x="151" y="537"/>
                    <a:pt x="153" y="534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50" y="516"/>
                    <a:pt x="156" y="516"/>
                    <a:pt x="158" y="512"/>
                  </a:cubicBezTo>
                  <a:cubicBezTo>
                    <a:pt x="156" y="512"/>
                    <a:pt x="148" y="518"/>
                    <a:pt x="146" y="519"/>
                  </a:cubicBezTo>
                  <a:cubicBezTo>
                    <a:pt x="144" y="520"/>
                    <a:pt x="145" y="522"/>
                    <a:pt x="143" y="521"/>
                  </a:cubicBezTo>
                  <a:cubicBezTo>
                    <a:pt x="142" y="520"/>
                    <a:pt x="142" y="517"/>
                    <a:pt x="141" y="517"/>
                  </a:cubicBezTo>
                  <a:cubicBezTo>
                    <a:pt x="139" y="511"/>
                    <a:pt x="134" y="507"/>
                    <a:pt x="130" y="503"/>
                  </a:cubicBezTo>
                  <a:cubicBezTo>
                    <a:pt x="125" y="498"/>
                    <a:pt x="120" y="493"/>
                    <a:pt x="114" y="488"/>
                  </a:cubicBezTo>
                  <a:cubicBezTo>
                    <a:pt x="108" y="483"/>
                    <a:pt x="101" y="482"/>
                    <a:pt x="93" y="481"/>
                  </a:cubicBezTo>
                  <a:cubicBezTo>
                    <a:pt x="85" y="480"/>
                    <a:pt x="74" y="485"/>
                    <a:pt x="71" y="479"/>
                  </a:cubicBezTo>
                  <a:cubicBezTo>
                    <a:pt x="65" y="466"/>
                    <a:pt x="57" y="474"/>
                    <a:pt x="57" y="474"/>
                  </a:cubicBezTo>
                  <a:cubicBezTo>
                    <a:pt x="49" y="480"/>
                    <a:pt x="43" y="481"/>
                    <a:pt x="43" y="481"/>
                  </a:cubicBezTo>
                  <a:cubicBezTo>
                    <a:pt x="41" y="481"/>
                    <a:pt x="40" y="481"/>
                    <a:pt x="38" y="481"/>
                  </a:cubicBezTo>
                  <a:cubicBezTo>
                    <a:pt x="36" y="481"/>
                    <a:pt x="34" y="481"/>
                    <a:pt x="31" y="481"/>
                  </a:cubicBezTo>
                  <a:cubicBezTo>
                    <a:pt x="22" y="482"/>
                    <a:pt x="13" y="481"/>
                    <a:pt x="3" y="483"/>
                  </a:cubicBezTo>
                  <a:cubicBezTo>
                    <a:pt x="3" y="483"/>
                    <a:pt x="2" y="483"/>
                    <a:pt x="2" y="483"/>
                  </a:cubicBezTo>
                  <a:cubicBezTo>
                    <a:pt x="2" y="477"/>
                    <a:pt x="4" y="472"/>
                    <a:pt x="4" y="467"/>
                  </a:cubicBezTo>
                  <a:cubicBezTo>
                    <a:pt x="5" y="464"/>
                    <a:pt x="7" y="463"/>
                    <a:pt x="7" y="460"/>
                  </a:cubicBezTo>
                  <a:cubicBezTo>
                    <a:pt x="7" y="457"/>
                    <a:pt x="4" y="457"/>
                    <a:pt x="4" y="453"/>
                  </a:cubicBezTo>
                  <a:cubicBezTo>
                    <a:pt x="4" y="451"/>
                    <a:pt x="5" y="449"/>
                    <a:pt x="5" y="447"/>
                  </a:cubicBezTo>
                  <a:cubicBezTo>
                    <a:pt x="4" y="445"/>
                    <a:pt x="3" y="445"/>
                    <a:pt x="3" y="443"/>
                  </a:cubicBezTo>
                  <a:cubicBezTo>
                    <a:pt x="4" y="441"/>
                    <a:pt x="7" y="440"/>
                    <a:pt x="7" y="439"/>
                  </a:cubicBezTo>
                  <a:cubicBezTo>
                    <a:pt x="7" y="438"/>
                    <a:pt x="5" y="437"/>
                    <a:pt x="4" y="436"/>
                  </a:cubicBezTo>
                  <a:cubicBezTo>
                    <a:pt x="4" y="434"/>
                    <a:pt x="6" y="433"/>
                    <a:pt x="6" y="432"/>
                  </a:cubicBezTo>
                  <a:cubicBezTo>
                    <a:pt x="6" y="427"/>
                    <a:pt x="5" y="422"/>
                    <a:pt x="5" y="417"/>
                  </a:cubicBezTo>
                  <a:cubicBezTo>
                    <a:pt x="5" y="413"/>
                    <a:pt x="9" y="413"/>
                    <a:pt x="7" y="409"/>
                  </a:cubicBezTo>
                  <a:cubicBezTo>
                    <a:pt x="5" y="405"/>
                    <a:pt x="3" y="404"/>
                    <a:pt x="4" y="399"/>
                  </a:cubicBezTo>
                  <a:cubicBezTo>
                    <a:pt x="4" y="396"/>
                    <a:pt x="5" y="392"/>
                    <a:pt x="4" y="389"/>
                  </a:cubicBezTo>
                  <a:cubicBezTo>
                    <a:pt x="3" y="388"/>
                    <a:pt x="1" y="386"/>
                    <a:pt x="1" y="385"/>
                  </a:cubicBezTo>
                  <a:cubicBezTo>
                    <a:pt x="0" y="384"/>
                    <a:pt x="2" y="381"/>
                    <a:pt x="2" y="380"/>
                  </a:cubicBezTo>
                  <a:cubicBezTo>
                    <a:pt x="2" y="378"/>
                    <a:pt x="3" y="375"/>
                    <a:pt x="3" y="373"/>
                  </a:cubicBezTo>
                  <a:cubicBezTo>
                    <a:pt x="3" y="370"/>
                    <a:pt x="5" y="367"/>
                    <a:pt x="5" y="365"/>
                  </a:cubicBezTo>
                  <a:cubicBezTo>
                    <a:pt x="5" y="362"/>
                    <a:pt x="3" y="359"/>
                    <a:pt x="2" y="356"/>
                  </a:cubicBezTo>
                  <a:cubicBezTo>
                    <a:pt x="2" y="351"/>
                    <a:pt x="5" y="348"/>
                    <a:pt x="5" y="343"/>
                  </a:cubicBezTo>
                  <a:cubicBezTo>
                    <a:pt x="5" y="339"/>
                    <a:pt x="5" y="334"/>
                    <a:pt x="5" y="329"/>
                  </a:cubicBezTo>
                  <a:cubicBezTo>
                    <a:pt x="4" y="326"/>
                    <a:pt x="8" y="323"/>
                    <a:pt x="6" y="320"/>
                  </a:cubicBezTo>
                  <a:cubicBezTo>
                    <a:pt x="6" y="319"/>
                    <a:pt x="7" y="312"/>
                    <a:pt x="7" y="310"/>
                  </a:cubicBezTo>
                  <a:cubicBezTo>
                    <a:pt x="8" y="309"/>
                    <a:pt x="10" y="310"/>
                    <a:pt x="11" y="310"/>
                  </a:cubicBezTo>
                  <a:cubicBezTo>
                    <a:pt x="13" y="310"/>
                    <a:pt x="14" y="309"/>
                    <a:pt x="15" y="309"/>
                  </a:cubicBezTo>
                  <a:cubicBezTo>
                    <a:pt x="19" y="308"/>
                    <a:pt x="23" y="311"/>
                    <a:pt x="26" y="307"/>
                  </a:cubicBezTo>
                  <a:cubicBezTo>
                    <a:pt x="29" y="304"/>
                    <a:pt x="31" y="294"/>
                    <a:pt x="30" y="289"/>
                  </a:cubicBezTo>
                  <a:cubicBezTo>
                    <a:pt x="30" y="288"/>
                    <a:pt x="29" y="287"/>
                    <a:pt x="29" y="286"/>
                  </a:cubicBezTo>
                  <a:cubicBezTo>
                    <a:pt x="29" y="283"/>
                    <a:pt x="32" y="281"/>
                    <a:pt x="34" y="278"/>
                  </a:cubicBezTo>
                  <a:cubicBezTo>
                    <a:pt x="35" y="277"/>
                    <a:pt x="35" y="273"/>
                    <a:pt x="37" y="272"/>
                  </a:cubicBezTo>
                  <a:cubicBezTo>
                    <a:pt x="39" y="271"/>
                    <a:pt x="40" y="273"/>
                    <a:pt x="41" y="271"/>
                  </a:cubicBezTo>
                  <a:cubicBezTo>
                    <a:pt x="43" y="268"/>
                    <a:pt x="39" y="266"/>
                    <a:pt x="41" y="262"/>
                  </a:cubicBezTo>
                  <a:cubicBezTo>
                    <a:pt x="43" y="259"/>
                    <a:pt x="48" y="260"/>
                    <a:pt x="51" y="259"/>
                  </a:cubicBezTo>
                  <a:cubicBezTo>
                    <a:pt x="53" y="258"/>
                    <a:pt x="56" y="255"/>
                    <a:pt x="57" y="253"/>
                  </a:cubicBezTo>
                  <a:cubicBezTo>
                    <a:pt x="58" y="251"/>
                    <a:pt x="58" y="249"/>
                    <a:pt x="58" y="247"/>
                  </a:cubicBezTo>
                  <a:cubicBezTo>
                    <a:pt x="59" y="244"/>
                    <a:pt x="61" y="244"/>
                    <a:pt x="62" y="241"/>
                  </a:cubicBezTo>
                  <a:cubicBezTo>
                    <a:pt x="63" y="238"/>
                    <a:pt x="58" y="236"/>
                    <a:pt x="57" y="232"/>
                  </a:cubicBezTo>
                  <a:cubicBezTo>
                    <a:pt x="55" y="230"/>
                    <a:pt x="59" y="223"/>
                    <a:pt x="61" y="222"/>
                  </a:cubicBezTo>
                  <a:cubicBezTo>
                    <a:pt x="65" y="219"/>
                    <a:pt x="64" y="224"/>
                    <a:pt x="68" y="223"/>
                  </a:cubicBezTo>
                  <a:cubicBezTo>
                    <a:pt x="70" y="223"/>
                    <a:pt x="72" y="214"/>
                    <a:pt x="72" y="212"/>
                  </a:cubicBezTo>
                  <a:cubicBezTo>
                    <a:pt x="75" y="204"/>
                    <a:pt x="66" y="202"/>
                    <a:pt x="66" y="196"/>
                  </a:cubicBezTo>
                  <a:cubicBezTo>
                    <a:pt x="67" y="192"/>
                    <a:pt x="67" y="189"/>
                    <a:pt x="66" y="185"/>
                  </a:cubicBezTo>
                  <a:cubicBezTo>
                    <a:pt x="66" y="183"/>
                    <a:pt x="66" y="179"/>
                    <a:pt x="65" y="177"/>
                  </a:cubicBezTo>
                  <a:cubicBezTo>
                    <a:pt x="65" y="177"/>
                    <a:pt x="63" y="177"/>
                    <a:pt x="62" y="176"/>
                  </a:cubicBezTo>
                  <a:cubicBezTo>
                    <a:pt x="61" y="175"/>
                    <a:pt x="61" y="173"/>
                    <a:pt x="60" y="172"/>
                  </a:cubicBezTo>
                  <a:cubicBezTo>
                    <a:pt x="57" y="168"/>
                    <a:pt x="50" y="161"/>
                    <a:pt x="51" y="156"/>
                  </a:cubicBezTo>
                  <a:cubicBezTo>
                    <a:pt x="51" y="153"/>
                    <a:pt x="53" y="150"/>
                    <a:pt x="54" y="148"/>
                  </a:cubicBezTo>
                  <a:cubicBezTo>
                    <a:pt x="55" y="146"/>
                    <a:pt x="56" y="143"/>
                    <a:pt x="58" y="141"/>
                  </a:cubicBezTo>
                  <a:cubicBezTo>
                    <a:pt x="60" y="138"/>
                    <a:pt x="63" y="138"/>
                    <a:pt x="62" y="134"/>
                  </a:cubicBezTo>
                  <a:cubicBezTo>
                    <a:pt x="61" y="132"/>
                    <a:pt x="59" y="132"/>
                    <a:pt x="59" y="130"/>
                  </a:cubicBezTo>
                  <a:cubicBezTo>
                    <a:pt x="58" y="125"/>
                    <a:pt x="63" y="123"/>
                    <a:pt x="61" y="119"/>
                  </a:cubicBezTo>
                  <a:cubicBezTo>
                    <a:pt x="59" y="113"/>
                    <a:pt x="61" y="109"/>
                    <a:pt x="62" y="104"/>
                  </a:cubicBezTo>
                  <a:cubicBezTo>
                    <a:pt x="62" y="99"/>
                    <a:pt x="61" y="94"/>
                    <a:pt x="61" y="89"/>
                  </a:cubicBezTo>
                  <a:cubicBezTo>
                    <a:pt x="62" y="84"/>
                    <a:pt x="70" y="80"/>
                    <a:pt x="74" y="77"/>
                  </a:cubicBezTo>
                  <a:cubicBezTo>
                    <a:pt x="80" y="72"/>
                    <a:pt x="86" y="63"/>
                    <a:pt x="89" y="56"/>
                  </a:cubicBezTo>
                  <a:cubicBezTo>
                    <a:pt x="90" y="52"/>
                    <a:pt x="90" y="47"/>
                    <a:pt x="91" y="43"/>
                  </a:cubicBezTo>
                  <a:cubicBezTo>
                    <a:pt x="91" y="39"/>
                    <a:pt x="91" y="36"/>
                    <a:pt x="91" y="33"/>
                  </a:cubicBezTo>
                  <a:cubicBezTo>
                    <a:pt x="91" y="31"/>
                    <a:pt x="91" y="29"/>
                    <a:pt x="92" y="28"/>
                  </a:cubicBezTo>
                  <a:cubicBezTo>
                    <a:pt x="93" y="26"/>
                    <a:pt x="93" y="27"/>
                    <a:pt x="95" y="26"/>
                  </a:cubicBezTo>
                  <a:cubicBezTo>
                    <a:pt x="100" y="24"/>
                    <a:pt x="103" y="20"/>
                    <a:pt x="107" y="16"/>
                  </a:cubicBezTo>
                  <a:cubicBezTo>
                    <a:pt x="111" y="13"/>
                    <a:pt x="113" y="12"/>
                    <a:pt x="118" y="11"/>
                  </a:cubicBezTo>
                  <a:cubicBezTo>
                    <a:pt x="119" y="11"/>
                    <a:pt x="119" y="11"/>
                    <a:pt x="120" y="11"/>
                  </a:cubicBezTo>
                  <a:cubicBezTo>
                    <a:pt x="120" y="11"/>
                    <a:pt x="120" y="11"/>
                    <a:pt x="120" y="11"/>
                  </a:cubicBezTo>
                  <a:cubicBezTo>
                    <a:pt x="124" y="10"/>
                    <a:pt x="129" y="9"/>
                    <a:pt x="133" y="8"/>
                  </a:cubicBezTo>
                  <a:cubicBezTo>
                    <a:pt x="136" y="7"/>
                    <a:pt x="140" y="10"/>
                    <a:pt x="142" y="10"/>
                  </a:cubicBezTo>
                  <a:cubicBezTo>
                    <a:pt x="147" y="10"/>
                    <a:pt x="159" y="10"/>
                    <a:pt x="162" y="7"/>
                  </a:cubicBezTo>
                  <a:cubicBezTo>
                    <a:pt x="164" y="5"/>
                    <a:pt x="164" y="3"/>
                    <a:pt x="166" y="2"/>
                  </a:cubicBezTo>
                  <a:cubicBezTo>
                    <a:pt x="168" y="1"/>
                    <a:pt x="174" y="0"/>
                    <a:pt x="177" y="1"/>
                  </a:cubicBezTo>
                  <a:cubicBezTo>
                    <a:pt x="180" y="1"/>
                    <a:pt x="184" y="4"/>
                    <a:pt x="188" y="6"/>
                  </a:cubicBezTo>
                  <a:cubicBezTo>
                    <a:pt x="192" y="7"/>
                    <a:pt x="197" y="9"/>
                    <a:pt x="201" y="11"/>
                  </a:cubicBezTo>
                  <a:cubicBezTo>
                    <a:pt x="204" y="12"/>
                    <a:pt x="209" y="15"/>
                    <a:pt x="212" y="15"/>
                  </a:cubicBezTo>
                  <a:cubicBezTo>
                    <a:pt x="215" y="15"/>
                    <a:pt x="217" y="13"/>
                    <a:pt x="220" y="13"/>
                  </a:cubicBezTo>
                  <a:cubicBezTo>
                    <a:pt x="223" y="13"/>
                    <a:pt x="227" y="17"/>
                    <a:pt x="229" y="19"/>
                  </a:cubicBezTo>
                  <a:cubicBezTo>
                    <a:pt x="234" y="24"/>
                    <a:pt x="239" y="29"/>
                    <a:pt x="243" y="34"/>
                  </a:cubicBezTo>
                  <a:cubicBezTo>
                    <a:pt x="247" y="41"/>
                    <a:pt x="252" y="57"/>
                    <a:pt x="261" y="57"/>
                  </a:cubicBezTo>
                  <a:cubicBezTo>
                    <a:pt x="267" y="57"/>
                    <a:pt x="269" y="57"/>
                    <a:pt x="273" y="53"/>
                  </a:cubicBezTo>
                  <a:cubicBezTo>
                    <a:pt x="277" y="49"/>
                    <a:pt x="277" y="49"/>
                    <a:pt x="283" y="50"/>
                  </a:cubicBezTo>
                  <a:cubicBezTo>
                    <a:pt x="288" y="51"/>
                    <a:pt x="292" y="47"/>
                    <a:pt x="296" y="44"/>
                  </a:cubicBezTo>
                  <a:cubicBezTo>
                    <a:pt x="300" y="41"/>
                    <a:pt x="305" y="38"/>
                    <a:pt x="310" y="36"/>
                  </a:cubicBezTo>
                  <a:cubicBezTo>
                    <a:pt x="316" y="33"/>
                    <a:pt x="327" y="36"/>
                    <a:pt x="332" y="39"/>
                  </a:cubicBezTo>
                  <a:cubicBezTo>
                    <a:pt x="334" y="40"/>
                    <a:pt x="337" y="42"/>
                    <a:pt x="340" y="43"/>
                  </a:cubicBezTo>
                  <a:cubicBezTo>
                    <a:pt x="341" y="44"/>
                    <a:pt x="343" y="46"/>
                    <a:pt x="344" y="48"/>
                  </a:cubicBezTo>
                  <a:cubicBezTo>
                    <a:pt x="347" y="51"/>
                    <a:pt x="348" y="51"/>
                    <a:pt x="352" y="52"/>
                  </a:cubicBezTo>
                  <a:cubicBezTo>
                    <a:pt x="355" y="52"/>
                    <a:pt x="357" y="53"/>
                    <a:pt x="360" y="55"/>
                  </a:cubicBezTo>
                  <a:cubicBezTo>
                    <a:pt x="361" y="56"/>
                    <a:pt x="362" y="60"/>
                    <a:pt x="364" y="61"/>
                  </a:cubicBezTo>
                  <a:cubicBezTo>
                    <a:pt x="370" y="63"/>
                    <a:pt x="377" y="66"/>
                    <a:pt x="384" y="67"/>
                  </a:cubicBezTo>
                  <a:cubicBezTo>
                    <a:pt x="394" y="68"/>
                    <a:pt x="404" y="68"/>
                    <a:pt x="414" y="69"/>
                  </a:cubicBezTo>
                  <a:cubicBezTo>
                    <a:pt x="419" y="69"/>
                    <a:pt x="421" y="71"/>
                    <a:pt x="424" y="67"/>
                  </a:cubicBezTo>
                  <a:cubicBezTo>
                    <a:pt x="427" y="63"/>
                    <a:pt x="430" y="59"/>
                    <a:pt x="434" y="55"/>
                  </a:cubicBezTo>
                  <a:cubicBezTo>
                    <a:pt x="435" y="53"/>
                    <a:pt x="438" y="53"/>
                    <a:pt x="439" y="51"/>
                  </a:cubicBezTo>
                  <a:cubicBezTo>
                    <a:pt x="440" y="50"/>
                    <a:pt x="440" y="48"/>
                    <a:pt x="441" y="47"/>
                  </a:cubicBezTo>
                  <a:cubicBezTo>
                    <a:pt x="445" y="44"/>
                    <a:pt x="452" y="40"/>
                    <a:pt x="456" y="39"/>
                  </a:cubicBezTo>
                  <a:cubicBezTo>
                    <a:pt x="462" y="38"/>
                    <a:pt x="468" y="37"/>
                    <a:pt x="474" y="36"/>
                  </a:cubicBezTo>
                  <a:cubicBezTo>
                    <a:pt x="480" y="34"/>
                    <a:pt x="484" y="33"/>
                    <a:pt x="490" y="32"/>
                  </a:cubicBezTo>
                  <a:cubicBezTo>
                    <a:pt x="494" y="32"/>
                    <a:pt x="498" y="33"/>
                    <a:pt x="502" y="33"/>
                  </a:cubicBezTo>
                  <a:cubicBezTo>
                    <a:pt x="512" y="34"/>
                    <a:pt x="523" y="31"/>
                    <a:pt x="533" y="33"/>
                  </a:cubicBezTo>
                  <a:cubicBezTo>
                    <a:pt x="539" y="34"/>
                    <a:pt x="544" y="37"/>
                    <a:pt x="550" y="38"/>
                  </a:cubicBezTo>
                  <a:cubicBezTo>
                    <a:pt x="555" y="40"/>
                    <a:pt x="560" y="43"/>
                    <a:pt x="564" y="46"/>
                  </a:cubicBezTo>
                  <a:cubicBezTo>
                    <a:pt x="567" y="47"/>
                    <a:pt x="570" y="50"/>
                    <a:pt x="574" y="50"/>
                  </a:cubicBezTo>
                  <a:cubicBezTo>
                    <a:pt x="575" y="50"/>
                    <a:pt x="576" y="49"/>
                    <a:pt x="578" y="50"/>
                  </a:cubicBezTo>
                  <a:cubicBezTo>
                    <a:pt x="580" y="50"/>
                    <a:pt x="581" y="51"/>
                    <a:pt x="582" y="51"/>
                  </a:cubicBezTo>
                  <a:cubicBezTo>
                    <a:pt x="585" y="52"/>
                    <a:pt x="592" y="53"/>
                    <a:pt x="594" y="51"/>
                  </a:cubicBezTo>
                  <a:cubicBezTo>
                    <a:pt x="594" y="51"/>
                    <a:pt x="594" y="50"/>
                    <a:pt x="594" y="49"/>
                  </a:cubicBezTo>
                  <a:cubicBezTo>
                    <a:pt x="595" y="48"/>
                    <a:pt x="597" y="48"/>
                    <a:pt x="597" y="47"/>
                  </a:cubicBezTo>
                  <a:cubicBezTo>
                    <a:pt x="598" y="46"/>
                    <a:pt x="598" y="44"/>
                    <a:pt x="598" y="43"/>
                  </a:cubicBezTo>
                  <a:cubicBezTo>
                    <a:pt x="599" y="41"/>
                    <a:pt x="600" y="40"/>
                    <a:pt x="602" y="39"/>
                  </a:cubicBezTo>
                  <a:cubicBezTo>
                    <a:pt x="603" y="39"/>
                    <a:pt x="603" y="38"/>
                    <a:pt x="603" y="38"/>
                  </a:cubicBezTo>
                  <a:cubicBezTo>
                    <a:pt x="603" y="38"/>
                    <a:pt x="604" y="39"/>
                    <a:pt x="605" y="39"/>
                  </a:cubicBezTo>
                  <a:cubicBezTo>
                    <a:pt x="615" y="26"/>
                    <a:pt x="615" y="26"/>
                    <a:pt x="615" y="26"/>
                  </a:cubicBezTo>
                  <a:cubicBezTo>
                    <a:pt x="618" y="26"/>
                    <a:pt x="621" y="25"/>
                    <a:pt x="624" y="24"/>
                  </a:cubicBezTo>
                  <a:cubicBezTo>
                    <a:pt x="625" y="23"/>
                    <a:pt x="626" y="22"/>
                    <a:pt x="628" y="22"/>
                  </a:cubicBezTo>
                  <a:cubicBezTo>
                    <a:pt x="630" y="22"/>
                    <a:pt x="628" y="23"/>
                    <a:pt x="630" y="23"/>
                  </a:cubicBezTo>
                  <a:cubicBezTo>
                    <a:pt x="632" y="23"/>
                    <a:pt x="632" y="22"/>
                    <a:pt x="633" y="22"/>
                  </a:cubicBezTo>
                  <a:cubicBezTo>
                    <a:pt x="634" y="22"/>
                    <a:pt x="634" y="23"/>
                    <a:pt x="636" y="23"/>
                  </a:cubicBezTo>
                  <a:cubicBezTo>
                    <a:pt x="639" y="22"/>
                    <a:pt x="639" y="19"/>
                    <a:pt x="640" y="17"/>
                  </a:cubicBezTo>
                  <a:cubicBezTo>
                    <a:pt x="644" y="12"/>
                    <a:pt x="646" y="11"/>
                    <a:pt x="652" y="11"/>
                  </a:cubicBezTo>
                  <a:cubicBezTo>
                    <a:pt x="654" y="11"/>
                    <a:pt x="656" y="11"/>
                    <a:pt x="658" y="11"/>
                  </a:cubicBezTo>
                  <a:cubicBezTo>
                    <a:pt x="663" y="11"/>
                    <a:pt x="663" y="12"/>
                    <a:pt x="665" y="16"/>
                  </a:cubicBezTo>
                  <a:cubicBezTo>
                    <a:pt x="675" y="29"/>
                    <a:pt x="689" y="43"/>
                    <a:pt x="691" y="60"/>
                  </a:cubicBezTo>
                  <a:cubicBezTo>
                    <a:pt x="692" y="63"/>
                    <a:pt x="693" y="66"/>
                    <a:pt x="693" y="69"/>
                  </a:cubicBezTo>
                  <a:cubicBezTo>
                    <a:pt x="695" y="77"/>
                    <a:pt x="698" y="86"/>
                    <a:pt x="696" y="94"/>
                  </a:cubicBezTo>
                  <a:cubicBezTo>
                    <a:pt x="695" y="101"/>
                    <a:pt x="704" y="98"/>
                    <a:pt x="710" y="99"/>
                  </a:cubicBezTo>
                  <a:cubicBezTo>
                    <a:pt x="718" y="99"/>
                    <a:pt x="716" y="105"/>
                    <a:pt x="722" y="108"/>
                  </a:cubicBezTo>
                  <a:cubicBezTo>
                    <a:pt x="726" y="110"/>
                    <a:pt x="725" y="109"/>
                    <a:pt x="724" y="114"/>
                  </a:cubicBezTo>
                  <a:cubicBezTo>
                    <a:pt x="724" y="115"/>
                    <a:pt x="723" y="118"/>
                    <a:pt x="723" y="119"/>
                  </a:cubicBezTo>
                  <a:cubicBezTo>
                    <a:pt x="723" y="121"/>
                    <a:pt x="724" y="122"/>
                    <a:pt x="725" y="124"/>
                  </a:cubicBezTo>
                  <a:cubicBezTo>
                    <a:pt x="725" y="127"/>
                    <a:pt x="723" y="133"/>
                    <a:pt x="722" y="136"/>
                  </a:cubicBezTo>
                  <a:cubicBezTo>
                    <a:pt x="720" y="140"/>
                    <a:pt x="719" y="139"/>
                    <a:pt x="722" y="142"/>
                  </a:cubicBezTo>
                  <a:cubicBezTo>
                    <a:pt x="729" y="149"/>
                    <a:pt x="720" y="153"/>
                    <a:pt x="715" y="158"/>
                  </a:cubicBezTo>
                  <a:cubicBezTo>
                    <a:pt x="713" y="159"/>
                    <a:pt x="711" y="159"/>
                    <a:pt x="710" y="160"/>
                  </a:cubicBezTo>
                  <a:cubicBezTo>
                    <a:pt x="708" y="161"/>
                    <a:pt x="706" y="163"/>
                    <a:pt x="705" y="164"/>
                  </a:cubicBezTo>
                  <a:cubicBezTo>
                    <a:pt x="702" y="166"/>
                    <a:pt x="697" y="170"/>
                    <a:pt x="694" y="170"/>
                  </a:cubicBezTo>
                  <a:cubicBezTo>
                    <a:pt x="692" y="170"/>
                    <a:pt x="688" y="167"/>
                    <a:pt x="686" y="167"/>
                  </a:cubicBezTo>
                  <a:cubicBezTo>
                    <a:pt x="684" y="168"/>
                    <a:pt x="681" y="171"/>
                    <a:pt x="680" y="173"/>
                  </a:cubicBezTo>
                  <a:cubicBezTo>
                    <a:pt x="679" y="175"/>
                    <a:pt x="678" y="176"/>
                    <a:pt x="677" y="178"/>
                  </a:cubicBezTo>
                  <a:cubicBezTo>
                    <a:pt x="676" y="181"/>
                    <a:pt x="674" y="181"/>
                    <a:pt x="673" y="182"/>
                  </a:cubicBezTo>
                  <a:cubicBezTo>
                    <a:pt x="672" y="184"/>
                    <a:pt x="672" y="185"/>
                    <a:pt x="672" y="187"/>
                  </a:cubicBezTo>
                  <a:cubicBezTo>
                    <a:pt x="671" y="189"/>
                    <a:pt x="671" y="189"/>
                    <a:pt x="670" y="191"/>
                  </a:cubicBezTo>
                  <a:cubicBezTo>
                    <a:pt x="664" y="199"/>
                    <a:pt x="659" y="207"/>
                    <a:pt x="657" y="217"/>
                  </a:cubicBezTo>
                  <a:cubicBezTo>
                    <a:pt x="656" y="221"/>
                    <a:pt x="656" y="227"/>
                    <a:pt x="654" y="231"/>
                  </a:cubicBezTo>
                  <a:cubicBezTo>
                    <a:pt x="653" y="236"/>
                    <a:pt x="654" y="240"/>
                    <a:pt x="649" y="242"/>
                  </a:cubicBezTo>
                  <a:cubicBezTo>
                    <a:pt x="645" y="244"/>
                    <a:pt x="640" y="242"/>
                    <a:pt x="640" y="248"/>
                  </a:cubicBezTo>
                  <a:cubicBezTo>
                    <a:pt x="640" y="249"/>
                    <a:pt x="642" y="249"/>
                    <a:pt x="641" y="251"/>
                  </a:cubicBezTo>
                  <a:cubicBezTo>
                    <a:pt x="641" y="253"/>
                    <a:pt x="639" y="255"/>
                    <a:pt x="639" y="257"/>
                  </a:cubicBezTo>
                  <a:cubicBezTo>
                    <a:pt x="640" y="260"/>
                    <a:pt x="642" y="260"/>
                    <a:pt x="642" y="264"/>
                  </a:cubicBezTo>
                  <a:cubicBezTo>
                    <a:pt x="641" y="267"/>
                    <a:pt x="641" y="271"/>
                    <a:pt x="640" y="274"/>
                  </a:cubicBezTo>
                  <a:cubicBezTo>
                    <a:pt x="638" y="282"/>
                    <a:pt x="633" y="279"/>
                    <a:pt x="628" y="281"/>
                  </a:cubicBezTo>
                  <a:cubicBezTo>
                    <a:pt x="625" y="282"/>
                    <a:pt x="624" y="284"/>
                    <a:pt x="623" y="286"/>
                  </a:cubicBezTo>
                  <a:cubicBezTo>
                    <a:pt x="623" y="286"/>
                    <a:pt x="620" y="288"/>
                    <a:pt x="620" y="295"/>
                  </a:cubicBezTo>
                  <a:close/>
                </a:path>
              </a:pathLst>
            </a:custGeom>
            <a:solidFill>
              <a:schemeClr val="accent2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6" name="Freeform 86">
              <a:extLst>
                <a:ext uri="{FF2B5EF4-FFF2-40B4-BE49-F238E27FC236}">
                  <a16:creationId xmlns:a16="http://schemas.microsoft.com/office/drawing/2014/main" id="{B8FD5103-948E-4B86-86E4-5775988D2C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1225" y="1643063"/>
              <a:ext cx="1087438" cy="868363"/>
            </a:xfrm>
            <a:custGeom>
              <a:avLst/>
              <a:gdLst>
                <a:gd name="T0" fmla="*/ 177 w 961"/>
                <a:gd name="T1" fmla="*/ 736 h 768"/>
                <a:gd name="T2" fmla="*/ 152 w 961"/>
                <a:gd name="T3" fmla="*/ 730 h 768"/>
                <a:gd name="T4" fmla="*/ 143 w 961"/>
                <a:gd name="T5" fmla="*/ 751 h 768"/>
                <a:gd name="T6" fmla="*/ 123 w 961"/>
                <a:gd name="T7" fmla="*/ 707 h 768"/>
                <a:gd name="T8" fmla="*/ 74 w 961"/>
                <a:gd name="T9" fmla="*/ 696 h 768"/>
                <a:gd name="T10" fmla="*/ 52 w 961"/>
                <a:gd name="T11" fmla="*/ 648 h 768"/>
                <a:gd name="T12" fmla="*/ 19 w 961"/>
                <a:gd name="T13" fmla="*/ 621 h 768"/>
                <a:gd name="T14" fmla="*/ 5 w 961"/>
                <a:gd name="T15" fmla="*/ 572 h 768"/>
                <a:gd name="T16" fmla="*/ 22 w 961"/>
                <a:gd name="T17" fmla="*/ 548 h 768"/>
                <a:gd name="T18" fmla="*/ 88 w 961"/>
                <a:gd name="T19" fmla="*/ 528 h 768"/>
                <a:gd name="T20" fmla="*/ 205 w 961"/>
                <a:gd name="T21" fmla="*/ 524 h 768"/>
                <a:gd name="T22" fmla="*/ 233 w 961"/>
                <a:gd name="T23" fmla="*/ 485 h 768"/>
                <a:gd name="T24" fmla="*/ 249 w 961"/>
                <a:gd name="T25" fmla="*/ 420 h 768"/>
                <a:gd name="T26" fmla="*/ 347 w 961"/>
                <a:gd name="T27" fmla="*/ 262 h 768"/>
                <a:gd name="T28" fmla="*/ 713 w 961"/>
                <a:gd name="T29" fmla="*/ 1 h 768"/>
                <a:gd name="T30" fmla="*/ 853 w 961"/>
                <a:gd name="T31" fmla="*/ 56 h 768"/>
                <a:gd name="T32" fmla="*/ 919 w 961"/>
                <a:gd name="T33" fmla="*/ 140 h 768"/>
                <a:gd name="T34" fmla="*/ 959 w 961"/>
                <a:gd name="T35" fmla="*/ 206 h 768"/>
                <a:gd name="T36" fmla="*/ 933 w 961"/>
                <a:gd name="T37" fmla="*/ 413 h 768"/>
                <a:gd name="T38" fmla="*/ 815 w 961"/>
                <a:gd name="T39" fmla="*/ 587 h 768"/>
                <a:gd name="T40" fmla="*/ 798 w 961"/>
                <a:gd name="T41" fmla="*/ 644 h 768"/>
                <a:gd name="T42" fmla="*/ 753 w 961"/>
                <a:gd name="T43" fmla="*/ 675 h 768"/>
                <a:gd name="T44" fmla="*/ 668 w 961"/>
                <a:gd name="T45" fmla="*/ 661 h 768"/>
                <a:gd name="T46" fmla="*/ 589 w 961"/>
                <a:gd name="T47" fmla="*/ 684 h 768"/>
                <a:gd name="T48" fmla="*/ 528 w 961"/>
                <a:gd name="T49" fmla="*/ 692 h 768"/>
                <a:gd name="T50" fmla="*/ 488 w 961"/>
                <a:gd name="T51" fmla="*/ 669 h 768"/>
                <a:gd name="T52" fmla="*/ 428 w 961"/>
                <a:gd name="T53" fmla="*/ 682 h 768"/>
                <a:gd name="T54" fmla="*/ 334 w 961"/>
                <a:gd name="T55" fmla="*/ 630 h 768"/>
                <a:gd name="T56" fmla="*/ 251 w 961"/>
                <a:gd name="T57" fmla="*/ 653 h 768"/>
                <a:gd name="T58" fmla="*/ 218 w 961"/>
                <a:gd name="T59" fmla="*/ 749 h 768"/>
                <a:gd name="T60" fmla="*/ 210 w 961"/>
                <a:gd name="T61" fmla="*/ 731 h 768"/>
                <a:gd name="T62" fmla="*/ 257 w 961"/>
                <a:gd name="T63" fmla="*/ 637 h 768"/>
                <a:gd name="T64" fmla="*/ 341 w 961"/>
                <a:gd name="T65" fmla="*/ 623 h 768"/>
                <a:gd name="T66" fmla="*/ 445 w 961"/>
                <a:gd name="T67" fmla="*/ 665 h 768"/>
                <a:gd name="T68" fmla="*/ 505 w 961"/>
                <a:gd name="T69" fmla="*/ 670 h 768"/>
                <a:gd name="T70" fmla="*/ 559 w 961"/>
                <a:gd name="T71" fmla="*/ 687 h 768"/>
                <a:gd name="T72" fmla="*/ 616 w 961"/>
                <a:gd name="T73" fmla="*/ 656 h 768"/>
                <a:gd name="T74" fmla="*/ 729 w 961"/>
                <a:gd name="T75" fmla="*/ 668 h 768"/>
                <a:gd name="T76" fmla="*/ 785 w 961"/>
                <a:gd name="T77" fmla="*/ 641 h 768"/>
                <a:gd name="T78" fmla="*/ 815 w 961"/>
                <a:gd name="T79" fmla="*/ 577 h 768"/>
                <a:gd name="T80" fmla="*/ 924 w 961"/>
                <a:gd name="T81" fmla="*/ 406 h 768"/>
                <a:gd name="T82" fmla="*/ 946 w 961"/>
                <a:gd name="T83" fmla="*/ 204 h 768"/>
                <a:gd name="T84" fmla="*/ 911 w 961"/>
                <a:gd name="T85" fmla="*/ 145 h 768"/>
                <a:gd name="T86" fmla="*/ 847 w 961"/>
                <a:gd name="T87" fmla="*/ 67 h 768"/>
                <a:gd name="T88" fmla="*/ 504 w 961"/>
                <a:gd name="T89" fmla="*/ 143 h 768"/>
                <a:gd name="T90" fmla="*/ 260 w 961"/>
                <a:gd name="T91" fmla="*/ 289 h 768"/>
                <a:gd name="T92" fmla="*/ 256 w 961"/>
                <a:gd name="T93" fmla="*/ 429 h 768"/>
                <a:gd name="T94" fmla="*/ 237 w 961"/>
                <a:gd name="T95" fmla="*/ 495 h 768"/>
                <a:gd name="T96" fmla="*/ 183 w 961"/>
                <a:gd name="T97" fmla="*/ 529 h 768"/>
                <a:gd name="T98" fmla="*/ 69 w 961"/>
                <a:gd name="T99" fmla="*/ 546 h 768"/>
                <a:gd name="T100" fmla="*/ 13 w 961"/>
                <a:gd name="T101" fmla="*/ 563 h 768"/>
                <a:gd name="T102" fmla="*/ 24 w 961"/>
                <a:gd name="T103" fmla="*/ 612 h 768"/>
                <a:gd name="T104" fmla="*/ 42 w 961"/>
                <a:gd name="T105" fmla="*/ 631 h 768"/>
                <a:gd name="T106" fmla="*/ 59 w 961"/>
                <a:gd name="T107" fmla="*/ 665 h 768"/>
                <a:gd name="T108" fmla="*/ 105 w 961"/>
                <a:gd name="T109" fmla="*/ 700 h 768"/>
                <a:gd name="T110" fmla="*/ 133 w 961"/>
                <a:gd name="T111" fmla="*/ 709 h 768"/>
                <a:gd name="T112" fmla="*/ 144 w 961"/>
                <a:gd name="T113" fmla="*/ 721 h 768"/>
                <a:gd name="T114" fmla="*/ 182 w 961"/>
                <a:gd name="T115" fmla="*/ 727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61" h="768">
                  <a:moveTo>
                    <a:pt x="212" y="768"/>
                  </a:moveTo>
                  <a:cubicBezTo>
                    <a:pt x="211" y="768"/>
                    <a:pt x="211" y="768"/>
                    <a:pt x="211" y="768"/>
                  </a:cubicBezTo>
                  <a:cubicBezTo>
                    <a:pt x="210" y="768"/>
                    <a:pt x="209" y="767"/>
                    <a:pt x="208" y="766"/>
                  </a:cubicBezTo>
                  <a:cubicBezTo>
                    <a:pt x="207" y="766"/>
                    <a:pt x="206" y="764"/>
                    <a:pt x="206" y="763"/>
                  </a:cubicBezTo>
                  <a:cubicBezTo>
                    <a:pt x="203" y="760"/>
                    <a:pt x="201" y="757"/>
                    <a:pt x="198" y="756"/>
                  </a:cubicBezTo>
                  <a:cubicBezTo>
                    <a:pt x="196" y="756"/>
                    <a:pt x="194" y="756"/>
                    <a:pt x="192" y="755"/>
                  </a:cubicBezTo>
                  <a:cubicBezTo>
                    <a:pt x="190" y="754"/>
                    <a:pt x="188" y="751"/>
                    <a:pt x="187" y="749"/>
                  </a:cubicBezTo>
                  <a:cubicBezTo>
                    <a:pt x="187" y="748"/>
                    <a:pt x="187" y="748"/>
                    <a:pt x="187" y="748"/>
                  </a:cubicBezTo>
                  <a:cubicBezTo>
                    <a:pt x="186" y="745"/>
                    <a:pt x="186" y="745"/>
                    <a:pt x="184" y="743"/>
                  </a:cubicBezTo>
                  <a:cubicBezTo>
                    <a:pt x="183" y="742"/>
                    <a:pt x="181" y="740"/>
                    <a:pt x="180" y="739"/>
                  </a:cubicBezTo>
                  <a:cubicBezTo>
                    <a:pt x="179" y="738"/>
                    <a:pt x="178" y="737"/>
                    <a:pt x="177" y="736"/>
                  </a:cubicBezTo>
                  <a:cubicBezTo>
                    <a:pt x="176" y="735"/>
                    <a:pt x="175" y="734"/>
                    <a:pt x="174" y="733"/>
                  </a:cubicBezTo>
                  <a:cubicBezTo>
                    <a:pt x="174" y="732"/>
                    <a:pt x="173" y="731"/>
                    <a:pt x="172" y="730"/>
                  </a:cubicBezTo>
                  <a:cubicBezTo>
                    <a:pt x="172" y="730"/>
                    <a:pt x="171" y="730"/>
                    <a:pt x="171" y="730"/>
                  </a:cubicBezTo>
                  <a:cubicBezTo>
                    <a:pt x="170" y="729"/>
                    <a:pt x="169" y="729"/>
                    <a:pt x="168" y="728"/>
                  </a:cubicBezTo>
                  <a:cubicBezTo>
                    <a:pt x="167" y="727"/>
                    <a:pt x="167" y="726"/>
                    <a:pt x="166" y="725"/>
                  </a:cubicBezTo>
                  <a:cubicBezTo>
                    <a:pt x="166" y="725"/>
                    <a:pt x="165" y="724"/>
                    <a:pt x="164" y="724"/>
                  </a:cubicBezTo>
                  <a:cubicBezTo>
                    <a:pt x="164" y="724"/>
                    <a:pt x="162" y="725"/>
                    <a:pt x="161" y="726"/>
                  </a:cubicBezTo>
                  <a:cubicBezTo>
                    <a:pt x="160" y="727"/>
                    <a:pt x="160" y="727"/>
                    <a:pt x="160" y="727"/>
                  </a:cubicBezTo>
                  <a:cubicBezTo>
                    <a:pt x="158" y="729"/>
                    <a:pt x="157" y="729"/>
                    <a:pt x="156" y="729"/>
                  </a:cubicBezTo>
                  <a:cubicBezTo>
                    <a:pt x="154" y="729"/>
                    <a:pt x="154" y="729"/>
                    <a:pt x="154" y="729"/>
                  </a:cubicBezTo>
                  <a:cubicBezTo>
                    <a:pt x="153" y="729"/>
                    <a:pt x="153" y="729"/>
                    <a:pt x="152" y="730"/>
                  </a:cubicBezTo>
                  <a:cubicBezTo>
                    <a:pt x="151" y="730"/>
                    <a:pt x="150" y="730"/>
                    <a:pt x="149" y="731"/>
                  </a:cubicBezTo>
                  <a:cubicBezTo>
                    <a:pt x="148" y="731"/>
                    <a:pt x="147" y="731"/>
                    <a:pt x="146" y="731"/>
                  </a:cubicBezTo>
                  <a:cubicBezTo>
                    <a:pt x="146" y="731"/>
                    <a:pt x="145" y="731"/>
                    <a:pt x="144" y="732"/>
                  </a:cubicBezTo>
                  <a:cubicBezTo>
                    <a:pt x="144" y="732"/>
                    <a:pt x="143" y="732"/>
                    <a:pt x="142" y="732"/>
                  </a:cubicBezTo>
                  <a:cubicBezTo>
                    <a:pt x="142" y="732"/>
                    <a:pt x="142" y="732"/>
                    <a:pt x="142" y="732"/>
                  </a:cubicBezTo>
                  <a:cubicBezTo>
                    <a:pt x="143" y="733"/>
                    <a:pt x="143" y="734"/>
                    <a:pt x="144" y="737"/>
                  </a:cubicBezTo>
                  <a:cubicBezTo>
                    <a:pt x="144" y="738"/>
                    <a:pt x="144" y="738"/>
                    <a:pt x="144" y="738"/>
                  </a:cubicBezTo>
                  <a:cubicBezTo>
                    <a:pt x="145" y="739"/>
                    <a:pt x="146" y="740"/>
                    <a:pt x="147" y="741"/>
                  </a:cubicBezTo>
                  <a:cubicBezTo>
                    <a:pt x="148" y="745"/>
                    <a:pt x="148" y="747"/>
                    <a:pt x="145" y="749"/>
                  </a:cubicBezTo>
                  <a:cubicBezTo>
                    <a:pt x="144" y="750"/>
                    <a:pt x="144" y="750"/>
                    <a:pt x="144" y="750"/>
                  </a:cubicBezTo>
                  <a:cubicBezTo>
                    <a:pt x="143" y="751"/>
                    <a:pt x="143" y="751"/>
                    <a:pt x="143" y="751"/>
                  </a:cubicBezTo>
                  <a:cubicBezTo>
                    <a:pt x="143" y="753"/>
                    <a:pt x="142" y="755"/>
                    <a:pt x="140" y="755"/>
                  </a:cubicBezTo>
                  <a:cubicBezTo>
                    <a:pt x="138" y="756"/>
                    <a:pt x="136" y="755"/>
                    <a:pt x="135" y="753"/>
                  </a:cubicBezTo>
                  <a:cubicBezTo>
                    <a:pt x="119" y="730"/>
                    <a:pt x="119" y="730"/>
                    <a:pt x="119" y="730"/>
                  </a:cubicBezTo>
                  <a:cubicBezTo>
                    <a:pt x="119" y="730"/>
                    <a:pt x="119" y="729"/>
                    <a:pt x="118" y="729"/>
                  </a:cubicBezTo>
                  <a:cubicBezTo>
                    <a:pt x="116" y="726"/>
                    <a:pt x="113" y="723"/>
                    <a:pt x="114" y="719"/>
                  </a:cubicBezTo>
                  <a:cubicBezTo>
                    <a:pt x="115" y="717"/>
                    <a:pt x="117" y="715"/>
                    <a:pt x="121" y="715"/>
                  </a:cubicBezTo>
                  <a:cubicBezTo>
                    <a:pt x="122" y="714"/>
                    <a:pt x="123" y="714"/>
                    <a:pt x="125" y="714"/>
                  </a:cubicBezTo>
                  <a:cubicBezTo>
                    <a:pt x="125" y="714"/>
                    <a:pt x="125" y="714"/>
                    <a:pt x="125" y="714"/>
                  </a:cubicBezTo>
                  <a:cubicBezTo>
                    <a:pt x="124" y="712"/>
                    <a:pt x="124" y="710"/>
                    <a:pt x="124" y="708"/>
                  </a:cubicBezTo>
                  <a:cubicBezTo>
                    <a:pt x="124" y="708"/>
                    <a:pt x="124" y="707"/>
                    <a:pt x="124" y="707"/>
                  </a:cubicBezTo>
                  <a:cubicBezTo>
                    <a:pt x="124" y="707"/>
                    <a:pt x="123" y="707"/>
                    <a:pt x="123" y="707"/>
                  </a:cubicBezTo>
                  <a:cubicBezTo>
                    <a:pt x="122" y="706"/>
                    <a:pt x="122" y="705"/>
                    <a:pt x="121" y="705"/>
                  </a:cubicBezTo>
                  <a:cubicBezTo>
                    <a:pt x="121" y="704"/>
                    <a:pt x="120" y="704"/>
                    <a:pt x="120" y="703"/>
                  </a:cubicBezTo>
                  <a:cubicBezTo>
                    <a:pt x="119" y="703"/>
                    <a:pt x="119" y="702"/>
                    <a:pt x="119" y="702"/>
                  </a:cubicBezTo>
                  <a:cubicBezTo>
                    <a:pt x="118" y="702"/>
                    <a:pt x="118" y="702"/>
                    <a:pt x="117" y="702"/>
                  </a:cubicBezTo>
                  <a:cubicBezTo>
                    <a:pt x="117" y="702"/>
                    <a:pt x="116" y="702"/>
                    <a:pt x="116" y="702"/>
                  </a:cubicBezTo>
                  <a:cubicBezTo>
                    <a:pt x="116" y="702"/>
                    <a:pt x="116" y="702"/>
                    <a:pt x="116" y="702"/>
                  </a:cubicBezTo>
                  <a:cubicBezTo>
                    <a:pt x="115" y="703"/>
                    <a:pt x="114" y="704"/>
                    <a:pt x="114" y="704"/>
                  </a:cubicBezTo>
                  <a:cubicBezTo>
                    <a:pt x="112" y="706"/>
                    <a:pt x="110" y="708"/>
                    <a:pt x="108" y="709"/>
                  </a:cubicBezTo>
                  <a:cubicBezTo>
                    <a:pt x="107" y="709"/>
                    <a:pt x="105" y="710"/>
                    <a:pt x="102" y="710"/>
                  </a:cubicBezTo>
                  <a:cubicBezTo>
                    <a:pt x="98" y="710"/>
                    <a:pt x="91" y="709"/>
                    <a:pt x="87" y="707"/>
                  </a:cubicBezTo>
                  <a:cubicBezTo>
                    <a:pt x="82" y="704"/>
                    <a:pt x="78" y="700"/>
                    <a:pt x="74" y="696"/>
                  </a:cubicBezTo>
                  <a:cubicBezTo>
                    <a:pt x="73" y="695"/>
                    <a:pt x="71" y="693"/>
                    <a:pt x="69" y="692"/>
                  </a:cubicBezTo>
                  <a:cubicBezTo>
                    <a:pt x="68" y="691"/>
                    <a:pt x="67" y="690"/>
                    <a:pt x="66" y="689"/>
                  </a:cubicBezTo>
                  <a:cubicBezTo>
                    <a:pt x="64" y="686"/>
                    <a:pt x="62" y="684"/>
                    <a:pt x="60" y="684"/>
                  </a:cubicBezTo>
                  <a:cubicBezTo>
                    <a:pt x="60" y="683"/>
                    <a:pt x="59" y="683"/>
                    <a:pt x="59" y="683"/>
                  </a:cubicBezTo>
                  <a:cubicBezTo>
                    <a:pt x="57" y="683"/>
                    <a:pt x="53" y="683"/>
                    <a:pt x="51" y="680"/>
                  </a:cubicBezTo>
                  <a:cubicBezTo>
                    <a:pt x="49" y="677"/>
                    <a:pt x="49" y="672"/>
                    <a:pt x="50" y="669"/>
                  </a:cubicBezTo>
                  <a:cubicBezTo>
                    <a:pt x="50" y="668"/>
                    <a:pt x="50" y="667"/>
                    <a:pt x="50" y="666"/>
                  </a:cubicBezTo>
                  <a:cubicBezTo>
                    <a:pt x="50" y="665"/>
                    <a:pt x="50" y="665"/>
                    <a:pt x="50" y="665"/>
                  </a:cubicBezTo>
                  <a:cubicBezTo>
                    <a:pt x="50" y="658"/>
                    <a:pt x="50" y="654"/>
                    <a:pt x="53" y="652"/>
                  </a:cubicBezTo>
                  <a:cubicBezTo>
                    <a:pt x="53" y="652"/>
                    <a:pt x="53" y="652"/>
                    <a:pt x="53" y="652"/>
                  </a:cubicBezTo>
                  <a:cubicBezTo>
                    <a:pt x="52" y="650"/>
                    <a:pt x="52" y="649"/>
                    <a:pt x="52" y="648"/>
                  </a:cubicBezTo>
                  <a:cubicBezTo>
                    <a:pt x="52" y="647"/>
                    <a:pt x="50" y="646"/>
                    <a:pt x="47" y="645"/>
                  </a:cubicBezTo>
                  <a:cubicBezTo>
                    <a:pt x="46" y="645"/>
                    <a:pt x="44" y="644"/>
                    <a:pt x="43" y="643"/>
                  </a:cubicBezTo>
                  <a:cubicBezTo>
                    <a:pt x="41" y="642"/>
                    <a:pt x="40" y="641"/>
                    <a:pt x="39" y="640"/>
                  </a:cubicBezTo>
                  <a:cubicBezTo>
                    <a:pt x="39" y="641"/>
                    <a:pt x="39" y="641"/>
                    <a:pt x="39" y="641"/>
                  </a:cubicBezTo>
                  <a:cubicBezTo>
                    <a:pt x="36" y="641"/>
                    <a:pt x="34" y="641"/>
                    <a:pt x="33" y="640"/>
                  </a:cubicBezTo>
                  <a:cubicBezTo>
                    <a:pt x="31" y="640"/>
                    <a:pt x="29" y="639"/>
                    <a:pt x="28" y="637"/>
                  </a:cubicBezTo>
                  <a:cubicBezTo>
                    <a:pt x="27" y="635"/>
                    <a:pt x="27" y="633"/>
                    <a:pt x="27" y="632"/>
                  </a:cubicBezTo>
                  <a:cubicBezTo>
                    <a:pt x="27" y="632"/>
                    <a:pt x="27" y="632"/>
                    <a:pt x="27" y="632"/>
                  </a:cubicBezTo>
                  <a:cubicBezTo>
                    <a:pt x="26" y="631"/>
                    <a:pt x="25" y="630"/>
                    <a:pt x="24" y="629"/>
                  </a:cubicBezTo>
                  <a:cubicBezTo>
                    <a:pt x="23" y="628"/>
                    <a:pt x="21" y="626"/>
                    <a:pt x="20" y="624"/>
                  </a:cubicBezTo>
                  <a:cubicBezTo>
                    <a:pt x="19" y="623"/>
                    <a:pt x="19" y="622"/>
                    <a:pt x="19" y="621"/>
                  </a:cubicBezTo>
                  <a:cubicBezTo>
                    <a:pt x="19" y="621"/>
                    <a:pt x="19" y="620"/>
                    <a:pt x="18" y="620"/>
                  </a:cubicBezTo>
                  <a:cubicBezTo>
                    <a:pt x="18" y="619"/>
                    <a:pt x="18" y="619"/>
                    <a:pt x="18" y="619"/>
                  </a:cubicBezTo>
                  <a:cubicBezTo>
                    <a:pt x="17" y="618"/>
                    <a:pt x="16" y="617"/>
                    <a:pt x="15" y="615"/>
                  </a:cubicBezTo>
                  <a:cubicBezTo>
                    <a:pt x="15" y="614"/>
                    <a:pt x="15" y="614"/>
                    <a:pt x="15" y="613"/>
                  </a:cubicBezTo>
                  <a:cubicBezTo>
                    <a:pt x="14" y="611"/>
                    <a:pt x="12" y="607"/>
                    <a:pt x="14" y="603"/>
                  </a:cubicBezTo>
                  <a:cubicBezTo>
                    <a:pt x="16" y="601"/>
                    <a:pt x="16" y="601"/>
                    <a:pt x="14" y="599"/>
                  </a:cubicBezTo>
                  <a:cubicBezTo>
                    <a:pt x="13" y="598"/>
                    <a:pt x="12" y="596"/>
                    <a:pt x="10" y="595"/>
                  </a:cubicBezTo>
                  <a:cubicBezTo>
                    <a:pt x="8" y="593"/>
                    <a:pt x="5" y="591"/>
                    <a:pt x="4" y="588"/>
                  </a:cubicBezTo>
                  <a:cubicBezTo>
                    <a:pt x="0" y="584"/>
                    <a:pt x="2" y="579"/>
                    <a:pt x="3" y="575"/>
                  </a:cubicBezTo>
                  <a:cubicBezTo>
                    <a:pt x="4" y="574"/>
                    <a:pt x="4" y="574"/>
                    <a:pt x="4" y="574"/>
                  </a:cubicBezTo>
                  <a:cubicBezTo>
                    <a:pt x="4" y="573"/>
                    <a:pt x="4" y="572"/>
                    <a:pt x="5" y="572"/>
                  </a:cubicBezTo>
                  <a:cubicBezTo>
                    <a:pt x="5" y="571"/>
                    <a:pt x="5" y="570"/>
                    <a:pt x="5" y="569"/>
                  </a:cubicBezTo>
                  <a:cubicBezTo>
                    <a:pt x="5" y="569"/>
                    <a:pt x="5" y="569"/>
                    <a:pt x="5" y="568"/>
                  </a:cubicBezTo>
                  <a:cubicBezTo>
                    <a:pt x="5" y="567"/>
                    <a:pt x="4" y="565"/>
                    <a:pt x="4" y="563"/>
                  </a:cubicBezTo>
                  <a:cubicBezTo>
                    <a:pt x="4" y="561"/>
                    <a:pt x="5" y="559"/>
                    <a:pt x="5" y="558"/>
                  </a:cubicBezTo>
                  <a:cubicBezTo>
                    <a:pt x="5" y="557"/>
                    <a:pt x="6" y="557"/>
                    <a:pt x="6" y="556"/>
                  </a:cubicBezTo>
                  <a:cubicBezTo>
                    <a:pt x="6" y="556"/>
                    <a:pt x="6" y="555"/>
                    <a:pt x="6" y="554"/>
                  </a:cubicBezTo>
                  <a:cubicBezTo>
                    <a:pt x="6" y="553"/>
                    <a:pt x="6" y="552"/>
                    <a:pt x="5" y="552"/>
                  </a:cubicBezTo>
                  <a:cubicBezTo>
                    <a:pt x="5" y="550"/>
                    <a:pt x="6" y="549"/>
                    <a:pt x="7" y="548"/>
                  </a:cubicBezTo>
                  <a:cubicBezTo>
                    <a:pt x="8" y="547"/>
                    <a:pt x="10" y="547"/>
                    <a:pt x="11" y="547"/>
                  </a:cubicBezTo>
                  <a:cubicBezTo>
                    <a:pt x="12" y="547"/>
                    <a:pt x="13" y="548"/>
                    <a:pt x="15" y="548"/>
                  </a:cubicBezTo>
                  <a:cubicBezTo>
                    <a:pt x="18" y="549"/>
                    <a:pt x="20" y="549"/>
                    <a:pt x="22" y="548"/>
                  </a:cubicBezTo>
                  <a:cubicBezTo>
                    <a:pt x="26" y="547"/>
                    <a:pt x="30" y="548"/>
                    <a:pt x="33" y="549"/>
                  </a:cubicBezTo>
                  <a:cubicBezTo>
                    <a:pt x="34" y="549"/>
                    <a:pt x="35" y="550"/>
                    <a:pt x="36" y="550"/>
                  </a:cubicBezTo>
                  <a:cubicBezTo>
                    <a:pt x="39" y="550"/>
                    <a:pt x="41" y="550"/>
                    <a:pt x="44" y="549"/>
                  </a:cubicBezTo>
                  <a:cubicBezTo>
                    <a:pt x="46" y="549"/>
                    <a:pt x="48" y="549"/>
                    <a:pt x="50" y="549"/>
                  </a:cubicBezTo>
                  <a:cubicBezTo>
                    <a:pt x="53" y="548"/>
                    <a:pt x="54" y="547"/>
                    <a:pt x="57" y="544"/>
                  </a:cubicBezTo>
                  <a:cubicBezTo>
                    <a:pt x="58" y="543"/>
                    <a:pt x="58" y="543"/>
                    <a:pt x="58" y="543"/>
                  </a:cubicBezTo>
                  <a:cubicBezTo>
                    <a:pt x="59" y="542"/>
                    <a:pt x="61" y="541"/>
                    <a:pt x="62" y="540"/>
                  </a:cubicBezTo>
                  <a:cubicBezTo>
                    <a:pt x="65" y="536"/>
                    <a:pt x="69" y="531"/>
                    <a:pt x="74" y="529"/>
                  </a:cubicBezTo>
                  <a:cubicBezTo>
                    <a:pt x="77" y="528"/>
                    <a:pt x="80" y="528"/>
                    <a:pt x="84" y="528"/>
                  </a:cubicBezTo>
                  <a:cubicBezTo>
                    <a:pt x="86" y="528"/>
                    <a:pt x="86" y="528"/>
                    <a:pt x="86" y="528"/>
                  </a:cubicBezTo>
                  <a:cubicBezTo>
                    <a:pt x="87" y="528"/>
                    <a:pt x="87" y="528"/>
                    <a:pt x="88" y="528"/>
                  </a:cubicBezTo>
                  <a:cubicBezTo>
                    <a:pt x="93" y="528"/>
                    <a:pt x="99" y="527"/>
                    <a:pt x="104" y="527"/>
                  </a:cubicBezTo>
                  <a:cubicBezTo>
                    <a:pt x="115" y="526"/>
                    <a:pt x="115" y="526"/>
                    <a:pt x="115" y="526"/>
                  </a:cubicBezTo>
                  <a:cubicBezTo>
                    <a:pt x="119" y="526"/>
                    <a:pt x="124" y="526"/>
                    <a:pt x="129" y="526"/>
                  </a:cubicBezTo>
                  <a:cubicBezTo>
                    <a:pt x="140" y="525"/>
                    <a:pt x="152" y="524"/>
                    <a:pt x="164" y="525"/>
                  </a:cubicBezTo>
                  <a:cubicBezTo>
                    <a:pt x="165" y="525"/>
                    <a:pt x="167" y="525"/>
                    <a:pt x="168" y="525"/>
                  </a:cubicBezTo>
                  <a:cubicBezTo>
                    <a:pt x="170" y="525"/>
                    <a:pt x="173" y="525"/>
                    <a:pt x="174" y="525"/>
                  </a:cubicBezTo>
                  <a:cubicBezTo>
                    <a:pt x="175" y="520"/>
                    <a:pt x="179" y="520"/>
                    <a:pt x="181" y="520"/>
                  </a:cubicBezTo>
                  <a:cubicBezTo>
                    <a:pt x="182" y="520"/>
                    <a:pt x="183" y="520"/>
                    <a:pt x="185" y="520"/>
                  </a:cubicBezTo>
                  <a:cubicBezTo>
                    <a:pt x="189" y="521"/>
                    <a:pt x="193" y="521"/>
                    <a:pt x="197" y="522"/>
                  </a:cubicBezTo>
                  <a:cubicBezTo>
                    <a:pt x="198" y="522"/>
                    <a:pt x="199" y="522"/>
                    <a:pt x="200" y="523"/>
                  </a:cubicBezTo>
                  <a:cubicBezTo>
                    <a:pt x="201" y="523"/>
                    <a:pt x="203" y="523"/>
                    <a:pt x="205" y="524"/>
                  </a:cubicBezTo>
                  <a:cubicBezTo>
                    <a:pt x="205" y="524"/>
                    <a:pt x="205" y="524"/>
                    <a:pt x="205" y="524"/>
                  </a:cubicBezTo>
                  <a:cubicBezTo>
                    <a:pt x="205" y="521"/>
                    <a:pt x="205" y="518"/>
                    <a:pt x="208" y="516"/>
                  </a:cubicBezTo>
                  <a:cubicBezTo>
                    <a:pt x="209" y="515"/>
                    <a:pt x="210" y="514"/>
                    <a:pt x="211" y="513"/>
                  </a:cubicBezTo>
                  <a:cubicBezTo>
                    <a:pt x="213" y="511"/>
                    <a:pt x="215" y="509"/>
                    <a:pt x="217" y="507"/>
                  </a:cubicBezTo>
                  <a:cubicBezTo>
                    <a:pt x="219" y="505"/>
                    <a:pt x="222" y="505"/>
                    <a:pt x="223" y="504"/>
                  </a:cubicBezTo>
                  <a:cubicBezTo>
                    <a:pt x="225" y="504"/>
                    <a:pt x="226" y="504"/>
                    <a:pt x="226" y="503"/>
                  </a:cubicBezTo>
                  <a:cubicBezTo>
                    <a:pt x="227" y="503"/>
                    <a:pt x="227" y="500"/>
                    <a:pt x="228" y="499"/>
                  </a:cubicBezTo>
                  <a:cubicBezTo>
                    <a:pt x="228" y="496"/>
                    <a:pt x="228" y="494"/>
                    <a:pt x="229" y="492"/>
                  </a:cubicBezTo>
                  <a:cubicBezTo>
                    <a:pt x="229" y="490"/>
                    <a:pt x="231" y="489"/>
                    <a:pt x="232" y="487"/>
                  </a:cubicBezTo>
                  <a:cubicBezTo>
                    <a:pt x="232" y="487"/>
                    <a:pt x="233" y="486"/>
                    <a:pt x="233" y="486"/>
                  </a:cubicBezTo>
                  <a:cubicBezTo>
                    <a:pt x="233" y="486"/>
                    <a:pt x="233" y="486"/>
                    <a:pt x="233" y="485"/>
                  </a:cubicBezTo>
                  <a:cubicBezTo>
                    <a:pt x="233" y="483"/>
                    <a:pt x="232" y="481"/>
                    <a:pt x="233" y="478"/>
                  </a:cubicBezTo>
                  <a:cubicBezTo>
                    <a:pt x="234" y="476"/>
                    <a:pt x="234" y="476"/>
                    <a:pt x="234" y="476"/>
                  </a:cubicBezTo>
                  <a:cubicBezTo>
                    <a:pt x="236" y="471"/>
                    <a:pt x="238" y="464"/>
                    <a:pt x="243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5" y="459"/>
                    <a:pt x="245" y="459"/>
                    <a:pt x="245" y="459"/>
                  </a:cubicBezTo>
                  <a:cubicBezTo>
                    <a:pt x="245" y="459"/>
                    <a:pt x="245" y="458"/>
                    <a:pt x="245" y="457"/>
                  </a:cubicBezTo>
                  <a:cubicBezTo>
                    <a:pt x="245" y="446"/>
                    <a:pt x="245" y="446"/>
                    <a:pt x="245" y="446"/>
                  </a:cubicBezTo>
                  <a:cubicBezTo>
                    <a:pt x="245" y="441"/>
                    <a:pt x="246" y="437"/>
                    <a:pt x="246" y="433"/>
                  </a:cubicBezTo>
                  <a:cubicBezTo>
                    <a:pt x="246" y="432"/>
                    <a:pt x="246" y="431"/>
                    <a:pt x="246" y="430"/>
                  </a:cubicBezTo>
                  <a:cubicBezTo>
                    <a:pt x="246" y="428"/>
                    <a:pt x="246" y="425"/>
                    <a:pt x="247" y="423"/>
                  </a:cubicBezTo>
                  <a:cubicBezTo>
                    <a:pt x="247" y="422"/>
                    <a:pt x="248" y="421"/>
                    <a:pt x="249" y="420"/>
                  </a:cubicBezTo>
                  <a:cubicBezTo>
                    <a:pt x="249" y="420"/>
                    <a:pt x="249" y="420"/>
                    <a:pt x="249" y="420"/>
                  </a:cubicBezTo>
                  <a:cubicBezTo>
                    <a:pt x="249" y="419"/>
                    <a:pt x="249" y="418"/>
                    <a:pt x="249" y="416"/>
                  </a:cubicBezTo>
                  <a:cubicBezTo>
                    <a:pt x="249" y="416"/>
                    <a:pt x="249" y="415"/>
                    <a:pt x="249" y="414"/>
                  </a:cubicBezTo>
                  <a:cubicBezTo>
                    <a:pt x="249" y="402"/>
                    <a:pt x="249" y="402"/>
                    <a:pt x="249" y="402"/>
                  </a:cubicBezTo>
                  <a:cubicBezTo>
                    <a:pt x="249" y="395"/>
                    <a:pt x="249" y="387"/>
                    <a:pt x="249" y="379"/>
                  </a:cubicBezTo>
                  <a:cubicBezTo>
                    <a:pt x="249" y="350"/>
                    <a:pt x="249" y="321"/>
                    <a:pt x="249" y="293"/>
                  </a:cubicBezTo>
                  <a:cubicBezTo>
                    <a:pt x="249" y="291"/>
                    <a:pt x="249" y="291"/>
                    <a:pt x="249" y="291"/>
                  </a:cubicBezTo>
                  <a:cubicBezTo>
                    <a:pt x="249" y="283"/>
                    <a:pt x="251" y="281"/>
                    <a:pt x="259" y="280"/>
                  </a:cubicBezTo>
                  <a:cubicBezTo>
                    <a:pt x="260" y="280"/>
                    <a:pt x="260" y="280"/>
                    <a:pt x="260" y="280"/>
                  </a:cubicBezTo>
                  <a:cubicBezTo>
                    <a:pt x="269" y="278"/>
                    <a:pt x="279" y="276"/>
                    <a:pt x="288" y="274"/>
                  </a:cubicBezTo>
                  <a:cubicBezTo>
                    <a:pt x="347" y="262"/>
                    <a:pt x="347" y="262"/>
                    <a:pt x="347" y="262"/>
                  </a:cubicBezTo>
                  <a:cubicBezTo>
                    <a:pt x="348" y="261"/>
                    <a:pt x="351" y="257"/>
                    <a:pt x="352" y="256"/>
                  </a:cubicBezTo>
                  <a:cubicBezTo>
                    <a:pt x="354" y="255"/>
                    <a:pt x="354" y="254"/>
                    <a:pt x="355" y="253"/>
                  </a:cubicBezTo>
                  <a:cubicBezTo>
                    <a:pt x="392" y="219"/>
                    <a:pt x="392" y="219"/>
                    <a:pt x="392" y="219"/>
                  </a:cubicBezTo>
                  <a:cubicBezTo>
                    <a:pt x="397" y="215"/>
                    <a:pt x="402" y="210"/>
                    <a:pt x="406" y="206"/>
                  </a:cubicBezTo>
                  <a:cubicBezTo>
                    <a:pt x="418" y="195"/>
                    <a:pt x="418" y="195"/>
                    <a:pt x="418" y="195"/>
                  </a:cubicBezTo>
                  <a:cubicBezTo>
                    <a:pt x="420" y="193"/>
                    <a:pt x="423" y="191"/>
                    <a:pt x="425" y="188"/>
                  </a:cubicBezTo>
                  <a:cubicBezTo>
                    <a:pt x="431" y="183"/>
                    <a:pt x="437" y="177"/>
                    <a:pt x="443" y="173"/>
                  </a:cubicBezTo>
                  <a:cubicBezTo>
                    <a:pt x="461" y="159"/>
                    <a:pt x="481" y="147"/>
                    <a:pt x="500" y="135"/>
                  </a:cubicBezTo>
                  <a:cubicBezTo>
                    <a:pt x="508" y="130"/>
                    <a:pt x="516" y="125"/>
                    <a:pt x="524" y="120"/>
                  </a:cubicBezTo>
                  <a:cubicBezTo>
                    <a:pt x="548" y="104"/>
                    <a:pt x="576" y="86"/>
                    <a:pt x="604" y="69"/>
                  </a:cubicBezTo>
                  <a:cubicBezTo>
                    <a:pt x="641" y="46"/>
                    <a:pt x="677" y="23"/>
                    <a:pt x="713" y="1"/>
                  </a:cubicBezTo>
                  <a:cubicBezTo>
                    <a:pt x="714" y="0"/>
                    <a:pt x="715" y="0"/>
                    <a:pt x="717" y="0"/>
                  </a:cubicBezTo>
                  <a:cubicBezTo>
                    <a:pt x="772" y="13"/>
                    <a:pt x="772" y="13"/>
                    <a:pt x="772" y="13"/>
                  </a:cubicBezTo>
                  <a:cubicBezTo>
                    <a:pt x="775" y="14"/>
                    <a:pt x="778" y="14"/>
                    <a:pt x="781" y="15"/>
                  </a:cubicBezTo>
                  <a:cubicBezTo>
                    <a:pt x="790" y="17"/>
                    <a:pt x="799" y="19"/>
                    <a:pt x="808" y="22"/>
                  </a:cubicBezTo>
                  <a:cubicBezTo>
                    <a:pt x="814" y="25"/>
                    <a:pt x="818" y="29"/>
                    <a:pt x="823" y="33"/>
                  </a:cubicBezTo>
                  <a:cubicBezTo>
                    <a:pt x="824" y="34"/>
                    <a:pt x="825" y="35"/>
                    <a:pt x="826" y="36"/>
                  </a:cubicBezTo>
                  <a:cubicBezTo>
                    <a:pt x="833" y="42"/>
                    <a:pt x="840" y="48"/>
                    <a:pt x="846" y="54"/>
                  </a:cubicBezTo>
                  <a:cubicBezTo>
                    <a:pt x="847" y="54"/>
                    <a:pt x="847" y="55"/>
                    <a:pt x="848" y="55"/>
                  </a:cubicBezTo>
                  <a:cubicBezTo>
                    <a:pt x="848" y="56"/>
                    <a:pt x="849" y="57"/>
                    <a:pt x="850" y="58"/>
                  </a:cubicBezTo>
                  <a:cubicBezTo>
                    <a:pt x="850" y="57"/>
                    <a:pt x="851" y="57"/>
                    <a:pt x="852" y="56"/>
                  </a:cubicBezTo>
                  <a:cubicBezTo>
                    <a:pt x="853" y="56"/>
                    <a:pt x="853" y="56"/>
                    <a:pt x="853" y="56"/>
                  </a:cubicBezTo>
                  <a:cubicBezTo>
                    <a:pt x="856" y="54"/>
                    <a:pt x="860" y="52"/>
                    <a:pt x="863" y="50"/>
                  </a:cubicBezTo>
                  <a:cubicBezTo>
                    <a:pt x="871" y="46"/>
                    <a:pt x="871" y="46"/>
                    <a:pt x="871" y="46"/>
                  </a:cubicBezTo>
                  <a:cubicBezTo>
                    <a:pt x="878" y="42"/>
                    <a:pt x="885" y="38"/>
                    <a:pt x="892" y="34"/>
                  </a:cubicBezTo>
                  <a:cubicBezTo>
                    <a:pt x="894" y="33"/>
                    <a:pt x="895" y="33"/>
                    <a:pt x="896" y="34"/>
                  </a:cubicBezTo>
                  <a:cubicBezTo>
                    <a:pt x="898" y="35"/>
                    <a:pt x="899" y="36"/>
                    <a:pt x="899" y="37"/>
                  </a:cubicBezTo>
                  <a:cubicBezTo>
                    <a:pt x="901" y="46"/>
                    <a:pt x="901" y="46"/>
                    <a:pt x="901" y="46"/>
                  </a:cubicBezTo>
                  <a:cubicBezTo>
                    <a:pt x="906" y="69"/>
                    <a:pt x="911" y="93"/>
                    <a:pt x="912" y="117"/>
                  </a:cubicBezTo>
                  <a:cubicBezTo>
                    <a:pt x="912" y="118"/>
                    <a:pt x="912" y="120"/>
                    <a:pt x="912" y="122"/>
                  </a:cubicBezTo>
                  <a:cubicBezTo>
                    <a:pt x="912" y="124"/>
                    <a:pt x="912" y="127"/>
                    <a:pt x="912" y="129"/>
                  </a:cubicBezTo>
                  <a:cubicBezTo>
                    <a:pt x="912" y="132"/>
                    <a:pt x="913" y="133"/>
                    <a:pt x="915" y="135"/>
                  </a:cubicBezTo>
                  <a:cubicBezTo>
                    <a:pt x="917" y="136"/>
                    <a:pt x="918" y="138"/>
                    <a:pt x="919" y="140"/>
                  </a:cubicBezTo>
                  <a:cubicBezTo>
                    <a:pt x="922" y="144"/>
                    <a:pt x="925" y="148"/>
                    <a:pt x="927" y="152"/>
                  </a:cubicBezTo>
                  <a:cubicBezTo>
                    <a:pt x="934" y="162"/>
                    <a:pt x="934" y="162"/>
                    <a:pt x="934" y="162"/>
                  </a:cubicBezTo>
                  <a:cubicBezTo>
                    <a:pt x="935" y="164"/>
                    <a:pt x="937" y="166"/>
                    <a:pt x="937" y="168"/>
                  </a:cubicBezTo>
                  <a:cubicBezTo>
                    <a:pt x="937" y="170"/>
                    <a:pt x="936" y="172"/>
                    <a:pt x="934" y="174"/>
                  </a:cubicBezTo>
                  <a:cubicBezTo>
                    <a:pt x="934" y="175"/>
                    <a:pt x="933" y="177"/>
                    <a:pt x="934" y="179"/>
                  </a:cubicBezTo>
                  <a:cubicBezTo>
                    <a:pt x="935" y="180"/>
                    <a:pt x="936" y="181"/>
                    <a:pt x="937" y="181"/>
                  </a:cubicBezTo>
                  <a:cubicBezTo>
                    <a:pt x="938" y="182"/>
                    <a:pt x="939" y="183"/>
                    <a:pt x="940" y="184"/>
                  </a:cubicBezTo>
                  <a:cubicBezTo>
                    <a:pt x="943" y="186"/>
                    <a:pt x="945" y="189"/>
                    <a:pt x="947" y="191"/>
                  </a:cubicBezTo>
                  <a:cubicBezTo>
                    <a:pt x="948" y="193"/>
                    <a:pt x="949" y="194"/>
                    <a:pt x="950" y="195"/>
                  </a:cubicBezTo>
                  <a:cubicBezTo>
                    <a:pt x="951" y="196"/>
                    <a:pt x="952" y="197"/>
                    <a:pt x="952" y="197"/>
                  </a:cubicBezTo>
                  <a:cubicBezTo>
                    <a:pt x="955" y="200"/>
                    <a:pt x="957" y="202"/>
                    <a:pt x="959" y="206"/>
                  </a:cubicBezTo>
                  <a:cubicBezTo>
                    <a:pt x="961" y="210"/>
                    <a:pt x="958" y="214"/>
                    <a:pt x="955" y="219"/>
                  </a:cubicBezTo>
                  <a:cubicBezTo>
                    <a:pt x="955" y="219"/>
                    <a:pt x="954" y="220"/>
                    <a:pt x="954" y="220"/>
                  </a:cubicBezTo>
                  <a:cubicBezTo>
                    <a:pt x="953" y="222"/>
                    <a:pt x="952" y="224"/>
                    <a:pt x="951" y="226"/>
                  </a:cubicBezTo>
                  <a:cubicBezTo>
                    <a:pt x="949" y="230"/>
                    <a:pt x="946" y="235"/>
                    <a:pt x="945" y="239"/>
                  </a:cubicBezTo>
                  <a:cubicBezTo>
                    <a:pt x="945" y="247"/>
                    <a:pt x="943" y="256"/>
                    <a:pt x="942" y="265"/>
                  </a:cubicBezTo>
                  <a:cubicBezTo>
                    <a:pt x="940" y="284"/>
                    <a:pt x="938" y="304"/>
                    <a:pt x="937" y="324"/>
                  </a:cubicBezTo>
                  <a:cubicBezTo>
                    <a:pt x="936" y="340"/>
                    <a:pt x="936" y="340"/>
                    <a:pt x="936" y="340"/>
                  </a:cubicBezTo>
                  <a:cubicBezTo>
                    <a:pt x="936" y="353"/>
                    <a:pt x="935" y="367"/>
                    <a:pt x="934" y="380"/>
                  </a:cubicBezTo>
                  <a:cubicBezTo>
                    <a:pt x="934" y="388"/>
                    <a:pt x="934" y="388"/>
                    <a:pt x="934" y="388"/>
                  </a:cubicBezTo>
                  <a:cubicBezTo>
                    <a:pt x="934" y="394"/>
                    <a:pt x="934" y="401"/>
                    <a:pt x="933" y="407"/>
                  </a:cubicBezTo>
                  <a:cubicBezTo>
                    <a:pt x="933" y="409"/>
                    <a:pt x="933" y="411"/>
                    <a:pt x="933" y="413"/>
                  </a:cubicBezTo>
                  <a:cubicBezTo>
                    <a:pt x="933" y="420"/>
                    <a:pt x="933" y="429"/>
                    <a:pt x="928" y="435"/>
                  </a:cubicBezTo>
                  <a:cubicBezTo>
                    <a:pt x="882" y="487"/>
                    <a:pt x="882" y="487"/>
                    <a:pt x="882" y="487"/>
                  </a:cubicBezTo>
                  <a:cubicBezTo>
                    <a:pt x="870" y="500"/>
                    <a:pt x="860" y="514"/>
                    <a:pt x="850" y="529"/>
                  </a:cubicBezTo>
                  <a:cubicBezTo>
                    <a:pt x="848" y="532"/>
                    <a:pt x="845" y="536"/>
                    <a:pt x="843" y="539"/>
                  </a:cubicBezTo>
                  <a:cubicBezTo>
                    <a:pt x="840" y="543"/>
                    <a:pt x="838" y="546"/>
                    <a:pt x="836" y="549"/>
                  </a:cubicBezTo>
                  <a:cubicBezTo>
                    <a:pt x="832" y="555"/>
                    <a:pt x="829" y="561"/>
                    <a:pt x="830" y="564"/>
                  </a:cubicBezTo>
                  <a:cubicBezTo>
                    <a:pt x="830" y="566"/>
                    <a:pt x="831" y="569"/>
                    <a:pt x="829" y="572"/>
                  </a:cubicBezTo>
                  <a:cubicBezTo>
                    <a:pt x="827" y="574"/>
                    <a:pt x="825" y="574"/>
                    <a:pt x="824" y="575"/>
                  </a:cubicBezTo>
                  <a:cubicBezTo>
                    <a:pt x="824" y="575"/>
                    <a:pt x="824" y="575"/>
                    <a:pt x="824" y="575"/>
                  </a:cubicBezTo>
                  <a:cubicBezTo>
                    <a:pt x="824" y="576"/>
                    <a:pt x="824" y="577"/>
                    <a:pt x="824" y="578"/>
                  </a:cubicBezTo>
                  <a:cubicBezTo>
                    <a:pt x="824" y="585"/>
                    <a:pt x="818" y="586"/>
                    <a:pt x="815" y="587"/>
                  </a:cubicBezTo>
                  <a:cubicBezTo>
                    <a:pt x="814" y="587"/>
                    <a:pt x="813" y="587"/>
                    <a:pt x="813" y="587"/>
                  </a:cubicBezTo>
                  <a:cubicBezTo>
                    <a:pt x="812" y="588"/>
                    <a:pt x="812" y="588"/>
                    <a:pt x="811" y="588"/>
                  </a:cubicBezTo>
                  <a:cubicBezTo>
                    <a:pt x="810" y="590"/>
                    <a:pt x="812" y="595"/>
                    <a:pt x="813" y="599"/>
                  </a:cubicBezTo>
                  <a:cubicBezTo>
                    <a:pt x="814" y="600"/>
                    <a:pt x="814" y="602"/>
                    <a:pt x="814" y="603"/>
                  </a:cubicBezTo>
                  <a:cubicBezTo>
                    <a:pt x="816" y="609"/>
                    <a:pt x="816" y="609"/>
                    <a:pt x="816" y="609"/>
                  </a:cubicBezTo>
                  <a:cubicBezTo>
                    <a:pt x="817" y="617"/>
                    <a:pt x="819" y="624"/>
                    <a:pt x="820" y="632"/>
                  </a:cubicBezTo>
                  <a:cubicBezTo>
                    <a:pt x="821" y="633"/>
                    <a:pt x="821" y="634"/>
                    <a:pt x="821" y="634"/>
                  </a:cubicBezTo>
                  <a:cubicBezTo>
                    <a:pt x="821" y="637"/>
                    <a:pt x="819" y="639"/>
                    <a:pt x="816" y="639"/>
                  </a:cubicBezTo>
                  <a:cubicBezTo>
                    <a:pt x="816" y="639"/>
                    <a:pt x="816" y="639"/>
                    <a:pt x="816" y="639"/>
                  </a:cubicBezTo>
                  <a:cubicBezTo>
                    <a:pt x="805" y="639"/>
                    <a:pt x="805" y="639"/>
                    <a:pt x="805" y="639"/>
                  </a:cubicBezTo>
                  <a:cubicBezTo>
                    <a:pt x="801" y="639"/>
                    <a:pt x="800" y="640"/>
                    <a:pt x="798" y="644"/>
                  </a:cubicBezTo>
                  <a:cubicBezTo>
                    <a:pt x="797" y="647"/>
                    <a:pt x="795" y="649"/>
                    <a:pt x="790" y="650"/>
                  </a:cubicBezTo>
                  <a:cubicBezTo>
                    <a:pt x="789" y="650"/>
                    <a:pt x="788" y="650"/>
                    <a:pt x="788" y="650"/>
                  </a:cubicBezTo>
                  <a:cubicBezTo>
                    <a:pt x="788" y="650"/>
                    <a:pt x="787" y="650"/>
                    <a:pt x="787" y="650"/>
                  </a:cubicBezTo>
                  <a:cubicBezTo>
                    <a:pt x="786" y="651"/>
                    <a:pt x="785" y="651"/>
                    <a:pt x="784" y="651"/>
                  </a:cubicBezTo>
                  <a:cubicBezTo>
                    <a:pt x="784" y="651"/>
                    <a:pt x="783" y="651"/>
                    <a:pt x="783" y="651"/>
                  </a:cubicBezTo>
                  <a:cubicBezTo>
                    <a:pt x="782" y="651"/>
                    <a:pt x="782" y="651"/>
                    <a:pt x="781" y="650"/>
                  </a:cubicBezTo>
                  <a:cubicBezTo>
                    <a:pt x="780" y="651"/>
                    <a:pt x="779" y="651"/>
                    <a:pt x="778" y="651"/>
                  </a:cubicBezTo>
                  <a:cubicBezTo>
                    <a:pt x="775" y="652"/>
                    <a:pt x="765" y="659"/>
                    <a:pt x="757" y="666"/>
                  </a:cubicBezTo>
                  <a:cubicBezTo>
                    <a:pt x="757" y="666"/>
                    <a:pt x="756" y="667"/>
                    <a:pt x="756" y="668"/>
                  </a:cubicBezTo>
                  <a:cubicBezTo>
                    <a:pt x="756" y="669"/>
                    <a:pt x="756" y="670"/>
                    <a:pt x="755" y="672"/>
                  </a:cubicBezTo>
                  <a:cubicBezTo>
                    <a:pt x="755" y="673"/>
                    <a:pt x="754" y="674"/>
                    <a:pt x="753" y="675"/>
                  </a:cubicBezTo>
                  <a:cubicBezTo>
                    <a:pt x="752" y="675"/>
                    <a:pt x="752" y="676"/>
                    <a:pt x="752" y="676"/>
                  </a:cubicBezTo>
                  <a:cubicBezTo>
                    <a:pt x="751" y="678"/>
                    <a:pt x="748" y="680"/>
                    <a:pt x="746" y="680"/>
                  </a:cubicBezTo>
                  <a:cubicBezTo>
                    <a:pt x="746" y="680"/>
                    <a:pt x="746" y="680"/>
                    <a:pt x="745" y="680"/>
                  </a:cubicBezTo>
                  <a:cubicBezTo>
                    <a:pt x="743" y="680"/>
                    <a:pt x="743" y="680"/>
                    <a:pt x="743" y="680"/>
                  </a:cubicBezTo>
                  <a:cubicBezTo>
                    <a:pt x="738" y="679"/>
                    <a:pt x="735" y="679"/>
                    <a:pt x="733" y="678"/>
                  </a:cubicBezTo>
                  <a:cubicBezTo>
                    <a:pt x="732" y="678"/>
                    <a:pt x="731" y="678"/>
                    <a:pt x="729" y="678"/>
                  </a:cubicBezTo>
                  <a:cubicBezTo>
                    <a:pt x="727" y="678"/>
                    <a:pt x="724" y="677"/>
                    <a:pt x="722" y="676"/>
                  </a:cubicBezTo>
                  <a:cubicBezTo>
                    <a:pt x="718" y="675"/>
                    <a:pt x="716" y="673"/>
                    <a:pt x="713" y="671"/>
                  </a:cubicBezTo>
                  <a:cubicBezTo>
                    <a:pt x="711" y="670"/>
                    <a:pt x="710" y="669"/>
                    <a:pt x="708" y="668"/>
                  </a:cubicBezTo>
                  <a:cubicBezTo>
                    <a:pt x="699" y="663"/>
                    <a:pt x="688" y="661"/>
                    <a:pt x="676" y="661"/>
                  </a:cubicBezTo>
                  <a:cubicBezTo>
                    <a:pt x="673" y="661"/>
                    <a:pt x="671" y="661"/>
                    <a:pt x="668" y="661"/>
                  </a:cubicBezTo>
                  <a:cubicBezTo>
                    <a:pt x="663" y="662"/>
                    <a:pt x="657" y="661"/>
                    <a:pt x="652" y="661"/>
                  </a:cubicBezTo>
                  <a:cubicBezTo>
                    <a:pt x="647" y="660"/>
                    <a:pt x="642" y="660"/>
                    <a:pt x="637" y="660"/>
                  </a:cubicBezTo>
                  <a:cubicBezTo>
                    <a:pt x="636" y="661"/>
                    <a:pt x="634" y="661"/>
                    <a:pt x="632" y="662"/>
                  </a:cubicBezTo>
                  <a:cubicBezTo>
                    <a:pt x="630" y="663"/>
                    <a:pt x="629" y="663"/>
                    <a:pt x="628" y="664"/>
                  </a:cubicBezTo>
                  <a:cubicBezTo>
                    <a:pt x="625" y="664"/>
                    <a:pt x="623" y="665"/>
                    <a:pt x="621" y="665"/>
                  </a:cubicBezTo>
                  <a:cubicBezTo>
                    <a:pt x="620" y="665"/>
                    <a:pt x="619" y="665"/>
                    <a:pt x="618" y="665"/>
                  </a:cubicBezTo>
                  <a:cubicBezTo>
                    <a:pt x="612" y="666"/>
                    <a:pt x="608" y="668"/>
                    <a:pt x="603" y="671"/>
                  </a:cubicBezTo>
                  <a:cubicBezTo>
                    <a:pt x="602" y="671"/>
                    <a:pt x="602" y="672"/>
                    <a:pt x="601" y="672"/>
                  </a:cubicBezTo>
                  <a:cubicBezTo>
                    <a:pt x="600" y="673"/>
                    <a:pt x="598" y="674"/>
                    <a:pt x="597" y="674"/>
                  </a:cubicBezTo>
                  <a:cubicBezTo>
                    <a:pt x="597" y="677"/>
                    <a:pt x="595" y="679"/>
                    <a:pt x="593" y="680"/>
                  </a:cubicBezTo>
                  <a:cubicBezTo>
                    <a:pt x="591" y="680"/>
                    <a:pt x="590" y="683"/>
                    <a:pt x="589" y="684"/>
                  </a:cubicBezTo>
                  <a:cubicBezTo>
                    <a:pt x="588" y="685"/>
                    <a:pt x="588" y="685"/>
                    <a:pt x="588" y="685"/>
                  </a:cubicBezTo>
                  <a:cubicBezTo>
                    <a:pt x="587" y="686"/>
                    <a:pt x="587" y="687"/>
                    <a:pt x="586" y="688"/>
                  </a:cubicBezTo>
                  <a:cubicBezTo>
                    <a:pt x="583" y="692"/>
                    <a:pt x="581" y="696"/>
                    <a:pt x="578" y="697"/>
                  </a:cubicBezTo>
                  <a:cubicBezTo>
                    <a:pt x="574" y="698"/>
                    <a:pt x="570" y="697"/>
                    <a:pt x="567" y="696"/>
                  </a:cubicBezTo>
                  <a:cubicBezTo>
                    <a:pt x="566" y="696"/>
                    <a:pt x="564" y="696"/>
                    <a:pt x="563" y="696"/>
                  </a:cubicBezTo>
                  <a:cubicBezTo>
                    <a:pt x="562" y="696"/>
                    <a:pt x="562" y="696"/>
                    <a:pt x="562" y="696"/>
                  </a:cubicBezTo>
                  <a:cubicBezTo>
                    <a:pt x="561" y="696"/>
                    <a:pt x="560" y="696"/>
                    <a:pt x="559" y="696"/>
                  </a:cubicBezTo>
                  <a:cubicBezTo>
                    <a:pt x="557" y="696"/>
                    <a:pt x="555" y="696"/>
                    <a:pt x="553" y="696"/>
                  </a:cubicBezTo>
                  <a:cubicBezTo>
                    <a:pt x="550" y="695"/>
                    <a:pt x="548" y="695"/>
                    <a:pt x="545" y="695"/>
                  </a:cubicBezTo>
                  <a:cubicBezTo>
                    <a:pt x="542" y="695"/>
                    <a:pt x="538" y="695"/>
                    <a:pt x="535" y="694"/>
                  </a:cubicBezTo>
                  <a:cubicBezTo>
                    <a:pt x="532" y="693"/>
                    <a:pt x="530" y="693"/>
                    <a:pt x="528" y="692"/>
                  </a:cubicBezTo>
                  <a:cubicBezTo>
                    <a:pt x="527" y="691"/>
                    <a:pt x="525" y="691"/>
                    <a:pt x="524" y="691"/>
                  </a:cubicBezTo>
                  <a:cubicBezTo>
                    <a:pt x="523" y="690"/>
                    <a:pt x="523" y="690"/>
                    <a:pt x="523" y="690"/>
                  </a:cubicBezTo>
                  <a:cubicBezTo>
                    <a:pt x="519" y="689"/>
                    <a:pt x="516" y="688"/>
                    <a:pt x="513" y="685"/>
                  </a:cubicBezTo>
                  <a:cubicBezTo>
                    <a:pt x="512" y="684"/>
                    <a:pt x="512" y="683"/>
                    <a:pt x="511" y="682"/>
                  </a:cubicBezTo>
                  <a:cubicBezTo>
                    <a:pt x="510" y="681"/>
                    <a:pt x="510" y="681"/>
                    <a:pt x="509" y="680"/>
                  </a:cubicBezTo>
                  <a:cubicBezTo>
                    <a:pt x="508" y="680"/>
                    <a:pt x="508" y="680"/>
                    <a:pt x="507" y="680"/>
                  </a:cubicBezTo>
                  <a:cubicBezTo>
                    <a:pt x="505" y="680"/>
                    <a:pt x="504" y="680"/>
                    <a:pt x="502" y="679"/>
                  </a:cubicBezTo>
                  <a:cubicBezTo>
                    <a:pt x="499" y="678"/>
                    <a:pt x="497" y="676"/>
                    <a:pt x="495" y="674"/>
                  </a:cubicBezTo>
                  <a:cubicBezTo>
                    <a:pt x="494" y="673"/>
                    <a:pt x="494" y="673"/>
                    <a:pt x="493" y="672"/>
                  </a:cubicBezTo>
                  <a:cubicBezTo>
                    <a:pt x="492" y="671"/>
                    <a:pt x="491" y="671"/>
                    <a:pt x="490" y="670"/>
                  </a:cubicBezTo>
                  <a:cubicBezTo>
                    <a:pt x="488" y="669"/>
                    <a:pt x="488" y="669"/>
                    <a:pt x="488" y="669"/>
                  </a:cubicBezTo>
                  <a:cubicBezTo>
                    <a:pt x="487" y="669"/>
                    <a:pt x="486" y="667"/>
                    <a:pt x="485" y="666"/>
                  </a:cubicBezTo>
                  <a:cubicBezTo>
                    <a:pt x="484" y="666"/>
                    <a:pt x="483" y="665"/>
                    <a:pt x="482" y="665"/>
                  </a:cubicBezTo>
                  <a:cubicBezTo>
                    <a:pt x="481" y="664"/>
                    <a:pt x="479" y="664"/>
                    <a:pt x="476" y="663"/>
                  </a:cubicBezTo>
                  <a:cubicBezTo>
                    <a:pt x="475" y="663"/>
                    <a:pt x="474" y="663"/>
                    <a:pt x="473" y="663"/>
                  </a:cubicBezTo>
                  <a:cubicBezTo>
                    <a:pt x="469" y="662"/>
                    <a:pt x="468" y="662"/>
                    <a:pt x="463" y="665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56" y="669"/>
                    <a:pt x="453" y="671"/>
                    <a:pt x="449" y="673"/>
                  </a:cubicBezTo>
                  <a:cubicBezTo>
                    <a:pt x="444" y="676"/>
                    <a:pt x="441" y="678"/>
                    <a:pt x="433" y="677"/>
                  </a:cubicBezTo>
                  <a:cubicBezTo>
                    <a:pt x="432" y="677"/>
                    <a:pt x="432" y="677"/>
                    <a:pt x="432" y="677"/>
                  </a:cubicBezTo>
                  <a:cubicBezTo>
                    <a:pt x="432" y="677"/>
                    <a:pt x="431" y="678"/>
                    <a:pt x="431" y="678"/>
                  </a:cubicBezTo>
                  <a:cubicBezTo>
                    <a:pt x="430" y="679"/>
                    <a:pt x="429" y="680"/>
                    <a:pt x="428" y="682"/>
                  </a:cubicBezTo>
                  <a:cubicBezTo>
                    <a:pt x="425" y="684"/>
                    <a:pt x="421" y="685"/>
                    <a:pt x="418" y="685"/>
                  </a:cubicBezTo>
                  <a:cubicBezTo>
                    <a:pt x="410" y="685"/>
                    <a:pt x="403" y="678"/>
                    <a:pt x="399" y="671"/>
                  </a:cubicBezTo>
                  <a:cubicBezTo>
                    <a:pt x="392" y="657"/>
                    <a:pt x="385" y="648"/>
                    <a:pt x="378" y="644"/>
                  </a:cubicBezTo>
                  <a:cubicBezTo>
                    <a:pt x="376" y="643"/>
                    <a:pt x="376" y="643"/>
                    <a:pt x="376" y="643"/>
                  </a:cubicBezTo>
                  <a:cubicBezTo>
                    <a:pt x="374" y="641"/>
                    <a:pt x="373" y="641"/>
                    <a:pt x="371" y="641"/>
                  </a:cubicBezTo>
                  <a:cubicBezTo>
                    <a:pt x="368" y="643"/>
                    <a:pt x="365" y="642"/>
                    <a:pt x="364" y="642"/>
                  </a:cubicBezTo>
                  <a:cubicBezTo>
                    <a:pt x="363" y="642"/>
                    <a:pt x="363" y="642"/>
                    <a:pt x="363" y="641"/>
                  </a:cubicBezTo>
                  <a:cubicBezTo>
                    <a:pt x="358" y="640"/>
                    <a:pt x="354" y="639"/>
                    <a:pt x="350" y="637"/>
                  </a:cubicBezTo>
                  <a:cubicBezTo>
                    <a:pt x="348" y="636"/>
                    <a:pt x="346" y="635"/>
                    <a:pt x="344" y="635"/>
                  </a:cubicBezTo>
                  <a:cubicBezTo>
                    <a:pt x="342" y="634"/>
                    <a:pt x="339" y="633"/>
                    <a:pt x="337" y="632"/>
                  </a:cubicBezTo>
                  <a:cubicBezTo>
                    <a:pt x="336" y="631"/>
                    <a:pt x="335" y="631"/>
                    <a:pt x="334" y="630"/>
                  </a:cubicBezTo>
                  <a:cubicBezTo>
                    <a:pt x="330" y="629"/>
                    <a:pt x="329" y="628"/>
                    <a:pt x="326" y="629"/>
                  </a:cubicBezTo>
                  <a:cubicBezTo>
                    <a:pt x="324" y="629"/>
                    <a:pt x="324" y="629"/>
                    <a:pt x="324" y="629"/>
                  </a:cubicBezTo>
                  <a:cubicBezTo>
                    <a:pt x="324" y="629"/>
                    <a:pt x="323" y="629"/>
                    <a:pt x="322" y="629"/>
                  </a:cubicBezTo>
                  <a:cubicBezTo>
                    <a:pt x="320" y="632"/>
                    <a:pt x="318" y="636"/>
                    <a:pt x="312" y="636"/>
                  </a:cubicBezTo>
                  <a:cubicBezTo>
                    <a:pt x="310" y="636"/>
                    <a:pt x="309" y="636"/>
                    <a:pt x="307" y="637"/>
                  </a:cubicBezTo>
                  <a:cubicBezTo>
                    <a:pt x="301" y="637"/>
                    <a:pt x="294" y="638"/>
                    <a:pt x="290" y="636"/>
                  </a:cubicBezTo>
                  <a:cubicBezTo>
                    <a:pt x="287" y="635"/>
                    <a:pt x="281" y="636"/>
                    <a:pt x="276" y="638"/>
                  </a:cubicBezTo>
                  <a:cubicBezTo>
                    <a:pt x="275" y="638"/>
                    <a:pt x="273" y="638"/>
                    <a:pt x="272" y="639"/>
                  </a:cubicBezTo>
                  <a:cubicBezTo>
                    <a:pt x="268" y="640"/>
                    <a:pt x="266" y="641"/>
                    <a:pt x="263" y="644"/>
                  </a:cubicBezTo>
                  <a:cubicBezTo>
                    <a:pt x="256" y="650"/>
                    <a:pt x="256" y="650"/>
                    <a:pt x="256" y="650"/>
                  </a:cubicBezTo>
                  <a:cubicBezTo>
                    <a:pt x="254" y="652"/>
                    <a:pt x="252" y="653"/>
                    <a:pt x="251" y="653"/>
                  </a:cubicBezTo>
                  <a:cubicBezTo>
                    <a:pt x="249" y="654"/>
                    <a:pt x="249" y="660"/>
                    <a:pt x="249" y="663"/>
                  </a:cubicBezTo>
                  <a:cubicBezTo>
                    <a:pt x="249" y="664"/>
                    <a:pt x="249" y="666"/>
                    <a:pt x="249" y="667"/>
                  </a:cubicBezTo>
                  <a:cubicBezTo>
                    <a:pt x="249" y="677"/>
                    <a:pt x="245" y="685"/>
                    <a:pt x="240" y="693"/>
                  </a:cubicBezTo>
                  <a:cubicBezTo>
                    <a:pt x="238" y="697"/>
                    <a:pt x="235" y="700"/>
                    <a:pt x="230" y="704"/>
                  </a:cubicBezTo>
                  <a:cubicBezTo>
                    <a:pt x="229" y="705"/>
                    <a:pt x="228" y="706"/>
                    <a:pt x="227" y="707"/>
                  </a:cubicBezTo>
                  <a:cubicBezTo>
                    <a:pt x="224" y="709"/>
                    <a:pt x="220" y="711"/>
                    <a:pt x="220" y="714"/>
                  </a:cubicBezTo>
                  <a:cubicBezTo>
                    <a:pt x="220" y="715"/>
                    <a:pt x="220" y="718"/>
                    <a:pt x="220" y="720"/>
                  </a:cubicBezTo>
                  <a:cubicBezTo>
                    <a:pt x="220" y="722"/>
                    <a:pt x="220" y="725"/>
                    <a:pt x="220" y="727"/>
                  </a:cubicBezTo>
                  <a:cubicBezTo>
                    <a:pt x="220" y="729"/>
                    <a:pt x="220" y="730"/>
                    <a:pt x="220" y="732"/>
                  </a:cubicBezTo>
                  <a:cubicBezTo>
                    <a:pt x="219" y="735"/>
                    <a:pt x="219" y="737"/>
                    <a:pt x="220" y="740"/>
                  </a:cubicBezTo>
                  <a:cubicBezTo>
                    <a:pt x="221" y="744"/>
                    <a:pt x="219" y="747"/>
                    <a:pt x="218" y="749"/>
                  </a:cubicBezTo>
                  <a:cubicBezTo>
                    <a:pt x="218" y="751"/>
                    <a:pt x="217" y="752"/>
                    <a:pt x="218" y="752"/>
                  </a:cubicBezTo>
                  <a:cubicBezTo>
                    <a:pt x="218" y="752"/>
                    <a:pt x="219" y="753"/>
                    <a:pt x="219" y="754"/>
                  </a:cubicBezTo>
                  <a:cubicBezTo>
                    <a:pt x="224" y="760"/>
                    <a:pt x="218" y="765"/>
                    <a:pt x="216" y="767"/>
                  </a:cubicBezTo>
                  <a:cubicBezTo>
                    <a:pt x="215" y="767"/>
                    <a:pt x="215" y="767"/>
                    <a:pt x="215" y="767"/>
                  </a:cubicBezTo>
                  <a:cubicBezTo>
                    <a:pt x="214" y="768"/>
                    <a:pt x="213" y="768"/>
                    <a:pt x="212" y="768"/>
                  </a:cubicBezTo>
                  <a:close/>
                  <a:moveTo>
                    <a:pt x="198" y="746"/>
                  </a:moveTo>
                  <a:cubicBezTo>
                    <a:pt x="198" y="746"/>
                    <a:pt x="199" y="746"/>
                    <a:pt x="200" y="747"/>
                  </a:cubicBezTo>
                  <a:cubicBezTo>
                    <a:pt x="203" y="748"/>
                    <a:pt x="206" y="750"/>
                    <a:pt x="208" y="752"/>
                  </a:cubicBezTo>
                  <a:cubicBezTo>
                    <a:pt x="208" y="749"/>
                    <a:pt x="209" y="747"/>
                    <a:pt x="210" y="745"/>
                  </a:cubicBezTo>
                  <a:cubicBezTo>
                    <a:pt x="211" y="744"/>
                    <a:pt x="211" y="743"/>
                    <a:pt x="211" y="743"/>
                  </a:cubicBezTo>
                  <a:cubicBezTo>
                    <a:pt x="209" y="738"/>
                    <a:pt x="210" y="734"/>
                    <a:pt x="210" y="731"/>
                  </a:cubicBezTo>
                  <a:cubicBezTo>
                    <a:pt x="211" y="729"/>
                    <a:pt x="211" y="728"/>
                    <a:pt x="211" y="726"/>
                  </a:cubicBezTo>
                  <a:cubicBezTo>
                    <a:pt x="211" y="725"/>
                    <a:pt x="211" y="723"/>
                    <a:pt x="211" y="721"/>
                  </a:cubicBezTo>
                  <a:cubicBezTo>
                    <a:pt x="211" y="718"/>
                    <a:pt x="210" y="715"/>
                    <a:pt x="211" y="712"/>
                  </a:cubicBezTo>
                  <a:cubicBezTo>
                    <a:pt x="212" y="706"/>
                    <a:pt x="217" y="702"/>
                    <a:pt x="222" y="699"/>
                  </a:cubicBezTo>
                  <a:cubicBezTo>
                    <a:pt x="223" y="698"/>
                    <a:pt x="224" y="698"/>
                    <a:pt x="224" y="697"/>
                  </a:cubicBezTo>
                  <a:cubicBezTo>
                    <a:pt x="228" y="694"/>
                    <a:pt x="230" y="692"/>
                    <a:pt x="232" y="688"/>
                  </a:cubicBezTo>
                  <a:cubicBezTo>
                    <a:pt x="237" y="681"/>
                    <a:pt x="240" y="675"/>
                    <a:pt x="240" y="667"/>
                  </a:cubicBezTo>
                  <a:cubicBezTo>
                    <a:pt x="240" y="666"/>
                    <a:pt x="240" y="665"/>
                    <a:pt x="240" y="663"/>
                  </a:cubicBezTo>
                  <a:cubicBezTo>
                    <a:pt x="240" y="657"/>
                    <a:pt x="239" y="649"/>
                    <a:pt x="246" y="645"/>
                  </a:cubicBezTo>
                  <a:cubicBezTo>
                    <a:pt x="247" y="644"/>
                    <a:pt x="248" y="644"/>
                    <a:pt x="249" y="644"/>
                  </a:cubicBezTo>
                  <a:cubicBezTo>
                    <a:pt x="257" y="637"/>
                    <a:pt x="257" y="637"/>
                    <a:pt x="257" y="637"/>
                  </a:cubicBezTo>
                  <a:cubicBezTo>
                    <a:pt x="261" y="633"/>
                    <a:pt x="264" y="631"/>
                    <a:pt x="270" y="630"/>
                  </a:cubicBezTo>
                  <a:cubicBezTo>
                    <a:pt x="271" y="629"/>
                    <a:pt x="272" y="629"/>
                    <a:pt x="274" y="629"/>
                  </a:cubicBezTo>
                  <a:cubicBezTo>
                    <a:pt x="280" y="627"/>
                    <a:pt x="289" y="625"/>
                    <a:pt x="294" y="628"/>
                  </a:cubicBezTo>
                  <a:cubicBezTo>
                    <a:pt x="294" y="628"/>
                    <a:pt x="295" y="628"/>
                    <a:pt x="297" y="628"/>
                  </a:cubicBezTo>
                  <a:cubicBezTo>
                    <a:pt x="300" y="628"/>
                    <a:pt x="303" y="628"/>
                    <a:pt x="306" y="627"/>
                  </a:cubicBezTo>
                  <a:cubicBezTo>
                    <a:pt x="308" y="627"/>
                    <a:pt x="310" y="627"/>
                    <a:pt x="311" y="627"/>
                  </a:cubicBezTo>
                  <a:cubicBezTo>
                    <a:pt x="312" y="627"/>
                    <a:pt x="313" y="626"/>
                    <a:pt x="314" y="624"/>
                  </a:cubicBezTo>
                  <a:cubicBezTo>
                    <a:pt x="316" y="621"/>
                    <a:pt x="320" y="620"/>
                    <a:pt x="323" y="620"/>
                  </a:cubicBezTo>
                  <a:cubicBezTo>
                    <a:pt x="324" y="619"/>
                    <a:pt x="324" y="619"/>
                    <a:pt x="324" y="619"/>
                  </a:cubicBezTo>
                  <a:cubicBezTo>
                    <a:pt x="331" y="618"/>
                    <a:pt x="334" y="620"/>
                    <a:pt x="338" y="622"/>
                  </a:cubicBezTo>
                  <a:cubicBezTo>
                    <a:pt x="339" y="623"/>
                    <a:pt x="340" y="623"/>
                    <a:pt x="341" y="623"/>
                  </a:cubicBezTo>
                  <a:cubicBezTo>
                    <a:pt x="343" y="624"/>
                    <a:pt x="345" y="625"/>
                    <a:pt x="347" y="626"/>
                  </a:cubicBezTo>
                  <a:cubicBezTo>
                    <a:pt x="349" y="627"/>
                    <a:pt x="352" y="628"/>
                    <a:pt x="354" y="629"/>
                  </a:cubicBezTo>
                  <a:cubicBezTo>
                    <a:pt x="357" y="630"/>
                    <a:pt x="361" y="631"/>
                    <a:pt x="365" y="633"/>
                  </a:cubicBezTo>
                  <a:cubicBezTo>
                    <a:pt x="366" y="633"/>
                    <a:pt x="366" y="633"/>
                    <a:pt x="367" y="633"/>
                  </a:cubicBezTo>
                  <a:cubicBezTo>
                    <a:pt x="374" y="630"/>
                    <a:pt x="378" y="633"/>
                    <a:pt x="381" y="635"/>
                  </a:cubicBezTo>
                  <a:cubicBezTo>
                    <a:pt x="382" y="636"/>
                    <a:pt x="382" y="636"/>
                    <a:pt x="382" y="636"/>
                  </a:cubicBezTo>
                  <a:cubicBezTo>
                    <a:pt x="394" y="643"/>
                    <a:pt x="402" y="657"/>
                    <a:pt x="407" y="667"/>
                  </a:cubicBezTo>
                  <a:cubicBezTo>
                    <a:pt x="410" y="673"/>
                    <a:pt x="417" y="679"/>
                    <a:pt x="422" y="675"/>
                  </a:cubicBezTo>
                  <a:cubicBezTo>
                    <a:pt x="423" y="674"/>
                    <a:pt x="423" y="673"/>
                    <a:pt x="424" y="672"/>
                  </a:cubicBezTo>
                  <a:cubicBezTo>
                    <a:pt x="426" y="670"/>
                    <a:pt x="428" y="667"/>
                    <a:pt x="435" y="668"/>
                  </a:cubicBezTo>
                  <a:cubicBezTo>
                    <a:pt x="439" y="669"/>
                    <a:pt x="440" y="668"/>
                    <a:pt x="445" y="665"/>
                  </a:cubicBezTo>
                  <a:cubicBezTo>
                    <a:pt x="448" y="663"/>
                    <a:pt x="451" y="661"/>
                    <a:pt x="455" y="659"/>
                  </a:cubicBezTo>
                  <a:cubicBezTo>
                    <a:pt x="458" y="657"/>
                    <a:pt x="458" y="657"/>
                    <a:pt x="458" y="657"/>
                  </a:cubicBezTo>
                  <a:cubicBezTo>
                    <a:pt x="464" y="653"/>
                    <a:pt x="467" y="653"/>
                    <a:pt x="475" y="654"/>
                  </a:cubicBezTo>
                  <a:cubicBezTo>
                    <a:pt x="476" y="654"/>
                    <a:pt x="476" y="654"/>
                    <a:pt x="477" y="654"/>
                  </a:cubicBezTo>
                  <a:cubicBezTo>
                    <a:pt x="480" y="654"/>
                    <a:pt x="484" y="655"/>
                    <a:pt x="487" y="656"/>
                  </a:cubicBezTo>
                  <a:cubicBezTo>
                    <a:pt x="488" y="657"/>
                    <a:pt x="490" y="658"/>
                    <a:pt x="491" y="660"/>
                  </a:cubicBezTo>
                  <a:cubicBezTo>
                    <a:pt x="492" y="660"/>
                    <a:pt x="492" y="661"/>
                    <a:pt x="493" y="661"/>
                  </a:cubicBezTo>
                  <a:cubicBezTo>
                    <a:pt x="494" y="662"/>
                    <a:pt x="494" y="662"/>
                    <a:pt x="494" y="662"/>
                  </a:cubicBezTo>
                  <a:cubicBezTo>
                    <a:pt x="496" y="663"/>
                    <a:pt x="497" y="663"/>
                    <a:pt x="499" y="665"/>
                  </a:cubicBezTo>
                  <a:cubicBezTo>
                    <a:pt x="500" y="666"/>
                    <a:pt x="501" y="667"/>
                    <a:pt x="502" y="667"/>
                  </a:cubicBezTo>
                  <a:cubicBezTo>
                    <a:pt x="503" y="669"/>
                    <a:pt x="504" y="670"/>
                    <a:pt x="505" y="670"/>
                  </a:cubicBezTo>
                  <a:cubicBezTo>
                    <a:pt x="505" y="671"/>
                    <a:pt x="506" y="671"/>
                    <a:pt x="506" y="671"/>
                  </a:cubicBezTo>
                  <a:cubicBezTo>
                    <a:pt x="509" y="671"/>
                    <a:pt x="512" y="671"/>
                    <a:pt x="514" y="673"/>
                  </a:cubicBezTo>
                  <a:cubicBezTo>
                    <a:pt x="517" y="674"/>
                    <a:pt x="518" y="676"/>
                    <a:pt x="519" y="677"/>
                  </a:cubicBezTo>
                  <a:cubicBezTo>
                    <a:pt x="519" y="678"/>
                    <a:pt x="519" y="678"/>
                    <a:pt x="520" y="679"/>
                  </a:cubicBezTo>
                  <a:cubicBezTo>
                    <a:pt x="521" y="680"/>
                    <a:pt x="523" y="681"/>
                    <a:pt x="525" y="681"/>
                  </a:cubicBezTo>
                  <a:cubicBezTo>
                    <a:pt x="527" y="682"/>
                    <a:pt x="527" y="682"/>
                    <a:pt x="527" y="682"/>
                  </a:cubicBezTo>
                  <a:cubicBezTo>
                    <a:pt x="528" y="682"/>
                    <a:pt x="529" y="683"/>
                    <a:pt x="531" y="683"/>
                  </a:cubicBezTo>
                  <a:cubicBezTo>
                    <a:pt x="533" y="684"/>
                    <a:pt x="535" y="685"/>
                    <a:pt x="537" y="685"/>
                  </a:cubicBezTo>
                  <a:cubicBezTo>
                    <a:pt x="540" y="686"/>
                    <a:pt x="543" y="686"/>
                    <a:pt x="546" y="686"/>
                  </a:cubicBezTo>
                  <a:cubicBezTo>
                    <a:pt x="548" y="686"/>
                    <a:pt x="551" y="686"/>
                    <a:pt x="554" y="687"/>
                  </a:cubicBezTo>
                  <a:cubicBezTo>
                    <a:pt x="556" y="687"/>
                    <a:pt x="557" y="687"/>
                    <a:pt x="559" y="687"/>
                  </a:cubicBezTo>
                  <a:cubicBezTo>
                    <a:pt x="560" y="686"/>
                    <a:pt x="562" y="686"/>
                    <a:pt x="564" y="686"/>
                  </a:cubicBezTo>
                  <a:cubicBezTo>
                    <a:pt x="565" y="687"/>
                    <a:pt x="567" y="687"/>
                    <a:pt x="569" y="687"/>
                  </a:cubicBezTo>
                  <a:cubicBezTo>
                    <a:pt x="571" y="688"/>
                    <a:pt x="573" y="688"/>
                    <a:pt x="574" y="688"/>
                  </a:cubicBezTo>
                  <a:cubicBezTo>
                    <a:pt x="575" y="688"/>
                    <a:pt x="577" y="684"/>
                    <a:pt x="578" y="683"/>
                  </a:cubicBezTo>
                  <a:cubicBezTo>
                    <a:pt x="579" y="681"/>
                    <a:pt x="580" y="680"/>
                    <a:pt x="581" y="680"/>
                  </a:cubicBezTo>
                  <a:cubicBezTo>
                    <a:pt x="581" y="678"/>
                    <a:pt x="581" y="678"/>
                    <a:pt x="581" y="678"/>
                  </a:cubicBezTo>
                  <a:cubicBezTo>
                    <a:pt x="584" y="675"/>
                    <a:pt x="586" y="672"/>
                    <a:pt x="589" y="671"/>
                  </a:cubicBezTo>
                  <a:cubicBezTo>
                    <a:pt x="589" y="670"/>
                    <a:pt x="590" y="669"/>
                    <a:pt x="590" y="669"/>
                  </a:cubicBezTo>
                  <a:cubicBezTo>
                    <a:pt x="592" y="666"/>
                    <a:pt x="595" y="665"/>
                    <a:pt x="597" y="664"/>
                  </a:cubicBezTo>
                  <a:cubicBezTo>
                    <a:pt x="597" y="663"/>
                    <a:pt x="598" y="663"/>
                    <a:pt x="598" y="663"/>
                  </a:cubicBezTo>
                  <a:cubicBezTo>
                    <a:pt x="605" y="659"/>
                    <a:pt x="609" y="658"/>
                    <a:pt x="616" y="656"/>
                  </a:cubicBezTo>
                  <a:cubicBezTo>
                    <a:pt x="617" y="656"/>
                    <a:pt x="619" y="656"/>
                    <a:pt x="620" y="656"/>
                  </a:cubicBezTo>
                  <a:cubicBezTo>
                    <a:pt x="622" y="656"/>
                    <a:pt x="623" y="655"/>
                    <a:pt x="625" y="655"/>
                  </a:cubicBezTo>
                  <a:cubicBezTo>
                    <a:pt x="626" y="655"/>
                    <a:pt x="627" y="654"/>
                    <a:pt x="628" y="654"/>
                  </a:cubicBezTo>
                  <a:cubicBezTo>
                    <a:pt x="631" y="653"/>
                    <a:pt x="634" y="651"/>
                    <a:pt x="637" y="651"/>
                  </a:cubicBezTo>
                  <a:cubicBezTo>
                    <a:pt x="642" y="651"/>
                    <a:pt x="647" y="651"/>
                    <a:pt x="653" y="652"/>
                  </a:cubicBezTo>
                  <a:cubicBezTo>
                    <a:pt x="657" y="652"/>
                    <a:pt x="662" y="652"/>
                    <a:pt x="667" y="652"/>
                  </a:cubicBezTo>
                  <a:cubicBezTo>
                    <a:pt x="670" y="652"/>
                    <a:pt x="673" y="651"/>
                    <a:pt x="676" y="651"/>
                  </a:cubicBezTo>
                  <a:cubicBezTo>
                    <a:pt x="690" y="651"/>
                    <a:pt x="703" y="654"/>
                    <a:pt x="712" y="660"/>
                  </a:cubicBezTo>
                  <a:cubicBezTo>
                    <a:pt x="714" y="661"/>
                    <a:pt x="716" y="662"/>
                    <a:pt x="718" y="663"/>
                  </a:cubicBezTo>
                  <a:cubicBezTo>
                    <a:pt x="721" y="665"/>
                    <a:pt x="723" y="667"/>
                    <a:pt x="725" y="668"/>
                  </a:cubicBezTo>
                  <a:cubicBezTo>
                    <a:pt x="726" y="668"/>
                    <a:pt x="728" y="668"/>
                    <a:pt x="729" y="668"/>
                  </a:cubicBezTo>
                  <a:cubicBezTo>
                    <a:pt x="731" y="668"/>
                    <a:pt x="733" y="668"/>
                    <a:pt x="735" y="669"/>
                  </a:cubicBezTo>
                  <a:cubicBezTo>
                    <a:pt x="737" y="670"/>
                    <a:pt x="740" y="670"/>
                    <a:pt x="744" y="670"/>
                  </a:cubicBezTo>
                  <a:cubicBezTo>
                    <a:pt x="744" y="670"/>
                    <a:pt x="744" y="670"/>
                    <a:pt x="744" y="670"/>
                  </a:cubicBezTo>
                  <a:cubicBezTo>
                    <a:pt x="744" y="670"/>
                    <a:pt x="744" y="670"/>
                    <a:pt x="745" y="670"/>
                  </a:cubicBezTo>
                  <a:cubicBezTo>
                    <a:pt x="745" y="670"/>
                    <a:pt x="745" y="669"/>
                    <a:pt x="746" y="669"/>
                  </a:cubicBezTo>
                  <a:cubicBezTo>
                    <a:pt x="746" y="668"/>
                    <a:pt x="747" y="668"/>
                    <a:pt x="747" y="667"/>
                  </a:cubicBezTo>
                  <a:cubicBezTo>
                    <a:pt x="747" y="667"/>
                    <a:pt x="747" y="666"/>
                    <a:pt x="747" y="664"/>
                  </a:cubicBezTo>
                  <a:cubicBezTo>
                    <a:pt x="748" y="663"/>
                    <a:pt x="750" y="660"/>
                    <a:pt x="751" y="659"/>
                  </a:cubicBezTo>
                  <a:cubicBezTo>
                    <a:pt x="755" y="655"/>
                    <a:pt x="769" y="643"/>
                    <a:pt x="777" y="642"/>
                  </a:cubicBezTo>
                  <a:cubicBezTo>
                    <a:pt x="778" y="641"/>
                    <a:pt x="779" y="641"/>
                    <a:pt x="781" y="641"/>
                  </a:cubicBezTo>
                  <a:cubicBezTo>
                    <a:pt x="782" y="641"/>
                    <a:pt x="784" y="641"/>
                    <a:pt x="785" y="641"/>
                  </a:cubicBezTo>
                  <a:cubicBezTo>
                    <a:pt x="786" y="641"/>
                    <a:pt x="788" y="640"/>
                    <a:pt x="789" y="641"/>
                  </a:cubicBezTo>
                  <a:cubicBezTo>
                    <a:pt x="789" y="641"/>
                    <a:pt x="789" y="640"/>
                    <a:pt x="789" y="640"/>
                  </a:cubicBezTo>
                  <a:cubicBezTo>
                    <a:pt x="792" y="635"/>
                    <a:pt x="796" y="630"/>
                    <a:pt x="804" y="630"/>
                  </a:cubicBezTo>
                  <a:cubicBezTo>
                    <a:pt x="810" y="630"/>
                    <a:pt x="810" y="630"/>
                    <a:pt x="810" y="630"/>
                  </a:cubicBezTo>
                  <a:cubicBezTo>
                    <a:pt x="809" y="623"/>
                    <a:pt x="808" y="617"/>
                    <a:pt x="806" y="611"/>
                  </a:cubicBezTo>
                  <a:cubicBezTo>
                    <a:pt x="805" y="605"/>
                    <a:pt x="805" y="605"/>
                    <a:pt x="805" y="605"/>
                  </a:cubicBezTo>
                  <a:cubicBezTo>
                    <a:pt x="805" y="604"/>
                    <a:pt x="805" y="603"/>
                    <a:pt x="804" y="601"/>
                  </a:cubicBezTo>
                  <a:cubicBezTo>
                    <a:pt x="802" y="596"/>
                    <a:pt x="800" y="589"/>
                    <a:pt x="803" y="584"/>
                  </a:cubicBezTo>
                  <a:cubicBezTo>
                    <a:pt x="804" y="582"/>
                    <a:pt x="806" y="580"/>
                    <a:pt x="810" y="578"/>
                  </a:cubicBezTo>
                  <a:cubicBezTo>
                    <a:pt x="811" y="578"/>
                    <a:pt x="812" y="578"/>
                    <a:pt x="813" y="578"/>
                  </a:cubicBezTo>
                  <a:cubicBezTo>
                    <a:pt x="814" y="578"/>
                    <a:pt x="815" y="577"/>
                    <a:pt x="815" y="577"/>
                  </a:cubicBezTo>
                  <a:cubicBezTo>
                    <a:pt x="814" y="576"/>
                    <a:pt x="814" y="574"/>
                    <a:pt x="815" y="572"/>
                  </a:cubicBezTo>
                  <a:cubicBezTo>
                    <a:pt x="815" y="570"/>
                    <a:pt x="817" y="569"/>
                    <a:pt x="818" y="567"/>
                  </a:cubicBezTo>
                  <a:cubicBezTo>
                    <a:pt x="819" y="567"/>
                    <a:pt x="820" y="566"/>
                    <a:pt x="821" y="566"/>
                  </a:cubicBezTo>
                  <a:cubicBezTo>
                    <a:pt x="821" y="566"/>
                    <a:pt x="821" y="566"/>
                    <a:pt x="821" y="566"/>
                  </a:cubicBezTo>
                  <a:cubicBezTo>
                    <a:pt x="819" y="558"/>
                    <a:pt x="826" y="547"/>
                    <a:pt x="828" y="544"/>
                  </a:cubicBezTo>
                  <a:cubicBezTo>
                    <a:pt x="830" y="541"/>
                    <a:pt x="833" y="537"/>
                    <a:pt x="835" y="534"/>
                  </a:cubicBezTo>
                  <a:cubicBezTo>
                    <a:pt x="837" y="531"/>
                    <a:pt x="840" y="527"/>
                    <a:pt x="842" y="524"/>
                  </a:cubicBezTo>
                  <a:cubicBezTo>
                    <a:pt x="852" y="509"/>
                    <a:pt x="863" y="494"/>
                    <a:pt x="875" y="480"/>
                  </a:cubicBezTo>
                  <a:cubicBezTo>
                    <a:pt x="921" y="429"/>
                    <a:pt x="921" y="429"/>
                    <a:pt x="921" y="429"/>
                  </a:cubicBezTo>
                  <a:cubicBezTo>
                    <a:pt x="924" y="426"/>
                    <a:pt x="924" y="419"/>
                    <a:pt x="924" y="413"/>
                  </a:cubicBezTo>
                  <a:cubicBezTo>
                    <a:pt x="924" y="411"/>
                    <a:pt x="924" y="408"/>
                    <a:pt x="924" y="406"/>
                  </a:cubicBezTo>
                  <a:cubicBezTo>
                    <a:pt x="924" y="400"/>
                    <a:pt x="925" y="394"/>
                    <a:pt x="925" y="387"/>
                  </a:cubicBezTo>
                  <a:cubicBezTo>
                    <a:pt x="925" y="380"/>
                    <a:pt x="925" y="380"/>
                    <a:pt x="925" y="380"/>
                  </a:cubicBezTo>
                  <a:cubicBezTo>
                    <a:pt x="926" y="366"/>
                    <a:pt x="926" y="353"/>
                    <a:pt x="927" y="339"/>
                  </a:cubicBezTo>
                  <a:cubicBezTo>
                    <a:pt x="928" y="323"/>
                    <a:pt x="928" y="323"/>
                    <a:pt x="928" y="323"/>
                  </a:cubicBezTo>
                  <a:cubicBezTo>
                    <a:pt x="928" y="303"/>
                    <a:pt x="931" y="283"/>
                    <a:pt x="933" y="264"/>
                  </a:cubicBezTo>
                  <a:cubicBezTo>
                    <a:pt x="934" y="255"/>
                    <a:pt x="935" y="246"/>
                    <a:pt x="936" y="238"/>
                  </a:cubicBezTo>
                  <a:cubicBezTo>
                    <a:pt x="937" y="232"/>
                    <a:pt x="940" y="226"/>
                    <a:pt x="943" y="221"/>
                  </a:cubicBezTo>
                  <a:cubicBezTo>
                    <a:pt x="944" y="219"/>
                    <a:pt x="945" y="218"/>
                    <a:pt x="946" y="216"/>
                  </a:cubicBezTo>
                  <a:cubicBezTo>
                    <a:pt x="946" y="216"/>
                    <a:pt x="947" y="215"/>
                    <a:pt x="947" y="214"/>
                  </a:cubicBezTo>
                  <a:cubicBezTo>
                    <a:pt x="948" y="213"/>
                    <a:pt x="950" y="210"/>
                    <a:pt x="950" y="209"/>
                  </a:cubicBezTo>
                  <a:cubicBezTo>
                    <a:pt x="949" y="207"/>
                    <a:pt x="947" y="206"/>
                    <a:pt x="946" y="204"/>
                  </a:cubicBezTo>
                  <a:cubicBezTo>
                    <a:pt x="945" y="203"/>
                    <a:pt x="944" y="202"/>
                    <a:pt x="943" y="201"/>
                  </a:cubicBezTo>
                  <a:cubicBezTo>
                    <a:pt x="942" y="200"/>
                    <a:pt x="941" y="199"/>
                    <a:pt x="940" y="197"/>
                  </a:cubicBezTo>
                  <a:cubicBezTo>
                    <a:pt x="938" y="195"/>
                    <a:pt x="936" y="192"/>
                    <a:pt x="934" y="190"/>
                  </a:cubicBezTo>
                  <a:cubicBezTo>
                    <a:pt x="933" y="190"/>
                    <a:pt x="933" y="189"/>
                    <a:pt x="932" y="189"/>
                  </a:cubicBezTo>
                  <a:cubicBezTo>
                    <a:pt x="930" y="188"/>
                    <a:pt x="928" y="187"/>
                    <a:pt x="926" y="184"/>
                  </a:cubicBezTo>
                  <a:cubicBezTo>
                    <a:pt x="924" y="180"/>
                    <a:pt x="923" y="174"/>
                    <a:pt x="926" y="169"/>
                  </a:cubicBezTo>
                  <a:cubicBezTo>
                    <a:pt x="926" y="169"/>
                    <a:pt x="927" y="168"/>
                    <a:pt x="927" y="168"/>
                  </a:cubicBezTo>
                  <a:cubicBezTo>
                    <a:pt x="927" y="168"/>
                    <a:pt x="927" y="168"/>
                    <a:pt x="927" y="168"/>
                  </a:cubicBezTo>
                  <a:cubicBezTo>
                    <a:pt x="926" y="167"/>
                    <a:pt x="926" y="167"/>
                    <a:pt x="926" y="166"/>
                  </a:cubicBezTo>
                  <a:cubicBezTo>
                    <a:pt x="920" y="157"/>
                    <a:pt x="920" y="157"/>
                    <a:pt x="920" y="157"/>
                  </a:cubicBezTo>
                  <a:cubicBezTo>
                    <a:pt x="917" y="153"/>
                    <a:pt x="914" y="149"/>
                    <a:pt x="911" y="145"/>
                  </a:cubicBezTo>
                  <a:cubicBezTo>
                    <a:pt x="910" y="143"/>
                    <a:pt x="909" y="142"/>
                    <a:pt x="908" y="141"/>
                  </a:cubicBezTo>
                  <a:cubicBezTo>
                    <a:pt x="906" y="139"/>
                    <a:pt x="903" y="135"/>
                    <a:pt x="903" y="130"/>
                  </a:cubicBezTo>
                  <a:cubicBezTo>
                    <a:pt x="903" y="127"/>
                    <a:pt x="903" y="125"/>
                    <a:pt x="903" y="122"/>
                  </a:cubicBezTo>
                  <a:cubicBezTo>
                    <a:pt x="903" y="120"/>
                    <a:pt x="902" y="119"/>
                    <a:pt x="902" y="117"/>
                  </a:cubicBezTo>
                  <a:cubicBezTo>
                    <a:pt x="902" y="94"/>
                    <a:pt x="897" y="71"/>
                    <a:pt x="892" y="48"/>
                  </a:cubicBezTo>
                  <a:cubicBezTo>
                    <a:pt x="891" y="45"/>
                    <a:pt x="891" y="45"/>
                    <a:pt x="891" y="45"/>
                  </a:cubicBezTo>
                  <a:cubicBezTo>
                    <a:pt x="886" y="48"/>
                    <a:pt x="880" y="51"/>
                    <a:pt x="875" y="54"/>
                  </a:cubicBezTo>
                  <a:cubicBezTo>
                    <a:pt x="868" y="58"/>
                    <a:pt x="868" y="58"/>
                    <a:pt x="868" y="58"/>
                  </a:cubicBezTo>
                  <a:cubicBezTo>
                    <a:pt x="864" y="60"/>
                    <a:pt x="861" y="62"/>
                    <a:pt x="858" y="64"/>
                  </a:cubicBezTo>
                  <a:cubicBezTo>
                    <a:pt x="857" y="64"/>
                    <a:pt x="857" y="64"/>
                    <a:pt x="857" y="64"/>
                  </a:cubicBezTo>
                  <a:cubicBezTo>
                    <a:pt x="854" y="66"/>
                    <a:pt x="851" y="68"/>
                    <a:pt x="847" y="67"/>
                  </a:cubicBezTo>
                  <a:cubicBezTo>
                    <a:pt x="845" y="66"/>
                    <a:pt x="843" y="64"/>
                    <a:pt x="841" y="62"/>
                  </a:cubicBezTo>
                  <a:cubicBezTo>
                    <a:pt x="840" y="61"/>
                    <a:pt x="840" y="61"/>
                    <a:pt x="840" y="61"/>
                  </a:cubicBezTo>
                  <a:cubicBezTo>
                    <a:pt x="833" y="55"/>
                    <a:pt x="827" y="49"/>
                    <a:pt x="820" y="43"/>
                  </a:cubicBezTo>
                  <a:cubicBezTo>
                    <a:pt x="819" y="42"/>
                    <a:pt x="818" y="41"/>
                    <a:pt x="816" y="40"/>
                  </a:cubicBezTo>
                  <a:cubicBezTo>
                    <a:pt x="812" y="36"/>
                    <a:pt x="809" y="33"/>
                    <a:pt x="804" y="31"/>
                  </a:cubicBezTo>
                  <a:cubicBezTo>
                    <a:pt x="796" y="28"/>
                    <a:pt x="788" y="26"/>
                    <a:pt x="779" y="24"/>
                  </a:cubicBezTo>
                  <a:cubicBezTo>
                    <a:pt x="776" y="23"/>
                    <a:pt x="773" y="23"/>
                    <a:pt x="770" y="22"/>
                  </a:cubicBezTo>
                  <a:cubicBezTo>
                    <a:pt x="716" y="10"/>
                    <a:pt x="716" y="10"/>
                    <a:pt x="716" y="10"/>
                  </a:cubicBezTo>
                  <a:cubicBezTo>
                    <a:pt x="681" y="32"/>
                    <a:pt x="645" y="54"/>
                    <a:pt x="609" y="76"/>
                  </a:cubicBezTo>
                  <a:cubicBezTo>
                    <a:pt x="581" y="94"/>
                    <a:pt x="553" y="112"/>
                    <a:pt x="529" y="128"/>
                  </a:cubicBezTo>
                  <a:cubicBezTo>
                    <a:pt x="521" y="133"/>
                    <a:pt x="513" y="138"/>
                    <a:pt x="504" y="143"/>
                  </a:cubicBezTo>
                  <a:cubicBezTo>
                    <a:pt x="486" y="155"/>
                    <a:pt x="467" y="167"/>
                    <a:pt x="449" y="180"/>
                  </a:cubicBezTo>
                  <a:cubicBezTo>
                    <a:pt x="443" y="184"/>
                    <a:pt x="437" y="190"/>
                    <a:pt x="432" y="195"/>
                  </a:cubicBezTo>
                  <a:cubicBezTo>
                    <a:pt x="429" y="197"/>
                    <a:pt x="427" y="200"/>
                    <a:pt x="424" y="202"/>
                  </a:cubicBezTo>
                  <a:cubicBezTo>
                    <a:pt x="413" y="213"/>
                    <a:pt x="413" y="213"/>
                    <a:pt x="413" y="213"/>
                  </a:cubicBezTo>
                  <a:cubicBezTo>
                    <a:pt x="408" y="217"/>
                    <a:pt x="403" y="222"/>
                    <a:pt x="398" y="226"/>
                  </a:cubicBezTo>
                  <a:cubicBezTo>
                    <a:pt x="361" y="260"/>
                    <a:pt x="361" y="260"/>
                    <a:pt x="361" y="260"/>
                  </a:cubicBezTo>
                  <a:cubicBezTo>
                    <a:pt x="361" y="260"/>
                    <a:pt x="360" y="261"/>
                    <a:pt x="359" y="262"/>
                  </a:cubicBezTo>
                  <a:cubicBezTo>
                    <a:pt x="355" y="267"/>
                    <a:pt x="352" y="270"/>
                    <a:pt x="349" y="271"/>
                  </a:cubicBezTo>
                  <a:cubicBezTo>
                    <a:pt x="290" y="283"/>
                    <a:pt x="290" y="283"/>
                    <a:pt x="290" y="283"/>
                  </a:cubicBezTo>
                  <a:cubicBezTo>
                    <a:pt x="281" y="285"/>
                    <a:pt x="271" y="287"/>
                    <a:pt x="262" y="289"/>
                  </a:cubicBezTo>
                  <a:cubicBezTo>
                    <a:pt x="260" y="289"/>
                    <a:pt x="260" y="289"/>
                    <a:pt x="260" y="289"/>
                  </a:cubicBezTo>
                  <a:cubicBezTo>
                    <a:pt x="260" y="289"/>
                    <a:pt x="259" y="289"/>
                    <a:pt x="258" y="289"/>
                  </a:cubicBezTo>
                  <a:cubicBezTo>
                    <a:pt x="258" y="290"/>
                    <a:pt x="258" y="290"/>
                    <a:pt x="258" y="291"/>
                  </a:cubicBezTo>
                  <a:cubicBezTo>
                    <a:pt x="258" y="293"/>
                    <a:pt x="258" y="293"/>
                    <a:pt x="258" y="293"/>
                  </a:cubicBezTo>
                  <a:cubicBezTo>
                    <a:pt x="258" y="322"/>
                    <a:pt x="258" y="351"/>
                    <a:pt x="258" y="379"/>
                  </a:cubicBezTo>
                  <a:cubicBezTo>
                    <a:pt x="258" y="387"/>
                    <a:pt x="258" y="395"/>
                    <a:pt x="258" y="402"/>
                  </a:cubicBezTo>
                  <a:cubicBezTo>
                    <a:pt x="258" y="414"/>
                    <a:pt x="258" y="414"/>
                    <a:pt x="258" y="414"/>
                  </a:cubicBezTo>
                  <a:cubicBezTo>
                    <a:pt x="258" y="415"/>
                    <a:pt x="258" y="415"/>
                    <a:pt x="258" y="416"/>
                  </a:cubicBezTo>
                  <a:cubicBezTo>
                    <a:pt x="258" y="418"/>
                    <a:pt x="258" y="420"/>
                    <a:pt x="258" y="422"/>
                  </a:cubicBezTo>
                  <a:cubicBezTo>
                    <a:pt x="258" y="423"/>
                    <a:pt x="258" y="423"/>
                    <a:pt x="258" y="425"/>
                  </a:cubicBezTo>
                  <a:cubicBezTo>
                    <a:pt x="257" y="425"/>
                    <a:pt x="257" y="427"/>
                    <a:pt x="256" y="427"/>
                  </a:cubicBezTo>
                  <a:cubicBezTo>
                    <a:pt x="256" y="428"/>
                    <a:pt x="256" y="428"/>
                    <a:pt x="256" y="429"/>
                  </a:cubicBezTo>
                  <a:cubicBezTo>
                    <a:pt x="256" y="431"/>
                    <a:pt x="256" y="432"/>
                    <a:pt x="255" y="434"/>
                  </a:cubicBezTo>
                  <a:cubicBezTo>
                    <a:pt x="255" y="438"/>
                    <a:pt x="254" y="442"/>
                    <a:pt x="254" y="446"/>
                  </a:cubicBezTo>
                  <a:cubicBezTo>
                    <a:pt x="254" y="457"/>
                    <a:pt x="254" y="457"/>
                    <a:pt x="254" y="457"/>
                  </a:cubicBezTo>
                  <a:cubicBezTo>
                    <a:pt x="254" y="463"/>
                    <a:pt x="253" y="465"/>
                    <a:pt x="249" y="467"/>
                  </a:cubicBezTo>
                  <a:cubicBezTo>
                    <a:pt x="248" y="468"/>
                    <a:pt x="248" y="468"/>
                    <a:pt x="248" y="468"/>
                  </a:cubicBezTo>
                  <a:cubicBezTo>
                    <a:pt x="246" y="470"/>
                    <a:pt x="244" y="475"/>
                    <a:pt x="243" y="479"/>
                  </a:cubicBezTo>
                  <a:cubicBezTo>
                    <a:pt x="242" y="481"/>
                    <a:pt x="242" y="481"/>
                    <a:pt x="242" y="481"/>
                  </a:cubicBezTo>
                  <a:cubicBezTo>
                    <a:pt x="242" y="482"/>
                    <a:pt x="242" y="482"/>
                    <a:pt x="242" y="483"/>
                  </a:cubicBezTo>
                  <a:cubicBezTo>
                    <a:pt x="242" y="485"/>
                    <a:pt x="242" y="486"/>
                    <a:pt x="242" y="488"/>
                  </a:cubicBezTo>
                  <a:cubicBezTo>
                    <a:pt x="242" y="491"/>
                    <a:pt x="240" y="493"/>
                    <a:pt x="238" y="494"/>
                  </a:cubicBezTo>
                  <a:cubicBezTo>
                    <a:pt x="238" y="494"/>
                    <a:pt x="237" y="495"/>
                    <a:pt x="237" y="495"/>
                  </a:cubicBezTo>
                  <a:cubicBezTo>
                    <a:pt x="237" y="496"/>
                    <a:pt x="237" y="498"/>
                    <a:pt x="237" y="499"/>
                  </a:cubicBezTo>
                  <a:cubicBezTo>
                    <a:pt x="237" y="502"/>
                    <a:pt x="236" y="507"/>
                    <a:pt x="233" y="510"/>
                  </a:cubicBezTo>
                  <a:cubicBezTo>
                    <a:pt x="230" y="512"/>
                    <a:pt x="227" y="513"/>
                    <a:pt x="225" y="514"/>
                  </a:cubicBezTo>
                  <a:cubicBezTo>
                    <a:pt x="224" y="514"/>
                    <a:pt x="223" y="514"/>
                    <a:pt x="222" y="514"/>
                  </a:cubicBezTo>
                  <a:cubicBezTo>
                    <a:pt x="221" y="516"/>
                    <a:pt x="219" y="518"/>
                    <a:pt x="217" y="519"/>
                  </a:cubicBezTo>
                  <a:cubicBezTo>
                    <a:pt x="216" y="520"/>
                    <a:pt x="215" y="522"/>
                    <a:pt x="214" y="522"/>
                  </a:cubicBezTo>
                  <a:cubicBezTo>
                    <a:pt x="214" y="522"/>
                    <a:pt x="214" y="523"/>
                    <a:pt x="214" y="524"/>
                  </a:cubicBezTo>
                  <a:cubicBezTo>
                    <a:pt x="214" y="526"/>
                    <a:pt x="214" y="531"/>
                    <a:pt x="209" y="533"/>
                  </a:cubicBezTo>
                  <a:cubicBezTo>
                    <a:pt x="206" y="534"/>
                    <a:pt x="202" y="533"/>
                    <a:pt x="198" y="532"/>
                  </a:cubicBezTo>
                  <a:cubicBezTo>
                    <a:pt x="197" y="531"/>
                    <a:pt x="196" y="531"/>
                    <a:pt x="196" y="531"/>
                  </a:cubicBezTo>
                  <a:cubicBezTo>
                    <a:pt x="191" y="530"/>
                    <a:pt x="187" y="530"/>
                    <a:pt x="183" y="529"/>
                  </a:cubicBezTo>
                  <a:cubicBezTo>
                    <a:pt x="183" y="531"/>
                    <a:pt x="182" y="532"/>
                    <a:pt x="179" y="534"/>
                  </a:cubicBezTo>
                  <a:cubicBezTo>
                    <a:pt x="177" y="535"/>
                    <a:pt x="172" y="535"/>
                    <a:pt x="167" y="534"/>
                  </a:cubicBezTo>
                  <a:cubicBezTo>
                    <a:pt x="166" y="534"/>
                    <a:pt x="165" y="534"/>
                    <a:pt x="164" y="534"/>
                  </a:cubicBezTo>
                  <a:cubicBezTo>
                    <a:pt x="152" y="534"/>
                    <a:pt x="141" y="534"/>
                    <a:pt x="129" y="535"/>
                  </a:cubicBezTo>
                  <a:cubicBezTo>
                    <a:pt x="124" y="535"/>
                    <a:pt x="120" y="535"/>
                    <a:pt x="115" y="536"/>
                  </a:cubicBezTo>
                  <a:cubicBezTo>
                    <a:pt x="104" y="536"/>
                    <a:pt x="104" y="536"/>
                    <a:pt x="104" y="536"/>
                  </a:cubicBezTo>
                  <a:cubicBezTo>
                    <a:pt x="99" y="537"/>
                    <a:pt x="94" y="537"/>
                    <a:pt x="89" y="537"/>
                  </a:cubicBezTo>
                  <a:cubicBezTo>
                    <a:pt x="88" y="537"/>
                    <a:pt x="87" y="537"/>
                    <a:pt x="86" y="537"/>
                  </a:cubicBezTo>
                  <a:cubicBezTo>
                    <a:pt x="84" y="537"/>
                    <a:pt x="84" y="537"/>
                    <a:pt x="84" y="537"/>
                  </a:cubicBezTo>
                  <a:cubicBezTo>
                    <a:pt x="82" y="537"/>
                    <a:pt x="79" y="537"/>
                    <a:pt x="78" y="538"/>
                  </a:cubicBezTo>
                  <a:cubicBezTo>
                    <a:pt x="75" y="539"/>
                    <a:pt x="71" y="543"/>
                    <a:pt x="69" y="546"/>
                  </a:cubicBezTo>
                  <a:cubicBezTo>
                    <a:pt x="67" y="547"/>
                    <a:pt x="66" y="549"/>
                    <a:pt x="65" y="550"/>
                  </a:cubicBezTo>
                  <a:cubicBezTo>
                    <a:pt x="64" y="551"/>
                    <a:pt x="64" y="551"/>
                    <a:pt x="64" y="551"/>
                  </a:cubicBezTo>
                  <a:cubicBezTo>
                    <a:pt x="60" y="554"/>
                    <a:pt x="57" y="557"/>
                    <a:pt x="50" y="558"/>
                  </a:cubicBezTo>
                  <a:cubicBezTo>
                    <a:pt x="49" y="558"/>
                    <a:pt x="47" y="558"/>
                    <a:pt x="46" y="558"/>
                  </a:cubicBezTo>
                  <a:cubicBezTo>
                    <a:pt x="42" y="559"/>
                    <a:pt x="38" y="560"/>
                    <a:pt x="35" y="559"/>
                  </a:cubicBezTo>
                  <a:cubicBezTo>
                    <a:pt x="33" y="559"/>
                    <a:pt x="31" y="558"/>
                    <a:pt x="30" y="558"/>
                  </a:cubicBezTo>
                  <a:cubicBezTo>
                    <a:pt x="28" y="557"/>
                    <a:pt x="27" y="557"/>
                    <a:pt x="25" y="557"/>
                  </a:cubicBezTo>
                  <a:cubicBezTo>
                    <a:pt x="22" y="558"/>
                    <a:pt x="18" y="558"/>
                    <a:pt x="15" y="557"/>
                  </a:cubicBezTo>
                  <a:cubicBezTo>
                    <a:pt x="15" y="558"/>
                    <a:pt x="15" y="558"/>
                    <a:pt x="15" y="558"/>
                  </a:cubicBezTo>
                  <a:cubicBezTo>
                    <a:pt x="15" y="559"/>
                    <a:pt x="14" y="561"/>
                    <a:pt x="14" y="562"/>
                  </a:cubicBezTo>
                  <a:cubicBezTo>
                    <a:pt x="13" y="562"/>
                    <a:pt x="13" y="563"/>
                    <a:pt x="13" y="563"/>
                  </a:cubicBezTo>
                  <a:cubicBezTo>
                    <a:pt x="13" y="563"/>
                    <a:pt x="13" y="564"/>
                    <a:pt x="14" y="564"/>
                  </a:cubicBezTo>
                  <a:cubicBezTo>
                    <a:pt x="14" y="566"/>
                    <a:pt x="15" y="567"/>
                    <a:pt x="15" y="570"/>
                  </a:cubicBezTo>
                  <a:cubicBezTo>
                    <a:pt x="14" y="572"/>
                    <a:pt x="14" y="574"/>
                    <a:pt x="13" y="575"/>
                  </a:cubicBezTo>
                  <a:cubicBezTo>
                    <a:pt x="12" y="578"/>
                    <a:pt x="12" y="578"/>
                    <a:pt x="12" y="578"/>
                  </a:cubicBezTo>
                  <a:cubicBezTo>
                    <a:pt x="11" y="581"/>
                    <a:pt x="11" y="582"/>
                    <a:pt x="11" y="583"/>
                  </a:cubicBezTo>
                  <a:cubicBezTo>
                    <a:pt x="12" y="585"/>
                    <a:pt x="14" y="587"/>
                    <a:pt x="16" y="588"/>
                  </a:cubicBezTo>
                  <a:cubicBezTo>
                    <a:pt x="18" y="590"/>
                    <a:pt x="20" y="591"/>
                    <a:pt x="21" y="593"/>
                  </a:cubicBezTo>
                  <a:cubicBezTo>
                    <a:pt x="26" y="599"/>
                    <a:pt x="25" y="603"/>
                    <a:pt x="22" y="608"/>
                  </a:cubicBezTo>
                  <a:cubicBezTo>
                    <a:pt x="22" y="608"/>
                    <a:pt x="23" y="609"/>
                    <a:pt x="23" y="609"/>
                  </a:cubicBezTo>
                  <a:cubicBezTo>
                    <a:pt x="23" y="610"/>
                    <a:pt x="24" y="611"/>
                    <a:pt x="24" y="612"/>
                  </a:cubicBezTo>
                  <a:cubicBezTo>
                    <a:pt x="24" y="612"/>
                    <a:pt x="24" y="612"/>
                    <a:pt x="24" y="612"/>
                  </a:cubicBezTo>
                  <a:cubicBezTo>
                    <a:pt x="24" y="612"/>
                    <a:pt x="24" y="613"/>
                    <a:pt x="25" y="613"/>
                  </a:cubicBezTo>
                  <a:cubicBezTo>
                    <a:pt x="25" y="614"/>
                    <a:pt x="26" y="615"/>
                    <a:pt x="27" y="616"/>
                  </a:cubicBezTo>
                  <a:cubicBezTo>
                    <a:pt x="27" y="616"/>
                    <a:pt x="27" y="617"/>
                    <a:pt x="28" y="618"/>
                  </a:cubicBezTo>
                  <a:cubicBezTo>
                    <a:pt x="28" y="619"/>
                    <a:pt x="28" y="619"/>
                    <a:pt x="28" y="620"/>
                  </a:cubicBezTo>
                  <a:cubicBezTo>
                    <a:pt x="29" y="620"/>
                    <a:pt x="30" y="621"/>
                    <a:pt x="31" y="622"/>
                  </a:cubicBezTo>
                  <a:cubicBezTo>
                    <a:pt x="32" y="624"/>
                    <a:pt x="33" y="625"/>
                    <a:pt x="34" y="626"/>
                  </a:cubicBezTo>
                  <a:cubicBezTo>
                    <a:pt x="34" y="626"/>
                    <a:pt x="35" y="627"/>
                    <a:pt x="35" y="627"/>
                  </a:cubicBezTo>
                  <a:cubicBezTo>
                    <a:pt x="36" y="628"/>
                    <a:pt x="36" y="629"/>
                    <a:pt x="37" y="630"/>
                  </a:cubicBezTo>
                  <a:cubicBezTo>
                    <a:pt x="37" y="631"/>
                    <a:pt x="37" y="631"/>
                    <a:pt x="37" y="631"/>
                  </a:cubicBezTo>
                  <a:cubicBezTo>
                    <a:pt x="37" y="631"/>
                    <a:pt x="38" y="631"/>
                    <a:pt x="38" y="631"/>
                  </a:cubicBezTo>
                  <a:cubicBezTo>
                    <a:pt x="39" y="631"/>
                    <a:pt x="41" y="631"/>
                    <a:pt x="42" y="631"/>
                  </a:cubicBezTo>
                  <a:cubicBezTo>
                    <a:pt x="45" y="632"/>
                    <a:pt x="46" y="634"/>
                    <a:pt x="47" y="635"/>
                  </a:cubicBezTo>
                  <a:cubicBezTo>
                    <a:pt x="48" y="635"/>
                    <a:pt x="49" y="636"/>
                    <a:pt x="50" y="636"/>
                  </a:cubicBezTo>
                  <a:cubicBezTo>
                    <a:pt x="54" y="637"/>
                    <a:pt x="58" y="639"/>
                    <a:pt x="61" y="644"/>
                  </a:cubicBezTo>
                  <a:cubicBezTo>
                    <a:pt x="61" y="646"/>
                    <a:pt x="61" y="646"/>
                    <a:pt x="61" y="647"/>
                  </a:cubicBezTo>
                  <a:cubicBezTo>
                    <a:pt x="61" y="647"/>
                    <a:pt x="62" y="647"/>
                    <a:pt x="62" y="647"/>
                  </a:cubicBezTo>
                  <a:cubicBezTo>
                    <a:pt x="63" y="648"/>
                    <a:pt x="64" y="648"/>
                    <a:pt x="64" y="649"/>
                  </a:cubicBezTo>
                  <a:cubicBezTo>
                    <a:pt x="72" y="653"/>
                    <a:pt x="72" y="657"/>
                    <a:pt x="72" y="659"/>
                  </a:cubicBezTo>
                  <a:cubicBezTo>
                    <a:pt x="71" y="661"/>
                    <a:pt x="69" y="664"/>
                    <a:pt x="64" y="664"/>
                  </a:cubicBezTo>
                  <a:cubicBezTo>
                    <a:pt x="64" y="664"/>
                    <a:pt x="63" y="664"/>
                    <a:pt x="62" y="663"/>
                  </a:cubicBezTo>
                  <a:cubicBezTo>
                    <a:pt x="61" y="663"/>
                    <a:pt x="60" y="663"/>
                    <a:pt x="59" y="662"/>
                  </a:cubicBezTo>
                  <a:cubicBezTo>
                    <a:pt x="59" y="663"/>
                    <a:pt x="59" y="664"/>
                    <a:pt x="59" y="665"/>
                  </a:cubicBezTo>
                  <a:cubicBezTo>
                    <a:pt x="59" y="665"/>
                    <a:pt x="59" y="666"/>
                    <a:pt x="59" y="667"/>
                  </a:cubicBezTo>
                  <a:cubicBezTo>
                    <a:pt x="59" y="667"/>
                    <a:pt x="59" y="668"/>
                    <a:pt x="59" y="670"/>
                  </a:cubicBezTo>
                  <a:cubicBezTo>
                    <a:pt x="59" y="671"/>
                    <a:pt x="59" y="673"/>
                    <a:pt x="59" y="674"/>
                  </a:cubicBezTo>
                  <a:cubicBezTo>
                    <a:pt x="59" y="674"/>
                    <a:pt x="59" y="674"/>
                    <a:pt x="59" y="674"/>
                  </a:cubicBezTo>
                  <a:cubicBezTo>
                    <a:pt x="61" y="674"/>
                    <a:pt x="62" y="674"/>
                    <a:pt x="63" y="675"/>
                  </a:cubicBezTo>
                  <a:cubicBezTo>
                    <a:pt x="67" y="677"/>
                    <a:pt x="70" y="679"/>
                    <a:pt x="73" y="682"/>
                  </a:cubicBezTo>
                  <a:cubicBezTo>
                    <a:pt x="73" y="683"/>
                    <a:pt x="74" y="684"/>
                    <a:pt x="75" y="685"/>
                  </a:cubicBezTo>
                  <a:cubicBezTo>
                    <a:pt x="77" y="686"/>
                    <a:pt x="79" y="688"/>
                    <a:pt x="80" y="689"/>
                  </a:cubicBezTo>
                  <a:cubicBezTo>
                    <a:pt x="84" y="693"/>
                    <a:pt x="88" y="696"/>
                    <a:pt x="92" y="699"/>
                  </a:cubicBezTo>
                  <a:cubicBezTo>
                    <a:pt x="93" y="699"/>
                    <a:pt x="98" y="700"/>
                    <a:pt x="102" y="700"/>
                  </a:cubicBezTo>
                  <a:cubicBezTo>
                    <a:pt x="104" y="700"/>
                    <a:pt x="105" y="700"/>
                    <a:pt x="105" y="700"/>
                  </a:cubicBezTo>
                  <a:cubicBezTo>
                    <a:pt x="105" y="700"/>
                    <a:pt x="106" y="699"/>
                    <a:pt x="107" y="698"/>
                  </a:cubicBezTo>
                  <a:cubicBezTo>
                    <a:pt x="108" y="697"/>
                    <a:pt x="109" y="696"/>
                    <a:pt x="110" y="695"/>
                  </a:cubicBezTo>
                  <a:cubicBezTo>
                    <a:pt x="111" y="694"/>
                    <a:pt x="113" y="693"/>
                    <a:pt x="115" y="693"/>
                  </a:cubicBezTo>
                  <a:cubicBezTo>
                    <a:pt x="116" y="693"/>
                    <a:pt x="116" y="693"/>
                    <a:pt x="116" y="693"/>
                  </a:cubicBezTo>
                  <a:cubicBezTo>
                    <a:pt x="117" y="693"/>
                    <a:pt x="118" y="693"/>
                    <a:pt x="118" y="693"/>
                  </a:cubicBezTo>
                  <a:cubicBezTo>
                    <a:pt x="123" y="693"/>
                    <a:pt x="125" y="695"/>
                    <a:pt x="127" y="697"/>
                  </a:cubicBezTo>
                  <a:cubicBezTo>
                    <a:pt x="127" y="698"/>
                    <a:pt x="127" y="698"/>
                    <a:pt x="128" y="699"/>
                  </a:cubicBezTo>
                  <a:cubicBezTo>
                    <a:pt x="128" y="699"/>
                    <a:pt x="129" y="699"/>
                    <a:pt x="129" y="699"/>
                  </a:cubicBezTo>
                  <a:cubicBezTo>
                    <a:pt x="130" y="700"/>
                    <a:pt x="132" y="702"/>
                    <a:pt x="133" y="704"/>
                  </a:cubicBezTo>
                  <a:cubicBezTo>
                    <a:pt x="133" y="706"/>
                    <a:pt x="133" y="707"/>
                    <a:pt x="133" y="708"/>
                  </a:cubicBezTo>
                  <a:cubicBezTo>
                    <a:pt x="133" y="709"/>
                    <a:pt x="133" y="709"/>
                    <a:pt x="133" y="709"/>
                  </a:cubicBezTo>
                  <a:cubicBezTo>
                    <a:pt x="134" y="711"/>
                    <a:pt x="135" y="712"/>
                    <a:pt x="135" y="715"/>
                  </a:cubicBezTo>
                  <a:cubicBezTo>
                    <a:pt x="136" y="721"/>
                    <a:pt x="132" y="721"/>
                    <a:pt x="131" y="721"/>
                  </a:cubicBezTo>
                  <a:cubicBezTo>
                    <a:pt x="129" y="722"/>
                    <a:pt x="128" y="722"/>
                    <a:pt x="127" y="723"/>
                  </a:cubicBezTo>
                  <a:cubicBezTo>
                    <a:pt x="126" y="723"/>
                    <a:pt x="126" y="723"/>
                    <a:pt x="125" y="723"/>
                  </a:cubicBezTo>
                  <a:cubicBezTo>
                    <a:pt x="125" y="723"/>
                    <a:pt x="125" y="723"/>
                    <a:pt x="125" y="723"/>
                  </a:cubicBezTo>
                  <a:cubicBezTo>
                    <a:pt x="126" y="724"/>
                    <a:pt x="127" y="725"/>
                    <a:pt x="127" y="725"/>
                  </a:cubicBezTo>
                  <a:cubicBezTo>
                    <a:pt x="134" y="735"/>
                    <a:pt x="134" y="735"/>
                    <a:pt x="134" y="735"/>
                  </a:cubicBezTo>
                  <a:cubicBezTo>
                    <a:pt x="133" y="731"/>
                    <a:pt x="133" y="729"/>
                    <a:pt x="134" y="727"/>
                  </a:cubicBezTo>
                  <a:cubicBezTo>
                    <a:pt x="136" y="724"/>
                    <a:pt x="139" y="723"/>
                    <a:pt x="140" y="723"/>
                  </a:cubicBezTo>
                  <a:cubicBezTo>
                    <a:pt x="141" y="723"/>
                    <a:pt x="141" y="723"/>
                    <a:pt x="141" y="723"/>
                  </a:cubicBezTo>
                  <a:cubicBezTo>
                    <a:pt x="143" y="722"/>
                    <a:pt x="143" y="722"/>
                    <a:pt x="144" y="721"/>
                  </a:cubicBezTo>
                  <a:cubicBezTo>
                    <a:pt x="146" y="721"/>
                    <a:pt x="147" y="721"/>
                    <a:pt x="148" y="721"/>
                  </a:cubicBezTo>
                  <a:cubicBezTo>
                    <a:pt x="148" y="721"/>
                    <a:pt x="149" y="721"/>
                    <a:pt x="149" y="721"/>
                  </a:cubicBezTo>
                  <a:cubicBezTo>
                    <a:pt x="150" y="721"/>
                    <a:pt x="151" y="720"/>
                    <a:pt x="153" y="720"/>
                  </a:cubicBezTo>
                  <a:cubicBezTo>
                    <a:pt x="154" y="720"/>
                    <a:pt x="154" y="720"/>
                    <a:pt x="154" y="720"/>
                  </a:cubicBezTo>
                  <a:cubicBezTo>
                    <a:pt x="154" y="720"/>
                    <a:pt x="154" y="719"/>
                    <a:pt x="155" y="719"/>
                  </a:cubicBezTo>
                  <a:cubicBezTo>
                    <a:pt x="159" y="716"/>
                    <a:pt x="165" y="712"/>
                    <a:pt x="169" y="715"/>
                  </a:cubicBezTo>
                  <a:cubicBezTo>
                    <a:pt x="171" y="717"/>
                    <a:pt x="172" y="718"/>
                    <a:pt x="173" y="719"/>
                  </a:cubicBezTo>
                  <a:cubicBezTo>
                    <a:pt x="174" y="720"/>
                    <a:pt x="174" y="720"/>
                    <a:pt x="175" y="721"/>
                  </a:cubicBezTo>
                  <a:cubicBezTo>
                    <a:pt x="175" y="721"/>
                    <a:pt x="175" y="721"/>
                    <a:pt x="176" y="721"/>
                  </a:cubicBezTo>
                  <a:cubicBezTo>
                    <a:pt x="176" y="722"/>
                    <a:pt x="177" y="722"/>
                    <a:pt x="178" y="723"/>
                  </a:cubicBezTo>
                  <a:cubicBezTo>
                    <a:pt x="180" y="724"/>
                    <a:pt x="181" y="726"/>
                    <a:pt x="182" y="727"/>
                  </a:cubicBezTo>
                  <a:cubicBezTo>
                    <a:pt x="182" y="728"/>
                    <a:pt x="183" y="729"/>
                    <a:pt x="184" y="730"/>
                  </a:cubicBezTo>
                  <a:cubicBezTo>
                    <a:pt x="185" y="731"/>
                    <a:pt x="186" y="732"/>
                    <a:pt x="187" y="733"/>
                  </a:cubicBezTo>
                  <a:cubicBezTo>
                    <a:pt x="188" y="734"/>
                    <a:pt x="189" y="735"/>
                    <a:pt x="191" y="737"/>
                  </a:cubicBezTo>
                  <a:cubicBezTo>
                    <a:pt x="194" y="740"/>
                    <a:pt x="194" y="741"/>
                    <a:pt x="195" y="744"/>
                  </a:cubicBezTo>
                  <a:cubicBezTo>
                    <a:pt x="196" y="746"/>
                    <a:pt x="196" y="746"/>
                    <a:pt x="196" y="746"/>
                  </a:cubicBezTo>
                  <a:cubicBezTo>
                    <a:pt x="196" y="746"/>
                    <a:pt x="196" y="746"/>
                    <a:pt x="196" y="746"/>
                  </a:cubicBezTo>
                  <a:cubicBezTo>
                    <a:pt x="197" y="746"/>
                    <a:pt x="197" y="746"/>
                    <a:pt x="198" y="74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7" name="Freeform 87">
              <a:extLst>
                <a:ext uri="{FF2B5EF4-FFF2-40B4-BE49-F238E27FC236}">
                  <a16:creationId xmlns:a16="http://schemas.microsoft.com/office/drawing/2014/main" id="{E6C60214-3030-4D8B-98EA-AF5665295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575" y="1649413"/>
              <a:ext cx="1076325" cy="857250"/>
            </a:xfrm>
            <a:custGeom>
              <a:avLst/>
              <a:gdLst>
                <a:gd name="T0" fmla="*/ 441 w 951"/>
                <a:gd name="T1" fmla="*/ 171 h 759"/>
                <a:gd name="T2" fmla="*/ 353 w 951"/>
                <a:gd name="T3" fmla="*/ 252 h 759"/>
                <a:gd name="T4" fmla="*/ 249 w 951"/>
                <a:gd name="T5" fmla="*/ 288 h 759"/>
                <a:gd name="T6" fmla="*/ 248 w 951"/>
                <a:gd name="T7" fmla="*/ 416 h 759"/>
                <a:gd name="T8" fmla="*/ 245 w 951"/>
                <a:gd name="T9" fmla="*/ 441 h 759"/>
                <a:gd name="T10" fmla="*/ 233 w 951"/>
                <a:gd name="T11" fmla="*/ 482 h 759"/>
                <a:gd name="T12" fmla="*/ 206 w 951"/>
                <a:gd name="T13" fmla="*/ 514 h 759"/>
                <a:gd name="T14" fmla="*/ 172 w 951"/>
                <a:gd name="T15" fmla="*/ 525 h 759"/>
                <a:gd name="T16" fmla="*/ 71 w 951"/>
                <a:gd name="T17" fmla="*/ 529 h 759"/>
                <a:gd name="T18" fmla="*/ 19 w 951"/>
                <a:gd name="T19" fmla="*/ 548 h 759"/>
                <a:gd name="T20" fmla="*/ 5 w 951"/>
                <a:gd name="T21" fmla="*/ 565 h 759"/>
                <a:gd name="T22" fmla="*/ 13 w 951"/>
                <a:gd name="T23" fmla="*/ 601 h 759"/>
                <a:gd name="T24" fmla="*/ 25 w 951"/>
                <a:gd name="T25" fmla="*/ 624 h 759"/>
                <a:gd name="T26" fmla="*/ 40 w 951"/>
                <a:gd name="T27" fmla="*/ 634 h 759"/>
                <a:gd name="T28" fmla="*/ 57 w 951"/>
                <a:gd name="T29" fmla="*/ 654 h 759"/>
                <a:gd name="T30" fmla="*/ 57 w 951"/>
                <a:gd name="T31" fmla="*/ 674 h 759"/>
                <a:gd name="T32" fmla="*/ 108 w 951"/>
                <a:gd name="T33" fmla="*/ 694 h 759"/>
                <a:gd name="T34" fmla="*/ 124 w 951"/>
                <a:gd name="T35" fmla="*/ 706 h 759"/>
                <a:gd name="T36" fmla="*/ 114 w 951"/>
                <a:gd name="T37" fmla="*/ 716 h 759"/>
                <a:gd name="T38" fmla="*/ 138 w 951"/>
                <a:gd name="T39" fmla="*/ 738 h 759"/>
                <a:gd name="T40" fmla="*/ 138 w 951"/>
                <a:gd name="T41" fmla="*/ 722 h 759"/>
                <a:gd name="T42" fmla="*/ 153 w 951"/>
                <a:gd name="T43" fmla="*/ 718 h 759"/>
                <a:gd name="T44" fmla="*/ 175 w 951"/>
                <a:gd name="T45" fmla="*/ 728 h 759"/>
                <a:gd name="T46" fmla="*/ 193 w 951"/>
                <a:gd name="T47" fmla="*/ 746 h 759"/>
                <a:gd name="T48" fmla="*/ 210 w 951"/>
                <a:gd name="T49" fmla="*/ 737 h 759"/>
                <a:gd name="T50" fmla="*/ 231 w 951"/>
                <a:gd name="T51" fmla="*/ 685 h 759"/>
                <a:gd name="T52" fmla="*/ 255 w 951"/>
                <a:gd name="T53" fmla="*/ 636 h 759"/>
                <a:gd name="T54" fmla="*/ 313 w 951"/>
                <a:gd name="T55" fmla="*/ 621 h 759"/>
                <a:gd name="T56" fmla="*/ 359 w 951"/>
                <a:gd name="T57" fmla="*/ 632 h 759"/>
                <a:gd name="T58" fmla="*/ 420 w 951"/>
                <a:gd name="T59" fmla="*/ 673 h 759"/>
                <a:gd name="T60" fmla="*/ 469 w 951"/>
                <a:gd name="T61" fmla="*/ 653 h 759"/>
                <a:gd name="T62" fmla="*/ 499 w 951"/>
                <a:gd name="T63" fmla="*/ 670 h 759"/>
                <a:gd name="T64" fmla="*/ 531 w 951"/>
                <a:gd name="T65" fmla="*/ 684 h 759"/>
                <a:gd name="T66" fmla="*/ 579 w 951"/>
                <a:gd name="T67" fmla="*/ 678 h 759"/>
                <a:gd name="T68" fmla="*/ 612 w 951"/>
                <a:gd name="T69" fmla="*/ 656 h 759"/>
                <a:gd name="T70" fmla="*/ 705 w 951"/>
                <a:gd name="T71" fmla="*/ 659 h 759"/>
                <a:gd name="T72" fmla="*/ 743 w 951"/>
                <a:gd name="T73" fmla="*/ 668 h 759"/>
                <a:gd name="T74" fmla="*/ 772 w 951"/>
                <a:gd name="T75" fmla="*/ 642 h 759"/>
                <a:gd name="T76" fmla="*/ 783 w 951"/>
                <a:gd name="T77" fmla="*/ 640 h 759"/>
                <a:gd name="T78" fmla="*/ 811 w 951"/>
                <a:gd name="T79" fmla="*/ 629 h 759"/>
                <a:gd name="T80" fmla="*/ 814 w 951"/>
                <a:gd name="T81" fmla="*/ 569 h 759"/>
                <a:gd name="T82" fmla="*/ 827 w 951"/>
                <a:gd name="T83" fmla="*/ 542 h 759"/>
                <a:gd name="T84" fmla="*/ 920 w 951"/>
                <a:gd name="T85" fmla="*/ 427 h 759"/>
                <a:gd name="T86" fmla="*/ 936 w 951"/>
                <a:gd name="T87" fmla="*/ 233 h 759"/>
                <a:gd name="T88" fmla="*/ 932 w 951"/>
                <a:gd name="T89" fmla="*/ 182 h 759"/>
                <a:gd name="T90" fmla="*/ 925 w 951"/>
                <a:gd name="T91" fmla="*/ 159 h 759"/>
                <a:gd name="T92" fmla="*/ 889 w 951"/>
                <a:gd name="T93" fmla="*/ 33 h 759"/>
                <a:gd name="T94" fmla="*/ 838 w 951"/>
                <a:gd name="T95" fmla="*/ 52 h 759"/>
                <a:gd name="T96" fmla="*/ 711 w 951"/>
                <a:gd name="T97" fmla="*/ 0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51" h="759">
                  <a:moveTo>
                    <a:pt x="711" y="0"/>
                  </a:moveTo>
                  <a:cubicBezTo>
                    <a:pt x="674" y="22"/>
                    <a:pt x="638" y="45"/>
                    <a:pt x="602" y="67"/>
                  </a:cubicBezTo>
                  <a:cubicBezTo>
                    <a:pt x="575" y="84"/>
                    <a:pt x="548" y="102"/>
                    <a:pt x="521" y="119"/>
                  </a:cubicBezTo>
                  <a:cubicBezTo>
                    <a:pt x="495" y="136"/>
                    <a:pt x="467" y="153"/>
                    <a:pt x="441" y="171"/>
                  </a:cubicBezTo>
                  <a:cubicBezTo>
                    <a:pt x="432" y="178"/>
                    <a:pt x="424" y="186"/>
                    <a:pt x="416" y="194"/>
                  </a:cubicBezTo>
                  <a:cubicBezTo>
                    <a:pt x="407" y="202"/>
                    <a:pt x="399" y="210"/>
                    <a:pt x="390" y="218"/>
                  </a:cubicBezTo>
                  <a:cubicBezTo>
                    <a:pt x="382" y="225"/>
                    <a:pt x="373" y="233"/>
                    <a:pt x="365" y="240"/>
                  </a:cubicBezTo>
                  <a:cubicBezTo>
                    <a:pt x="361" y="244"/>
                    <a:pt x="357" y="248"/>
                    <a:pt x="353" y="252"/>
                  </a:cubicBezTo>
                  <a:cubicBezTo>
                    <a:pt x="351" y="253"/>
                    <a:pt x="345" y="261"/>
                    <a:pt x="343" y="261"/>
                  </a:cubicBezTo>
                  <a:cubicBezTo>
                    <a:pt x="324" y="265"/>
                    <a:pt x="306" y="269"/>
                    <a:pt x="287" y="273"/>
                  </a:cubicBezTo>
                  <a:cubicBezTo>
                    <a:pt x="277" y="275"/>
                    <a:pt x="266" y="277"/>
                    <a:pt x="256" y="279"/>
                  </a:cubicBezTo>
                  <a:cubicBezTo>
                    <a:pt x="248" y="281"/>
                    <a:pt x="249" y="280"/>
                    <a:pt x="249" y="288"/>
                  </a:cubicBezTo>
                  <a:cubicBezTo>
                    <a:pt x="249" y="316"/>
                    <a:pt x="248" y="346"/>
                    <a:pt x="248" y="374"/>
                  </a:cubicBezTo>
                  <a:cubicBezTo>
                    <a:pt x="248" y="382"/>
                    <a:pt x="248" y="390"/>
                    <a:pt x="248" y="397"/>
                  </a:cubicBezTo>
                  <a:cubicBezTo>
                    <a:pt x="248" y="401"/>
                    <a:pt x="248" y="405"/>
                    <a:pt x="248" y="409"/>
                  </a:cubicBezTo>
                  <a:cubicBezTo>
                    <a:pt x="248" y="411"/>
                    <a:pt x="249" y="414"/>
                    <a:pt x="248" y="416"/>
                  </a:cubicBezTo>
                  <a:cubicBezTo>
                    <a:pt x="248" y="417"/>
                    <a:pt x="248" y="418"/>
                    <a:pt x="248" y="418"/>
                  </a:cubicBezTo>
                  <a:cubicBezTo>
                    <a:pt x="248" y="419"/>
                    <a:pt x="246" y="418"/>
                    <a:pt x="246" y="419"/>
                  </a:cubicBezTo>
                  <a:cubicBezTo>
                    <a:pt x="245" y="422"/>
                    <a:pt x="246" y="426"/>
                    <a:pt x="246" y="428"/>
                  </a:cubicBezTo>
                  <a:cubicBezTo>
                    <a:pt x="245" y="433"/>
                    <a:pt x="245" y="437"/>
                    <a:pt x="245" y="441"/>
                  </a:cubicBezTo>
                  <a:cubicBezTo>
                    <a:pt x="245" y="445"/>
                    <a:pt x="245" y="448"/>
                    <a:pt x="245" y="452"/>
                  </a:cubicBezTo>
                  <a:cubicBezTo>
                    <a:pt x="245" y="457"/>
                    <a:pt x="244" y="457"/>
                    <a:pt x="241" y="459"/>
                  </a:cubicBezTo>
                  <a:cubicBezTo>
                    <a:pt x="236" y="462"/>
                    <a:pt x="234" y="470"/>
                    <a:pt x="232" y="475"/>
                  </a:cubicBezTo>
                  <a:cubicBezTo>
                    <a:pt x="231" y="478"/>
                    <a:pt x="233" y="480"/>
                    <a:pt x="233" y="482"/>
                  </a:cubicBezTo>
                  <a:cubicBezTo>
                    <a:pt x="232" y="485"/>
                    <a:pt x="229" y="486"/>
                    <a:pt x="228" y="489"/>
                  </a:cubicBezTo>
                  <a:cubicBezTo>
                    <a:pt x="226" y="493"/>
                    <a:pt x="228" y="498"/>
                    <a:pt x="225" y="502"/>
                  </a:cubicBezTo>
                  <a:cubicBezTo>
                    <a:pt x="222" y="504"/>
                    <a:pt x="218" y="503"/>
                    <a:pt x="215" y="506"/>
                  </a:cubicBezTo>
                  <a:cubicBezTo>
                    <a:pt x="212" y="508"/>
                    <a:pt x="209" y="511"/>
                    <a:pt x="206" y="514"/>
                  </a:cubicBezTo>
                  <a:cubicBezTo>
                    <a:pt x="203" y="516"/>
                    <a:pt x="206" y="522"/>
                    <a:pt x="202" y="523"/>
                  </a:cubicBezTo>
                  <a:cubicBezTo>
                    <a:pt x="200" y="524"/>
                    <a:pt x="194" y="522"/>
                    <a:pt x="191" y="521"/>
                  </a:cubicBezTo>
                  <a:cubicBezTo>
                    <a:pt x="187" y="521"/>
                    <a:pt x="183" y="520"/>
                    <a:pt x="179" y="520"/>
                  </a:cubicBezTo>
                  <a:cubicBezTo>
                    <a:pt x="171" y="518"/>
                    <a:pt x="176" y="522"/>
                    <a:pt x="172" y="525"/>
                  </a:cubicBezTo>
                  <a:cubicBezTo>
                    <a:pt x="170" y="526"/>
                    <a:pt x="162" y="524"/>
                    <a:pt x="159" y="524"/>
                  </a:cubicBezTo>
                  <a:cubicBezTo>
                    <a:pt x="143" y="524"/>
                    <a:pt x="127" y="525"/>
                    <a:pt x="110" y="526"/>
                  </a:cubicBezTo>
                  <a:cubicBezTo>
                    <a:pt x="101" y="527"/>
                    <a:pt x="92" y="527"/>
                    <a:pt x="83" y="527"/>
                  </a:cubicBezTo>
                  <a:cubicBezTo>
                    <a:pt x="80" y="528"/>
                    <a:pt x="74" y="527"/>
                    <a:pt x="71" y="529"/>
                  </a:cubicBezTo>
                  <a:cubicBezTo>
                    <a:pt x="65" y="531"/>
                    <a:pt x="61" y="538"/>
                    <a:pt x="57" y="541"/>
                  </a:cubicBezTo>
                  <a:cubicBezTo>
                    <a:pt x="53" y="545"/>
                    <a:pt x="51" y="548"/>
                    <a:pt x="45" y="548"/>
                  </a:cubicBezTo>
                  <a:cubicBezTo>
                    <a:pt x="40" y="548"/>
                    <a:pt x="35" y="550"/>
                    <a:pt x="31" y="549"/>
                  </a:cubicBezTo>
                  <a:cubicBezTo>
                    <a:pt x="26" y="548"/>
                    <a:pt x="24" y="546"/>
                    <a:pt x="19" y="548"/>
                  </a:cubicBezTo>
                  <a:cubicBezTo>
                    <a:pt x="14" y="549"/>
                    <a:pt x="10" y="547"/>
                    <a:pt x="5" y="547"/>
                  </a:cubicBezTo>
                  <a:cubicBezTo>
                    <a:pt x="5" y="548"/>
                    <a:pt x="6" y="550"/>
                    <a:pt x="5" y="552"/>
                  </a:cubicBezTo>
                  <a:cubicBezTo>
                    <a:pt x="5" y="554"/>
                    <a:pt x="3" y="556"/>
                    <a:pt x="4" y="558"/>
                  </a:cubicBezTo>
                  <a:cubicBezTo>
                    <a:pt x="4" y="561"/>
                    <a:pt x="5" y="562"/>
                    <a:pt x="5" y="565"/>
                  </a:cubicBezTo>
                  <a:cubicBezTo>
                    <a:pt x="5" y="566"/>
                    <a:pt x="4" y="568"/>
                    <a:pt x="3" y="570"/>
                  </a:cubicBezTo>
                  <a:cubicBezTo>
                    <a:pt x="2" y="574"/>
                    <a:pt x="0" y="577"/>
                    <a:pt x="3" y="581"/>
                  </a:cubicBezTo>
                  <a:cubicBezTo>
                    <a:pt x="5" y="585"/>
                    <a:pt x="10" y="587"/>
                    <a:pt x="13" y="591"/>
                  </a:cubicBezTo>
                  <a:cubicBezTo>
                    <a:pt x="16" y="594"/>
                    <a:pt x="15" y="597"/>
                    <a:pt x="13" y="601"/>
                  </a:cubicBezTo>
                  <a:cubicBezTo>
                    <a:pt x="12" y="603"/>
                    <a:pt x="14" y="606"/>
                    <a:pt x="15" y="609"/>
                  </a:cubicBezTo>
                  <a:cubicBezTo>
                    <a:pt x="15" y="610"/>
                    <a:pt x="17" y="611"/>
                    <a:pt x="17" y="613"/>
                  </a:cubicBezTo>
                  <a:cubicBezTo>
                    <a:pt x="18" y="614"/>
                    <a:pt x="18" y="615"/>
                    <a:pt x="19" y="617"/>
                  </a:cubicBezTo>
                  <a:cubicBezTo>
                    <a:pt x="20" y="619"/>
                    <a:pt x="23" y="621"/>
                    <a:pt x="25" y="624"/>
                  </a:cubicBezTo>
                  <a:cubicBezTo>
                    <a:pt x="27" y="626"/>
                    <a:pt x="27" y="625"/>
                    <a:pt x="27" y="627"/>
                  </a:cubicBezTo>
                  <a:cubicBezTo>
                    <a:pt x="28" y="629"/>
                    <a:pt x="25" y="629"/>
                    <a:pt x="29" y="631"/>
                  </a:cubicBezTo>
                  <a:cubicBezTo>
                    <a:pt x="31" y="632"/>
                    <a:pt x="34" y="631"/>
                    <a:pt x="37" y="631"/>
                  </a:cubicBezTo>
                  <a:cubicBezTo>
                    <a:pt x="38" y="631"/>
                    <a:pt x="38" y="633"/>
                    <a:pt x="40" y="634"/>
                  </a:cubicBezTo>
                  <a:cubicBezTo>
                    <a:pt x="44" y="636"/>
                    <a:pt x="49" y="636"/>
                    <a:pt x="52" y="641"/>
                  </a:cubicBezTo>
                  <a:cubicBezTo>
                    <a:pt x="52" y="643"/>
                    <a:pt x="51" y="644"/>
                    <a:pt x="53" y="645"/>
                  </a:cubicBezTo>
                  <a:cubicBezTo>
                    <a:pt x="53" y="646"/>
                    <a:pt x="56" y="647"/>
                    <a:pt x="57" y="647"/>
                  </a:cubicBezTo>
                  <a:cubicBezTo>
                    <a:pt x="57" y="647"/>
                    <a:pt x="69" y="655"/>
                    <a:pt x="57" y="654"/>
                  </a:cubicBezTo>
                  <a:cubicBezTo>
                    <a:pt x="56" y="654"/>
                    <a:pt x="52" y="650"/>
                    <a:pt x="50" y="651"/>
                  </a:cubicBezTo>
                  <a:cubicBezTo>
                    <a:pt x="49" y="652"/>
                    <a:pt x="50" y="660"/>
                    <a:pt x="50" y="662"/>
                  </a:cubicBezTo>
                  <a:cubicBezTo>
                    <a:pt x="50" y="664"/>
                    <a:pt x="48" y="670"/>
                    <a:pt x="50" y="672"/>
                  </a:cubicBezTo>
                  <a:cubicBezTo>
                    <a:pt x="52" y="674"/>
                    <a:pt x="54" y="673"/>
                    <a:pt x="57" y="674"/>
                  </a:cubicBezTo>
                  <a:cubicBezTo>
                    <a:pt x="61" y="676"/>
                    <a:pt x="64" y="680"/>
                    <a:pt x="67" y="683"/>
                  </a:cubicBezTo>
                  <a:cubicBezTo>
                    <a:pt x="73" y="688"/>
                    <a:pt x="78" y="694"/>
                    <a:pt x="84" y="698"/>
                  </a:cubicBezTo>
                  <a:cubicBezTo>
                    <a:pt x="87" y="700"/>
                    <a:pt x="98" y="701"/>
                    <a:pt x="101" y="699"/>
                  </a:cubicBezTo>
                  <a:cubicBezTo>
                    <a:pt x="104" y="699"/>
                    <a:pt x="106" y="695"/>
                    <a:pt x="108" y="694"/>
                  </a:cubicBezTo>
                  <a:cubicBezTo>
                    <a:pt x="110" y="692"/>
                    <a:pt x="110" y="693"/>
                    <a:pt x="112" y="693"/>
                  </a:cubicBezTo>
                  <a:cubicBezTo>
                    <a:pt x="117" y="692"/>
                    <a:pt x="117" y="694"/>
                    <a:pt x="120" y="697"/>
                  </a:cubicBezTo>
                  <a:cubicBezTo>
                    <a:pt x="121" y="698"/>
                    <a:pt x="123" y="699"/>
                    <a:pt x="123" y="701"/>
                  </a:cubicBezTo>
                  <a:cubicBezTo>
                    <a:pt x="124" y="703"/>
                    <a:pt x="123" y="705"/>
                    <a:pt x="124" y="706"/>
                  </a:cubicBezTo>
                  <a:cubicBezTo>
                    <a:pt x="125" y="708"/>
                    <a:pt x="126" y="708"/>
                    <a:pt x="126" y="710"/>
                  </a:cubicBezTo>
                  <a:cubicBezTo>
                    <a:pt x="126" y="713"/>
                    <a:pt x="126" y="711"/>
                    <a:pt x="124" y="712"/>
                  </a:cubicBezTo>
                  <a:cubicBezTo>
                    <a:pt x="122" y="713"/>
                    <a:pt x="120" y="713"/>
                    <a:pt x="117" y="714"/>
                  </a:cubicBezTo>
                  <a:cubicBezTo>
                    <a:pt x="116" y="715"/>
                    <a:pt x="115" y="714"/>
                    <a:pt x="114" y="716"/>
                  </a:cubicBezTo>
                  <a:cubicBezTo>
                    <a:pt x="113" y="717"/>
                    <a:pt x="117" y="721"/>
                    <a:pt x="118" y="723"/>
                  </a:cubicBezTo>
                  <a:cubicBezTo>
                    <a:pt x="123" y="730"/>
                    <a:pt x="129" y="738"/>
                    <a:pt x="134" y="746"/>
                  </a:cubicBezTo>
                  <a:cubicBezTo>
                    <a:pt x="134" y="743"/>
                    <a:pt x="134" y="743"/>
                    <a:pt x="136" y="741"/>
                  </a:cubicBezTo>
                  <a:cubicBezTo>
                    <a:pt x="138" y="740"/>
                    <a:pt x="139" y="740"/>
                    <a:pt x="138" y="738"/>
                  </a:cubicBezTo>
                  <a:cubicBezTo>
                    <a:pt x="137" y="738"/>
                    <a:pt x="136" y="737"/>
                    <a:pt x="136" y="737"/>
                  </a:cubicBezTo>
                  <a:cubicBezTo>
                    <a:pt x="135" y="736"/>
                    <a:pt x="135" y="734"/>
                    <a:pt x="135" y="734"/>
                  </a:cubicBezTo>
                  <a:cubicBezTo>
                    <a:pt x="134" y="731"/>
                    <a:pt x="132" y="726"/>
                    <a:pt x="133" y="724"/>
                  </a:cubicBezTo>
                  <a:cubicBezTo>
                    <a:pt x="134" y="723"/>
                    <a:pt x="136" y="723"/>
                    <a:pt x="138" y="722"/>
                  </a:cubicBezTo>
                  <a:cubicBezTo>
                    <a:pt x="139" y="722"/>
                    <a:pt x="140" y="721"/>
                    <a:pt x="141" y="721"/>
                  </a:cubicBezTo>
                  <a:cubicBezTo>
                    <a:pt x="142" y="720"/>
                    <a:pt x="142" y="721"/>
                    <a:pt x="143" y="721"/>
                  </a:cubicBezTo>
                  <a:cubicBezTo>
                    <a:pt x="145" y="721"/>
                    <a:pt x="147" y="720"/>
                    <a:pt x="149" y="720"/>
                  </a:cubicBezTo>
                  <a:cubicBezTo>
                    <a:pt x="152" y="719"/>
                    <a:pt x="150" y="720"/>
                    <a:pt x="153" y="718"/>
                  </a:cubicBezTo>
                  <a:cubicBezTo>
                    <a:pt x="154" y="717"/>
                    <a:pt x="159" y="712"/>
                    <a:pt x="161" y="714"/>
                  </a:cubicBezTo>
                  <a:cubicBezTo>
                    <a:pt x="163" y="716"/>
                    <a:pt x="165" y="717"/>
                    <a:pt x="166" y="719"/>
                  </a:cubicBezTo>
                  <a:cubicBezTo>
                    <a:pt x="168" y="720"/>
                    <a:pt x="169" y="721"/>
                    <a:pt x="170" y="721"/>
                  </a:cubicBezTo>
                  <a:cubicBezTo>
                    <a:pt x="172" y="723"/>
                    <a:pt x="173" y="726"/>
                    <a:pt x="175" y="728"/>
                  </a:cubicBezTo>
                  <a:cubicBezTo>
                    <a:pt x="178" y="730"/>
                    <a:pt x="180" y="732"/>
                    <a:pt x="182" y="735"/>
                  </a:cubicBezTo>
                  <a:cubicBezTo>
                    <a:pt x="185" y="738"/>
                    <a:pt x="185" y="739"/>
                    <a:pt x="187" y="742"/>
                  </a:cubicBezTo>
                  <a:cubicBezTo>
                    <a:pt x="187" y="743"/>
                    <a:pt x="188" y="746"/>
                    <a:pt x="189" y="746"/>
                  </a:cubicBezTo>
                  <a:cubicBezTo>
                    <a:pt x="191" y="747"/>
                    <a:pt x="192" y="746"/>
                    <a:pt x="193" y="746"/>
                  </a:cubicBezTo>
                  <a:cubicBezTo>
                    <a:pt x="200" y="748"/>
                    <a:pt x="203" y="754"/>
                    <a:pt x="207" y="759"/>
                  </a:cubicBezTo>
                  <a:cubicBezTo>
                    <a:pt x="209" y="757"/>
                    <a:pt x="213" y="755"/>
                    <a:pt x="211" y="752"/>
                  </a:cubicBezTo>
                  <a:cubicBezTo>
                    <a:pt x="209" y="750"/>
                    <a:pt x="208" y="750"/>
                    <a:pt x="208" y="748"/>
                  </a:cubicBezTo>
                  <a:cubicBezTo>
                    <a:pt x="207" y="743"/>
                    <a:pt x="212" y="741"/>
                    <a:pt x="210" y="737"/>
                  </a:cubicBezTo>
                  <a:cubicBezTo>
                    <a:pt x="208" y="731"/>
                    <a:pt x="210" y="727"/>
                    <a:pt x="211" y="722"/>
                  </a:cubicBezTo>
                  <a:cubicBezTo>
                    <a:pt x="211" y="717"/>
                    <a:pt x="210" y="712"/>
                    <a:pt x="210" y="708"/>
                  </a:cubicBezTo>
                  <a:cubicBezTo>
                    <a:pt x="211" y="702"/>
                    <a:pt x="218" y="699"/>
                    <a:pt x="222" y="696"/>
                  </a:cubicBezTo>
                  <a:cubicBezTo>
                    <a:pt x="226" y="692"/>
                    <a:pt x="229" y="690"/>
                    <a:pt x="231" y="685"/>
                  </a:cubicBezTo>
                  <a:cubicBezTo>
                    <a:pt x="236" y="678"/>
                    <a:pt x="239" y="671"/>
                    <a:pt x="240" y="662"/>
                  </a:cubicBezTo>
                  <a:cubicBezTo>
                    <a:pt x="240" y="656"/>
                    <a:pt x="238" y="647"/>
                    <a:pt x="243" y="644"/>
                  </a:cubicBezTo>
                  <a:cubicBezTo>
                    <a:pt x="245" y="643"/>
                    <a:pt x="246" y="644"/>
                    <a:pt x="248" y="642"/>
                  </a:cubicBezTo>
                  <a:cubicBezTo>
                    <a:pt x="250" y="640"/>
                    <a:pt x="252" y="638"/>
                    <a:pt x="255" y="636"/>
                  </a:cubicBezTo>
                  <a:cubicBezTo>
                    <a:pt x="259" y="632"/>
                    <a:pt x="261" y="631"/>
                    <a:pt x="266" y="629"/>
                  </a:cubicBezTo>
                  <a:cubicBezTo>
                    <a:pt x="272" y="628"/>
                    <a:pt x="281" y="624"/>
                    <a:pt x="287" y="627"/>
                  </a:cubicBezTo>
                  <a:cubicBezTo>
                    <a:pt x="292" y="629"/>
                    <a:pt x="302" y="627"/>
                    <a:pt x="306" y="626"/>
                  </a:cubicBezTo>
                  <a:cubicBezTo>
                    <a:pt x="310" y="626"/>
                    <a:pt x="312" y="624"/>
                    <a:pt x="313" y="621"/>
                  </a:cubicBezTo>
                  <a:cubicBezTo>
                    <a:pt x="314" y="620"/>
                    <a:pt x="318" y="619"/>
                    <a:pt x="320" y="619"/>
                  </a:cubicBezTo>
                  <a:cubicBezTo>
                    <a:pt x="326" y="618"/>
                    <a:pt x="329" y="620"/>
                    <a:pt x="334" y="623"/>
                  </a:cubicBezTo>
                  <a:cubicBezTo>
                    <a:pt x="338" y="624"/>
                    <a:pt x="343" y="626"/>
                    <a:pt x="347" y="628"/>
                  </a:cubicBezTo>
                  <a:cubicBezTo>
                    <a:pt x="351" y="630"/>
                    <a:pt x="355" y="631"/>
                    <a:pt x="359" y="632"/>
                  </a:cubicBezTo>
                  <a:cubicBezTo>
                    <a:pt x="361" y="633"/>
                    <a:pt x="362" y="634"/>
                    <a:pt x="365" y="632"/>
                  </a:cubicBezTo>
                  <a:cubicBezTo>
                    <a:pt x="369" y="630"/>
                    <a:pt x="371" y="632"/>
                    <a:pt x="375" y="635"/>
                  </a:cubicBezTo>
                  <a:cubicBezTo>
                    <a:pt x="385" y="641"/>
                    <a:pt x="393" y="654"/>
                    <a:pt x="398" y="664"/>
                  </a:cubicBezTo>
                  <a:cubicBezTo>
                    <a:pt x="402" y="671"/>
                    <a:pt x="411" y="680"/>
                    <a:pt x="420" y="673"/>
                  </a:cubicBezTo>
                  <a:cubicBezTo>
                    <a:pt x="423" y="670"/>
                    <a:pt x="423" y="667"/>
                    <a:pt x="429" y="667"/>
                  </a:cubicBezTo>
                  <a:cubicBezTo>
                    <a:pt x="435" y="668"/>
                    <a:pt x="437" y="667"/>
                    <a:pt x="442" y="664"/>
                  </a:cubicBezTo>
                  <a:cubicBezTo>
                    <a:pt x="446" y="661"/>
                    <a:pt x="451" y="659"/>
                    <a:pt x="455" y="656"/>
                  </a:cubicBezTo>
                  <a:cubicBezTo>
                    <a:pt x="461" y="653"/>
                    <a:pt x="463" y="653"/>
                    <a:pt x="469" y="653"/>
                  </a:cubicBezTo>
                  <a:cubicBezTo>
                    <a:pt x="472" y="654"/>
                    <a:pt x="477" y="654"/>
                    <a:pt x="480" y="655"/>
                  </a:cubicBezTo>
                  <a:cubicBezTo>
                    <a:pt x="482" y="657"/>
                    <a:pt x="484" y="659"/>
                    <a:pt x="486" y="660"/>
                  </a:cubicBezTo>
                  <a:cubicBezTo>
                    <a:pt x="488" y="661"/>
                    <a:pt x="489" y="662"/>
                    <a:pt x="491" y="663"/>
                  </a:cubicBezTo>
                  <a:cubicBezTo>
                    <a:pt x="493" y="665"/>
                    <a:pt x="495" y="669"/>
                    <a:pt x="499" y="670"/>
                  </a:cubicBezTo>
                  <a:cubicBezTo>
                    <a:pt x="501" y="671"/>
                    <a:pt x="503" y="669"/>
                    <a:pt x="507" y="671"/>
                  </a:cubicBezTo>
                  <a:cubicBezTo>
                    <a:pt x="509" y="673"/>
                    <a:pt x="510" y="675"/>
                    <a:pt x="511" y="677"/>
                  </a:cubicBezTo>
                  <a:cubicBezTo>
                    <a:pt x="514" y="680"/>
                    <a:pt x="517" y="680"/>
                    <a:pt x="521" y="681"/>
                  </a:cubicBezTo>
                  <a:cubicBezTo>
                    <a:pt x="524" y="682"/>
                    <a:pt x="527" y="684"/>
                    <a:pt x="531" y="684"/>
                  </a:cubicBezTo>
                  <a:cubicBezTo>
                    <a:pt x="536" y="686"/>
                    <a:pt x="543" y="685"/>
                    <a:pt x="548" y="686"/>
                  </a:cubicBezTo>
                  <a:cubicBezTo>
                    <a:pt x="552" y="687"/>
                    <a:pt x="555" y="686"/>
                    <a:pt x="559" y="686"/>
                  </a:cubicBezTo>
                  <a:cubicBezTo>
                    <a:pt x="562" y="686"/>
                    <a:pt x="568" y="689"/>
                    <a:pt x="571" y="688"/>
                  </a:cubicBezTo>
                  <a:cubicBezTo>
                    <a:pt x="574" y="686"/>
                    <a:pt x="577" y="680"/>
                    <a:pt x="579" y="678"/>
                  </a:cubicBezTo>
                  <a:cubicBezTo>
                    <a:pt x="580" y="676"/>
                    <a:pt x="584" y="670"/>
                    <a:pt x="587" y="670"/>
                  </a:cubicBezTo>
                  <a:cubicBezTo>
                    <a:pt x="588" y="670"/>
                    <a:pt x="588" y="667"/>
                    <a:pt x="589" y="666"/>
                  </a:cubicBezTo>
                  <a:cubicBezTo>
                    <a:pt x="590" y="664"/>
                    <a:pt x="594" y="663"/>
                    <a:pt x="596" y="662"/>
                  </a:cubicBezTo>
                  <a:cubicBezTo>
                    <a:pt x="601" y="659"/>
                    <a:pt x="606" y="657"/>
                    <a:pt x="612" y="656"/>
                  </a:cubicBezTo>
                  <a:cubicBezTo>
                    <a:pt x="615" y="655"/>
                    <a:pt x="618" y="655"/>
                    <a:pt x="621" y="654"/>
                  </a:cubicBezTo>
                  <a:cubicBezTo>
                    <a:pt x="625" y="653"/>
                    <a:pt x="628" y="651"/>
                    <a:pt x="632" y="651"/>
                  </a:cubicBezTo>
                  <a:cubicBezTo>
                    <a:pt x="642" y="650"/>
                    <a:pt x="652" y="652"/>
                    <a:pt x="663" y="651"/>
                  </a:cubicBezTo>
                  <a:cubicBezTo>
                    <a:pt x="676" y="650"/>
                    <a:pt x="693" y="652"/>
                    <a:pt x="705" y="659"/>
                  </a:cubicBezTo>
                  <a:cubicBezTo>
                    <a:pt x="709" y="661"/>
                    <a:pt x="714" y="665"/>
                    <a:pt x="718" y="667"/>
                  </a:cubicBezTo>
                  <a:cubicBezTo>
                    <a:pt x="722" y="669"/>
                    <a:pt x="725" y="667"/>
                    <a:pt x="729" y="669"/>
                  </a:cubicBezTo>
                  <a:cubicBezTo>
                    <a:pt x="732" y="669"/>
                    <a:pt x="735" y="670"/>
                    <a:pt x="738" y="670"/>
                  </a:cubicBezTo>
                  <a:cubicBezTo>
                    <a:pt x="743" y="670"/>
                    <a:pt x="741" y="671"/>
                    <a:pt x="743" y="668"/>
                  </a:cubicBezTo>
                  <a:cubicBezTo>
                    <a:pt x="744" y="667"/>
                    <a:pt x="746" y="666"/>
                    <a:pt x="746" y="665"/>
                  </a:cubicBezTo>
                  <a:cubicBezTo>
                    <a:pt x="747" y="663"/>
                    <a:pt x="746" y="663"/>
                    <a:pt x="747" y="661"/>
                  </a:cubicBezTo>
                  <a:cubicBezTo>
                    <a:pt x="747" y="660"/>
                    <a:pt x="748" y="658"/>
                    <a:pt x="749" y="657"/>
                  </a:cubicBezTo>
                  <a:cubicBezTo>
                    <a:pt x="749" y="657"/>
                    <a:pt x="765" y="642"/>
                    <a:pt x="772" y="642"/>
                  </a:cubicBezTo>
                  <a:cubicBezTo>
                    <a:pt x="774" y="642"/>
                    <a:pt x="775" y="640"/>
                    <a:pt x="776" y="640"/>
                  </a:cubicBezTo>
                  <a:cubicBezTo>
                    <a:pt x="779" y="640"/>
                    <a:pt x="777" y="641"/>
                    <a:pt x="779" y="641"/>
                  </a:cubicBezTo>
                  <a:cubicBezTo>
                    <a:pt x="780" y="641"/>
                    <a:pt x="781" y="641"/>
                    <a:pt x="782" y="641"/>
                  </a:cubicBezTo>
                  <a:cubicBezTo>
                    <a:pt x="782" y="641"/>
                    <a:pt x="782" y="640"/>
                    <a:pt x="783" y="640"/>
                  </a:cubicBezTo>
                  <a:cubicBezTo>
                    <a:pt x="783" y="640"/>
                    <a:pt x="783" y="641"/>
                    <a:pt x="784" y="641"/>
                  </a:cubicBezTo>
                  <a:cubicBezTo>
                    <a:pt x="787" y="640"/>
                    <a:pt x="788" y="639"/>
                    <a:pt x="789" y="637"/>
                  </a:cubicBezTo>
                  <a:cubicBezTo>
                    <a:pt x="791" y="632"/>
                    <a:pt x="794" y="629"/>
                    <a:pt x="800" y="629"/>
                  </a:cubicBezTo>
                  <a:cubicBezTo>
                    <a:pt x="803" y="629"/>
                    <a:pt x="807" y="629"/>
                    <a:pt x="811" y="629"/>
                  </a:cubicBezTo>
                  <a:cubicBezTo>
                    <a:pt x="809" y="619"/>
                    <a:pt x="807" y="609"/>
                    <a:pt x="805" y="599"/>
                  </a:cubicBezTo>
                  <a:cubicBezTo>
                    <a:pt x="803" y="593"/>
                    <a:pt x="797" y="580"/>
                    <a:pt x="807" y="578"/>
                  </a:cubicBezTo>
                  <a:cubicBezTo>
                    <a:pt x="810" y="577"/>
                    <a:pt x="814" y="578"/>
                    <a:pt x="814" y="573"/>
                  </a:cubicBezTo>
                  <a:cubicBezTo>
                    <a:pt x="815" y="571"/>
                    <a:pt x="813" y="570"/>
                    <a:pt x="814" y="569"/>
                  </a:cubicBezTo>
                  <a:cubicBezTo>
                    <a:pt x="814" y="568"/>
                    <a:pt x="816" y="566"/>
                    <a:pt x="817" y="566"/>
                  </a:cubicBezTo>
                  <a:cubicBezTo>
                    <a:pt x="818" y="565"/>
                    <a:pt x="819" y="565"/>
                    <a:pt x="820" y="564"/>
                  </a:cubicBezTo>
                  <a:cubicBezTo>
                    <a:pt x="821" y="563"/>
                    <a:pt x="821" y="561"/>
                    <a:pt x="820" y="560"/>
                  </a:cubicBezTo>
                  <a:cubicBezTo>
                    <a:pt x="819" y="555"/>
                    <a:pt x="824" y="546"/>
                    <a:pt x="827" y="542"/>
                  </a:cubicBezTo>
                  <a:cubicBezTo>
                    <a:pt x="831" y="535"/>
                    <a:pt x="837" y="528"/>
                    <a:pt x="841" y="521"/>
                  </a:cubicBezTo>
                  <a:cubicBezTo>
                    <a:pt x="851" y="506"/>
                    <a:pt x="862" y="492"/>
                    <a:pt x="874" y="478"/>
                  </a:cubicBezTo>
                  <a:cubicBezTo>
                    <a:pt x="886" y="465"/>
                    <a:pt x="898" y="451"/>
                    <a:pt x="910" y="438"/>
                  </a:cubicBezTo>
                  <a:cubicBezTo>
                    <a:pt x="913" y="434"/>
                    <a:pt x="917" y="431"/>
                    <a:pt x="920" y="427"/>
                  </a:cubicBezTo>
                  <a:cubicBezTo>
                    <a:pt x="925" y="421"/>
                    <a:pt x="923" y="409"/>
                    <a:pt x="924" y="402"/>
                  </a:cubicBezTo>
                  <a:cubicBezTo>
                    <a:pt x="924" y="393"/>
                    <a:pt x="924" y="384"/>
                    <a:pt x="925" y="375"/>
                  </a:cubicBezTo>
                  <a:cubicBezTo>
                    <a:pt x="926" y="356"/>
                    <a:pt x="926" y="337"/>
                    <a:pt x="927" y="318"/>
                  </a:cubicBezTo>
                  <a:cubicBezTo>
                    <a:pt x="928" y="290"/>
                    <a:pt x="933" y="261"/>
                    <a:pt x="936" y="233"/>
                  </a:cubicBezTo>
                  <a:cubicBezTo>
                    <a:pt x="937" y="226"/>
                    <a:pt x="942" y="219"/>
                    <a:pt x="945" y="213"/>
                  </a:cubicBezTo>
                  <a:cubicBezTo>
                    <a:pt x="946" y="211"/>
                    <a:pt x="951" y="205"/>
                    <a:pt x="950" y="203"/>
                  </a:cubicBezTo>
                  <a:cubicBezTo>
                    <a:pt x="948" y="199"/>
                    <a:pt x="944" y="196"/>
                    <a:pt x="942" y="193"/>
                  </a:cubicBezTo>
                  <a:cubicBezTo>
                    <a:pt x="939" y="190"/>
                    <a:pt x="936" y="185"/>
                    <a:pt x="932" y="182"/>
                  </a:cubicBezTo>
                  <a:cubicBezTo>
                    <a:pt x="930" y="180"/>
                    <a:pt x="927" y="179"/>
                    <a:pt x="925" y="177"/>
                  </a:cubicBezTo>
                  <a:cubicBezTo>
                    <a:pt x="923" y="173"/>
                    <a:pt x="924" y="170"/>
                    <a:pt x="925" y="166"/>
                  </a:cubicBezTo>
                  <a:cubicBezTo>
                    <a:pt x="926" y="164"/>
                    <a:pt x="927" y="165"/>
                    <a:pt x="927" y="163"/>
                  </a:cubicBezTo>
                  <a:cubicBezTo>
                    <a:pt x="927" y="162"/>
                    <a:pt x="925" y="160"/>
                    <a:pt x="925" y="159"/>
                  </a:cubicBezTo>
                  <a:cubicBezTo>
                    <a:pt x="920" y="152"/>
                    <a:pt x="915" y="144"/>
                    <a:pt x="910" y="137"/>
                  </a:cubicBezTo>
                  <a:cubicBezTo>
                    <a:pt x="907" y="132"/>
                    <a:pt x="903" y="130"/>
                    <a:pt x="902" y="125"/>
                  </a:cubicBezTo>
                  <a:cubicBezTo>
                    <a:pt x="902" y="120"/>
                    <a:pt x="902" y="116"/>
                    <a:pt x="902" y="112"/>
                  </a:cubicBezTo>
                  <a:cubicBezTo>
                    <a:pt x="901" y="86"/>
                    <a:pt x="895" y="59"/>
                    <a:pt x="889" y="33"/>
                  </a:cubicBezTo>
                  <a:cubicBezTo>
                    <a:pt x="880" y="38"/>
                    <a:pt x="871" y="43"/>
                    <a:pt x="862" y="48"/>
                  </a:cubicBezTo>
                  <a:cubicBezTo>
                    <a:pt x="858" y="50"/>
                    <a:pt x="854" y="52"/>
                    <a:pt x="850" y="55"/>
                  </a:cubicBezTo>
                  <a:cubicBezTo>
                    <a:pt x="848" y="56"/>
                    <a:pt x="846" y="58"/>
                    <a:pt x="844" y="57"/>
                  </a:cubicBezTo>
                  <a:cubicBezTo>
                    <a:pt x="842" y="57"/>
                    <a:pt x="839" y="54"/>
                    <a:pt x="838" y="52"/>
                  </a:cubicBezTo>
                  <a:cubicBezTo>
                    <a:pt x="831" y="47"/>
                    <a:pt x="825" y="41"/>
                    <a:pt x="818" y="35"/>
                  </a:cubicBezTo>
                  <a:cubicBezTo>
                    <a:pt x="813" y="30"/>
                    <a:pt x="808" y="24"/>
                    <a:pt x="801" y="21"/>
                  </a:cubicBezTo>
                  <a:cubicBezTo>
                    <a:pt x="790" y="17"/>
                    <a:pt x="777" y="15"/>
                    <a:pt x="766" y="13"/>
                  </a:cubicBezTo>
                  <a:cubicBezTo>
                    <a:pt x="747" y="8"/>
                    <a:pt x="729" y="4"/>
                    <a:pt x="711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8" name="Freeform 88">
              <a:extLst>
                <a:ext uri="{FF2B5EF4-FFF2-40B4-BE49-F238E27FC236}">
                  <a16:creationId xmlns:a16="http://schemas.microsoft.com/office/drawing/2014/main" id="{6BF2E5F6-3166-4037-BB38-47C588480B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70775" y="1671638"/>
              <a:ext cx="1139825" cy="1433513"/>
            </a:xfrm>
            <a:custGeom>
              <a:avLst/>
              <a:gdLst>
                <a:gd name="T0" fmla="*/ 503 w 1009"/>
                <a:gd name="T1" fmla="*/ 1222 h 1269"/>
                <a:gd name="T2" fmla="*/ 449 w 1009"/>
                <a:gd name="T3" fmla="*/ 1210 h 1269"/>
                <a:gd name="T4" fmla="*/ 388 w 1009"/>
                <a:gd name="T5" fmla="*/ 1210 h 1269"/>
                <a:gd name="T6" fmla="*/ 332 w 1009"/>
                <a:gd name="T7" fmla="*/ 1141 h 1269"/>
                <a:gd name="T8" fmla="*/ 287 w 1009"/>
                <a:gd name="T9" fmla="*/ 1091 h 1269"/>
                <a:gd name="T10" fmla="*/ 236 w 1009"/>
                <a:gd name="T11" fmla="*/ 1031 h 1269"/>
                <a:gd name="T12" fmla="*/ 173 w 1009"/>
                <a:gd name="T13" fmla="*/ 967 h 1269"/>
                <a:gd name="T14" fmla="*/ 107 w 1009"/>
                <a:gd name="T15" fmla="*/ 919 h 1269"/>
                <a:gd name="T16" fmla="*/ 68 w 1009"/>
                <a:gd name="T17" fmla="*/ 762 h 1269"/>
                <a:gd name="T18" fmla="*/ 37 w 1009"/>
                <a:gd name="T19" fmla="*/ 682 h 1269"/>
                <a:gd name="T20" fmla="*/ 15 w 1009"/>
                <a:gd name="T21" fmla="*/ 607 h 1269"/>
                <a:gd name="T22" fmla="*/ 49 w 1009"/>
                <a:gd name="T23" fmla="*/ 542 h 1269"/>
                <a:gd name="T24" fmla="*/ 123 w 1009"/>
                <a:gd name="T25" fmla="*/ 475 h 1269"/>
                <a:gd name="T26" fmla="*/ 555 w 1009"/>
                <a:gd name="T27" fmla="*/ 69 h 1269"/>
                <a:gd name="T28" fmla="*/ 758 w 1009"/>
                <a:gd name="T29" fmla="*/ 52 h 1269"/>
                <a:gd name="T30" fmla="*/ 828 w 1009"/>
                <a:gd name="T31" fmla="*/ 24 h 1269"/>
                <a:gd name="T32" fmla="*/ 894 w 1009"/>
                <a:gd name="T33" fmla="*/ 88 h 1269"/>
                <a:gd name="T34" fmla="*/ 918 w 1009"/>
                <a:gd name="T35" fmla="*/ 195 h 1269"/>
                <a:gd name="T36" fmla="*/ 968 w 1009"/>
                <a:gd name="T37" fmla="*/ 297 h 1269"/>
                <a:gd name="T38" fmla="*/ 985 w 1009"/>
                <a:gd name="T39" fmla="*/ 369 h 1269"/>
                <a:gd name="T40" fmla="*/ 915 w 1009"/>
                <a:gd name="T41" fmla="*/ 403 h 1269"/>
                <a:gd name="T42" fmla="*/ 886 w 1009"/>
                <a:gd name="T43" fmla="*/ 520 h 1269"/>
                <a:gd name="T44" fmla="*/ 832 w 1009"/>
                <a:gd name="T45" fmla="*/ 701 h 1269"/>
                <a:gd name="T46" fmla="*/ 766 w 1009"/>
                <a:gd name="T47" fmla="*/ 822 h 1269"/>
                <a:gd name="T48" fmla="*/ 720 w 1009"/>
                <a:gd name="T49" fmla="*/ 951 h 1269"/>
                <a:gd name="T50" fmla="*/ 694 w 1009"/>
                <a:gd name="T51" fmla="*/ 984 h 1269"/>
                <a:gd name="T52" fmla="*/ 778 w 1009"/>
                <a:gd name="T53" fmla="*/ 1043 h 1269"/>
                <a:gd name="T54" fmla="*/ 821 w 1009"/>
                <a:gd name="T55" fmla="*/ 1128 h 1269"/>
                <a:gd name="T56" fmla="*/ 868 w 1009"/>
                <a:gd name="T57" fmla="*/ 1189 h 1269"/>
                <a:gd name="T58" fmla="*/ 653 w 1009"/>
                <a:gd name="T59" fmla="*/ 1253 h 1269"/>
                <a:gd name="T60" fmla="*/ 594 w 1009"/>
                <a:gd name="T61" fmla="*/ 1258 h 1269"/>
                <a:gd name="T62" fmla="*/ 693 w 1009"/>
                <a:gd name="T63" fmla="*/ 1237 h 1269"/>
                <a:gd name="T64" fmla="*/ 851 w 1009"/>
                <a:gd name="T65" fmla="*/ 1150 h 1269"/>
                <a:gd name="T66" fmla="*/ 794 w 1009"/>
                <a:gd name="T67" fmla="*/ 1086 h 1269"/>
                <a:gd name="T68" fmla="*/ 732 w 1009"/>
                <a:gd name="T69" fmla="*/ 1008 h 1269"/>
                <a:gd name="T70" fmla="*/ 689 w 1009"/>
                <a:gd name="T71" fmla="*/ 959 h 1269"/>
                <a:gd name="T72" fmla="*/ 745 w 1009"/>
                <a:gd name="T73" fmla="*/ 890 h 1269"/>
                <a:gd name="T74" fmla="*/ 792 w 1009"/>
                <a:gd name="T75" fmla="*/ 794 h 1269"/>
                <a:gd name="T76" fmla="*/ 877 w 1009"/>
                <a:gd name="T77" fmla="*/ 520 h 1269"/>
                <a:gd name="T78" fmla="*/ 907 w 1009"/>
                <a:gd name="T79" fmla="*/ 390 h 1269"/>
                <a:gd name="T80" fmla="*/ 980 w 1009"/>
                <a:gd name="T81" fmla="*/ 358 h 1269"/>
                <a:gd name="T82" fmla="*/ 961 w 1009"/>
                <a:gd name="T83" fmla="*/ 304 h 1269"/>
                <a:gd name="T84" fmla="*/ 907 w 1009"/>
                <a:gd name="T85" fmla="*/ 182 h 1269"/>
                <a:gd name="T86" fmla="*/ 883 w 1009"/>
                <a:gd name="T87" fmla="*/ 78 h 1269"/>
                <a:gd name="T88" fmla="*/ 810 w 1009"/>
                <a:gd name="T89" fmla="*/ 13 h 1269"/>
                <a:gd name="T90" fmla="*/ 725 w 1009"/>
                <a:gd name="T91" fmla="*/ 91 h 1269"/>
                <a:gd name="T92" fmla="*/ 138 w 1009"/>
                <a:gd name="T93" fmla="*/ 211 h 1269"/>
                <a:gd name="T94" fmla="*/ 73 w 1009"/>
                <a:gd name="T95" fmla="*/ 494 h 1269"/>
                <a:gd name="T96" fmla="*/ 45 w 1009"/>
                <a:gd name="T97" fmla="*/ 563 h 1269"/>
                <a:gd name="T98" fmla="*/ 32 w 1009"/>
                <a:gd name="T99" fmla="*/ 621 h 1269"/>
                <a:gd name="T100" fmla="*/ 46 w 1009"/>
                <a:gd name="T101" fmla="*/ 696 h 1269"/>
                <a:gd name="T102" fmla="*/ 74 w 1009"/>
                <a:gd name="T103" fmla="*/ 789 h 1269"/>
                <a:gd name="T104" fmla="*/ 125 w 1009"/>
                <a:gd name="T105" fmla="*/ 925 h 1269"/>
                <a:gd name="T106" fmla="*/ 200 w 1009"/>
                <a:gd name="T107" fmla="*/ 971 h 1269"/>
                <a:gd name="T108" fmla="*/ 262 w 1009"/>
                <a:gd name="T109" fmla="*/ 1035 h 1269"/>
                <a:gd name="T110" fmla="*/ 315 w 1009"/>
                <a:gd name="T111" fmla="*/ 1106 h 1269"/>
                <a:gd name="T112" fmla="*/ 359 w 1009"/>
                <a:gd name="T113" fmla="*/ 1170 h 1269"/>
                <a:gd name="T114" fmla="*/ 413 w 1009"/>
                <a:gd name="T115" fmla="*/ 1204 h 1269"/>
                <a:gd name="T116" fmla="*/ 464 w 1009"/>
                <a:gd name="T117" fmla="*/ 1199 h 1269"/>
                <a:gd name="T118" fmla="*/ 521 w 1009"/>
                <a:gd name="T119" fmla="*/ 1231 h 1269"/>
                <a:gd name="T120" fmla="*/ 606 w 1009"/>
                <a:gd name="T121" fmla="*/ 1246 h 1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09" h="1269">
                  <a:moveTo>
                    <a:pt x="557" y="1269"/>
                  </a:moveTo>
                  <a:cubicBezTo>
                    <a:pt x="556" y="1269"/>
                    <a:pt x="554" y="1269"/>
                    <a:pt x="553" y="1268"/>
                  </a:cubicBezTo>
                  <a:cubicBezTo>
                    <a:pt x="552" y="1265"/>
                    <a:pt x="552" y="1263"/>
                    <a:pt x="552" y="1262"/>
                  </a:cubicBezTo>
                  <a:cubicBezTo>
                    <a:pt x="551" y="1262"/>
                    <a:pt x="551" y="1261"/>
                    <a:pt x="550" y="1260"/>
                  </a:cubicBezTo>
                  <a:cubicBezTo>
                    <a:pt x="549" y="1261"/>
                    <a:pt x="548" y="1261"/>
                    <a:pt x="547" y="1260"/>
                  </a:cubicBezTo>
                  <a:cubicBezTo>
                    <a:pt x="546" y="1261"/>
                    <a:pt x="545" y="1262"/>
                    <a:pt x="542" y="1262"/>
                  </a:cubicBezTo>
                  <a:cubicBezTo>
                    <a:pt x="538" y="1262"/>
                    <a:pt x="537" y="1261"/>
                    <a:pt x="536" y="1260"/>
                  </a:cubicBezTo>
                  <a:cubicBezTo>
                    <a:pt x="534" y="1258"/>
                    <a:pt x="535" y="1255"/>
                    <a:pt x="535" y="1253"/>
                  </a:cubicBezTo>
                  <a:cubicBezTo>
                    <a:pt x="535" y="1253"/>
                    <a:pt x="536" y="1252"/>
                    <a:pt x="536" y="1252"/>
                  </a:cubicBezTo>
                  <a:cubicBezTo>
                    <a:pt x="535" y="1249"/>
                    <a:pt x="535" y="1247"/>
                    <a:pt x="535" y="1245"/>
                  </a:cubicBezTo>
                  <a:cubicBezTo>
                    <a:pt x="535" y="1245"/>
                    <a:pt x="534" y="1245"/>
                    <a:pt x="534" y="1245"/>
                  </a:cubicBezTo>
                  <a:cubicBezTo>
                    <a:pt x="533" y="1245"/>
                    <a:pt x="531" y="1245"/>
                    <a:pt x="530" y="1244"/>
                  </a:cubicBezTo>
                  <a:cubicBezTo>
                    <a:pt x="528" y="1244"/>
                    <a:pt x="527" y="1243"/>
                    <a:pt x="526" y="1242"/>
                  </a:cubicBezTo>
                  <a:cubicBezTo>
                    <a:pt x="525" y="1242"/>
                    <a:pt x="524" y="1241"/>
                    <a:pt x="523" y="1241"/>
                  </a:cubicBezTo>
                  <a:cubicBezTo>
                    <a:pt x="522" y="1240"/>
                    <a:pt x="521" y="1240"/>
                    <a:pt x="521" y="1240"/>
                  </a:cubicBezTo>
                  <a:cubicBezTo>
                    <a:pt x="518" y="1240"/>
                    <a:pt x="514" y="1239"/>
                    <a:pt x="512" y="1235"/>
                  </a:cubicBezTo>
                  <a:cubicBezTo>
                    <a:pt x="512" y="1233"/>
                    <a:pt x="511" y="1231"/>
                    <a:pt x="510" y="1229"/>
                  </a:cubicBezTo>
                  <a:cubicBezTo>
                    <a:pt x="509" y="1229"/>
                    <a:pt x="508" y="1229"/>
                    <a:pt x="506" y="1228"/>
                  </a:cubicBezTo>
                  <a:cubicBezTo>
                    <a:pt x="504" y="1227"/>
                    <a:pt x="504" y="1224"/>
                    <a:pt x="503" y="1223"/>
                  </a:cubicBezTo>
                  <a:cubicBezTo>
                    <a:pt x="503" y="1223"/>
                    <a:pt x="503" y="1222"/>
                    <a:pt x="503" y="1222"/>
                  </a:cubicBezTo>
                  <a:cubicBezTo>
                    <a:pt x="502" y="1222"/>
                    <a:pt x="502" y="1222"/>
                    <a:pt x="501" y="1221"/>
                  </a:cubicBezTo>
                  <a:cubicBezTo>
                    <a:pt x="500" y="1221"/>
                    <a:pt x="499" y="1220"/>
                    <a:pt x="498" y="1219"/>
                  </a:cubicBezTo>
                  <a:cubicBezTo>
                    <a:pt x="497" y="1218"/>
                    <a:pt x="496" y="1217"/>
                    <a:pt x="497" y="1215"/>
                  </a:cubicBezTo>
                  <a:cubicBezTo>
                    <a:pt x="496" y="1215"/>
                    <a:pt x="495" y="1215"/>
                    <a:pt x="495" y="1215"/>
                  </a:cubicBezTo>
                  <a:cubicBezTo>
                    <a:pt x="487" y="1212"/>
                    <a:pt x="487" y="1206"/>
                    <a:pt x="488" y="1202"/>
                  </a:cubicBezTo>
                  <a:cubicBezTo>
                    <a:pt x="488" y="1201"/>
                    <a:pt x="488" y="1200"/>
                    <a:pt x="488" y="1200"/>
                  </a:cubicBezTo>
                  <a:cubicBezTo>
                    <a:pt x="487" y="1199"/>
                    <a:pt x="486" y="1199"/>
                    <a:pt x="486" y="1199"/>
                  </a:cubicBezTo>
                  <a:cubicBezTo>
                    <a:pt x="485" y="1198"/>
                    <a:pt x="484" y="1197"/>
                    <a:pt x="482" y="1197"/>
                  </a:cubicBezTo>
                  <a:cubicBezTo>
                    <a:pt x="482" y="1196"/>
                    <a:pt x="481" y="1195"/>
                    <a:pt x="480" y="1195"/>
                  </a:cubicBezTo>
                  <a:cubicBezTo>
                    <a:pt x="479" y="1195"/>
                    <a:pt x="478" y="1195"/>
                    <a:pt x="477" y="1195"/>
                  </a:cubicBezTo>
                  <a:cubicBezTo>
                    <a:pt x="477" y="1194"/>
                    <a:pt x="476" y="1195"/>
                    <a:pt x="476" y="1194"/>
                  </a:cubicBezTo>
                  <a:cubicBezTo>
                    <a:pt x="476" y="1195"/>
                    <a:pt x="476" y="1195"/>
                    <a:pt x="476" y="1195"/>
                  </a:cubicBezTo>
                  <a:cubicBezTo>
                    <a:pt x="476" y="1196"/>
                    <a:pt x="476" y="1196"/>
                    <a:pt x="475" y="1197"/>
                  </a:cubicBezTo>
                  <a:cubicBezTo>
                    <a:pt x="474" y="1200"/>
                    <a:pt x="473" y="1202"/>
                    <a:pt x="471" y="1205"/>
                  </a:cubicBezTo>
                  <a:cubicBezTo>
                    <a:pt x="470" y="1205"/>
                    <a:pt x="470" y="1206"/>
                    <a:pt x="469" y="1206"/>
                  </a:cubicBezTo>
                  <a:cubicBezTo>
                    <a:pt x="469" y="1208"/>
                    <a:pt x="468" y="1210"/>
                    <a:pt x="466" y="1212"/>
                  </a:cubicBezTo>
                  <a:cubicBezTo>
                    <a:pt x="465" y="1212"/>
                    <a:pt x="463" y="1213"/>
                    <a:pt x="462" y="1212"/>
                  </a:cubicBezTo>
                  <a:cubicBezTo>
                    <a:pt x="461" y="1215"/>
                    <a:pt x="459" y="1215"/>
                    <a:pt x="458" y="1215"/>
                  </a:cubicBezTo>
                  <a:cubicBezTo>
                    <a:pt x="457" y="1215"/>
                    <a:pt x="456" y="1215"/>
                    <a:pt x="455" y="1214"/>
                  </a:cubicBezTo>
                  <a:cubicBezTo>
                    <a:pt x="452" y="1213"/>
                    <a:pt x="450" y="1211"/>
                    <a:pt x="449" y="1210"/>
                  </a:cubicBezTo>
                  <a:cubicBezTo>
                    <a:pt x="448" y="1209"/>
                    <a:pt x="448" y="1208"/>
                    <a:pt x="447" y="1208"/>
                  </a:cubicBezTo>
                  <a:cubicBezTo>
                    <a:pt x="446" y="1208"/>
                    <a:pt x="446" y="1207"/>
                    <a:pt x="445" y="1207"/>
                  </a:cubicBezTo>
                  <a:cubicBezTo>
                    <a:pt x="444" y="1206"/>
                    <a:pt x="443" y="1206"/>
                    <a:pt x="443" y="1206"/>
                  </a:cubicBezTo>
                  <a:cubicBezTo>
                    <a:pt x="442" y="1205"/>
                    <a:pt x="441" y="1206"/>
                    <a:pt x="441" y="1206"/>
                  </a:cubicBezTo>
                  <a:cubicBezTo>
                    <a:pt x="438" y="1206"/>
                    <a:pt x="435" y="1207"/>
                    <a:pt x="432" y="1206"/>
                  </a:cubicBezTo>
                  <a:cubicBezTo>
                    <a:pt x="431" y="1205"/>
                    <a:pt x="430" y="1204"/>
                    <a:pt x="429" y="1203"/>
                  </a:cubicBezTo>
                  <a:cubicBezTo>
                    <a:pt x="429" y="1204"/>
                    <a:pt x="429" y="1204"/>
                    <a:pt x="429" y="1204"/>
                  </a:cubicBezTo>
                  <a:cubicBezTo>
                    <a:pt x="427" y="1208"/>
                    <a:pt x="425" y="1209"/>
                    <a:pt x="422" y="1210"/>
                  </a:cubicBezTo>
                  <a:cubicBezTo>
                    <a:pt x="422" y="1211"/>
                    <a:pt x="421" y="1212"/>
                    <a:pt x="420" y="1213"/>
                  </a:cubicBezTo>
                  <a:cubicBezTo>
                    <a:pt x="419" y="1213"/>
                    <a:pt x="417" y="1213"/>
                    <a:pt x="417" y="1213"/>
                  </a:cubicBezTo>
                  <a:cubicBezTo>
                    <a:pt x="417" y="1213"/>
                    <a:pt x="417" y="1213"/>
                    <a:pt x="416" y="1213"/>
                  </a:cubicBezTo>
                  <a:cubicBezTo>
                    <a:pt x="415" y="1215"/>
                    <a:pt x="415" y="1215"/>
                    <a:pt x="415" y="1215"/>
                  </a:cubicBezTo>
                  <a:cubicBezTo>
                    <a:pt x="414" y="1216"/>
                    <a:pt x="412" y="1219"/>
                    <a:pt x="408" y="1219"/>
                  </a:cubicBezTo>
                  <a:cubicBezTo>
                    <a:pt x="407" y="1219"/>
                    <a:pt x="405" y="1219"/>
                    <a:pt x="404" y="1218"/>
                  </a:cubicBezTo>
                  <a:cubicBezTo>
                    <a:pt x="402" y="1217"/>
                    <a:pt x="401" y="1215"/>
                    <a:pt x="401" y="1214"/>
                  </a:cubicBezTo>
                  <a:cubicBezTo>
                    <a:pt x="401" y="1214"/>
                    <a:pt x="401" y="1214"/>
                    <a:pt x="401" y="1214"/>
                  </a:cubicBezTo>
                  <a:cubicBezTo>
                    <a:pt x="397" y="1214"/>
                    <a:pt x="397" y="1214"/>
                    <a:pt x="397" y="1214"/>
                  </a:cubicBezTo>
                  <a:cubicBezTo>
                    <a:pt x="394" y="1214"/>
                    <a:pt x="392" y="1214"/>
                    <a:pt x="389" y="1210"/>
                  </a:cubicBezTo>
                  <a:cubicBezTo>
                    <a:pt x="388" y="1210"/>
                    <a:pt x="388" y="1210"/>
                    <a:pt x="388" y="1210"/>
                  </a:cubicBezTo>
                  <a:cubicBezTo>
                    <a:pt x="388" y="1210"/>
                    <a:pt x="388" y="1210"/>
                    <a:pt x="388" y="1210"/>
                  </a:cubicBezTo>
                  <a:cubicBezTo>
                    <a:pt x="388" y="1210"/>
                    <a:pt x="387" y="1210"/>
                    <a:pt x="386" y="1210"/>
                  </a:cubicBezTo>
                  <a:cubicBezTo>
                    <a:pt x="384" y="1209"/>
                    <a:pt x="384" y="1207"/>
                    <a:pt x="383" y="1207"/>
                  </a:cubicBezTo>
                  <a:cubicBezTo>
                    <a:pt x="381" y="1205"/>
                    <a:pt x="381" y="1203"/>
                    <a:pt x="381" y="1201"/>
                  </a:cubicBezTo>
                  <a:cubicBezTo>
                    <a:pt x="380" y="1201"/>
                    <a:pt x="380" y="1201"/>
                    <a:pt x="380" y="1201"/>
                  </a:cubicBezTo>
                  <a:cubicBezTo>
                    <a:pt x="379" y="1201"/>
                    <a:pt x="378" y="1201"/>
                    <a:pt x="377" y="1201"/>
                  </a:cubicBezTo>
                  <a:cubicBezTo>
                    <a:pt x="372" y="1201"/>
                    <a:pt x="368" y="1198"/>
                    <a:pt x="366" y="1194"/>
                  </a:cubicBezTo>
                  <a:cubicBezTo>
                    <a:pt x="365" y="1191"/>
                    <a:pt x="365" y="1188"/>
                    <a:pt x="365" y="1187"/>
                  </a:cubicBezTo>
                  <a:cubicBezTo>
                    <a:pt x="365" y="1186"/>
                    <a:pt x="365" y="1186"/>
                    <a:pt x="365" y="1186"/>
                  </a:cubicBezTo>
                  <a:cubicBezTo>
                    <a:pt x="365" y="1186"/>
                    <a:pt x="364" y="1185"/>
                    <a:pt x="364" y="1185"/>
                  </a:cubicBezTo>
                  <a:cubicBezTo>
                    <a:pt x="362" y="1184"/>
                    <a:pt x="362" y="1183"/>
                    <a:pt x="361" y="1182"/>
                  </a:cubicBezTo>
                  <a:cubicBezTo>
                    <a:pt x="361" y="1181"/>
                    <a:pt x="361" y="1181"/>
                    <a:pt x="361" y="1181"/>
                  </a:cubicBezTo>
                  <a:cubicBezTo>
                    <a:pt x="360" y="1180"/>
                    <a:pt x="360" y="1180"/>
                    <a:pt x="360" y="1180"/>
                  </a:cubicBezTo>
                  <a:cubicBezTo>
                    <a:pt x="359" y="1180"/>
                    <a:pt x="358" y="1180"/>
                    <a:pt x="357" y="1179"/>
                  </a:cubicBezTo>
                  <a:cubicBezTo>
                    <a:pt x="352" y="1178"/>
                    <a:pt x="347" y="1170"/>
                    <a:pt x="346" y="1168"/>
                  </a:cubicBezTo>
                  <a:cubicBezTo>
                    <a:pt x="345" y="1167"/>
                    <a:pt x="345" y="1166"/>
                    <a:pt x="345" y="1165"/>
                  </a:cubicBezTo>
                  <a:cubicBezTo>
                    <a:pt x="344" y="1164"/>
                    <a:pt x="344" y="1163"/>
                    <a:pt x="343" y="1162"/>
                  </a:cubicBezTo>
                  <a:cubicBezTo>
                    <a:pt x="343" y="1161"/>
                    <a:pt x="342" y="1161"/>
                    <a:pt x="341" y="1160"/>
                  </a:cubicBezTo>
                  <a:cubicBezTo>
                    <a:pt x="339" y="1158"/>
                    <a:pt x="337" y="1157"/>
                    <a:pt x="335" y="1153"/>
                  </a:cubicBezTo>
                  <a:cubicBezTo>
                    <a:pt x="335" y="1152"/>
                    <a:pt x="335" y="1152"/>
                    <a:pt x="335" y="1152"/>
                  </a:cubicBezTo>
                  <a:cubicBezTo>
                    <a:pt x="333" y="1149"/>
                    <a:pt x="332" y="1145"/>
                    <a:pt x="332" y="1141"/>
                  </a:cubicBezTo>
                  <a:cubicBezTo>
                    <a:pt x="332" y="1138"/>
                    <a:pt x="333" y="1136"/>
                    <a:pt x="333" y="1134"/>
                  </a:cubicBezTo>
                  <a:cubicBezTo>
                    <a:pt x="334" y="1134"/>
                    <a:pt x="334" y="1134"/>
                    <a:pt x="334" y="1134"/>
                  </a:cubicBezTo>
                  <a:cubicBezTo>
                    <a:pt x="333" y="1134"/>
                    <a:pt x="333" y="1133"/>
                    <a:pt x="333" y="1133"/>
                  </a:cubicBezTo>
                  <a:cubicBezTo>
                    <a:pt x="331" y="1131"/>
                    <a:pt x="331" y="1129"/>
                    <a:pt x="332" y="1128"/>
                  </a:cubicBezTo>
                  <a:cubicBezTo>
                    <a:pt x="331" y="1128"/>
                    <a:pt x="331" y="1126"/>
                    <a:pt x="330" y="1126"/>
                  </a:cubicBezTo>
                  <a:cubicBezTo>
                    <a:pt x="329" y="1125"/>
                    <a:pt x="328" y="1123"/>
                    <a:pt x="327" y="1122"/>
                  </a:cubicBezTo>
                  <a:cubicBezTo>
                    <a:pt x="327" y="1122"/>
                    <a:pt x="327" y="1122"/>
                    <a:pt x="326" y="1122"/>
                  </a:cubicBezTo>
                  <a:cubicBezTo>
                    <a:pt x="322" y="1122"/>
                    <a:pt x="320" y="1119"/>
                    <a:pt x="320" y="1118"/>
                  </a:cubicBezTo>
                  <a:cubicBezTo>
                    <a:pt x="319" y="1118"/>
                    <a:pt x="319" y="1118"/>
                    <a:pt x="319" y="1118"/>
                  </a:cubicBezTo>
                  <a:cubicBezTo>
                    <a:pt x="318" y="1118"/>
                    <a:pt x="317" y="1118"/>
                    <a:pt x="316" y="1117"/>
                  </a:cubicBezTo>
                  <a:cubicBezTo>
                    <a:pt x="315" y="1117"/>
                    <a:pt x="314" y="1116"/>
                    <a:pt x="314" y="1116"/>
                  </a:cubicBezTo>
                  <a:cubicBezTo>
                    <a:pt x="310" y="1116"/>
                    <a:pt x="308" y="1112"/>
                    <a:pt x="307" y="1110"/>
                  </a:cubicBezTo>
                  <a:cubicBezTo>
                    <a:pt x="306" y="1110"/>
                    <a:pt x="306" y="1109"/>
                    <a:pt x="306" y="1109"/>
                  </a:cubicBezTo>
                  <a:cubicBezTo>
                    <a:pt x="305" y="1108"/>
                    <a:pt x="304" y="1108"/>
                    <a:pt x="304" y="1108"/>
                  </a:cubicBezTo>
                  <a:cubicBezTo>
                    <a:pt x="303" y="1108"/>
                    <a:pt x="302" y="1108"/>
                    <a:pt x="301" y="1108"/>
                  </a:cubicBezTo>
                  <a:cubicBezTo>
                    <a:pt x="298" y="1108"/>
                    <a:pt x="293" y="1106"/>
                    <a:pt x="292" y="1105"/>
                  </a:cubicBezTo>
                  <a:cubicBezTo>
                    <a:pt x="291" y="1104"/>
                    <a:pt x="291" y="1104"/>
                    <a:pt x="290" y="1103"/>
                  </a:cubicBezTo>
                  <a:cubicBezTo>
                    <a:pt x="289" y="1104"/>
                    <a:pt x="286" y="1104"/>
                    <a:pt x="285" y="1102"/>
                  </a:cubicBezTo>
                  <a:cubicBezTo>
                    <a:pt x="283" y="1100"/>
                    <a:pt x="283" y="1098"/>
                    <a:pt x="283" y="1097"/>
                  </a:cubicBezTo>
                  <a:cubicBezTo>
                    <a:pt x="284" y="1094"/>
                    <a:pt x="286" y="1093"/>
                    <a:pt x="287" y="1091"/>
                  </a:cubicBezTo>
                  <a:cubicBezTo>
                    <a:pt x="286" y="1091"/>
                    <a:pt x="286" y="1090"/>
                    <a:pt x="285" y="1089"/>
                  </a:cubicBezTo>
                  <a:cubicBezTo>
                    <a:pt x="285" y="1089"/>
                    <a:pt x="284" y="1089"/>
                    <a:pt x="283" y="1088"/>
                  </a:cubicBezTo>
                  <a:cubicBezTo>
                    <a:pt x="282" y="1088"/>
                    <a:pt x="277" y="1084"/>
                    <a:pt x="275" y="1081"/>
                  </a:cubicBezTo>
                  <a:cubicBezTo>
                    <a:pt x="272" y="1075"/>
                    <a:pt x="276" y="1069"/>
                    <a:pt x="279" y="1065"/>
                  </a:cubicBezTo>
                  <a:cubicBezTo>
                    <a:pt x="279" y="1065"/>
                    <a:pt x="279" y="1064"/>
                    <a:pt x="279" y="1064"/>
                  </a:cubicBezTo>
                  <a:cubicBezTo>
                    <a:pt x="279" y="1064"/>
                    <a:pt x="279" y="1064"/>
                    <a:pt x="278" y="1064"/>
                  </a:cubicBezTo>
                  <a:cubicBezTo>
                    <a:pt x="277" y="1063"/>
                    <a:pt x="277" y="1063"/>
                    <a:pt x="277" y="1063"/>
                  </a:cubicBezTo>
                  <a:cubicBezTo>
                    <a:pt x="274" y="1061"/>
                    <a:pt x="272" y="1060"/>
                    <a:pt x="269" y="1058"/>
                  </a:cubicBezTo>
                  <a:cubicBezTo>
                    <a:pt x="269" y="1057"/>
                    <a:pt x="268" y="1056"/>
                    <a:pt x="267" y="1055"/>
                  </a:cubicBezTo>
                  <a:cubicBezTo>
                    <a:pt x="265" y="1054"/>
                    <a:pt x="264" y="1052"/>
                    <a:pt x="262" y="1049"/>
                  </a:cubicBezTo>
                  <a:cubicBezTo>
                    <a:pt x="261" y="1049"/>
                    <a:pt x="260" y="1047"/>
                    <a:pt x="259" y="1044"/>
                  </a:cubicBezTo>
                  <a:cubicBezTo>
                    <a:pt x="259" y="1044"/>
                    <a:pt x="259" y="1044"/>
                    <a:pt x="259" y="1044"/>
                  </a:cubicBezTo>
                  <a:cubicBezTo>
                    <a:pt x="258" y="1043"/>
                    <a:pt x="257" y="1043"/>
                    <a:pt x="256" y="1041"/>
                  </a:cubicBezTo>
                  <a:cubicBezTo>
                    <a:pt x="256" y="1042"/>
                    <a:pt x="255" y="1041"/>
                    <a:pt x="255" y="1041"/>
                  </a:cubicBezTo>
                  <a:cubicBezTo>
                    <a:pt x="254" y="1041"/>
                    <a:pt x="253" y="1040"/>
                    <a:pt x="252" y="1040"/>
                  </a:cubicBezTo>
                  <a:cubicBezTo>
                    <a:pt x="251" y="1039"/>
                    <a:pt x="251" y="1039"/>
                    <a:pt x="250" y="1038"/>
                  </a:cubicBezTo>
                  <a:cubicBezTo>
                    <a:pt x="250" y="1038"/>
                    <a:pt x="249" y="1037"/>
                    <a:pt x="249" y="1037"/>
                  </a:cubicBezTo>
                  <a:cubicBezTo>
                    <a:pt x="248" y="1037"/>
                    <a:pt x="248" y="1036"/>
                    <a:pt x="248" y="1036"/>
                  </a:cubicBezTo>
                  <a:cubicBezTo>
                    <a:pt x="248" y="1036"/>
                    <a:pt x="247" y="1035"/>
                    <a:pt x="246" y="1035"/>
                  </a:cubicBezTo>
                  <a:cubicBezTo>
                    <a:pt x="243" y="1034"/>
                    <a:pt x="239" y="1032"/>
                    <a:pt x="236" y="1031"/>
                  </a:cubicBezTo>
                  <a:cubicBezTo>
                    <a:pt x="234" y="1030"/>
                    <a:pt x="233" y="1029"/>
                    <a:pt x="231" y="1028"/>
                  </a:cubicBezTo>
                  <a:cubicBezTo>
                    <a:pt x="227" y="1026"/>
                    <a:pt x="227" y="1026"/>
                    <a:pt x="227" y="1026"/>
                  </a:cubicBezTo>
                  <a:cubicBezTo>
                    <a:pt x="224" y="1025"/>
                    <a:pt x="220" y="1022"/>
                    <a:pt x="218" y="1019"/>
                  </a:cubicBezTo>
                  <a:cubicBezTo>
                    <a:pt x="217" y="1018"/>
                    <a:pt x="216" y="1017"/>
                    <a:pt x="216" y="1017"/>
                  </a:cubicBezTo>
                  <a:cubicBezTo>
                    <a:pt x="215" y="1015"/>
                    <a:pt x="214" y="1014"/>
                    <a:pt x="213" y="1013"/>
                  </a:cubicBezTo>
                  <a:cubicBezTo>
                    <a:pt x="209" y="1011"/>
                    <a:pt x="204" y="1006"/>
                    <a:pt x="207" y="1001"/>
                  </a:cubicBezTo>
                  <a:cubicBezTo>
                    <a:pt x="208" y="998"/>
                    <a:pt x="211" y="997"/>
                    <a:pt x="213" y="996"/>
                  </a:cubicBezTo>
                  <a:cubicBezTo>
                    <a:pt x="213" y="996"/>
                    <a:pt x="213" y="996"/>
                    <a:pt x="213" y="996"/>
                  </a:cubicBezTo>
                  <a:cubicBezTo>
                    <a:pt x="213" y="995"/>
                    <a:pt x="213" y="994"/>
                    <a:pt x="212" y="992"/>
                  </a:cubicBezTo>
                  <a:cubicBezTo>
                    <a:pt x="212" y="990"/>
                    <a:pt x="211" y="988"/>
                    <a:pt x="209" y="987"/>
                  </a:cubicBezTo>
                  <a:cubicBezTo>
                    <a:pt x="208" y="987"/>
                    <a:pt x="208" y="987"/>
                    <a:pt x="207" y="987"/>
                  </a:cubicBezTo>
                  <a:cubicBezTo>
                    <a:pt x="207" y="987"/>
                    <a:pt x="206" y="987"/>
                    <a:pt x="206" y="987"/>
                  </a:cubicBezTo>
                  <a:cubicBezTo>
                    <a:pt x="203" y="987"/>
                    <a:pt x="200" y="985"/>
                    <a:pt x="199" y="983"/>
                  </a:cubicBezTo>
                  <a:cubicBezTo>
                    <a:pt x="196" y="980"/>
                    <a:pt x="194" y="978"/>
                    <a:pt x="192" y="976"/>
                  </a:cubicBezTo>
                  <a:cubicBezTo>
                    <a:pt x="192" y="975"/>
                    <a:pt x="191" y="974"/>
                    <a:pt x="191" y="972"/>
                  </a:cubicBezTo>
                  <a:cubicBezTo>
                    <a:pt x="190" y="971"/>
                    <a:pt x="190" y="970"/>
                    <a:pt x="189" y="969"/>
                  </a:cubicBezTo>
                  <a:cubicBezTo>
                    <a:pt x="187" y="968"/>
                    <a:pt x="183" y="967"/>
                    <a:pt x="180" y="967"/>
                  </a:cubicBezTo>
                  <a:cubicBezTo>
                    <a:pt x="179" y="967"/>
                    <a:pt x="179" y="967"/>
                    <a:pt x="179" y="967"/>
                  </a:cubicBezTo>
                  <a:cubicBezTo>
                    <a:pt x="178" y="967"/>
                    <a:pt x="177" y="967"/>
                    <a:pt x="176" y="967"/>
                  </a:cubicBezTo>
                  <a:cubicBezTo>
                    <a:pt x="175" y="967"/>
                    <a:pt x="174" y="967"/>
                    <a:pt x="173" y="967"/>
                  </a:cubicBezTo>
                  <a:cubicBezTo>
                    <a:pt x="173" y="967"/>
                    <a:pt x="173" y="967"/>
                    <a:pt x="173" y="967"/>
                  </a:cubicBezTo>
                  <a:cubicBezTo>
                    <a:pt x="169" y="967"/>
                    <a:pt x="167" y="965"/>
                    <a:pt x="166" y="965"/>
                  </a:cubicBezTo>
                  <a:cubicBezTo>
                    <a:pt x="164" y="963"/>
                    <a:pt x="162" y="963"/>
                    <a:pt x="160" y="963"/>
                  </a:cubicBezTo>
                  <a:cubicBezTo>
                    <a:pt x="157" y="963"/>
                    <a:pt x="154" y="963"/>
                    <a:pt x="151" y="962"/>
                  </a:cubicBezTo>
                  <a:cubicBezTo>
                    <a:pt x="146" y="960"/>
                    <a:pt x="144" y="956"/>
                    <a:pt x="143" y="953"/>
                  </a:cubicBezTo>
                  <a:cubicBezTo>
                    <a:pt x="142" y="949"/>
                    <a:pt x="144" y="943"/>
                    <a:pt x="147" y="939"/>
                  </a:cubicBezTo>
                  <a:cubicBezTo>
                    <a:pt x="148" y="938"/>
                    <a:pt x="149" y="937"/>
                    <a:pt x="149" y="937"/>
                  </a:cubicBezTo>
                  <a:cubicBezTo>
                    <a:pt x="149" y="937"/>
                    <a:pt x="149" y="936"/>
                    <a:pt x="149" y="936"/>
                  </a:cubicBezTo>
                  <a:cubicBezTo>
                    <a:pt x="149" y="936"/>
                    <a:pt x="148" y="936"/>
                    <a:pt x="147" y="936"/>
                  </a:cubicBezTo>
                  <a:cubicBezTo>
                    <a:pt x="146" y="936"/>
                    <a:pt x="144" y="936"/>
                    <a:pt x="143" y="936"/>
                  </a:cubicBezTo>
                  <a:cubicBezTo>
                    <a:pt x="141" y="936"/>
                    <a:pt x="139" y="936"/>
                    <a:pt x="138" y="935"/>
                  </a:cubicBezTo>
                  <a:cubicBezTo>
                    <a:pt x="137" y="935"/>
                    <a:pt x="135" y="935"/>
                    <a:pt x="134" y="934"/>
                  </a:cubicBezTo>
                  <a:cubicBezTo>
                    <a:pt x="132" y="934"/>
                    <a:pt x="132" y="934"/>
                    <a:pt x="132" y="934"/>
                  </a:cubicBezTo>
                  <a:cubicBezTo>
                    <a:pt x="130" y="934"/>
                    <a:pt x="129" y="934"/>
                    <a:pt x="127" y="934"/>
                  </a:cubicBezTo>
                  <a:cubicBezTo>
                    <a:pt x="122" y="934"/>
                    <a:pt x="121" y="934"/>
                    <a:pt x="117" y="934"/>
                  </a:cubicBezTo>
                  <a:cubicBezTo>
                    <a:pt x="115" y="933"/>
                    <a:pt x="115" y="933"/>
                    <a:pt x="115" y="933"/>
                  </a:cubicBezTo>
                  <a:cubicBezTo>
                    <a:pt x="115" y="934"/>
                    <a:pt x="113" y="935"/>
                    <a:pt x="111" y="935"/>
                  </a:cubicBezTo>
                  <a:cubicBezTo>
                    <a:pt x="110" y="935"/>
                    <a:pt x="109" y="935"/>
                    <a:pt x="108" y="935"/>
                  </a:cubicBezTo>
                  <a:cubicBezTo>
                    <a:pt x="106" y="934"/>
                    <a:pt x="105" y="932"/>
                    <a:pt x="104" y="930"/>
                  </a:cubicBezTo>
                  <a:cubicBezTo>
                    <a:pt x="102" y="926"/>
                    <a:pt x="105" y="922"/>
                    <a:pt x="107" y="919"/>
                  </a:cubicBezTo>
                  <a:cubicBezTo>
                    <a:pt x="107" y="918"/>
                    <a:pt x="107" y="918"/>
                    <a:pt x="107" y="918"/>
                  </a:cubicBezTo>
                  <a:cubicBezTo>
                    <a:pt x="104" y="918"/>
                    <a:pt x="102" y="916"/>
                    <a:pt x="101" y="914"/>
                  </a:cubicBezTo>
                  <a:cubicBezTo>
                    <a:pt x="99" y="909"/>
                    <a:pt x="101" y="903"/>
                    <a:pt x="103" y="900"/>
                  </a:cubicBezTo>
                  <a:cubicBezTo>
                    <a:pt x="105" y="897"/>
                    <a:pt x="107" y="896"/>
                    <a:pt x="109" y="896"/>
                  </a:cubicBezTo>
                  <a:cubicBezTo>
                    <a:pt x="111" y="893"/>
                    <a:pt x="111" y="893"/>
                    <a:pt x="112" y="890"/>
                  </a:cubicBezTo>
                  <a:cubicBezTo>
                    <a:pt x="112" y="889"/>
                    <a:pt x="112" y="888"/>
                    <a:pt x="112" y="887"/>
                  </a:cubicBezTo>
                  <a:cubicBezTo>
                    <a:pt x="112" y="887"/>
                    <a:pt x="113" y="886"/>
                    <a:pt x="113" y="886"/>
                  </a:cubicBezTo>
                  <a:cubicBezTo>
                    <a:pt x="113" y="886"/>
                    <a:pt x="112" y="885"/>
                    <a:pt x="111" y="883"/>
                  </a:cubicBezTo>
                  <a:cubicBezTo>
                    <a:pt x="110" y="879"/>
                    <a:pt x="111" y="875"/>
                    <a:pt x="113" y="871"/>
                  </a:cubicBezTo>
                  <a:cubicBezTo>
                    <a:pt x="116" y="866"/>
                    <a:pt x="114" y="859"/>
                    <a:pt x="111" y="854"/>
                  </a:cubicBezTo>
                  <a:cubicBezTo>
                    <a:pt x="107" y="847"/>
                    <a:pt x="103" y="840"/>
                    <a:pt x="98" y="833"/>
                  </a:cubicBezTo>
                  <a:cubicBezTo>
                    <a:pt x="94" y="826"/>
                    <a:pt x="90" y="820"/>
                    <a:pt x="84" y="814"/>
                  </a:cubicBezTo>
                  <a:cubicBezTo>
                    <a:pt x="82" y="812"/>
                    <a:pt x="80" y="811"/>
                    <a:pt x="79" y="810"/>
                  </a:cubicBezTo>
                  <a:cubicBezTo>
                    <a:pt x="78" y="809"/>
                    <a:pt x="77" y="808"/>
                    <a:pt x="76" y="807"/>
                  </a:cubicBezTo>
                  <a:cubicBezTo>
                    <a:pt x="72" y="804"/>
                    <a:pt x="70" y="800"/>
                    <a:pt x="68" y="796"/>
                  </a:cubicBezTo>
                  <a:cubicBezTo>
                    <a:pt x="67" y="795"/>
                    <a:pt x="67" y="794"/>
                    <a:pt x="66" y="793"/>
                  </a:cubicBezTo>
                  <a:cubicBezTo>
                    <a:pt x="63" y="788"/>
                    <a:pt x="65" y="783"/>
                    <a:pt x="67" y="778"/>
                  </a:cubicBezTo>
                  <a:cubicBezTo>
                    <a:pt x="68" y="776"/>
                    <a:pt x="68" y="775"/>
                    <a:pt x="69" y="774"/>
                  </a:cubicBezTo>
                  <a:cubicBezTo>
                    <a:pt x="69" y="769"/>
                    <a:pt x="70" y="768"/>
                    <a:pt x="69" y="764"/>
                  </a:cubicBezTo>
                  <a:cubicBezTo>
                    <a:pt x="68" y="762"/>
                    <a:pt x="68" y="762"/>
                    <a:pt x="68" y="762"/>
                  </a:cubicBezTo>
                  <a:cubicBezTo>
                    <a:pt x="68" y="762"/>
                    <a:pt x="68" y="762"/>
                    <a:pt x="68" y="762"/>
                  </a:cubicBezTo>
                  <a:cubicBezTo>
                    <a:pt x="68" y="762"/>
                    <a:pt x="67" y="762"/>
                    <a:pt x="67" y="762"/>
                  </a:cubicBezTo>
                  <a:cubicBezTo>
                    <a:pt x="63" y="762"/>
                    <a:pt x="60" y="759"/>
                    <a:pt x="59" y="758"/>
                  </a:cubicBezTo>
                  <a:cubicBezTo>
                    <a:pt x="59" y="757"/>
                    <a:pt x="58" y="757"/>
                    <a:pt x="58" y="757"/>
                  </a:cubicBezTo>
                  <a:cubicBezTo>
                    <a:pt x="53" y="755"/>
                    <a:pt x="47" y="751"/>
                    <a:pt x="45" y="744"/>
                  </a:cubicBezTo>
                  <a:cubicBezTo>
                    <a:pt x="43" y="737"/>
                    <a:pt x="45" y="729"/>
                    <a:pt x="47" y="722"/>
                  </a:cubicBezTo>
                  <a:cubicBezTo>
                    <a:pt x="47" y="720"/>
                    <a:pt x="47" y="720"/>
                    <a:pt x="47" y="720"/>
                  </a:cubicBezTo>
                  <a:cubicBezTo>
                    <a:pt x="47" y="720"/>
                    <a:pt x="47" y="720"/>
                    <a:pt x="47" y="721"/>
                  </a:cubicBezTo>
                  <a:cubicBezTo>
                    <a:pt x="45" y="722"/>
                    <a:pt x="44" y="722"/>
                    <a:pt x="42" y="721"/>
                  </a:cubicBezTo>
                  <a:cubicBezTo>
                    <a:pt x="41" y="720"/>
                    <a:pt x="40" y="718"/>
                    <a:pt x="40" y="717"/>
                  </a:cubicBezTo>
                  <a:cubicBezTo>
                    <a:pt x="40" y="715"/>
                    <a:pt x="40" y="713"/>
                    <a:pt x="40" y="712"/>
                  </a:cubicBezTo>
                  <a:cubicBezTo>
                    <a:pt x="41" y="711"/>
                    <a:pt x="41" y="710"/>
                    <a:pt x="41" y="709"/>
                  </a:cubicBezTo>
                  <a:cubicBezTo>
                    <a:pt x="41" y="707"/>
                    <a:pt x="40" y="705"/>
                    <a:pt x="39" y="703"/>
                  </a:cubicBezTo>
                  <a:cubicBezTo>
                    <a:pt x="37" y="699"/>
                    <a:pt x="37" y="699"/>
                    <a:pt x="37" y="699"/>
                  </a:cubicBezTo>
                  <a:cubicBezTo>
                    <a:pt x="37" y="697"/>
                    <a:pt x="36" y="695"/>
                    <a:pt x="35" y="693"/>
                  </a:cubicBezTo>
                  <a:cubicBezTo>
                    <a:pt x="34" y="691"/>
                    <a:pt x="34" y="690"/>
                    <a:pt x="34" y="688"/>
                  </a:cubicBezTo>
                  <a:cubicBezTo>
                    <a:pt x="34" y="686"/>
                    <a:pt x="35" y="685"/>
                    <a:pt x="36" y="684"/>
                  </a:cubicBezTo>
                  <a:cubicBezTo>
                    <a:pt x="36" y="683"/>
                    <a:pt x="37" y="683"/>
                    <a:pt x="37" y="682"/>
                  </a:cubicBezTo>
                  <a:cubicBezTo>
                    <a:pt x="37" y="682"/>
                    <a:pt x="37" y="682"/>
                    <a:pt x="37" y="682"/>
                  </a:cubicBezTo>
                  <a:cubicBezTo>
                    <a:pt x="37" y="682"/>
                    <a:pt x="37" y="682"/>
                    <a:pt x="37" y="682"/>
                  </a:cubicBezTo>
                  <a:cubicBezTo>
                    <a:pt x="36" y="681"/>
                    <a:pt x="36" y="681"/>
                    <a:pt x="36" y="681"/>
                  </a:cubicBezTo>
                  <a:cubicBezTo>
                    <a:pt x="34" y="681"/>
                    <a:pt x="33" y="680"/>
                    <a:pt x="31" y="679"/>
                  </a:cubicBezTo>
                  <a:cubicBezTo>
                    <a:pt x="31" y="678"/>
                    <a:pt x="30" y="678"/>
                    <a:pt x="29" y="677"/>
                  </a:cubicBezTo>
                  <a:cubicBezTo>
                    <a:pt x="28" y="679"/>
                    <a:pt x="27" y="680"/>
                    <a:pt x="25" y="681"/>
                  </a:cubicBezTo>
                  <a:cubicBezTo>
                    <a:pt x="22" y="683"/>
                    <a:pt x="19" y="683"/>
                    <a:pt x="17" y="683"/>
                  </a:cubicBezTo>
                  <a:cubicBezTo>
                    <a:pt x="15" y="683"/>
                    <a:pt x="14" y="683"/>
                    <a:pt x="13" y="683"/>
                  </a:cubicBezTo>
                  <a:cubicBezTo>
                    <a:pt x="5" y="682"/>
                    <a:pt x="0" y="673"/>
                    <a:pt x="0" y="666"/>
                  </a:cubicBezTo>
                  <a:cubicBezTo>
                    <a:pt x="1" y="659"/>
                    <a:pt x="6" y="651"/>
                    <a:pt x="10" y="646"/>
                  </a:cubicBezTo>
                  <a:cubicBezTo>
                    <a:pt x="12" y="643"/>
                    <a:pt x="15" y="642"/>
                    <a:pt x="17" y="640"/>
                  </a:cubicBezTo>
                  <a:cubicBezTo>
                    <a:pt x="19" y="640"/>
                    <a:pt x="20" y="639"/>
                    <a:pt x="22" y="637"/>
                  </a:cubicBezTo>
                  <a:cubicBezTo>
                    <a:pt x="22" y="637"/>
                    <a:pt x="23" y="636"/>
                    <a:pt x="24" y="635"/>
                  </a:cubicBezTo>
                  <a:cubicBezTo>
                    <a:pt x="25" y="634"/>
                    <a:pt x="26" y="633"/>
                    <a:pt x="26" y="632"/>
                  </a:cubicBezTo>
                  <a:cubicBezTo>
                    <a:pt x="27" y="632"/>
                    <a:pt x="27" y="631"/>
                    <a:pt x="27" y="631"/>
                  </a:cubicBezTo>
                  <a:cubicBezTo>
                    <a:pt x="27" y="632"/>
                    <a:pt x="26" y="631"/>
                    <a:pt x="26" y="631"/>
                  </a:cubicBezTo>
                  <a:cubicBezTo>
                    <a:pt x="25" y="629"/>
                    <a:pt x="25" y="629"/>
                    <a:pt x="25" y="629"/>
                  </a:cubicBezTo>
                  <a:cubicBezTo>
                    <a:pt x="24" y="627"/>
                    <a:pt x="24" y="625"/>
                    <a:pt x="23" y="623"/>
                  </a:cubicBezTo>
                  <a:cubicBezTo>
                    <a:pt x="23" y="621"/>
                    <a:pt x="23" y="620"/>
                    <a:pt x="22" y="619"/>
                  </a:cubicBezTo>
                  <a:cubicBezTo>
                    <a:pt x="21" y="618"/>
                    <a:pt x="20" y="618"/>
                    <a:pt x="19" y="616"/>
                  </a:cubicBezTo>
                  <a:cubicBezTo>
                    <a:pt x="18" y="614"/>
                    <a:pt x="18" y="612"/>
                    <a:pt x="18" y="611"/>
                  </a:cubicBezTo>
                  <a:cubicBezTo>
                    <a:pt x="17" y="610"/>
                    <a:pt x="16" y="609"/>
                    <a:pt x="15" y="607"/>
                  </a:cubicBezTo>
                  <a:cubicBezTo>
                    <a:pt x="15" y="603"/>
                    <a:pt x="17" y="599"/>
                    <a:pt x="19" y="597"/>
                  </a:cubicBezTo>
                  <a:cubicBezTo>
                    <a:pt x="20" y="596"/>
                    <a:pt x="20" y="596"/>
                    <a:pt x="20" y="596"/>
                  </a:cubicBezTo>
                  <a:cubicBezTo>
                    <a:pt x="23" y="592"/>
                    <a:pt x="25" y="589"/>
                    <a:pt x="30" y="587"/>
                  </a:cubicBezTo>
                  <a:cubicBezTo>
                    <a:pt x="31" y="586"/>
                    <a:pt x="32" y="586"/>
                    <a:pt x="33" y="585"/>
                  </a:cubicBezTo>
                  <a:cubicBezTo>
                    <a:pt x="34" y="584"/>
                    <a:pt x="34" y="584"/>
                    <a:pt x="35" y="583"/>
                  </a:cubicBezTo>
                  <a:cubicBezTo>
                    <a:pt x="36" y="583"/>
                    <a:pt x="37" y="583"/>
                    <a:pt x="37" y="583"/>
                  </a:cubicBezTo>
                  <a:cubicBezTo>
                    <a:pt x="38" y="582"/>
                    <a:pt x="38" y="582"/>
                    <a:pt x="39" y="581"/>
                  </a:cubicBezTo>
                  <a:cubicBezTo>
                    <a:pt x="39" y="582"/>
                    <a:pt x="39" y="581"/>
                    <a:pt x="39" y="581"/>
                  </a:cubicBezTo>
                  <a:cubicBezTo>
                    <a:pt x="40" y="581"/>
                    <a:pt x="41" y="580"/>
                    <a:pt x="41" y="580"/>
                  </a:cubicBezTo>
                  <a:cubicBezTo>
                    <a:pt x="41" y="580"/>
                    <a:pt x="41" y="579"/>
                    <a:pt x="42" y="579"/>
                  </a:cubicBezTo>
                  <a:cubicBezTo>
                    <a:pt x="39" y="579"/>
                    <a:pt x="36" y="578"/>
                    <a:pt x="35" y="574"/>
                  </a:cubicBezTo>
                  <a:cubicBezTo>
                    <a:pt x="35" y="571"/>
                    <a:pt x="36" y="569"/>
                    <a:pt x="36" y="568"/>
                  </a:cubicBezTo>
                  <a:cubicBezTo>
                    <a:pt x="36" y="567"/>
                    <a:pt x="36" y="566"/>
                    <a:pt x="36" y="565"/>
                  </a:cubicBezTo>
                  <a:cubicBezTo>
                    <a:pt x="35" y="564"/>
                    <a:pt x="35" y="563"/>
                    <a:pt x="35" y="562"/>
                  </a:cubicBezTo>
                  <a:cubicBezTo>
                    <a:pt x="35" y="562"/>
                    <a:pt x="34" y="561"/>
                    <a:pt x="33" y="560"/>
                  </a:cubicBezTo>
                  <a:cubicBezTo>
                    <a:pt x="32" y="558"/>
                    <a:pt x="31" y="555"/>
                    <a:pt x="32" y="553"/>
                  </a:cubicBezTo>
                  <a:cubicBezTo>
                    <a:pt x="34" y="547"/>
                    <a:pt x="42" y="545"/>
                    <a:pt x="47" y="544"/>
                  </a:cubicBezTo>
                  <a:cubicBezTo>
                    <a:pt x="49" y="543"/>
                    <a:pt x="49" y="543"/>
                    <a:pt x="49" y="543"/>
                  </a:cubicBezTo>
                  <a:cubicBezTo>
                    <a:pt x="49" y="543"/>
                    <a:pt x="49" y="543"/>
                    <a:pt x="49" y="543"/>
                  </a:cubicBezTo>
                  <a:cubicBezTo>
                    <a:pt x="49" y="542"/>
                    <a:pt x="49" y="542"/>
                    <a:pt x="49" y="542"/>
                  </a:cubicBezTo>
                  <a:cubicBezTo>
                    <a:pt x="49" y="539"/>
                    <a:pt x="48" y="536"/>
                    <a:pt x="51" y="532"/>
                  </a:cubicBezTo>
                  <a:cubicBezTo>
                    <a:pt x="52" y="531"/>
                    <a:pt x="53" y="530"/>
                    <a:pt x="53" y="530"/>
                  </a:cubicBezTo>
                  <a:cubicBezTo>
                    <a:pt x="53" y="529"/>
                    <a:pt x="53" y="529"/>
                    <a:pt x="53" y="529"/>
                  </a:cubicBezTo>
                  <a:cubicBezTo>
                    <a:pt x="54" y="528"/>
                    <a:pt x="54" y="526"/>
                    <a:pt x="55" y="525"/>
                  </a:cubicBezTo>
                  <a:cubicBezTo>
                    <a:pt x="56" y="523"/>
                    <a:pt x="58" y="520"/>
                    <a:pt x="61" y="518"/>
                  </a:cubicBezTo>
                  <a:cubicBezTo>
                    <a:pt x="62" y="517"/>
                    <a:pt x="63" y="517"/>
                    <a:pt x="63" y="516"/>
                  </a:cubicBezTo>
                  <a:cubicBezTo>
                    <a:pt x="65" y="515"/>
                    <a:pt x="65" y="515"/>
                    <a:pt x="65" y="515"/>
                  </a:cubicBezTo>
                  <a:cubicBezTo>
                    <a:pt x="65" y="514"/>
                    <a:pt x="65" y="514"/>
                    <a:pt x="65" y="514"/>
                  </a:cubicBezTo>
                  <a:cubicBezTo>
                    <a:pt x="67" y="511"/>
                    <a:pt x="67" y="509"/>
                    <a:pt x="68" y="506"/>
                  </a:cubicBezTo>
                  <a:cubicBezTo>
                    <a:pt x="68" y="503"/>
                    <a:pt x="68" y="502"/>
                    <a:pt x="67" y="502"/>
                  </a:cubicBezTo>
                  <a:cubicBezTo>
                    <a:pt x="62" y="497"/>
                    <a:pt x="62" y="493"/>
                    <a:pt x="65" y="488"/>
                  </a:cubicBezTo>
                  <a:cubicBezTo>
                    <a:pt x="66" y="487"/>
                    <a:pt x="68" y="485"/>
                    <a:pt x="70" y="484"/>
                  </a:cubicBezTo>
                  <a:cubicBezTo>
                    <a:pt x="70" y="483"/>
                    <a:pt x="71" y="482"/>
                    <a:pt x="72" y="482"/>
                  </a:cubicBezTo>
                  <a:cubicBezTo>
                    <a:pt x="75" y="479"/>
                    <a:pt x="77" y="477"/>
                    <a:pt x="82" y="477"/>
                  </a:cubicBezTo>
                  <a:cubicBezTo>
                    <a:pt x="83" y="477"/>
                    <a:pt x="84" y="477"/>
                    <a:pt x="86" y="477"/>
                  </a:cubicBezTo>
                  <a:cubicBezTo>
                    <a:pt x="87" y="477"/>
                    <a:pt x="88" y="477"/>
                    <a:pt x="89" y="477"/>
                  </a:cubicBezTo>
                  <a:cubicBezTo>
                    <a:pt x="91" y="478"/>
                    <a:pt x="94" y="478"/>
                    <a:pt x="96" y="478"/>
                  </a:cubicBezTo>
                  <a:cubicBezTo>
                    <a:pt x="99" y="476"/>
                    <a:pt x="99" y="476"/>
                    <a:pt x="99" y="476"/>
                  </a:cubicBezTo>
                  <a:cubicBezTo>
                    <a:pt x="104" y="475"/>
                    <a:pt x="108" y="473"/>
                    <a:pt x="115" y="474"/>
                  </a:cubicBezTo>
                  <a:cubicBezTo>
                    <a:pt x="117" y="474"/>
                    <a:pt x="119" y="474"/>
                    <a:pt x="123" y="475"/>
                  </a:cubicBezTo>
                  <a:cubicBezTo>
                    <a:pt x="124" y="476"/>
                    <a:pt x="126" y="476"/>
                    <a:pt x="128" y="477"/>
                  </a:cubicBezTo>
                  <a:cubicBezTo>
                    <a:pt x="128" y="476"/>
                    <a:pt x="128" y="476"/>
                    <a:pt x="128" y="476"/>
                  </a:cubicBezTo>
                  <a:cubicBezTo>
                    <a:pt x="127" y="474"/>
                    <a:pt x="127" y="474"/>
                    <a:pt x="127" y="473"/>
                  </a:cubicBezTo>
                  <a:cubicBezTo>
                    <a:pt x="127" y="459"/>
                    <a:pt x="127" y="445"/>
                    <a:pt x="126" y="432"/>
                  </a:cubicBezTo>
                  <a:cubicBezTo>
                    <a:pt x="126" y="419"/>
                    <a:pt x="126" y="419"/>
                    <a:pt x="126" y="419"/>
                  </a:cubicBezTo>
                  <a:cubicBezTo>
                    <a:pt x="125" y="377"/>
                    <a:pt x="124" y="335"/>
                    <a:pt x="124" y="294"/>
                  </a:cubicBezTo>
                  <a:cubicBezTo>
                    <a:pt x="123" y="272"/>
                    <a:pt x="123" y="251"/>
                    <a:pt x="122" y="230"/>
                  </a:cubicBezTo>
                  <a:cubicBezTo>
                    <a:pt x="122" y="215"/>
                    <a:pt x="122" y="215"/>
                    <a:pt x="122" y="215"/>
                  </a:cubicBezTo>
                  <a:cubicBezTo>
                    <a:pt x="122" y="208"/>
                    <a:pt x="123" y="206"/>
                    <a:pt x="129" y="204"/>
                  </a:cubicBezTo>
                  <a:cubicBezTo>
                    <a:pt x="129" y="204"/>
                    <a:pt x="130" y="203"/>
                    <a:pt x="130" y="203"/>
                  </a:cubicBezTo>
                  <a:cubicBezTo>
                    <a:pt x="132" y="202"/>
                    <a:pt x="135" y="201"/>
                    <a:pt x="138" y="201"/>
                  </a:cubicBezTo>
                  <a:cubicBezTo>
                    <a:pt x="181" y="201"/>
                    <a:pt x="181" y="201"/>
                    <a:pt x="181" y="201"/>
                  </a:cubicBezTo>
                  <a:cubicBezTo>
                    <a:pt x="180" y="159"/>
                    <a:pt x="180" y="159"/>
                    <a:pt x="180" y="159"/>
                  </a:cubicBezTo>
                  <a:cubicBezTo>
                    <a:pt x="180" y="132"/>
                    <a:pt x="179" y="104"/>
                    <a:pt x="178" y="77"/>
                  </a:cubicBezTo>
                  <a:cubicBezTo>
                    <a:pt x="178" y="76"/>
                    <a:pt x="179" y="75"/>
                    <a:pt x="180" y="74"/>
                  </a:cubicBezTo>
                  <a:cubicBezTo>
                    <a:pt x="180" y="73"/>
                    <a:pt x="182" y="73"/>
                    <a:pt x="183" y="73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3" y="73"/>
                    <a:pt x="554" y="73"/>
                    <a:pt x="554" y="73"/>
                  </a:cubicBezTo>
                  <a:cubicBezTo>
                    <a:pt x="553" y="73"/>
                    <a:pt x="554" y="71"/>
                    <a:pt x="554" y="70"/>
                  </a:cubicBezTo>
                  <a:cubicBezTo>
                    <a:pt x="555" y="70"/>
                    <a:pt x="555" y="69"/>
                    <a:pt x="555" y="69"/>
                  </a:cubicBezTo>
                  <a:cubicBezTo>
                    <a:pt x="556" y="65"/>
                    <a:pt x="559" y="58"/>
                    <a:pt x="566" y="58"/>
                  </a:cubicBezTo>
                  <a:cubicBezTo>
                    <a:pt x="567" y="58"/>
                    <a:pt x="568" y="58"/>
                    <a:pt x="569" y="59"/>
                  </a:cubicBezTo>
                  <a:cubicBezTo>
                    <a:pt x="573" y="60"/>
                    <a:pt x="575" y="64"/>
                    <a:pt x="574" y="71"/>
                  </a:cubicBezTo>
                  <a:cubicBezTo>
                    <a:pt x="574" y="71"/>
                    <a:pt x="573" y="72"/>
                    <a:pt x="573" y="73"/>
                  </a:cubicBezTo>
                  <a:cubicBezTo>
                    <a:pt x="651" y="73"/>
                    <a:pt x="651" y="73"/>
                    <a:pt x="651" y="73"/>
                  </a:cubicBezTo>
                  <a:cubicBezTo>
                    <a:pt x="652" y="73"/>
                    <a:pt x="654" y="73"/>
                    <a:pt x="656" y="73"/>
                  </a:cubicBezTo>
                  <a:cubicBezTo>
                    <a:pt x="658" y="72"/>
                    <a:pt x="659" y="72"/>
                    <a:pt x="661" y="72"/>
                  </a:cubicBezTo>
                  <a:cubicBezTo>
                    <a:pt x="665" y="72"/>
                    <a:pt x="671" y="73"/>
                    <a:pt x="676" y="76"/>
                  </a:cubicBezTo>
                  <a:cubicBezTo>
                    <a:pt x="689" y="87"/>
                    <a:pt x="689" y="87"/>
                    <a:pt x="689" y="87"/>
                  </a:cubicBezTo>
                  <a:cubicBezTo>
                    <a:pt x="690" y="87"/>
                    <a:pt x="691" y="88"/>
                    <a:pt x="691" y="88"/>
                  </a:cubicBezTo>
                  <a:cubicBezTo>
                    <a:pt x="692" y="89"/>
                    <a:pt x="694" y="90"/>
                    <a:pt x="694" y="90"/>
                  </a:cubicBezTo>
                  <a:cubicBezTo>
                    <a:pt x="695" y="90"/>
                    <a:pt x="696" y="90"/>
                    <a:pt x="698" y="90"/>
                  </a:cubicBezTo>
                  <a:cubicBezTo>
                    <a:pt x="708" y="90"/>
                    <a:pt x="714" y="89"/>
                    <a:pt x="716" y="88"/>
                  </a:cubicBezTo>
                  <a:cubicBezTo>
                    <a:pt x="716" y="87"/>
                    <a:pt x="716" y="87"/>
                    <a:pt x="717" y="86"/>
                  </a:cubicBezTo>
                  <a:cubicBezTo>
                    <a:pt x="717" y="83"/>
                    <a:pt x="718" y="80"/>
                    <a:pt x="719" y="77"/>
                  </a:cubicBezTo>
                  <a:cubicBezTo>
                    <a:pt x="719" y="77"/>
                    <a:pt x="720" y="76"/>
                    <a:pt x="720" y="76"/>
                  </a:cubicBezTo>
                  <a:cubicBezTo>
                    <a:pt x="720" y="75"/>
                    <a:pt x="720" y="74"/>
                    <a:pt x="721" y="73"/>
                  </a:cubicBezTo>
                  <a:cubicBezTo>
                    <a:pt x="722" y="68"/>
                    <a:pt x="724" y="61"/>
                    <a:pt x="732" y="59"/>
                  </a:cubicBezTo>
                  <a:cubicBezTo>
                    <a:pt x="753" y="55"/>
                    <a:pt x="753" y="55"/>
                    <a:pt x="753" y="55"/>
                  </a:cubicBezTo>
                  <a:cubicBezTo>
                    <a:pt x="756" y="55"/>
                    <a:pt x="756" y="55"/>
                    <a:pt x="758" y="52"/>
                  </a:cubicBezTo>
                  <a:cubicBezTo>
                    <a:pt x="761" y="43"/>
                    <a:pt x="761" y="43"/>
                    <a:pt x="761" y="43"/>
                  </a:cubicBezTo>
                  <a:cubicBezTo>
                    <a:pt x="762" y="39"/>
                    <a:pt x="764" y="36"/>
                    <a:pt x="765" y="32"/>
                  </a:cubicBezTo>
                  <a:cubicBezTo>
                    <a:pt x="765" y="31"/>
                    <a:pt x="765" y="31"/>
                    <a:pt x="766" y="30"/>
                  </a:cubicBezTo>
                  <a:cubicBezTo>
                    <a:pt x="767" y="25"/>
                    <a:pt x="768" y="21"/>
                    <a:pt x="772" y="19"/>
                  </a:cubicBezTo>
                  <a:cubicBezTo>
                    <a:pt x="772" y="19"/>
                    <a:pt x="774" y="18"/>
                    <a:pt x="774" y="18"/>
                  </a:cubicBezTo>
                  <a:cubicBezTo>
                    <a:pt x="777" y="18"/>
                    <a:pt x="780" y="20"/>
                    <a:pt x="783" y="21"/>
                  </a:cubicBezTo>
                  <a:cubicBezTo>
                    <a:pt x="784" y="21"/>
                    <a:pt x="785" y="22"/>
                    <a:pt x="785" y="22"/>
                  </a:cubicBezTo>
                  <a:cubicBezTo>
                    <a:pt x="785" y="22"/>
                    <a:pt x="786" y="22"/>
                    <a:pt x="786" y="22"/>
                  </a:cubicBezTo>
                  <a:cubicBezTo>
                    <a:pt x="787" y="22"/>
                    <a:pt x="787" y="22"/>
                    <a:pt x="788" y="23"/>
                  </a:cubicBezTo>
                  <a:cubicBezTo>
                    <a:pt x="788" y="22"/>
                    <a:pt x="788" y="22"/>
                    <a:pt x="788" y="22"/>
                  </a:cubicBezTo>
                  <a:cubicBezTo>
                    <a:pt x="790" y="20"/>
                    <a:pt x="792" y="19"/>
                    <a:pt x="793" y="17"/>
                  </a:cubicBezTo>
                  <a:cubicBezTo>
                    <a:pt x="795" y="15"/>
                    <a:pt x="795" y="15"/>
                    <a:pt x="795" y="15"/>
                  </a:cubicBezTo>
                  <a:cubicBezTo>
                    <a:pt x="800" y="10"/>
                    <a:pt x="804" y="6"/>
                    <a:pt x="809" y="1"/>
                  </a:cubicBezTo>
                  <a:cubicBezTo>
                    <a:pt x="810" y="0"/>
                    <a:pt x="811" y="0"/>
                    <a:pt x="813" y="0"/>
                  </a:cubicBezTo>
                  <a:cubicBezTo>
                    <a:pt x="814" y="1"/>
                    <a:pt x="816" y="2"/>
                    <a:pt x="816" y="3"/>
                  </a:cubicBezTo>
                  <a:cubicBezTo>
                    <a:pt x="817" y="4"/>
                    <a:pt x="817" y="6"/>
                    <a:pt x="817" y="7"/>
                  </a:cubicBezTo>
                  <a:cubicBezTo>
                    <a:pt x="818" y="9"/>
                    <a:pt x="819" y="12"/>
                    <a:pt x="819" y="13"/>
                  </a:cubicBezTo>
                  <a:cubicBezTo>
                    <a:pt x="820" y="13"/>
                    <a:pt x="820" y="14"/>
                    <a:pt x="821" y="14"/>
                  </a:cubicBezTo>
                  <a:cubicBezTo>
                    <a:pt x="824" y="16"/>
                    <a:pt x="825" y="19"/>
                    <a:pt x="827" y="21"/>
                  </a:cubicBezTo>
                  <a:cubicBezTo>
                    <a:pt x="827" y="22"/>
                    <a:pt x="828" y="24"/>
                    <a:pt x="828" y="24"/>
                  </a:cubicBezTo>
                  <a:cubicBezTo>
                    <a:pt x="829" y="25"/>
                    <a:pt x="833" y="28"/>
                    <a:pt x="835" y="29"/>
                  </a:cubicBezTo>
                  <a:cubicBezTo>
                    <a:pt x="836" y="29"/>
                    <a:pt x="838" y="29"/>
                    <a:pt x="839" y="29"/>
                  </a:cubicBezTo>
                  <a:cubicBezTo>
                    <a:pt x="840" y="29"/>
                    <a:pt x="842" y="29"/>
                    <a:pt x="843" y="30"/>
                  </a:cubicBezTo>
                  <a:cubicBezTo>
                    <a:pt x="847" y="31"/>
                    <a:pt x="853" y="33"/>
                    <a:pt x="857" y="39"/>
                  </a:cubicBezTo>
                  <a:cubicBezTo>
                    <a:pt x="857" y="40"/>
                    <a:pt x="857" y="41"/>
                    <a:pt x="858" y="42"/>
                  </a:cubicBezTo>
                  <a:cubicBezTo>
                    <a:pt x="858" y="43"/>
                    <a:pt x="858" y="43"/>
                    <a:pt x="858" y="43"/>
                  </a:cubicBezTo>
                  <a:cubicBezTo>
                    <a:pt x="860" y="44"/>
                    <a:pt x="861" y="45"/>
                    <a:pt x="862" y="47"/>
                  </a:cubicBezTo>
                  <a:cubicBezTo>
                    <a:pt x="863" y="50"/>
                    <a:pt x="866" y="53"/>
                    <a:pt x="868" y="54"/>
                  </a:cubicBezTo>
                  <a:cubicBezTo>
                    <a:pt x="868" y="54"/>
                    <a:pt x="868" y="54"/>
                    <a:pt x="869" y="54"/>
                  </a:cubicBezTo>
                  <a:cubicBezTo>
                    <a:pt x="870" y="54"/>
                    <a:pt x="871" y="54"/>
                    <a:pt x="872" y="55"/>
                  </a:cubicBezTo>
                  <a:cubicBezTo>
                    <a:pt x="874" y="56"/>
                    <a:pt x="876" y="58"/>
                    <a:pt x="877" y="59"/>
                  </a:cubicBezTo>
                  <a:cubicBezTo>
                    <a:pt x="878" y="60"/>
                    <a:pt x="879" y="61"/>
                    <a:pt x="880" y="62"/>
                  </a:cubicBezTo>
                  <a:cubicBezTo>
                    <a:pt x="880" y="62"/>
                    <a:pt x="880" y="62"/>
                    <a:pt x="881" y="62"/>
                  </a:cubicBezTo>
                  <a:cubicBezTo>
                    <a:pt x="882" y="62"/>
                    <a:pt x="883" y="63"/>
                    <a:pt x="883" y="63"/>
                  </a:cubicBezTo>
                  <a:cubicBezTo>
                    <a:pt x="885" y="64"/>
                    <a:pt x="887" y="65"/>
                    <a:pt x="888" y="67"/>
                  </a:cubicBezTo>
                  <a:cubicBezTo>
                    <a:pt x="888" y="67"/>
                    <a:pt x="889" y="68"/>
                    <a:pt x="890" y="68"/>
                  </a:cubicBezTo>
                  <a:cubicBezTo>
                    <a:pt x="891" y="69"/>
                    <a:pt x="895" y="73"/>
                    <a:pt x="894" y="77"/>
                  </a:cubicBezTo>
                  <a:cubicBezTo>
                    <a:pt x="894" y="78"/>
                    <a:pt x="894" y="79"/>
                    <a:pt x="894" y="80"/>
                  </a:cubicBezTo>
                  <a:cubicBezTo>
                    <a:pt x="894" y="80"/>
                    <a:pt x="894" y="80"/>
                    <a:pt x="893" y="81"/>
                  </a:cubicBezTo>
                  <a:cubicBezTo>
                    <a:pt x="894" y="83"/>
                    <a:pt x="894" y="85"/>
                    <a:pt x="894" y="88"/>
                  </a:cubicBezTo>
                  <a:cubicBezTo>
                    <a:pt x="894" y="88"/>
                    <a:pt x="894" y="89"/>
                    <a:pt x="894" y="90"/>
                  </a:cubicBezTo>
                  <a:cubicBezTo>
                    <a:pt x="894" y="91"/>
                    <a:pt x="894" y="92"/>
                    <a:pt x="895" y="93"/>
                  </a:cubicBezTo>
                  <a:cubicBezTo>
                    <a:pt x="895" y="95"/>
                    <a:pt x="895" y="98"/>
                    <a:pt x="896" y="99"/>
                  </a:cubicBezTo>
                  <a:cubicBezTo>
                    <a:pt x="898" y="104"/>
                    <a:pt x="901" y="108"/>
                    <a:pt x="903" y="113"/>
                  </a:cubicBezTo>
                  <a:cubicBezTo>
                    <a:pt x="904" y="114"/>
                    <a:pt x="905" y="116"/>
                    <a:pt x="906" y="118"/>
                  </a:cubicBezTo>
                  <a:cubicBezTo>
                    <a:pt x="907" y="120"/>
                    <a:pt x="909" y="121"/>
                    <a:pt x="911" y="123"/>
                  </a:cubicBezTo>
                  <a:cubicBezTo>
                    <a:pt x="912" y="124"/>
                    <a:pt x="912" y="124"/>
                    <a:pt x="912" y="124"/>
                  </a:cubicBezTo>
                  <a:cubicBezTo>
                    <a:pt x="915" y="126"/>
                    <a:pt x="916" y="128"/>
                    <a:pt x="918" y="131"/>
                  </a:cubicBezTo>
                  <a:cubicBezTo>
                    <a:pt x="919" y="132"/>
                    <a:pt x="919" y="132"/>
                    <a:pt x="920" y="133"/>
                  </a:cubicBezTo>
                  <a:cubicBezTo>
                    <a:pt x="922" y="136"/>
                    <a:pt x="923" y="139"/>
                    <a:pt x="921" y="142"/>
                  </a:cubicBezTo>
                  <a:cubicBezTo>
                    <a:pt x="920" y="145"/>
                    <a:pt x="916" y="147"/>
                    <a:pt x="913" y="145"/>
                  </a:cubicBezTo>
                  <a:cubicBezTo>
                    <a:pt x="913" y="148"/>
                    <a:pt x="914" y="151"/>
                    <a:pt x="914" y="154"/>
                  </a:cubicBezTo>
                  <a:cubicBezTo>
                    <a:pt x="915" y="157"/>
                    <a:pt x="916" y="160"/>
                    <a:pt x="917" y="163"/>
                  </a:cubicBezTo>
                  <a:cubicBezTo>
                    <a:pt x="918" y="167"/>
                    <a:pt x="920" y="172"/>
                    <a:pt x="918" y="178"/>
                  </a:cubicBezTo>
                  <a:cubicBezTo>
                    <a:pt x="917" y="178"/>
                    <a:pt x="917" y="179"/>
                    <a:pt x="916" y="179"/>
                  </a:cubicBezTo>
                  <a:cubicBezTo>
                    <a:pt x="917" y="180"/>
                    <a:pt x="917" y="180"/>
                    <a:pt x="917" y="181"/>
                  </a:cubicBezTo>
                  <a:cubicBezTo>
                    <a:pt x="917" y="182"/>
                    <a:pt x="917" y="182"/>
                    <a:pt x="917" y="182"/>
                  </a:cubicBezTo>
                  <a:cubicBezTo>
                    <a:pt x="917" y="183"/>
                    <a:pt x="917" y="184"/>
                    <a:pt x="917" y="185"/>
                  </a:cubicBezTo>
                  <a:cubicBezTo>
                    <a:pt x="917" y="186"/>
                    <a:pt x="917" y="186"/>
                    <a:pt x="917" y="186"/>
                  </a:cubicBezTo>
                  <a:cubicBezTo>
                    <a:pt x="917" y="189"/>
                    <a:pt x="917" y="192"/>
                    <a:pt x="918" y="195"/>
                  </a:cubicBezTo>
                  <a:cubicBezTo>
                    <a:pt x="918" y="197"/>
                    <a:pt x="918" y="200"/>
                    <a:pt x="918" y="201"/>
                  </a:cubicBezTo>
                  <a:cubicBezTo>
                    <a:pt x="918" y="203"/>
                    <a:pt x="918" y="205"/>
                    <a:pt x="919" y="206"/>
                  </a:cubicBezTo>
                  <a:cubicBezTo>
                    <a:pt x="921" y="212"/>
                    <a:pt x="924" y="219"/>
                    <a:pt x="922" y="227"/>
                  </a:cubicBezTo>
                  <a:cubicBezTo>
                    <a:pt x="922" y="230"/>
                    <a:pt x="923" y="233"/>
                    <a:pt x="924" y="237"/>
                  </a:cubicBezTo>
                  <a:cubicBezTo>
                    <a:pt x="925" y="239"/>
                    <a:pt x="926" y="242"/>
                    <a:pt x="927" y="246"/>
                  </a:cubicBezTo>
                  <a:cubicBezTo>
                    <a:pt x="927" y="248"/>
                    <a:pt x="928" y="251"/>
                    <a:pt x="928" y="253"/>
                  </a:cubicBezTo>
                  <a:cubicBezTo>
                    <a:pt x="929" y="256"/>
                    <a:pt x="930" y="260"/>
                    <a:pt x="930" y="263"/>
                  </a:cubicBezTo>
                  <a:cubicBezTo>
                    <a:pt x="931" y="264"/>
                    <a:pt x="931" y="264"/>
                    <a:pt x="932" y="265"/>
                  </a:cubicBezTo>
                  <a:cubicBezTo>
                    <a:pt x="933" y="267"/>
                    <a:pt x="934" y="269"/>
                    <a:pt x="934" y="272"/>
                  </a:cubicBezTo>
                  <a:cubicBezTo>
                    <a:pt x="934" y="275"/>
                    <a:pt x="936" y="276"/>
                    <a:pt x="937" y="279"/>
                  </a:cubicBezTo>
                  <a:cubicBezTo>
                    <a:pt x="938" y="280"/>
                    <a:pt x="938" y="281"/>
                    <a:pt x="939" y="282"/>
                  </a:cubicBezTo>
                  <a:cubicBezTo>
                    <a:pt x="939" y="283"/>
                    <a:pt x="940" y="284"/>
                    <a:pt x="940" y="284"/>
                  </a:cubicBezTo>
                  <a:cubicBezTo>
                    <a:pt x="941" y="284"/>
                    <a:pt x="942" y="284"/>
                    <a:pt x="943" y="284"/>
                  </a:cubicBezTo>
                  <a:cubicBezTo>
                    <a:pt x="944" y="283"/>
                    <a:pt x="945" y="283"/>
                    <a:pt x="946" y="283"/>
                  </a:cubicBezTo>
                  <a:cubicBezTo>
                    <a:pt x="946" y="283"/>
                    <a:pt x="947" y="283"/>
                    <a:pt x="948" y="283"/>
                  </a:cubicBezTo>
                  <a:cubicBezTo>
                    <a:pt x="948" y="283"/>
                    <a:pt x="949" y="284"/>
                    <a:pt x="949" y="284"/>
                  </a:cubicBezTo>
                  <a:cubicBezTo>
                    <a:pt x="955" y="287"/>
                    <a:pt x="955" y="287"/>
                    <a:pt x="955" y="287"/>
                  </a:cubicBezTo>
                  <a:cubicBezTo>
                    <a:pt x="956" y="288"/>
                    <a:pt x="957" y="289"/>
                    <a:pt x="957" y="290"/>
                  </a:cubicBezTo>
                  <a:cubicBezTo>
                    <a:pt x="957" y="291"/>
                    <a:pt x="960" y="293"/>
                    <a:pt x="962" y="294"/>
                  </a:cubicBezTo>
                  <a:cubicBezTo>
                    <a:pt x="964" y="295"/>
                    <a:pt x="966" y="296"/>
                    <a:pt x="968" y="297"/>
                  </a:cubicBezTo>
                  <a:cubicBezTo>
                    <a:pt x="969" y="299"/>
                    <a:pt x="970" y="300"/>
                    <a:pt x="971" y="301"/>
                  </a:cubicBezTo>
                  <a:cubicBezTo>
                    <a:pt x="972" y="302"/>
                    <a:pt x="973" y="303"/>
                    <a:pt x="974" y="304"/>
                  </a:cubicBezTo>
                  <a:cubicBezTo>
                    <a:pt x="974" y="305"/>
                    <a:pt x="974" y="305"/>
                    <a:pt x="975" y="305"/>
                  </a:cubicBezTo>
                  <a:cubicBezTo>
                    <a:pt x="976" y="306"/>
                    <a:pt x="979" y="308"/>
                    <a:pt x="977" y="312"/>
                  </a:cubicBezTo>
                  <a:cubicBezTo>
                    <a:pt x="978" y="313"/>
                    <a:pt x="978" y="313"/>
                    <a:pt x="979" y="314"/>
                  </a:cubicBezTo>
                  <a:cubicBezTo>
                    <a:pt x="980" y="312"/>
                    <a:pt x="982" y="311"/>
                    <a:pt x="984" y="311"/>
                  </a:cubicBezTo>
                  <a:cubicBezTo>
                    <a:pt x="985" y="311"/>
                    <a:pt x="985" y="311"/>
                    <a:pt x="986" y="311"/>
                  </a:cubicBezTo>
                  <a:cubicBezTo>
                    <a:pt x="987" y="311"/>
                    <a:pt x="989" y="312"/>
                    <a:pt x="989" y="314"/>
                  </a:cubicBezTo>
                  <a:cubicBezTo>
                    <a:pt x="989" y="315"/>
                    <a:pt x="990" y="315"/>
                    <a:pt x="989" y="316"/>
                  </a:cubicBezTo>
                  <a:cubicBezTo>
                    <a:pt x="990" y="316"/>
                    <a:pt x="991" y="316"/>
                    <a:pt x="992" y="316"/>
                  </a:cubicBezTo>
                  <a:cubicBezTo>
                    <a:pt x="995" y="317"/>
                    <a:pt x="996" y="320"/>
                    <a:pt x="997" y="321"/>
                  </a:cubicBezTo>
                  <a:cubicBezTo>
                    <a:pt x="997" y="321"/>
                    <a:pt x="998" y="322"/>
                    <a:pt x="999" y="322"/>
                  </a:cubicBezTo>
                  <a:cubicBezTo>
                    <a:pt x="1000" y="322"/>
                    <a:pt x="1001" y="322"/>
                    <a:pt x="1001" y="323"/>
                  </a:cubicBezTo>
                  <a:cubicBezTo>
                    <a:pt x="1005" y="324"/>
                    <a:pt x="1007" y="327"/>
                    <a:pt x="1008" y="330"/>
                  </a:cubicBezTo>
                  <a:cubicBezTo>
                    <a:pt x="1009" y="335"/>
                    <a:pt x="1005" y="339"/>
                    <a:pt x="1002" y="343"/>
                  </a:cubicBezTo>
                  <a:cubicBezTo>
                    <a:pt x="1000" y="345"/>
                    <a:pt x="998" y="347"/>
                    <a:pt x="998" y="348"/>
                  </a:cubicBezTo>
                  <a:cubicBezTo>
                    <a:pt x="998" y="349"/>
                    <a:pt x="997" y="350"/>
                    <a:pt x="997" y="351"/>
                  </a:cubicBezTo>
                  <a:cubicBezTo>
                    <a:pt x="996" y="354"/>
                    <a:pt x="995" y="358"/>
                    <a:pt x="991" y="361"/>
                  </a:cubicBezTo>
                  <a:cubicBezTo>
                    <a:pt x="991" y="361"/>
                    <a:pt x="990" y="362"/>
                    <a:pt x="989" y="362"/>
                  </a:cubicBezTo>
                  <a:cubicBezTo>
                    <a:pt x="990" y="367"/>
                    <a:pt x="986" y="368"/>
                    <a:pt x="985" y="369"/>
                  </a:cubicBezTo>
                  <a:cubicBezTo>
                    <a:pt x="984" y="369"/>
                    <a:pt x="983" y="369"/>
                    <a:pt x="983" y="369"/>
                  </a:cubicBezTo>
                  <a:cubicBezTo>
                    <a:pt x="982" y="369"/>
                    <a:pt x="981" y="369"/>
                    <a:pt x="981" y="369"/>
                  </a:cubicBezTo>
                  <a:cubicBezTo>
                    <a:pt x="980" y="369"/>
                    <a:pt x="980" y="369"/>
                    <a:pt x="980" y="370"/>
                  </a:cubicBezTo>
                  <a:cubicBezTo>
                    <a:pt x="979" y="370"/>
                    <a:pt x="977" y="371"/>
                    <a:pt x="975" y="371"/>
                  </a:cubicBezTo>
                  <a:cubicBezTo>
                    <a:pt x="974" y="371"/>
                    <a:pt x="972" y="371"/>
                    <a:pt x="971" y="369"/>
                  </a:cubicBezTo>
                  <a:cubicBezTo>
                    <a:pt x="971" y="369"/>
                    <a:pt x="971" y="369"/>
                    <a:pt x="971" y="369"/>
                  </a:cubicBezTo>
                  <a:cubicBezTo>
                    <a:pt x="970" y="371"/>
                    <a:pt x="968" y="372"/>
                    <a:pt x="967" y="373"/>
                  </a:cubicBezTo>
                  <a:cubicBezTo>
                    <a:pt x="963" y="375"/>
                    <a:pt x="960" y="374"/>
                    <a:pt x="959" y="373"/>
                  </a:cubicBezTo>
                  <a:cubicBezTo>
                    <a:pt x="958" y="375"/>
                    <a:pt x="957" y="377"/>
                    <a:pt x="953" y="379"/>
                  </a:cubicBezTo>
                  <a:cubicBezTo>
                    <a:pt x="951" y="380"/>
                    <a:pt x="950" y="380"/>
                    <a:pt x="948" y="380"/>
                  </a:cubicBezTo>
                  <a:cubicBezTo>
                    <a:pt x="947" y="380"/>
                    <a:pt x="946" y="380"/>
                    <a:pt x="946" y="380"/>
                  </a:cubicBezTo>
                  <a:cubicBezTo>
                    <a:pt x="946" y="381"/>
                    <a:pt x="946" y="382"/>
                    <a:pt x="946" y="383"/>
                  </a:cubicBezTo>
                  <a:cubicBezTo>
                    <a:pt x="946" y="386"/>
                    <a:pt x="944" y="391"/>
                    <a:pt x="943" y="393"/>
                  </a:cubicBezTo>
                  <a:cubicBezTo>
                    <a:pt x="941" y="398"/>
                    <a:pt x="937" y="400"/>
                    <a:pt x="933" y="400"/>
                  </a:cubicBezTo>
                  <a:cubicBezTo>
                    <a:pt x="931" y="400"/>
                    <a:pt x="930" y="400"/>
                    <a:pt x="929" y="399"/>
                  </a:cubicBezTo>
                  <a:cubicBezTo>
                    <a:pt x="929" y="400"/>
                    <a:pt x="928" y="401"/>
                    <a:pt x="927" y="401"/>
                  </a:cubicBezTo>
                  <a:cubicBezTo>
                    <a:pt x="922" y="402"/>
                    <a:pt x="918" y="401"/>
                    <a:pt x="916" y="400"/>
                  </a:cubicBezTo>
                  <a:cubicBezTo>
                    <a:pt x="916" y="400"/>
                    <a:pt x="915" y="400"/>
                    <a:pt x="915" y="400"/>
                  </a:cubicBezTo>
                  <a:cubicBezTo>
                    <a:pt x="915" y="400"/>
                    <a:pt x="915" y="400"/>
                    <a:pt x="915" y="400"/>
                  </a:cubicBezTo>
                  <a:cubicBezTo>
                    <a:pt x="915" y="401"/>
                    <a:pt x="915" y="402"/>
                    <a:pt x="915" y="403"/>
                  </a:cubicBezTo>
                  <a:cubicBezTo>
                    <a:pt x="916" y="407"/>
                    <a:pt x="916" y="410"/>
                    <a:pt x="915" y="414"/>
                  </a:cubicBezTo>
                  <a:cubicBezTo>
                    <a:pt x="915" y="417"/>
                    <a:pt x="913" y="419"/>
                    <a:pt x="912" y="420"/>
                  </a:cubicBezTo>
                  <a:cubicBezTo>
                    <a:pt x="912" y="421"/>
                    <a:pt x="911" y="421"/>
                    <a:pt x="911" y="422"/>
                  </a:cubicBezTo>
                  <a:cubicBezTo>
                    <a:pt x="910" y="423"/>
                    <a:pt x="910" y="426"/>
                    <a:pt x="910" y="429"/>
                  </a:cubicBezTo>
                  <a:cubicBezTo>
                    <a:pt x="910" y="429"/>
                    <a:pt x="910" y="429"/>
                    <a:pt x="910" y="429"/>
                  </a:cubicBezTo>
                  <a:cubicBezTo>
                    <a:pt x="910" y="429"/>
                    <a:pt x="910" y="429"/>
                    <a:pt x="911" y="430"/>
                  </a:cubicBezTo>
                  <a:cubicBezTo>
                    <a:pt x="911" y="431"/>
                    <a:pt x="911" y="431"/>
                    <a:pt x="911" y="431"/>
                  </a:cubicBezTo>
                  <a:cubicBezTo>
                    <a:pt x="914" y="434"/>
                    <a:pt x="914" y="436"/>
                    <a:pt x="913" y="438"/>
                  </a:cubicBezTo>
                  <a:cubicBezTo>
                    <a:pt x="913" y="439"/>
                    <a:pt x="913" y="440"/>
                    <a:pt x="914" y="440"/>
                  </a:cubicBezTo>
                  <a:cubicBezTo>
                    <a:pt x="914" y="442"/>
                    <a:pt x="915" y="445"/>
                    <a:pt x="913" y="449"/>
                  </a:cubicBezTo>
                  <a:cubicBezTo>
                    <a:pt x="910" y="454"/>
                    <a:pt x="908" y="459"/>
                    <a:pt x="907" y="465"/>
                  </a:cubicBezTo>
                  <a:cubicBezTo>
                    <a:pt x="905" y="470"/>
                    <a:pt x="905" y="470"/>
                    <a:pt x="905" y="470"/>
                  </a:cubicBezTo>
                  <a:cubicBezTo>
                    <a:pt x="904" y="473"/>
                    <a:pt x="902" y="476"/>
                    <a:pt x="901" y="479"/>
                  </a:cubicBezTo>
                  <a:cubicBezTo>
                    <a:pt x="898" y="485"/>
                    <a:pt x="895" y="491"/>
                    <a:pt x="897" y="496"/>
                  </a:cubicBezTo>
                  <a:cubicBezTo>
                    <a:pt x="897" y="498"/>
                    <a:pt x="896" y="501"/>
                    <a:pt x="895" y="502"/>
                  </a:cubicBezTo>
                  <a:cubicBezTo>
                    <a:pt x="894" y="502"/>
                    <a:pt x="894" y="503"/>
                    <a:pt x="894" y="503"/>
                  </a:cubicBezTo>
                  <a:cubicBezTo>
                    <a:pt x="894" y="505"/>
                    <a:pt x="894" y="505"/>
                    <a:pt x="894" y="505"/>
                  </a:cubicBezTo>
                  <a:cubicBezTo>
                    <a:pt x="893" y="506"/>
                    <a:pt x="893" y="508"/>
                    <a:pt x="892" y="510"/>
                  </a:cubicBezTo>
                  <a:cubicBezTo>
                    <a:pt x="891" y="512"/>
                    <a:pt x="890" y="514"/>
                    <a:pt x="888" y="516"/>
                  </a:cubicBezTo>
                  <a:cubicBezTo>
                    <a:pt x="887" y="518"/>
                    <a:pt x="886" y="519"/>
                    <a:pt x="886" y="520"/>
                  </a:cubicBezTo>
                  <a:cubicBezTo>
                    <a:pt x="886" y="525"/>
                    <a:pt x="887" y="530"/>
                    <a:pt x="888" y="535"/>
                  </a:cubicBezTo>
                  <a:cubicBezTo>
                    <a:pt x="888" y="537"/>
                    <a:pt x="889" y="539"/>
                    <a:pt x="889" y="541"/>
                  </a:cubicBezTo>
                  <a:cubicBezTo>
                    <a:pt x="890" y="547"/>
                    <a:pt x="890" y="547"/>
                    <a:pt x="890" y="547"/>
                  </a:cubicBezTo>
                  <a:cubicBezTo>
                    <a:pt x="890" y="553"/>
                    <a:pt x="891" y="560"/>
                    <a:pt x="892" y="566"/>
                  </a:cubicBezTo>
                  <a:cubicBezTo>
                    <a:pt x="892" y="567"/>
                    <a:pt x="892" y="567"/>
                    <a:pt x="892" y="568"/>
                  </a:cubicBezTo>
                  <a:cubicBezTo>
                    <a:pt x="893" y="571"/>
                    <a:pt x="894" y="574"/>
                    <a:pt x="893" y="578"/>
                  </a:cubicBezTo>
                  <a:cubicBezTo>
                    <a:pt x="892" y="580"/>
                    <a:pt x="892" y="580"/>
                    <a:pt x="892" y="580"/>
                  </a:cubicBezTo>
                  <a:cubicBezTo>
                    <a:pt x="892" y="582"/>
                    <a:pt x="891" y="584"/>
                    <a:pt x="890" y="587"/>
                  </a:cubicBezTo>
                  <a:cubicBezTo>
                    <a:pt x="890" y="588"/>
                    <a:pt x="890" y="588"/>
                    <a:pt x="890" y="588"/>
                  </a:cubicBezTo>
                  <a:cubicBezTo>
                    <a:pt x="889" y="592"/>
                    <a:pt x="889" y="593"/>
                    <a:pt x="889" y="596"/>
                  </a:cubicBezTo>
                  <a:cubicBezTo>
                    <a:pt x="891" y="601"/>
                    <a:pt x="889" y="607"/>
                    <a:pt x="888" y="611"/>
                  </a:cubicBezTo>
                  <a:cubicBezTo>
                    <a:pt x="887" y="613"/>
                    <a:pt x="887" y="613"/>
                    <a:pt x="887" y="613"/>
                  </a:cubicBezTo>
                  <a:cubicBezTo>
                    <a:pt x="887" y="613"/>
                    <a:pt x="887" y="614"/>
                    <a:pt x="887" y="615"/>
                  </a:cubicBezTo>
                  <a:cubicBezTo>
                    <a:pt x="887" y="618"/>
                    <a:pt x="887" y="621"/>
                    <a:pt x="885" y="623"/>
                  </a:cubicBezTo>
                  <a:cubicBezTo>
                    <a:pt x="884" y="624"/>
                    <a:pt x="883" y="625"/>
                    <a:pt x="881" y="625"/>
                  </a:cubicBezTo>
                  <a:cubicBezTo>
                    <a:pt x="880" y="625"/>
                    <a:pt x="879" y="625"/>
                    <a:pt x="879" y="625"/>
                  </a:cubicBezTo>
                  <a:cubicBezTo>
                    <a:pt x="867" y="625"/>
                    <a:pt x="863" y="654"/>
                    <a:pt x="862" y="664"/>
                  </a:cubicBezTo>
                  <a:cubicBezTo>
                    <a:pt x="862" y="665"/>
                    <a:pt x="862" y="666"/>
                    <a:pt x="861" y="667"/>
                  </a:cubicBezTo>
                  <a:cubicBezTo>
                    <a:pt x="833" y="700"/>
                    <a:pt x="833" y="700"/>
                    <a:pt x="833" y="700"/>
                  </a:cubicBezTo>
                  <a:cubicBezTo>
                    <a:pt x="832" y="701"/>
                    <a:pt x="832" y="701"/>
                    <a:pt x="832" y="701"/>
                  </a:cubicBezTo>
                  <a:cubicBezTo>
                    <a:pt x="796" y="723"/>
                    <a:pt x="805" y="774"/>
                    <a:pt x="805" y="775"/>
                  </a:cubicBezTo>
                  <a:cubicBezTo>
                    <a:pt x="805" y="776"/>
                    <a:pt x="805" y="776"/>
                    <a:pt x="805" y="777"/>
                  </a:cubicBezTo>
                  <a:cubicBezTo>
                    <a:pt x="805" y="778"/>
                    <a:pt x="804" y="779"/>
                    <a:pt x="804" y="780"/>
                  </a:cubicBezTo>
                  <a:cubicBezTo>
                    <a:pt x="804" y="781"/>
                    <a:pt x="802" y="784"/>
                    <a:pt x="803" y="785"/>
                  </a:cubicBezTo>
                  <a:cubicBezTo>
                    <a:pt x="808" y="791"/>
                    <a:pt x="802" y="797"/>
                    <a:pt x="799" y="799"/>
                  </a:cubicBezTo>
                  <a:cubicBezTo>
                    <a:pt x="799" y="800"/>
                    <a:pt x="798" y="801"/>
                    <a:pt x="798" y="801"/>
                  </a:cubicBezTo>
                  <a:cubicBezTo>
                    <a:pt x="797" y="802"/>
                    <a:pt x="796" y="803"/>
                    <a:pt x="795" y="803"/>
                  </a:cubicBezTo>
                  <a:cubicBezTo>
                    <a:pt x="789" y="804"/>
                    <a:pt x="789" y="804"/>
                    <a:pt x="789" y="804"/>
                  </a:cubicBezTo>
                  <a:cubicBezTo>
                    <a:pt x="787" y="805"/>
                    <a:pt x="785" y="804"/>
                    <a:pt x="784" y="802"/>
                  </a:cubicBezTo>
                  <a:cubicBezTo>
                    <a:pt x="784" y="802"/>
                    <a:pt x="783" y="802"/>
                    <a:pt x="783" y="801"/>
                  </a:cubicBezTo>
                  <a:cubicBezTo>
                    <a:pt x="780" y="799"/>
                    <a:pt x="780" y="799"/>
                    <a:pt x="780" y="799"/>
                  </a:cubicBezTo>
                  <a:cubicBezTo>
                    <a:pt x="779" y="798"/>
                    <a:pt x="778" y="797"/>
                    <a:pt x="777" y="796"/>
                  </a:cubicBezTo>
                  <a:cubicBezTo>
                    <a:pt x="777" y="796"/>
                    <a:pt x="777" y="796"/>
                    <a:pt x="777" y="796"/>
                  </a:cubicBezTo>
                  <a:cubicBezTo>
                    <a:pt x="774" y="796"/>
                    <a:pt x="770" y="803"/>
                    <a:pt x="768" y="806"/>
                  </a:cubicBezTo>
                  <a:cubicBezTo>
                    <a:pt x="767" y="808"/>
                    <a:pt x="767" y="809"/>
                    <a:pt x="766" y="810"/>
                  </a:cubicBezTo>
                  <a:cubicBezTo>
                    <a:pt x="765" y="812"/>
                    <a:pt x="765" y="812"/>
                    <a:pt x="765" y="812"/>
                  </a:cubicBezTo>
                  <a:cubicBezTo>
                    <a:pt x="764" y="812"/>
                    <a:pt x="764" y="813"/>
                    <a:pt x="764" y="813"/>
                  </a:cubicBezTo>
                  <a:cubicBezTo>
                    <a:pt x="764" y="813"/>
                    <a:pt x="764" y="813"/>
                    <a:pt x="764" y="813"/>
                  </a:cubicBezTo>
                  <a:cubicBezTo>
                    <a:pt x="764" y="813"/>
                    <a:pt x="764" y="813"/>
                    <a:pt x="764" y="814"/>
                  </a:cubicBezTo>
                  <a:cubicBezTo>
                    <a:pt x="764" y="817"/>
                    <a:pt x="765" y="819"/>
                    <a:pt x="766" y="822"/>
                  </a:cubicBezTo>
                  <a:cubicBezTo>
                    <a:pt x="766" y="823"/>
                    <a:pt x="766" y="825"/>
                    <a:pt x="767" y="826"/>
                  </a:cubicBezTo>
                  <a:cubicBezTo>
                    <a:pt x="768" y="831"/>
                    <a:pt x="767" y="835"/>
                    <a:pt x="766" y="839"/>
                  </a:cubicBezTo>
                  <a:cubicBezTo>
                    <a:pt x="765" y="842"/>
                    <a:pt x="764" y="843"/>
                    <a:pt x="763" y="845"/>
                  </a:cubicBezTo>
                  <a:cubicBezTo>
                    <a:pt x="762" y="846"/>
                    <a:pt x="762" y="846"/>
                    <a:pt x="761" y="847"/>
                  </a:cubicBezTo>
                  <a:cubicBezTo>
                    <a:pt x="761" y="849"/>
                    <a:pt x="760" y="851"/>
                    <a:pt x="759" y="853"/>
                  </a:cubicBezTo>
                  <a:cubicBezTo>
                    <a:pt x="759" y="854"/>
                    <a:pt x="759" y="855"/>
                    <a:pt x="758" y="857"/>
                  </a:cubicBezTo>
                  <a:cubicBezTo>
                    <a:pt x="758" y="859"/>
                    <a:pt x="757" y="860"/>
                    <a:pt x="757" y="862"/>
                  </a:cubicBezTo>
                  <a:cubicBezTo>
                    <a:pt x="756" y="865"/>
                    <a:pt x="755" y="868"/>
                    <a:pt x="754" y="871"/>
                  </a:cubicBezTo>
                  <a:cubicBezTo>
                    <a:pt x="753" y="876"/>
                    <a:pt x="753" y="882"/>
                    <a:pt x="754" y="887"/>
                  </a:cubicBezTo>
                  <a:cubicBezTo>
                    <a:pt x="754" y="889"/>
                    <a:pt x="754" y="889"/>
                    <a:pt x="754" y="889"/>
                  </a:cubicBezTo>
                  <a:cubicBezTo>
                    <a:pt x="755" y="901"/>
                    <a:pt x="756" y="915"/>
                    <a:pt x="756" y="931"/>
                  </a:cubicBezTo>
                  <a:cubicBezTo>
                    <a:pt x="756" y="939"/>
                    <a:pt x="754" y="944"/>
                    <a:pt x="747" y="950"/>
                  </a:cubicBezTo>
                  <a:cubicBezTo>
                    <a:pt x="744" y="952"/>
                    <a:pt x="742" y="952"/>
                    <a:pt x="740" y="952"/>
                  </a:cubicBezTo>
                  <a:cubicBezTo>
                    <a:pt x="739" y="952"/>
                    <a:pt x="738" y="952"/>
                    <a:pt x="737" y="953"/>
                  </a:cubicBezTo>
                  <a:cubicBezTo>
                    <a:pt x="737" y="953"/>
                    <a:pt x="736" y="953"/>
                    <a:pt x="735" y="954"/>
                  </a:cubicBezTo>
                  <a:cubicBezTo>
                    <a:pt x="734" y="955"/>
                    <a:pt x="732" y="956"/>
                    <a:pt x="730" y="956"/>
                  </a:cubicBezTo>
                  <a:cubicBezTo>
                    <a:pt x="730" y="956"/>
                    <a:pt x="729" y="957"/>
                    <a:pt x="729" y="957"/>
                  </a:cubicBezTo>
                  <a:cubicBezTo>
                    <a:pt x="724" y="957"/>
                    <a:pt x="722" y="953"/>
                    <a:pt x="721" y="952"/>
                  </a:cubicBezTo>
                  <a:cubicBezTo>
                    <a:pt x="721" y="951"/>
                    <a:pt x="720" y="951"/>
                    <a:pt x="720" y="951"/>
                  </a:cubicBezTo>
                  <a:cubicBezTo>
                    <a:pt x="720" y="951"/>
                    <a:pt x="720" y="951"/>
                    <a:pt x="720" y="951"/>
                  </a:cubicBezTo>
                  <a:cubicBezTo>
                    <a:pt x="718" y="951"/>
                    <a:pt x="716" y="950"/>
                    <a:pt x="715" y="950"/>
                  </a:cubicBezTo>
                  <a:cubicBezTo>
                    <a:pt x="715" y="950"/>
                    <a:pt x="714" y="950"/>
                    <a:pt x="713" y="950"/>
                  </a:cubicBezTo>
                  <a:cubicBezTo>
                    <a:pt x="712" y="951"/>
                    <a:pt x="710" y="951"/>
                    <a:pt x="709" y="951"/>
                  </a:cubicBezTo>
                  <a:cubicBezTo>
                    <a:pt x="707" y="952"/>
                    <a:pt x="707" y="952"/>
                    <a:pt x="707" y="952"/>
                  </a:cubicBezTo>
                  <a:cubicBezTo>
                    <a:pt x="706" y="952"/>
                    <a:pt x="705" y="952"/>
                    <a:pt x="703" y="951"/>
                  </a:cubicBezTo>
                  <a:cubicBezTo>
                    <a:pt x="703" y="951"/>
                    <a:pt x="702" y="951"/>
                    <a:pt x="701" y="951"/>
                  </a:cubicBezTo>
                  <a:cubicBezTo>
                    <a:pt x="701" y="951"/>
                    <a:pt x="700" y="951"/>
                    <a:pt x="700" y="951"/>
                  </a:cubicBezTo>
                  <a:cubicBezTo>
                    <a:pt x="700" y="951"/>
                    <a:pt x="699" y="952"/>
                    <a:pt x="698" y="952"/>
                  </a:cubicBezTo>
                  <a:cubicBezTo>
                    <a:pt x="698" y="953"/>
                    <a:pt x="698" y="953"/>
                    <a:pt x="698" y="953"/>
                  </a:cubicBezTo>
                  <a:cubicBezTo>
                    <a:pt x="698" y="954"/>
                    <a:pt x="699" y="954"/>
                    <a:pt x="699" y="955"/>
                  </a:cubicBezTo>
                  <a:cubicBezTo>
                    <a:pt x="699" y="955"/>
                    <a:pt x="699" y="956"/>
                    <a:pt x="699" y="956"/>
                  </a:cubicBezTo>
                  <a:cubicBezTo>
                    <a:pt x="700" y="957"/>
                    <a:pt x="701" y="958"/>
                    <a:pt x="701" y="960"/>
                  </a:cubicBezTo>
                  <a:cubicBezTo>
                    <a:pt x="701" y="961"/>
                    <a:pt x="701" y="962"/>
                    <a:pt x="699" y="964"/>
                  </a:cubicBezTo>
                  <a:cubicBezTo>
                    <a:pt x="699" y="965"/>
                    <a:pt x="699" y="965"/>
                    <a:pt x="699" y="966"/>
                  </a:cubicBezTo>
                  <a:cubicBezTo>
                    <a:pt x="700" y="970"/>
                    <a:pt x="697" y="972"/>
                    <a:pt x="695" y="972"/>
                  </a:cubicBezTo>
                  <a:cubicBezTo>
                    <a:pt x="694" y="973"/>
                    <a:pt x="694" y="973"/>
                    <a:pt x="693" y="974"/>
                  </a:cubicBezTo>
                  <a:cubicBezTo>
                    <a:pt x="693" y="975"/>
                    <a:pt x="693" y="975"/>
                    <a:pt x="693" y="975"/>
                  </a:cubicBezTo>
                  <a:cubicBezTo>
                    <a:pt x="688" y="980"/>
                    <a:pt x="688" y="982"/>
                    <a:pt x="690" y="984"/>
                  </a:cubicBezTo>
                  <a:cubicBezTo>
                    <a:pt x="690" y="984"/>
                    <a:pt x="690" y="984"/>
                    <a:pt x="690" y="984"/>
                  </a:cubicBezTo>
                  <a:cubicBezTo>
                    <a:pt x="691" y="984"/>
                    <a:pt x="692" y="984"/>
                    <a:pt x="694" y="984"/>
                  </a:cubicBezTo>
                  <a:cubicBezTo>
                    <a:pt x="697" y="985"/>
                    <a:pt x="699" y="986"/>
                    <a:pt x="701" y="987"/>
                  </a:cubicBezTo>
                  <a:cubicBezTo>
                    <a:pt x="702" y="988"/>
                    <a:pt x="702" y="988"/>
                    <a:pt x="703" y="988"/>
                  </a:cubicBezTo>
                  <a:cubicBezTo>
                    <a:pt x="704" y="989"/>
                    <a:pt x="705" y="989"/>
                    <a:pt x="705" y="989"/>
                  </a:cubicBezTo>
                  <a:cubicBezTo>
                    <a:pt x="706" y="988"/>
                    <a:pt x="707" y="988"/>
                    <a:pt x="708" y="988"/>
                  </a:cubicBezTo>
                  <a:cubicBezTo>
                    <a:pt x="712" y="987"/>
                    <a:pt x="716" y="989"/>
                    <a:pt x="717" y="990"/>
                  </a:cubicBezTo>
                  <a:cubicBezTo>
                    <a:pt x="718" y="991"/>
                    <a:pt x="719" y="991"/>
                    <a:pt x="719" y="991"/>
                  </a:cubicBezTo>
                  <a:cubicBezTo>
                    <a:pt x="720" y="992"/>
                    <a:pt x="720" y="992"/>
                    <a:pt x="722" y="992"/>
                  </a:cubicBezTo>
                  <a:cubicBezTo>
                    <a:pt x="723" y="992"/>
                    <a:pt x="726" y="992"/>
                    <a:pt x="729" y="993"/>
                  </a:cubicBezTo>
                  <a:cubicBezTo>
                    <a:pt x="731" y="995"/>
                    <a:pt x="732" y="996"/>
                    <a:pt x="733" y="998"/>
                  </a:cubicBezTo>
                  <a:cubicBezTo>
                    <a:pt x="734" y="999"/>
                    <a:pt x="735" y="999"/>
                    <a:pt x="736" y="999"/>
                  </a:cubicBezTo>
                  <a:cubicBezTo>
                    <a:pt x="736" y="1000"/>
                    <a:pt x="737" y="1000"/>
                    <a:pt x="738" y="1001"/>
                  </a:cubicBezTo>
                  <a:cubicBezTo>
                    <a:pt x="740" y="1002"/>
                    <a:pt x="749" y="1008"/>
                    <a:pt x="751" y="1014"/>
                  </a:cubicBezTo>
                  <a:cubicBezTo>
                    <a:pt x="752" y="1016"/>
                    <a:pt x="752" y="1019"/>
                    <a:pt x="751" y="1020"/>
                  </a:cubicBezTo>
                  <a:cubicBezTo>
                    <a:pt x="751" y="1021"/>
                    <a:pt x="751" y="1022"/>
                    <a:pt x="751" y="1022"/>
                  </a:cubicBezTo>
                  <a:cubicBezTo>
                    <a:pt x="752" y="1023"/>
                    <a:pt x="754" y="1024"/>
                    <a:pt x="755" y="1025"/>
                  </a:cubicBezTo>
                  <a:cubicBezTo>
                    <a:pt x="756" y="1025"/>
                    <a:pt x="756" y="1025"/>
                    <a:pt x="756" y="1025"/>
                  </a:cubicBezTo>
                  <a:cubicBezTo>
                    <a:pt x="760" y="1026"/>
                    <a:pt x="761" y="1030"/>
                    <a:pt x="761" y="1031"/>
                  </a:cubicBezTo>
                  <a:cubicBezTo>
                    <a:pt x="762" y="1034"/>
                    <a:pt x="762" y="1034"/>
                    <a:pt x="763" y="1035"/>
                  </a:cubicBezTo>
                  <a:cubicBezTo>
                    <a:pt x="766" y="1037"/>
                    <a:pt x="766" y="1037"/>
                    <a:pt x="769" y="1038"/>
                  </a:cubicBezTo>
                  <a:cubicBezTo>
                    <a:pt x="771" y="1039"/>
                    <a:pt x="775" y="1040"/>
                    <a:pt x="778" y="1043"/>
                  </a:cubicBezTo>
                  <a:cubicBezTo>
                    <a:pt x="781" y="1046"/>
                    <a:pt x="781" y="1049"/>
                    <a:pt x="781" y="1052"/>
                  </a:cubicBezTo>
                  <a:cubicBezTo>
                    <a:pt x="781" y="1052"/>
                    <a:pt x="781" y="1052"/>
                    <a:pt x="781" y="1052"/>
                  </a:cubicBezTo>
                  <a:cubicBezTo>
                    <a:pt x="782" y="1052"/>
                    <a:pt x="782" y="1052"/>
                    <a:pt x="782" y="1052"/>
                  </a:cubicBezTo>
                  <a:cubicBezTo>
                    <a:pt x="783" y="1053"/>
                    <a:pt x="785" y="1053"/>
                    <a:pt x="787" y="1054"/>
                  </a:cubicBezTo>
                  <a:cubicBezTo>
                    <a:pt x="791" y="1056"/>
                    <a:pt x="794" y="1061"/>
                    <a:pt x="795" y="1062"/>
                  </a:cubicBezTo>
                  <a:cubicBezTo>
                    <a:pt x="797" y="1064"/>
                    <a:pt x="797" y="1068"/>
                    <a:pt x="798" y="1071"/>
                  </a:cubicBezTo>
                  <a:cubicBezTo>
                    <a:pt x="799" y="1072"/>
                    <a:pt x="799" y="1072"/>
                    <a:pt x="799" y="1072"/>
                  </a:cubicBezTo>
                  <a:cubicBezTo>
                    <a:pt x="799" y="1073"/>
                    <a:pt x="799" y="1074"/>
                    <a:pt x="800" y="1075"/>
                  </a:cubicBezTo>
                  <a:cubicBezTo>
                    <a:pt x="801" y="1076"/>
                    <a:pt x="801" y="1078"/>
                    <a:pt x="802" y="1080"/>
                  </a:cubicBezTo>
                  <a:cubicBezTo>
                    <a:pt x="802" y="1081"/>
                    <a:pt x="803" y="1083"/>
                    <a:pt x="803" y="1085"/>
                  </a:cubicBezTo>
                  <a:cubicBezTo>
                    <a:pt x="804" y="1087"/>
                    <a:pt x="804" y="1089"/>
                    <a:pt x="805" y="1092"/>
                  </a:cubicBezTo>
                  <a:cubicBezTo>
                    <a:pt x="806" y="1093"/>
                    <a:pt x="806" y="1093"/>
                    <a:pt x="807" y="1094"/>
                  </a:cubicBezTo>
                  <a:cubicBezTo>
                    <a:pt x="809" y="1096"/>
                    <a:pt x="811" y="1099"/>
                    <a:pt x="811" y="1103"/>
                  </a:cubicBezTo>
                  <a:cubicBezTo>
                    <a:pt x="811" y="1104"/>
                    <a:pt x="811" y="1105"/>
                    <a:pt x="811" y="1106"/>
                  </a:cubicBezTo>
                  <a:cubicBezTo>
                    <a:pt x="811" y="1107"/>
                    <a:pt x="811" y="1108"/>
                    <a:pt x="811" y="1110"/>
                  </a:cubicBezTo>
                  <a:cubicBezTo>
                    <a:pt x="812" y="1112"/>
                    <a:pt x="813" y="1114"/>
                    <a:pt x="815" y="1117"/>
                  </a:cubicBezTo>
                  <a:cubicBezTo>
                    <a:pt x="815" y="1118"/>
                    <a:pt x="816" y="1119"/>
                    <a:pt x="817" y="1120"/>
                  </a:cubicBezTo>
                  <a:cubicBezTo>
                    <a:pt x="817" y="1121"/>
                    <a:pt x="818" y="1123"/>
                    <a:pt x="818" y="1124"/>
                  </a:cubicBezTo>
                  <a:cubicBezTo>
                    <a:pt x="818" y="1125"/>
                    <a:pt x="818" y="1125"/>
                    <a:pt x="818" y="1125"/>
                  </a:cubicBezTo>
                  <a:cubicBezTo>
                    <a:pt x="818" y="1126"/>
                    <a:pt x="820" y="1127"/>
                    <a:pt x="821" y="1128"/>
                  </a:cubicBezTo>
                  <a:cubicBezTo>
                    <a:pt x="822" y="1128"/>
                    <a:pt x="823" y="1129"/>
                    <a:pt x="823" y="1129"/>
                  </a:cubicBezTo>
                  <a:cubicBezTo>
                    <a:pt x="824" y="1130"/>
                    <a:pt x="824" y="1130"/>
                    <a:pt x="824" y="1130"/>
                  </a:cubicBezTo>
                  <a:cubicBezTo>
                    <a:pt x="826" y="1131"/>
                    <a:pt x="829" y="1133"/>
                    <a:pt x="830" y="1136"/>
                  </a:cubicBezTo>
                  <a:cubicBezTo>
                    <a:pt x="830" y="1137"/>
                    <a:pt x="830" y="1138"/>
                    <a:pt x="830" y="1139"/>
                  </a:cubicBezTo>
                  <a:cubicBezTo>
                    <a:pt x="831" y="1137"/>
                    <a:pt x="833" y="1136"/>
                    <a:pt x="836" y="1136"/>
                  </a:cubicBezTo>
                  <a:cubicBezTo>
                    <a:pt x="836" y="1136"/>
                    <a:pt x="836" y="1136"/>
                    <a:pt x="836" y="1136"/>
                  </a:cubicBezTo>
                  <a:cubicBezTo>
                    <a:pt x="841" y="1136"/>
                    <a:pt x="842" y="1138"/>
                    <a:pt x="844" y="1138"/>
                  </a:cubicBezTo>
                  <a:cubicBezTo>
                    <a:pt x="844" y="1139"/>
                    <a:pt x="844" y="1139"/>
                    <a:pt x="844" y="1139"/>
                  </a:cubicBezTo>
                  <a:cubicBezTo>
                    <a:pt x="847" y="1139"/>
                    <a:pt x="848" y="1138"/>
                    <a:pt x="851" y="1139"/>
                  </a:cubicBezTo>
                  <a:cubicBezTo>
                    <a:pt x="852" y="1139"/>
                    <a:pt x="854" y="1140"/>
                    <a:pt x="857" y="1143"/>
                  </a:cubicBezTo>
                  <a:cubicBezTo>
                    <a:pt x="860" y="1144"/>
                    <a:pt x="862" y="1145"/>
                    <a:pt x="862" y="1148"/>
                  </a:cubicBezTo>
                  <a:cubicBezTo>
                    <a:pt x="862" y="1149"/>
                    <a:pt x="862" y="1151"/>
                    <a:pt x="861" y="1152"/>
                  </a:cubicBezTo>
                  <a:cubicBezTo>
                    <a:pt x="860" y="1152"/>
                    <a:pt x="861" y="1153"/>
                    <a:pt x="861" y="1153"/>
                  </a:cubicBezTo>
                  <a:cubicBezTo>
                    <a:pt x="862" y="1154"/>
                    <a:pt x="863" y="1157"/>
                    <a:pt x="862" y="1160"/>
                  </a:cubicBezTo>
                  <a:cubicBezTo>
                    <a:pt x="862" y="1162"/>
                    <a:pt x="861" y="1164"/>
                    <a:pt x="860" y="1165"/>
                  </a:cubicBezTo>
                  <a:cubicBezTo>
                    <a:pt x="860" y="1165"/>
                    <a:pt x="859" y="1166"/>
                    <a:pt x="859" y="1166"/>
                  </a:cubicBezTo>
                  <a:cubicBezTo>
                    <a:pt x="859" y="1168"/>
                    <a:pt x="859" y="1171"/>
                    <a:pt x="859" y="1173"/>
                  </a:cubicBezTo>
                  <a:cubicBezTo>
                    <a:pt x="859" y="1176"/>
                    <a:pt x="859" y="1176"/>
                    <a:pt x="859" y="1176"/>
                  </a:cubicBezTo>
                  <a:cubicBezTo>
                    <a:pt x="859" y="1180"/>
                    <a:pt x="863" y="1183"/>
                    <a:pt x="866" y="1186"/>
                  </a:cubicBezTo>
                  <a:cubicBezTo>
                    <a:pt x="867" y="1187"/>
                    <a:pt x="868" y="1188"/>
                    <a:pt x="868" y="1189"/>
                  </a:cubicBezTo>
                  <a:cubicBezTo>
                    <a:pt x="870" y="1191"/>
                    <a:pt x="870" y="1193"/>
                    <a:pt x="869" y="1194"/>
                  </a:cubicBezTo>
                  <a:cubicBezTo>
                    <a:pt x="868" y="1196"/>
                    <a:pt x="867" y="1197"/>
                    <a:pt x="865" y="1197"/>
                  </a:cubicBezTo>
                  <a:cubicBezTo>
                    <a:pt x="850" y="1197"/>
                    <a:pt x="850" y="1197"/>
                    <a:pt x="850" y="1197"/>
                  </a:cubicBezTo>
                  <a:cubicBezTo>
                    <a:pt x="825" y="1197"/>
                    <a:pt x="799" y="1198"/>
                    <a:pt x="773" y="1198"/>
                  </a:cubicBezTo>
                  <a:cubicBezTo>
                    <a:pt x="755" y="1216"/>
                    <a:pt x="755" y="1216"/>
                    <a:pt x="755" y="1216"/>
                  </a:cubicBezTo>
                  <a:cubicBezTo>
                    <a:pt x="747" y="1225"/>
                    <a:pt x="738" y="1234"/>
                    <a:pt x="730" y="1243"/>
                  </a:cubicBezTo>
                  <a:cubicBezTo>
                    <a:pt x="727" y="1246"/>
                    <a:pt x="725" y="1249"/>
                    <a:pt x="722" y="1251"/>
                  </a:cubicBezTo>
                  <a:cubicBezTo>
                    <a:pt x="720" y="1253"/>
                    <a:pt x="719" y="1253"/>
                    <a:pt x="717" y="1253"/>
                  </a:cubicBezTo>
                  <a:cubicBezTo>
                    <a:pt x="717" y="1253"/>
                    <a:pt x="717" y="1253"/>
                    <a:pt x="717" y="1253"/>
                  </a:cubicBezTo>
                  <a:cubicBezTo>
                    <a:pt x="716" y="1253"/>
                    <a:pt x="714" y="1253"/>
                    <a:pt x="713" y="1253"/>
                  </a:cubicBezTo>
                  <a:cubicBezTo>
                    <a:pt x="711" y="1253"/>
                    <a:pt x="711" y="1253"/>
                    <a:pt x="711" y="1253"/>
                  </a:cubicBezTo>
                  <a:cubicBezTo>
                    <a:pt x="708" y="1252"/>
                    <a:pt x="706" y="1252"/>
                    <a:pt x="703" y="1252"/>
                  </a:cubicBezTo>
                  <a:cubicBezTo>
                    <a:pt x="698" y="1252"/>
                    <a:pt x="695" y="1250"/>
                    <a:pt x="692" y="1248"/>
                  </a:cubicBezTo>
                  <a:cubicBezTo>
                    <a:pt x="691" y="1247"/>
                    <a:pt x="690" y="1246"/>
                    <a:pt x="688" y="1245"/>
                  </a:cubicBezTo>
                  <a:cubicBezTo>
                    <a:pt x="688" y="1245"/>
                    <a:pt x="688" y="1246"/>
                    <a:pt x="687" y="1246"/>
                  </a:cubicBezTo>
                  <a:cubicBezTo>
                    <a:pt x="687" y="1246"/>
                    <a:pt x="686" y="1247"/>
                    <a:pt x="685" y="1247"/>
                  </a:cubicBezTo>
                  <a:cubicBezTo>
                    <a:pt x="681" y="1250"/>
                    <a:pt x="676" y="1251"/>
                    <a:pt x="672" y="1252"/>
                  </a:cubicBezTo>
                  <a:cubicBezTo>
                    <a:pt x="670" y="1253"/>
                    <a:pt x="667" y="1253"/>
                    <a:pt x="665" y="1253"/>
                  </a:cubicBezTo>
                  <a:cubicBezTo>
                    <a:pt x="659" y="1253"/>
                    <a:pt x="659" y="1253"/>
                    <a:pt x="659" y="1253"/>
                  </a:cubicBezTo>
                  <a:cubicBezTo>
                    <a:pt x="657" y="1253"/>
                    <a:pt x="655" y="1253"/>
                    <a:pt x="653" y="1253"/>
                  </a:cubicBezTo>
                  <a:cubicBezTo>
                    <a:pt x="652" y="1254"/>
                    <a:pt x="650" y="1255"/>
                    <a:pt x="648" y="1257"/>
                  </a:cubicBezTo>
                  <a:cubicBezTo>
                    <a:pt x="647" y="1257"/>
                    <a:pt x="646" y="1258"/>
                    <a:pt x="645" y="1258"/>
                  </a:cubicBezTo>
                  <a:cubicBezTo>
                    <a:pt x="645" y="1258"/>
                    <a:pt x="644" y="1259"/>
                    <a:pt x="644" y="1259"/>
                  </a:cubicBezTo>
                  <a:cubicBezTo>
                    <a:pt x="644" y="1259"/>
                    <a:pt x="643" y="1259"/>
                    <a:pt x="643" y="1259"/>
                  </a:cubicBezTo>
                  <a:cubicBezTo>
                    <a:pt x="643" y="1260"/>
                    <a:pt x="643" y="1261"/>
                    <a:pt x="643" y="1262"/>
                  </a:cubicBezTo>
                  <a:cubicBezTo>
                    <a:pt x="643" y="1263"/>
                    <a:pt x="643" y="1266"/>
                    <a:pt x="639" y="1268"/>
                  </a:cubicBezTo>
                  <a:cubicBezTo>
                    <a:pt x="638" y="1268"/>
                    <a:pt x="637" y="1268"/>
                    <a:pt x="637" y="1268"/>
                  </a:cubicBezTo>
                  <a:cubicBezTo>
                    <a:pt x="636" y="1268"/>
                    <a:pt x="631" y="1268"/>
                    <a:pt x="629" y="1266"/>
                  </a:cubicBezTo>
                  <a:cubicBezTo>
                    <a:pt x="628" y="1265"/>
                    <a:pt x="628" y="1264"/>
                    <a:pt x="627" y="1263"/>
                  </a:cubicBezTo>
                  <a:cubicBezTo>
                    <a:pt x="627" y="1263"/>
                    <a:pt x="627" y="1263"/>
                    <a:pt x="626" y="1263"/>
                  </a:cubicBezTo>
                  <a:cubicBezTo>
                    <a:pt x="621" y="1263"/>
                    <a:pt x="619" y="1261"/>
                    <a:pt x="619" y="1257"/>
                  </a:cubicBezTo>
                  <a:cubicBezTo>
                    <a:pt x="618" y="1256"/>
                    <a:pt x="618" y="1256"/>
                    <a:pt x="618" y="1255"/>
                  </a:cubicBezTo>
                  <a:cubicBezTo>
                    <a:pt x="618" y="1254"/>
                    <a:pt x="616" y="1252"/>
                    <a:pt x="615" y="1250"/>
                  </a:cubicBezTo>
                  <a:cubicBezTo>
                    <a:pt x="614" y="1252"/>
                    <a:pt x="613" y="1253"/>
                    <a:pt x="611" y="1254"/>
                  </a:cubicBezTo>
                  <a:cubicBezTo>
                    <a:pt x="610" y="1255"/>
                    <a:pt x="608" y="1255"/>
                    <a:pt x="606" y="1256"/>
                  </a:cubicBezTo>
                  <a:cubicBezTo>
                    <a:pt x="606" y="1256"/>
                    <a:pt x="605" y="1256"/>
                    <a:pt x="605" y="1256"/>
                  </a:cubicBezTo>
                  <a:cubicBezTo>
                    <a:pt x="603" y="1257"/>
                    <a:pt x="603" y="1257"/>
                    <a:pt x="603" y="1257"/>
                  </a:cubicBezTo>
                  <a:cubicBezTo>
                    <a:pt x="603" y="1257"/>
                    <a:pt x="602" y="1257"/>
                    <a:pt x="602" y="1257"/>
                  </a:cubicBezTo>
                  <a:cubicBezTo>
                    <a:pt x="602" y="1258"/>
                    <a:pt x="600" y="1259"/>
                    <a:pt x="598" y="1259"/>
                  </a:cubicBezTo>
                  <a:cubicBezTo>
                    <a:pt x="596" y="1259"/>
                    <a:pt x="595" y="1258"/>
                    <a:pt x="594" y="1258"/>
                  </a:cubicBezTo>
                  <a:cubicBezTo>
                    <a:pt x="592" y="1256"/>
                    <a:pt x="590" y="1255"/>
                    <a:pt x="588" y="1254"/>
                  </a:cubicBezTo>
                  <a:cubicBezTo>
                    <a:pt x="586" y="1252"/>
                    <a:pt x="583" y="1250"/>
                    <a:pt x="581" y="1250"/>
                  </a:cubicBezTo>
                  <a:cubicBezTo>
                    <a:pt x="581" y="1250"/>
                    <a:pt x="581" y="1250"/>
                    <a:pt x="581" y="1250"/>
                  </a:cubicBezTo>
                  <a:cubicBezTo>
                    <a:pt x="577" y="1250"/>
                    <a:pt x="572" y="1253"/>
                    <a:pt x="568" y="1256"/>
                  </a:cubicBezTo>
                  <a:cubicBezTo>
                    <a:pt x="565" y="1258"/>
                    <a:pt x="563" y="1263"/>
                    <a:pt x="562" y="1267"/>
                  </a:cubicBezTo>
                  <a:cubicBezTo>
                    <a:pt x="561" y="1268"/>
                    <a:pt x="559" y="1269"/>
                    <a:pt x="558" y="1269"/>
                  </a:cubicBezTo>
                  <a:cubicBezTo>
                    <a:pt x="558" y="1269"/>
                    <a:pt x="557" y="1269"/>
                    <a:pt x="557" y="1269"/>
                  </a:cubicBezTo>
                  <a:close/>
                  <a:moveTo>
                    <a:pt x="627" y="1254"/>
                  </a:moveTo>
                  <a:cubicBezTo>
                    <a:pt x="630" y="1254"/>
                    <a:pt x="632" y="1255"/>
                    <a:pt x="634" y="1257"/>
                  </a:cubicBezTo>
                  <a:cubicBezTo>
                    <a:pt x="634" y="1256"/>
                    <a:pt x="634" y="1256"/>
                    <a:pt x="634" y="1255"/>
                  </a:cubicBezTo>
                  <a:cubicBezTo>
                    <a:pt x="635" y="1253"/>
                    <a:pt x="637" y="1252"/>
                    <a:pt x="639" y="1251"/>
                  </a:cubicBezTo>
                  <a:cubicBezTo>
                    <a:pt x="640" y="1251"/>
                    <a:pt x="640" y="1251"/>
                    <a:pt x="640" y="1251"/>
                  </a:cubicBezTo>
                  <a:cubicBezTo>
                    <a:pt x="641" y="1250"/>
                    <a:pt x="642" y="1250"/>
                    <a:pt x="642" y="1249"/>
                  </a:cubicBezTo>
                  <a:cubicBezTo>
                    <a:pt x="645" y="1247"/>
                    <a:pt x="648" y="1245"/>
                    <a:pt x="651" y="1244"/>
                  </a:cubicBezTo>
                  <a:cubicBezTo>
                    <a:pt x="654" y="1244"/>
                    <a:pt x="657" y="1244"/>
                    <a:pt x="659" y="1244"/>
                  </a:cubicBezTo>
                  <a:cubicBezTo>
                    <a:pt x="665" y="1244"/>
                    <a:pt x="665" y="1244"/>
                    <a:pt x="665" y="1244"/>
                  </a:cubicBezTo>
                  <a:cubicBezTo>
                    <a:pt x="666" y="1244"/>
                    <a:pt x="668" y="1244"/>
                    <a:pt x="670" y="1243"/>
                  </a:cubicBezTo>
                  <a:cubicBezTo>
                    <a:pt x="673" y="1242"/>
                    <a:pt x="677" y="1241"/>
                    <a:pt x="680" y="1239"/>
                  </a:cubicBezTo>
                  <a:cubicBezTo>
                    <a:pt x="681" y="1239"/>
                    <a:pt x="681" y="1239"/>
                    <a:pt x="682" y="1238"/>
                  </a:cubicBezTo>
                  <a:cubicBezTo>
                    <a:pt x="684" y="1237"/>
                    <a:pt x="688" y="1235"/>
                    <a:pt x="693" y="1237"/>
                  </a:cubicBezTo>
                  <a:cubicBezTo>
                    <a:pt x="695" y="1238"/>
                    <a:pt x="696" y="1239"/>
                    <a:pt x="697" y="1240"/>
                  </a:cubicBezTo>
                  <a:cubicBezTo>
                    <a:pt x="700" y="1242"/>
                    <a:pt x="701" y="1243"/>
                    <a:pt x="704" y="1243"/>
                  </a:cubicBezTo>
                  <a:cubicBezTo>
                    <a:pt x="706" y="1243"/>
                    <a:pt x="709" y="1243"/>
                    <a:pt x="711" y="1243"/>
                  </a:cubicBezTo>
                  <a:cubicBezTo>
                    <a:pt x="713" y="1243"/>
                    <a:pt x="713" y="1243"/>
                    <a:pt x="713" y="1243"/>
                  </a:cubicBezTo>
                  <a:cubicBezTo>
                    <a:pt x="713" y="1243"/>
                    <a:pt x="714" y="1244"/>
                    <a:pt x="714" y="1244"/>
                  </a:cubicBezTo>
                  <a:cubicBezTo>
                    <a:pt x="715" y="1244"/>
                    <a:pt x="716" y="1244"/>
                    <a:pt x="716" y="1244"/>
                  </a:cubicBezTo>
                  <a:cubicBezTo>
                    <a:pt x="718" y="1242"/>
                    <a:pt x="721" y="1239"/>
                    <a:pt x="723" y="1237"/>
                  </a:cubicBezTo>
                  <a:cubicBezTo>
                    <a:pt x="732" y="1228"/>
                    <a:pt x="740" y="1219"/>
                    <a:pt x="749" y="1210"/>
                  </a:cubicBezTo>
                  <a:cubicBezTo>
                    <a:pt x="767" y="1190"/>
                    <a:pt x="767" y="1190"/>
                    <a:pt x="767" y="1190"/>
                  </a:cubicBezTo>
                  <a:cubicBezTo>
                    <a:pt x="768" y="1189"/>
                    <a:pt x="770" y="1189"/>
                    <a:pt x="771" y="1189"/>
                  </a:cubicBezTo>
                  <a:cubicBezTo>
                    <a:pt x="797" y="1188"/>
                    <a:pt x="824" y="1188"/>
                    <a:pt x="850" y="1188"/>
                  </a:cubicBezTo>
                  <a:cubicBezTo>
                    <a:pt x="855" y="1188"/>
                    <a:pt x="855" y="1188"/>
                    <a:pt x="855" y="1188"/>
                  </a:cubicBezTo>
                  <a:cubicBezTo>
                    <a:pt x="852" y="1185"/>
                    <a:pt x="850" y="1181"/>
                    <a:pt x="850" y="1176"/>
                  </a:cubicBezTo>
                  <a:cubicBezTo>
                    <a:pt x="850" y="1173"/>
                    <a:pt x="850" y="1173"/>
                    <a:pt x="850" y="1173"/>
                  </a:cubicBezTo>
                  <a:cubicBezTo>
                    <a:pt x="850" y="1171"/>
                    <a:pt x="850" y="1168"/>
                    <a:pt x="850" y="1165"/>
                  </a:cubicBezTo>
                  <a:cubicBezTo>
                    <a:pt x="850" y="1163"/>
                    <a:pt x="851" y="1161"/>
                    <a:pt x="852" y="1160"/>
                  </a:cubicBezTo>
                  <a:cubicBezTo>
                    <a:pt x="853" y="1159"/>
                    <a:pt x="853" y="1158"/>
                    <a:pt x="853" y="1158"/>
                  </a:cubicBezTo>
                  <a:cubicBezTo>
                    <a:pt x="853" y="1158"/>
                    <a:pt x="853" y="1158"/>
                    <a:pt x="853" y="1157"/>
                  </a:cubicBezTo>
                  <a:cubicBezTo>
                    <a:pt x="852" y="1156"/>
                    <a:pt x="851" y="1154"/>
                    <a:pt x="851" y="1150"/>
                  </a:cubicBezTo>
                  <a:cubicBezTo>
                    <a:pt x="851" y="1150"/>
                    <a:pt x="851" y="1150"/>
                    <a:pt x="851" y="1150"/>
                  </a:cubicBezTo>
                  <a:cubicBezTo>
                    <a:pt x="850" y="1149"/>
                    <a:pt x="849" y="1148"/>
                    <a:pt x="848" y="1148"/>
                  </a:cubicBezTo>
                  <a:cubicBezTo>
                    <a:pt x="846" y="1149"/>
                    <a:pt x="843" y="1149"/>
                    <a:pt x="841" y="1148"/>
                  </a:cubicBezTo>
                  <a:cubicBezTo>
                    <a:pt x="839" y="1147"/>
                    <a:pt x="838" y="1146"/>
                    <a:pt x="838" y="1146"/>
                  </a:cubicBezTo>
                  <a:cubicBezTo>
                    <a:pt x="836" y="1145"/>
                    <a:pt x="835" y="1146"/>
                    <a:pt x="834" y="1147"/>
                  </a:cubicBezTo>
                  <a:cubicBezTo>
                    <a:pt x="833" y="1148"/>
                    <a:pt x="831" y="1150"/>
                    <a:pt x="828" y="1150"/>
                  </a:cubicBezTo>
                  <a:cubicBezTo>
                    <a:pt x="823" y="1150"/>
                    <a:pt x="821" y="1145"/>
                    <a:pt x="820" y="1143"/>
                  </a:cubicBezTo>
                  <a:cubicBezTo>
                    <a:pt x="819" y="1142"/>
                    <a:pt x="819" y="1140"/>
                    <a:pt x="820" y="1138"/>
                  </a:cubicBezTo>
                  <a:cubicBezTo>
                    <a:pt x="819" y="1138"/>
                    <a:pt x="819" y="1137"/>
                    <a:pt x="819" y="1137"/>
                  </a:cubicBezTo>
                  <a:cubicBezTo>
                    <a:pt x="818" y="1136"/>
                    <a:pt x="818" y="1136"/>
                    <a:pt x="818" y="1136"/>
                  </a:cubicBezTo>
                  <a:cubicBezTo>
                    <a:pt x="817" y="1136"/>
                    <a:pt x="817" y="1136"/>
                    <a:pt x="816" y="1135"/>
                  </a:cubicBezTo>
                  <a:cubicBezTo>
                    <a:pt x="814" y="1134"/>
                    <a:pt x="812" y="1133"/>
                    <a:pt x="811" y="1131"/>
                  </a:cubicBezTo>
                  <a:cubicBezTo>
                    <a:pt x="809" y="1129"/>
                    <a:pt x="809" y="1127"/>
                    <a:pt x="809" y="1125"/>
                  </a:cubicBezTo>
                  <a:cubicBezTo>
                    <a:pt x="809" y="1125"/>
                    <a:pt x="809" y="1124"/>
                    <a:pt x="808" y="1124"/>
                  </a:cubicBezTo>
                  <a:cubicBezTo>
                    <a:pt x="807" y="1122"/>
                    <a:pt x="807" y="1122"/>
                    <a:pt x="807" y="1122"/>
                  </a:cubicBezTo>
                  <a:cubicBezTo>
                    <a:pt x="805" y="1119"/>
                    <a:pt x="803" y="1116"/>
                    <a:pt x="802" y="1112"/>
                  </a:cubicBezTo>
                  <a:cubicBezTo>
                    <a:pt x="801" y="1110"/>
                    <a:pt x="801" y="1107"/>
                    <a:pt x="801" y="1105"/>
                  </a:cubicBezTo>
                  <a:cubicBezTo>
                    <a:pt x="802" y="1105"/>
                    <a:pt x="802" y="1104"/>
                    <a:pt x="802" y="1103"/>
                  </a:cubicBezTo>
                  <a:cubicBezTo>
                    <a:pt x="801" y="1102"/>
                    <a:pt x="801" y="1101"/>
                    <a:pt x="800" y="1100"/>
                  </a:cubicBezTo>
                  <a:cubicBezTo>
                    <a:pt x="799" y="1099"/>
                    <a:pt x="798" y="1097"/>
                    <a:pt x="797" y="1096"/>
                  </a:cubicBezTo>
                  <a:cubicBezTo>
                    <a:pt x="795" y="1093"/>
                    <a:pt x="795" y="1089"/>
                    <a:pt x="794" y="1086"/>
                  </a:cubicBezTo>
                  <a:cubicBezTo>
                    <a:pt x="794" y="1085"/>
                    <a:pt x="794" y="1084"/>
                    <a:pt x="793" y="1082"/>
                  </a:cubicBezTo>
                  <a:cubicBezTo>
                    <a:pt x="793" y="1081"/>
                    <a:pt x="792" y="1080"/>
                    <a:pt x="792" y="1079"/>
                  </a:cubicBezTo>
                  <a:cubicBezTo>
                    <a:pt x="791" y="1078"/>
                    <a:pt x="790" y="1076"/>
                    <a:pt x="790" y="1075"/>
                  </a:cubicBezTo>
                  <a:cubicBezTo>
                    <a:pt x="789" y="1073"/>
                    <a:pt x="789" y="1073"/>
                    <a:pt x="789" y="1073"/>
                  </a:cubicBezTo>
                  <a:cubicBezTo>
                    <a:pt x="789" y="1070"/>
                    <a:pt x="788" y="1068"/>
                    <a:pt x="787" y="1066"/>
                  </a:cubicBezTo>
                  <a:cubicBezTo>
                    <a:pt x="786" y="1064"/>
                    <a:pt x="784" y="1062"/>
                    <a:pt x="783" y="1062"/>
                  </a:cubicBezTo>
                  <a:cubicBezTo>
                    <a:pt x="783" y="1062"/>
                    <a:pt x="782" y="1062"/>
                    <a:pt x="781" y="1062"/>
                  </a:cubicBezTo>
                  <a:cubicBezTo>
                    <a:pt x="779" y="1062"/>
                    <a:pt x="774" y="1061"/>
                    <a:pt x="773" y="1056"/>
                  </a:cubicBezTo>
                  <a:cubicBezTo>
                    <a:pt x="772" y="1054"/>
                    <a:pt x="772" y="1053"/>
                    <a:pt x="772" y="1052"/>
                  </a:cubicBezTo>
                  <a:cubicBezTo>
                    <a:pt x="772" y="1050"/>
                    <a:pt x="772" y="1050"/>
                    <a:pt x="771" y="1049"/>
                  </a:cubicBezTo>
                  <a:cubicBezTo>
                    <a:pt x="770" y="1049"/>
                    <a:pt x="768" y="1048"/>
                    <a:pt x="767" y="1047"/>
                  </a:cubicBezTo>
                  <a:cubicBezTo>
                    <a:pt x="762" y="1046"/>
                    <a:pt x="761" y="1045"/>
                    <a:pt x="757" y="1042"/>
                  </a:cubicBezTo>
                  <a:cubicBezTo>
                    <a:pt x="754" y="1039"/>
                    <a:pt x="753" y="1037"/>
                    <a:pt x="752" y="1034"/>
                  </a:cubicBezTo>
                  <a:cubicBezTo>
                    <a:pt x="752" y="1034"/>
                    <a:pt x="752" y="1034"/>
                    <a:pt x="751" y="1033"/>
                  </a:cubicBezTo>
                  <a:cubicBezTo>
                    <a:pt x="750" y="1033"/>
                    <a:pt x="750" y="1033"/>
                    <a:pt x="750" y="1033"/>
                  </a:cubicBezTo>
                  <a:cubicBezTo>
                    <a:pt x="746" y="1030"/>
                    <a:pt x="744" y="1028"/>
                    <a:pt x="743" y="1027"/>
                  </a:cubicBezTo>
                  <a:cubicBezTo>
                    <a:pt x="742" y="1024"/>
                    <a:pt x="742" y="1021"/>
                    <a:pt x="742" y="1019"/>
                  </a:cubicBezTo>
                  <a:cubicBezTo>
                    <a:pt x="742" y="1019"/>
                    <a:pt x="742" y="1018"/>
                    <a:pt x="742" y="1017"/>
                  </a:cubicBezTo>
                  <a:cubicBezTo>
                    <a:pt x="742" y="1016"/>
                    <a:pt x="737" y="1011"/>
                    <a:pt x="733" y="1008"/>
                  </a:cubicBezTo>
                  <a:cubicBezTo>
                    <a:pt x="732" y="1008"/>
                    <a:pt x="732" y="1008"/>
                    <a:pt x="732" y="1008"/>
                  </a:cubicBezTo>
                  <a:cubicBezTo>
                    <a:pt x="730" y="1007"/>
                    <a:pt x="728" y="1006"/>
                    <a:pt x="726" y="1004"/>
                  </a:cubicBezTo>
                  <a:cubicBezTo>
                    <a:pt x="725" y="1002"/>
                    <a:pt x="725" y="1002"/>
                    <a:pt x="724" y="1001"/>
                  </a:cubicBezTo>
                  <a:cubicBezTo>
                    <a:pt x="723" y="1001"/>
                    <a:pt x="723" y="1001"/>
                    <a:pt x="721" y="1001"/>
                  </a:cubicBezTo>
                  <a:cubicBezTo>
                    <a:pt x="720" y="1001"/>
                    <a:pt x="718" y="1001"/>
                    <a:pt x="716" y="1000"/>
                  </a:cubicBezTo>
                  <a:cubicBezTo>
                    <a:pt x="714" y="999"/>
                    <a:pt x="713" y="998"/>
                    <a:pt x="712" y="998"/>
                  </a:cubicBezTo>
                  <a:cubicBezTo>
                    <a:pt x="711" y="997"/>
                    <a:pt x="711" y="997"/>
                    <a:pt x="711" y="997"/>
                  </a:cubicBezTo>
                  <a:cubicBezTo>
                    <a:pt x="709" y="997"/>
                    <a:pt x="708" y="997"/>
                    <a:pt x="708" y="997"/>
                  </a:cubicBezTo>
                  <a:cubicBezTo>
                    <a:pt x="706" y="998"/>
                    <a:pt x="704" y="999"/>
                    <a:pt x="700" y="997"/>
                  </a:cubicBezTo>
                  <a:cubicBezTo>
                    <a:pt x="698" y="996"/>
                    <a:pt x="697" y="995"/>
                    <a:pt x="696" y="995"/>
                  </a:cubicBezTo>
                  <a:cubicBezTo>
                    <a:pt x="695" y="994"/>
                    <a:pt x="694" y="994"/>
                    <a:pt x="693" y="993"/>
                  </a:cubicBezTo>
                  <a:cubicBezTo>
                    <a:pt x="692" y="993"/>
                    <a:pt x="691" y="993"/>
                    <a:pt x="691" y="994"/>
                  </a:cubicBezTo>
                  <a:cubicBezTo>
                    <a:pt x="686" y="994"/>
                    <a:pt x="684" y="992"/>
                    <a:pt x="682" y="989"/>
                  </a:cubicBezTo>
                  <a:cubicBezTo>
                    <a:pt x="676" y="980"/>
                    <a:pt x="682" y="973"/>
                    <a:pt x="686" y="969"/>
                  </a:cubicBezTo>
                  <a:cubicBezTo>
                    <a:pt x="686" y="969"/>
                    <a:pt x="686" y="969"/>
                    <a:pt x="686" y="969"/>
                  </a:cubicBezTo>
                  <a:cubicBezTo>
                    <a:pt x="687" y="967"/>
                    <a:pt x="688" y="966"/>
                    <a:pt x="690" y="965"/>
                  </a:cubicBezTo>
                  <a:cubicBezTo>
                    <a:pt x="690" y="965"/>
                    <a:pt x="690" y="964"/>
                    <a:pt x="690" y="964"/>
                  </a:cubicBezTo>
                  <a:cubicBezTo>
                    <a:pt x="690" y="963"/>
                    <a:pt x="690" y="963"/>
                    <a:pt x="690" y="963"/>
                  </a:cubicBezTo>
                  <a:cubicBezTo>
                    <a:pt x="690" y="962"/>
                    <a:pt x="690" y="961"/>
                    <a:pt x="690" y="961"/>
                  </a:cubicBezTo>
                  <a:cubicBezTo>
                    <a:pt x="690" y="960"/>
                    <a:pt x="690" y="960"/>
                    <a:pt x="690" y="960"/>
                  </a:cubicBezTo>
                  <a:cubicBezTo>
                    <a:pt x="690" y="960"/>
                    <a:pt x="690" y="960"/>
                    <a:pt x="689" y="959"/>
                  </a:cubicBezTo>
                  <a:cubicBezTo>
                    <a:pt x="689" y="959"/>
                    <a:pt x="689" y="959"/>
                    <a:pt x="689" y="958"/>
                  </a:cubicBezTo>
                  <a:cubicBezTo>
                    <a:pt x="689" y="957"/>
                    <a:pt x="689" y="956"/>
                    <a:pt x="689" y="955"/>
                  </a:cubicBezTo>
                  <a:cubicBezTo>
                    <a:pt x="689" y="953"/>
                    <a:pt x="689" y="951"/>
                    <a:pt x="689" y="949"/>
                  </a:cubicBezTo>
                  <a:cubicBezTo>
                    <a:pt x="690" y="947"/>
                    <a:pt x="695" y="942"/>
                    <a:pt x="699" y="942"/>
                  </a:cubicBezTo>
                  <a:cubicBezTo>
                    <a:pt x="699" y="942"/>
                    <a:pt x="700" y="941"/>
                    <a:pt x="700" y="941"/>
                  </a:cubicBezTo>
                  <a:cubicBezTo>
                    <a:pt x="701" y="941"/>
                    <a:pt x="703" y="942"/>
                    <a:pt x="704" y="942"/>
                  </a:cubicBezTo>
                  <a:cubicBezTo>
                    <a:pt x="706" y="943"/>
                    <a:pt x="706" y="942"/>
                    <a:pt x="707" y="942"/>
                  </a:cubicBezTo>
                  <a:cubicBezTo>
                    <a:pt x="708" y="942"/>
                    <a:pt x="708" y="942"/>
                    <a:pt x="708" y="942"/>
                  </a:cubicBezTo>
                  <a:cubicBezTo>
                    <a:pt x="709" y="942"/>
                    <a:pt x="710" y="942"/>
                    <a:pt x="711" y="942"/>
                  </a:cubicBezTo>
                  <a:cubicBezTo>
                    <a:pt x="713" y="941"/>
                    <a:pt x="714" y="941"/>
                    <a:pt x="716" y="941"/>
                  </a:cubicBezTo>
                  <a:cubicBezTo>
                    <a:pt x="717" y="941"/>
                    <a:pt x="718" y="941"/>
                    <a:pt x="719" y="941"/>
                  </a:cubicBezTo>
                  <a:cubicBezTo>
                    <a:pt x="719" y="941"/>
                    <a:pt x="720" y="941"/>
                    <a:pt x="721" y="941"/>
                  </a:cubicBezTo>
                  <a:cubicBezTo>
                    <a:pt x="723" y="941"/>
                    <a:pt x="725" y="942"/>
                    <a:pt x="726" y="943"/>
                  </a:cubicBezTo>
                  <a:cubicBezTo>
                    <a:pt x="728" y="945"/>
                    <a:pt x="728" y="946"/>
                    <a:pt x="729" y="947"/>
                  </a:cubicBezTo>
                  <a:cubicBezTo>
                    <a:pt x="729" y="947"/>
                    <a:pt x="730" y="947"/>
                    <a:pt x="730" y="947"/>
                  </a:cubicBezTo>
                  <a:cubicBezTo>
                    <a:pt x="731" y="946"/>
                    <a:pt x="733" y="944"/>
                    <a:pt x="735" y="944"/>
                  </a:cubicBezTo>
                  <a:cubicBezTo>
                    <a:pt x="736" y="943"/>
                    <a:pt x="738" y="943"/>
                    <a:pt x="739" y="943"/>
                  </a:cubicBezTo>
                  <a:cubicBezTo>
                    <a:pt x="740" y="943"/>
                    <a:pt x="741" y="943"/>
                    <a:pt x="742" y="942"/>
                  </a:cubicBezTo>
                  <a:cubicBezTo>
                    <a:pt x="746" y="939"/>
                    <a:pt x="747" y="937"/>
                    <a:pt x="747" y="931"/>
                  </a:cubicBezTo>
                  <a:cubicBezTo>
                    <a:pt x="747" y="916"/>
                    <a:pt x="746" y="902"/>
                    <a:pt x="745" y="890"/>
                  </a:cubicBezTo>
                  <a:cubicBezTo>
                    <a:pt x="745" y="888"/>
                    <a:pt x="745" y="888"/>
                    <a:pt x="745" y="888"/>
                  </a:cubicBezTo>
                  <a:cubicBezTo>
                    <a:pt x="744" y="882"/>
                    <a:pt x="743" y="876"/>
                    <a:pt x="745" y="869"/>
                  </a:cubicBezTo>
                  <a:cubicBezTo>
                    <a:pt x="746" y="866"/>
                    <a:pt x="747" y="862"/>
                    <a:pt x="748" y="859"/>
                  </a:cubicBezTo>
                  <a:cubicBezTo>
                    <a:pt x="748" y="858"/>
                    <a:pt x="749" y="856"/>
                    <a:pt x="750" y="854"/>
                  </a:cubicBezTo>
                  <a:cubicBezTo>
                    <a:pt x="750" y="853"/>
                    <a:pt x="750" y="852"/>
                    <a:pt x="750" y="851"/>
                  </a:cubicBezTo>
                  <a:cubicBezTo>
                    <a:pt x="751" y="848"/>
                    <a:pt x="752" y="845"/>
                    <a:pt x="754" y="842"/>
                  </a:cubicBezTo>
                  <a:cubicBezTo>
                    <a:pt x="754" y="841"/>
                    <a:pt x="755" y="840"/>
                    <a:pt x="755" y="840"/>
                  </a:cubicBezTo>
                  <a:cubicBezTo>
                    <a:pt x="756" y="838"/>
                    <a:pt x="757" y="838"/>
                    <a:pt x="757" y="836"/>
                  </a:cubicBezTo>
                  <a:cubicBezTo>
                    <a:pt x="758" y="833"/>
                    <a:pt x="758" y="831"/>
                    <a:pt x="758" y="828"/>
                  </a:cubicBezTo>
                  <a:cubicBezTo>
                    <a:pt x="757" y="827"/>
                    <a:pt x="757" y="825"/>
                    <a:pt x="757" y="824"/>
                  </a:cubicBezTo>
                  <a:cubicBezTo>
                    <a:pt x="756" y="821"/>
                    <a:pt x="755" y="818"/>
                    <a:pt x="755" y="815"/>
                  </a:cubicBezTo>
                  <a:cubicBezTo>
                    <a:pt x="754" y="811"/>
                    <a:pt x="756" y="809"/>
                    <a:pt x="757" y="806"/>
                  </a:cubicBezTo>
                  <a:cubicBezTo>
                    <a:pt x="758" y="805"/>
                    <a:pt x="758" y="805"/>
                    <a:pt x="758" y="805"/>
                  </a:cubicBezTo>
                  <a:cubicBezTo>
                    <a:pt x="759" y="804"/>
                    <a:pt x="760" y="803"/>
                    <a:pt x="760" y="802"/>
                  </a:cubicBezTo>
                  <a:cubicBezTo>
                    <a:pt x="764" y="795"/>
                    <a:pt x="769" y="787"/>
                    <a:pt x="777" y="787"/>
                  </a:cubicBezTo>
                  <a:cubicBezTo>
                    <a:pt x="778" y="787"/>
                    <a:pt x="780" y="787"/>
                    <a:pt x="781" y="788"/>
                  </a:cubicBezTo>
                  <a:cubicBezTo>
                    <a:pt x="784" y="789"/>
                    <a:pt x="786" y="791"/>
                    <a:pt x="787" y="792"/>
                  </a:cubicBezTo>
                  <a:cubicBezTo>
                    <a:pt x="788" y="794"/>
                    <a:pt x="788" y="794"/>
                    <a:pt x="788" y="794"/>
                  </a:cubicBezTo>
                  <a:cubicBezTo>
                    <a:pt x="789" y="794"/>
                    <a:pt x="789" y="794"/>
                    <a:pt x="789" y="795"/>
                  </a:cubicBezTo>
                  <a:cubicBezTo>
                    <a:pt x="792" y="794"/>
                    <a:pt x="792" y="794"/>
                    <a:pt x="792" y="794"/>
                  </a:cubicBezTo>
                  <a:cubicBezTo>
                    <a:pt x="792" y="794"/>
                    <a:pt x="792" y="793"/>
                    <a:pt x="793" y="793"/>
                  </a:cubicBezTo>
                  <a:cubicBezTo>
                    <a:pt x="793" y="792"/>
                    <a:pt x="795" y="791"/>
                    <a:pt x="795" y="790"/>
                  </a:cubicBezTo>
                  <a:cubicBezTo>
                    <a:pt x="792" y="786"/>
                    <a:pt x="794" y="780"/>
                    <a:pt x="795" y="776"/>
                  </a:cubicBezTo>
                  <a:cubicBezTo>
                    <a:pt x="795" y="776"/>
                    <a:pt x="796" y="776"/>
                    <a:pt x="796" y="775"/>
                  </a:cubicBezTo>
                  <a:cubicBezTo>
                    <a:pt x="794" y="767"/>
                    <a:pt x="789" y="717"/>
                    <a:pt x="826" y="694"/>
                  </a:cubicBezTo>
                  <a:cubicBezTo>
                    <a:pt x="853" y="662"/>
                    <a:pt x="853" y="662"/>
                    <a:pt x="853" y="662"/>
                  </a:cubicBezTo>
                  <a:cubicBezTo>
                    <a:pt x="854" y="653"/>
                    <a:pt x="857" y="617"/>
                    <a:pt x="878" y="616"/>
                  </a:cubicBezTo>
                  <a:cubicBezTo>
                    <a:pt x="878" y="614"/>
                    <a:pt x="877" y="612"/>
                    <a:pt x="878" y="610"/>
                  </a:cubicBezTo>
                  <a:cubicBezTo>
                    <a:pt x="879" y="607"/>
                    <a:pt x="879" y="607"/>
                    <a:pt x="879" y="607"/>
                  </a:cubicBezTo>
                  <a:cubicBezTo>
                    <a:pt x="881" y="604"/>
                    <a:pt x="882" y="601"/>
                    <a:pt x="881" y="599"/>
                  </a:cubicBezTo>
                  <a:cubicBezTo>
                    <a:pt x="879" y="593"/>
                    <a:pt x="880" y="590"/>
                    <a:pt x="881" y="586"/>
                  </a:cubicBezTo>
                  <a:cubicBezTo>
                    <a:pt x="881" y="584"/>
                    <a:pt x="881" y="584"/>
                    <a:pt x="881" y="584"/>
                  </a:cubicBezTo>
                  <a:cubicBezTo>
                    <a:pt x="882" y="582"/>
                    <a:pt x="883" y="580"/>
                    <a:pt x="883" y="577"/>
                  </a:cubicBezTo>
                  <a:cubicBezTo>
                    <a:pt x="884" y="575"/>
                    <a:pt x="884" y="575"/>
                    <a:pt x="884" y="575"/>
                  </a:cubicBezTo>
                  <a:cubicBezTo>
                    <a:pt x="884" y="574"/>
                    <a:pt x="884" y="572"/>
                    <a:pt x="883" y="570"/>
                  </a:cubicBezTo>
                  <a:cubicBezTo>
                    <a:pt x="883" y="569"/>
                    <a:pt x="883" y="568"/>
                    <a:pt x="883" y="567"/>
                  </a:cubicBezTo>
                  <a:cubicBezTo>
                    <a:pt x="882" y="561"/>
                    <a:pt x="881" y="555"/>
                    <a:pt x="880" y="548"/>
                  </a:cubicBezTo>
                  <a:cubicBezTo>
                    <a:pt x="880" y="543"/>
                    <a:pt x="880" y="543"/>
                    <a:pt x="880" y="543"/>
                  </a:cubicBezTo>
                  <a:cubicBezTo>
                    <a:pt x="880" y="541"/>
                    <a:pt x="879" y="539"/>
                    <a:pt x="879" y="537"/>
                  </a:cubicBezTo>
                  <a:cubicBezTo>
                    <a:pt x="878" y="531"/>
                    <a:pt x="877" y="526"/>
                    <a:pt x="877" y="520"/>
                  </a:cubicBezTo>
                  <a:cubicBezTo>
                    <a:pt x="877" y="516"/>
                    <a:pt x="879" y="513"/>
                    <a:pt x="881" y="511"/>
                  </a:cubicBezTo>
                  <a:cubicBezTo>
                    <a:pt x="882" y="509"/>
                    <a:pt x="883" y="508"/>
                    <a:pt x="883" y="507"/>
                  </a:cubicBezTo>
                  <a:cubicBezTo>
                    <a:pt x="884" y="505"/>
                    <a:pt x="884" y="504"/>
                    <a:pt x="885" y="502"/>
                  </a:cubicBezTo>
                  <a:cubicBezTo>
                    <a:pt x="885" y="500"/>
                    <a:pt x="885" y="500"/>
                    <a:pt x="885" y="500"/>
                  </a:cubicBezTo>
                  <a:cubicBezTo>
                    <a:pt x="886" y="498"/>
                    <a:pt x="887" y="497"/>
                    <a:pt x="887" y="496"/>
                  </a:cubicBezTo>
                  <a:cubicBezTo>
                    <a:pt x="886" y="489"/>
                    <a:pt x="889" y="481"/>
                    <a:pt x="893" y="475"/>
                  </a:cubicBezTo>
                  <a:cubicBezTo>
                    <a:pt x="894" y="472"/>
                    <a:pt x="895" y="470"/>
                    <a:pt x="896" y="467"/>
                  </a:cubicBezTo>
                  <a:cubicBezTo>
                    <a:pt x="898" y="463"/>
                    <a:pt x="898" y="463"/>
                    <a:pt x="898" y="463"/>
                  </a:cubicBezTo>
                  <a:cubicBezTo>
                    <a:pt x="900" y="456"/>
                    <a:pt x="902" y="450"/>
                    <a:pt x="905" y="444"/>
                  </a:cubicBezTo>
                  <a:cubicBezTo>
                    <a:pt x="904" y="442"/>
                    <a:pt x="904" y="441"/>
                    <a:pt x="904" y="438"/>
                  </a:cubicBezTo>
                  <a:cubicBezTo>
                    <a:pt x="904" y="437"/>
                    <a:pt x="904" y="437"/>
                    <a:pt x="904" y="437"/>
                  </a:cubicBezTo>
                  <a:cubicBezTo>
                    <a:pt x="904" y="436"/>
                    <a:pt x="904" y="436"/>
                    <a:pt x="904" y="436"/>
                  </a:cubicBezTo>
                  <a:cubicBezTo>
                    <a:pt x="903" y="435"/>
                    <a:pt x="901" y="432"/>
                    <a:pt x="900" y="430"/>
                  </a:cubicBezTo>
                  <a:cubicBezTo>
                    <a:pt x="900" y="429"/>
                    <a:pt x="900" y="421"/>
                    <a:pt x="903" y="417"/>
                  </a:cubicBezTo>
                  <a:cubicBezTo>
                    <a:pt x="903" y="416"/>
                    <a:pt x="904" y="415"/>
                    <a:pt x="905" y="414"/>
                  </a:cubicBezTo>
                  <a:cubicBezTo>
                    <a:pt x="906" y="413"/>
                    <a:pt x="906" y="413"/>
                    <a:pt x="906" y="412"/>
                  </a:cubicBezTo>
                  <a:cubicBezTo>
                    <a:pt x="907" y="410"/>
                    <a:pt x="907" y="407"/>
                    <a:pt x="906" y="404"/>
                  </a:cubicBezTo>
                  <a:cubicBezTo>
                    <a:pt x="906" y="403"/>
                    <a:pt x="906" y="402"/>
                    <a:pt x="906" y="400"/>
                  </a:cubicBezTo>
                  <a:cubicBezTo>
                    <a:pt x="906" y="399"/>
                    <a:pt x="906" y="398"/>
                    <a:pt x="906" y="398"/>
                  </a:cubicBezTo>
                  <a:cubicBezTo>
                    <a:pt x="904" y="395"/>
                    <a:pt x="905" y="392"/>
                    <a:pt x="907" y="390"/>
                  </a:cubicBezTo>
                  <a:cubicBezTo>
                    <a:pt x="908" y="389"/>
                    <a:pt x="909" y="389"/>
                    <a:pt x="911" y="389"/>
                  </a:cubicBezTo>
                  <a:cubicBezTo>
                    <a:pt x="913" y="389"/>
                    <a:pt x="915" y="389"/>
                    <a:pt x="917" y="390"/>
                  </a:cubicBezTo>
                  <a:cubicBezTo>
                    <a:pt x="918" y="391"/>
                    <a:pt x="919" y="391"/>
                    <a:pt x="920" y="392"/>
                  </a:cubicBezTo>
                  <a:cubicBezTo>
                    <a:pt x="922" y="392"/>
                    <a:pt x="922" y="393"/>
                    <a:pt x="924" y="392"/>
                  </a:cubicBezTo>
                  <a:cubicBezTo>
                    <a:pt x="925" y="391"/>
                    <a:pt x="926" y="390"/>
                    <a:pt x="928" y="390"/>
                  </a:cubicBezTo>
                  <a:cubicBezTo>
                    <a:pt x="930" y="390"/>
                    <a:pt x="932" y="390"/>
                    <a:pt x="933" y="391"/>
                  </a:cubicBezTo>
                  <a:cubicBezTo>
                    <a:pt x="933" y="391"/>
                    <a:pt x="934" y="391"/>
                    <a:pt x="935" y="389"/>
                  </a:cubicBezTo>
                  <a:cubicBezTo>
                    <a:pt x="936" y="387"/>
                    <a:pt x="937" y="384"/>
                    <a:pt x="937" y="383"/>
                  </a:cubicBezTo>
                  <a:cubicBezTo>
                    <a:pt x="937" y="383"/>
                    <a:pt x="936" y="382"/>
                    <a:pt x="936" y="382"/>
                  </a:cubicBezTo>
                  <a:cubicBezTo>
                    <a:pt x="935" y="377"/>
                    <a:pt x="936" y="374"/>
                    <a:pt x="941" y="372"/>
                  </a:cubicBezTo>
                  <a:cubicBezTo>
                    <a:pt x="943" y="371"/>
                    <a:pt x="945" y="371"/>
                    <a:pt x="947" y="371"/>
                  </a:cubicBezTo>
                  <a:cubicBezTo>
                    <a:pt x="948" y="371"/>
                    <a:pt x="949" y="370"/>
                    <a:pt x="950" y="370"/>
                  </a:cubicBezTo>
                  <a:cubicBezTo>
                    <a:pt x="950" y="370"/>
                    <a:pt x="950" y="370"/>
                    <a:pt x="950" y="369"/>
                  </a:cubicBezTo>
                  <a:cubicBezTo>
                    <a:pt x="951" y="368"/>
                    <a:pt x="952" y="365"/>
                    <a:pt x="955" y="364"/>
                  </a:cubicBezTo>
                  <a:cubicBezTo>
                    <a:pt x="958" y="362"/>
                    <a:pt x="961" y="364"/>
                    <a:pt x="963" y="365"/>
                  </a:cubicBezTo>
                  <a:cubicBezTo>
                    <a:pt x="963" y="364"/>
                    <a:pt x="963" y="364"/>
                    <a:pt x="963" y="364"/>
                  </a:cubicBezTo>
                  <a:cubicBezTo>
                    <a:pt x="965" y="361"/>
                    <a:pt x="967" y="358"/>
                    <a:pt x="972" y="358"/>
                  </a:cubicBezTo>
                  <a:cubicBezTo>
                    <a:pt x="972" y="358"/>
                    <a:pt x="973" y="358"/>
                    <a:pt x="974" y="358"/>
                  </a:cubicBezTo>
                  <a:cubicBezTo>
                    <a:pt x="974" y="358"/>
                    <a:pt x="975" y="359"/>
                    <a:pt x="976" y="359"/>
                  </a:cubicBezTo>
                  <a:cubicBezTo>
                    <a:pt x="977" y="358"/>
                    <a:pt x="979" y="358"/>
                    <a:pt x="980" y="358"/>
                  </a:cubicBezTo>
                  <a:cubicBezTo>
                    <a:pt x="980" y="358"/>
                    <a:pt x="980" y="358"/>
                    <a:pt x="980" y="358"/>
                  </a:cubicBezTo>
                  <a:cubicBezTo>
                    <a:pt x="980" y="358"/>
                    <a:pt x="980" y="358"/>
                    <a:pt x="981" y="358"/>
                  </a:cubicBezTo>
                  <a:cubicBezTo>
                    <a:pt x="981" y="358"/>
                    <a:pt x="981" y="358"/>
                    <a:pt x="981" y="358"/>
                  </a:cubicBezTo>
                  <a:cubicBezTo>
                    <a:pt x="982" y="356"/>
                    <a:pt x="984" y="355"/>
                    <a:pt x="985" y="354"/>
                  </a:cubicBezTo>
                  <a:cubicBezTo>
                    <a:pt x="987" y="353"/>
                    <a:pt x="987" y="351"/>
                    <a:pt x="988" y="348"/>
                  </a:cubicBezTo>
                  <a:cubicBezTo>
                    <a:pt x="989" y="347"/>
                    <a:pt x="989" y="346"/>
                    <a:pt x="989" y="345"/>
                  </a:cubicBezTo>
                  <a:cubicBezTo>
                    <a:pt x="990" y="342"/>
                    <a:pt x="992" y="340"/>
                    <a:pt x="995" y="337"/>
                  </a:cubicBezTo>
                  <a:cubicBezTo>
                    <a:pt x="995" y="337"/>
                    <a:pt x="996" y="335"/>
                    <a:pt x="997" y="334"/>
                  </a:cubicBezTo>
                  <a:cubicBezTo>
                    <a:pt x="997" y="334"/>
                    <a:pt x="996" y="334"/>
                    <a:pt x="996" y="334"/>
                  </a:cubicBezTo>
                  <a:cubicBezTo>
                    <a:pt x="994" y="333"/>
                    <a:pt x="993" y="331"/>
                    <a:pt x="993" y="330"/>
                  </a:cubicBezTo>
                  <a:cubicBezTo>
                    <a:pt x="992" y="329"/>
                    <a:pt x="990" y="328"/>
                    <a:pt x="989" y="326"/>
                  </a:cubicBezTo>
                  <a:cubicBezTo>
                    <a:pt x="989" y="326"/>
                    <a:pt x="989" y="326"/>
                    <a:pt x="988" y="326"/>
                  </a:cubicBezTo>
                  <a:cubicBezTo>
                    <a:pt x="986" y="326"/>
                    <a:pt x="984" y="326"/>
                    <a:pt x="982" y="325"/>
                  </a:cubicBezTo>
                  <a:cubicBezTo>
                    <a:pt x="981" y="325"/>
                    <a:pt x="980" y="325"/>
                    <a:pt x="979" y="325"/>
                  </a:cubicBezTo>
                  <a:cubicBezTo>
                    <a:pt x="978" y="324"/>
                    <a:pt x="977" y="324"/>
                    <a:pt x="976" y="323"/>
                  </a:cubicBezTo>
                  <a:cubicBezTo>
                    <a:pt x="973" y="322"/>
                    <a:pt x="970" y="318"/>
                    <a:pt x="968" y="315"/>
                  </a:cubicBezTo>
                  <a:cubicBezTo>
                    <a:pt x="968" y="314"/>
                    <a:pt x="968" y="313"/>
                    <a:pt x="968" y="311"/>
                  </a:cubicBezTo>
                  <a:cubicBezTo>
                    <a:pt x="968" y="311"/>
                    <a:pt x="967" y="311"/>
                    <a:pt x="967" y="311"/>
                  </a:cubicBezTo>
                  <a:cubicBezTo>
                    <a:pt x="966" y="310"/>
                    <a:pt x="965" y="308"/>
                    <a:pt x="964" y="307"/>
                  </a:cubicBezTo>
                  <a:cubicBezTo>
                    <a:pt x="963" y="306"/>
                    <a:pt x="962" y="305"/>
                    <a:pt x="961" y="304"/>
                  </a:cubicBezTo>
                  <a:cubicBezTo>
                    <a:pt x="961" y="303"/>
                    <a:pt x="959" y="303"/>
                    <a:pt x="958" y="302"/>
                  </a:cubicBezTo>
                  <a:cubicBezTo>
                    <a:pt x="955" y="300"/>
                    <a:pt x="951" y="298"/>
                    <a:pt x="949" y="295"/>
                  </a:cubicBezTo>
                  <a:cubicBezTo>
                    <a:pt x="946" y="293"/>
                    <a:pt x="946" y="293"/>
                    <a:pt x="946" y="293"/>
                  </a:cubicBezTo>
                  <a:cubicBezTo>
                    <a:pt x="945" y="293"/>
                    <a:pt x="945" y="293"/>
                    <a:pt x="944" y="293"/>
                  </a:cubicBezTo>
                  <a:cubicBezTo>
                    <a:pt x="941" y="293"/>
                    <a:pt x="937" y="293"/>
                    <a:pt x="935" y="291"/>
                  </a:cubicBezTo>
                  <a:cubicBezTo>
                    <a:pt x="933" y="290"/>
                    <a:pt x="932" y="288"/>
                    <a:pt x="931" y="286"/>
                  </a:cubicBezTo>
                  <a:cubicBezTo>
                    <a:pt x="930" y="286"/>
                    <a:pt x="930" y="285"/>
                    <a:pt x="930" y="285"/>
                  </a:cubicBezTo>
                  <a:cubicBezTo>
                    <a:pt x="927" y="281"/>
                    <a:pt x="925" y="278"/>
                    <a:pt x="925" y="273"/>
                  </a:cubicBezTo>
                  <a:cubicBezTo>
                    <a:pt x="925" y="272"/>
                    <a:pt x="925" y="271"/>
                    <a:pt x="924" y="270"/>
                  </a:cubicBezTo>
                  <a:cubicBezTo>
                    <a:pt x="923" y="269"/>
                    <a:pt x="922" y="267"/>
                    <a:pt x="921" y="264"/>
                  </a:cubicBezTo>
                  <a:cubicBezTo>
                    <a:pt x="921" y="261"/>
                    <a:pt x="920" y="258"/>
                    <a:pt x="919" y="256"/>
                  </a:cubicBezTo>
                  <a:cubicBezTo>
                    <a:pt x="919" y="253"/>
                    <a:pt x="918" y="250"/>
                    <a:pt x="918" y="247"/>
                  </a:cubicBezTo>
                  <a:cubicBezTo>
                    <a:pt x="917" y="245"/>
                    <a:pt x="916" y="242"/>
                    <a:pt x="916" y="240"/>
                  </a:cubicBezTo>
                  <a:cubicBezTo>
                    <a:pt x="914" y="236"/>
                    <a:pt x="912" y="231"/>
                    <a:pt x="913" y="226"/>
                  </a:cubicBezTo>
                  <a:cubicBezTo>
                    <a:pt x="914" y="220"/>
                    <a:pt x="913" y="216"/>
                    <a:pt x="910" y="209"/>
                  </a:cubicBezTo>
                  <a:cubicBezTo>
                    <a:pt x="909" y="206"/>
                    <a:pt x="909" y="204"/>
                    <a:pt x="909" y="201"/>
                  </a:cubicBezTo>
                  <a:cubicBezTo>
                    <a:pt x="909" y="200"/>
                    <a:pt x="909" y="198"/>
                    <a:pt x="909" y="197"/>
                  </a:cubicBezTo>
                  <a:cubicBezTo>
                    <a:pt x="908" y="194"/>
                    <a:pt x="908" y="190"/>
                    <a:pt x="907" y="187"/>
                  </a:cubicBezTo>
                  <a:cubicBezTo>
                    <a:pt x="907" y="185"/>
                    <a:pt x="907" y="185"/>
                    <a:pt x="907" y="185"/>
                  </a:cubicBezTo>
                  <a:cubicBezTo>
                    <a:pt x="907" y="184"/>
                    <a:pt x="907" y="183"/>
                    <a:pt x="907" y="182"/>
                  </a:cubicBezTo>
                  <a:cubicBezTo>
                    <a:pt x="907" y="181"/>
                    <a:pt x="907" y="181"/>
                    <a:pt x="907" y="181"/>
                  </a:cubicBezTo>
                  <a:cubicBezTo>
                    <a:pt x="907" y="179"/>
                    <a:pt x="907" y="177"/>
                    <a:pt x="908" y="175"/>
                  </a:cubicBezTo>
                  <a:cubicBezTo>
                    <a:pt x="908" y="174"/>
                    <a:pt x="909" y="174"/>
                    <a:pt x="909" y="173"/>
                  </a:cubicBezTo>
                  <a:cubicBezTo>
                    <a:pt x="910" y="171"/>
                    <a:pt x="909" y="169"/>
                    <a:pt x="908" y="167"/>
                  </a:cubicBezTo>
                  <a:cubicBezTo>
                    <a:pt x="907" y="163"/>
                    <a:pt x="906" y="159"/>
                    <a:pt x="905" y="155"/>
                  </a:cubicBezTo>
                  <a:cubicBezTo>
                    <a:pt x="905" y="151"/>
                    <a:pt x="904" y="148"/>
                    <a:pt x="902" y="144"/>
                  </a:cubicBezTo>
                  <a:cubicBezTo>
                    <a:pt x="901" y="143"/>
                    <a:pt x="900" y="142"/>
                    <a:pt x="900" y="140"/>
                  </a:cubicBezTo>
                  <a:cubicBezTo>
                    <a:pt x="900" y="137"/>
                    <a:pt x="901" y="136"/>
                    <a:pt x="901" y="135"/>
                  </a:cubicBezTo>
                  <a:cubicBezTo>
                    <a:pt x="901" y="135"/>
                    <a:pt x="901" y="134"/>
                    <a:pt x="901" y="134"/>
                  </a:cubicBezTo>
                  <a:cubicBezTo>
                    <a:pt x="901" y="133"/>
                    <a:pt x="900" y="131"/>
                    <a:pt x="900" y="128"/>
                  </a:cubicBezTo>
                  <a:cubicBezTo>
                    <a:pt x="900" y="127"/>
                    <a:pt x="901" y="127"/>
                    <a:pt x="901" y="126"/>
                  </a:cubicBezTo>
                  <a:cubicBezTo>
                    <a:pt x="900" y="125"/>
                    <a:pt x="899" y="124"/>
                    <a:pt x="898" y="122"/>
                  </a:cubicBezTo>
                  <a:cubicBezTo>
                    <a:pt x="898" y="121"/>
                    <a:pt x="897" y="119"/>
                    <a:pt x="896" y="118"/>
                  </a:cubicBezTo>
                  <a:cubicBezTo>
                    <a:pt x="893" y="113"/>
                    <a:pt x="890" y="108"/>
                    <a:pt x="887" y="103"/>
                  </a:cubicBezTo>
                  <a:cubicBezTo>
                    <a:pt x="886" y="100"/>
                    <a:pt x="886" y="97"/>
                    <a:pt x="885" y="94"/>
                  </a:cubicBezTo>
                  <a:cubicBezTo>
                    <a:pt x="885" y="91"/>
                    <a:pt x="885" y="91"/>
                    <a:pt x="885" y="91"/>
                  </a:cubicBezTo>
                  <a:cubicBezTo>
                    <a:pt x="885" y="90"/>
                    <a:pt x="885" y="89"/>
                    <a:pt x="885" y="87"/>
                  </a:cubicBezTo>
                  <a:cubicBezTo>
                    <a:pt x="885" y="86"/>
                    <a:pt x="885" y="84"/>
                    <a:pt x="885" y="84"/>
                  </a:cubicBezTo>
                  <a:cubicBezTo>
                    <a:pt x="884" y="82"/>
                    <a:pt x="883" y="81"/>
                    <a:pt x="883" y="80"/>
                  </a:cubicBezTo>
                  <a:cubicBezTo>
                    <a:pt x="883" y="79"/>
                    <a:pt x="883" y="78"/>
                    <a:pt x="883" y="78"/>
                  </a:cubicBezTo>
                  <a:cubicBezTo>
                    <a:pt x="883" y="77"/>
                    <a:pt x="883" y="76"/>
                    <a:pt x="883" y="75"/>
                  </a:cubicBezTo>
                  <a:cubicBezTo>
                    <a:pt x="882" y="74"/>
                    <a:pt x="882" y="74"/>
                    <a:pt x="881" y="73"/>
                  </a:cubicBezTo>
                  <a:cubicBezTo>
                    <a:pt x="880" y="72"/>
                    <a:pt x="880" y="72"/>
                    <a:pt x="879" y="71"/>
                  </a:cubicBezTo>
                  <a:cubicBezTo>
                    <a:pt x="879" y="71"/>
                    <a:pt x="878" y="71"/>
                    <a:pt x="878" y="71"/>
                  </a:cubicBezTo>
                  <a:cubicBezTo>
                    <a:pt x="877" y="71"/>
                    <a:pt x="876" y="70"/>
                    <a:pt x="875" y="70"/>
                  </a:cubicBezTo>
                  <a:cubicBezTo>
                    <a:pt x="873" y="68"/>
                    <a:pt x="872" y="67"/>
                    <a:pt x="870" y="66"/>
                  </a:cubicBezTo>
                  <a:cubicBezTo>
                    <a:pt x="869" y="65"/>
                    <a:pt x="868" y="64"/>
                    <a:pt x="868" y="63"/>
                  </a:cubicBezTo>
                  <a:cubicBezTo>
                    <a:pt x="867" y="63"/>
                    <a:pt x="867" y="63"/>
                    <a:pt x="867" y="63"/>
                  </a:cubicBezTo>
                  <a:cubicBezTo>
                    <a:pt x="866" y="63"/>
                    <a:pt x="865" y="62"/>
                    <a:pt x="863" y="62"/>
                  </a:cubicBezTo>
                  <a:cubicBezTo>
                    <a:pt x="859" y="60"/>
                    <a:pt x="856" y="55"/>
                    <a:pt x="854" y="51"/>
                  </a:cubicBezTo>
                  <a:cubicBezTo>
                    <a:pt x="854" y="51"/>
                    <a:pt x="853" y="51"/>
                    <a:pt x="853" y="51"/>
                  </a:cubicBezTo>
                  <a:cubicBezTo>
                    <a:pt x="852" y="50"/>
                    <a:pt x="851" y="49"/>
                    <a:pt x="850" y="48"/>
                  </a:cubicBezTo>
                  <a:cubicBezTo>
                    <a:pt x="849" y="47"/>
                    <a:pt x="849" y="45"/>
                    <a:pt x="849" y="44"/>
                  </a:cubicBezTo>
                  <a:cubicBezTo>
                    <a:pt x="847" y="41"/>
                    <a:pt x="845" y="40"/>
                    <a:pt x="841" y="39"/>
                  </a:cubicBezTo>
                  <a:cubicBezTo>
                    <a:pt x="840" y="39"/>
                    <a:pt x="839" y="39"/>
                    <a:pt x="838" y="38"/>
                  </a:cubicBezTo>
                  <a:cubicBezTo>
                    <a:pt x="836" y="38"/>
                    <a:pt x="834" y="38"/>
                    <a:pt x="832" y="37"/>
                  </a:cubicBezTo>
                  <a:cubicBezTo>
                    <a:pt x="829" y="36"/>
                    <a:pt x="823" y="33"/>
                    <a:pt x="821" y="30"/>
                  </a:cubicBezTo>
                  <a:cubicBezTo>
                    <a:pt x="820" y="29"/>
                    <a:pt x="819" y="27"/>
                    <a:pt x="819" y="26"/>
                  </a:cubicBezTo>
                  <a:cubicBezTo>
                    <a:pt x="818" y="26"/>
                    <a:pt x="817" y="25"/>
                    <a:pt x="817" y="25"/>
                  </a:cubicBezTo>
                  <a:cubicBezTo>
                    <a:pt x="813" y="22"/>
                    <a:pt x="811" y="18"/>
                    <a:pt x="810" y="13"/>
                  </a:cubicBezTo>
                  <a:cubicBezTo>
                    <a:pt x="807" y="16"/>
                    <a:pt x="804" y="19"/>
                    <a:pt x="802" y="21"/>
                  </a:cubicBezTo>
                  <a:cubicBezTo>
                    <a:pt x="800" y="23"/>
                    <a:pt x="800" y="23"/>
                    <a:pt x="800" y="23"/>
                  </a:cubicBezTo>
                  <a:cubicBezTo>
                    <a:pt x="798" y="25"/>
                    <a:pt x="796" y="27"/>
                    <a:pt x="794" y="29"/>
                  </a:cubicBezTo>
                  <a:cubicBezTo>
                    <a:pt x="792" y="30"/>
                    <a:pt x="790" y="32"/>
                    <a:pt x="788" y="32"/>
                  </a:cubicBezTo>
                  <a:cubicBezTo>
                    <a:pt x="786" y="32"/>
                    <a:pt x="785" y="31"/>
                    <a:pt x="783" y="31"/>
                  </a:cubicBezTo>
                  <a:cubicBezTo>
                    <a:pt x="782" y="30"/>
                    <a:pt x="781" y="30"/>
                    <a:pt x="780" y="30"/>
                  </a:cubicBezTo>
                  <a:cubicBezTo>
                    <a:pt x="779" y="29"/>
                    <a:pt x="777" y="29"/>
                    <a:pt x="776" y="28"/>
                  </a:cubicBezTo>
                  <a:cubicBezTo>
                    <a:pt x="775" y="29"/>
                    <a:pt x="775" y="31"/>
                    <a:pt x="775" y="32"/>
                  </a:cubicBezTo>
                  <a:cubicBezTo>
                    <a:pt x="774" y="34"/>
                    <a:pt x="774" y="35"/>
                    <a:pt x="774" y="35"/>
                  </a:cubicBezTo>
                  <a:cubicBezTo>
                    <a:pt x="772" y="39"/>
                    <a:pt x="771" y="43"/>
                    <a:pt x="770" y="46"/>
                  </a:cubicBezTo>
                  <a:cubicBezTo>
                    <a:pt x="766" y="55"/>
                    <a:pt x="766" y="55"/>
                    <a:pt x="766" y="55"/>
                  </a:cubicBezTo>
                  <a:cubicBezTo>
                    <a:pt x="764" y="61"/>
                    <a:pt x="761" y="63"/>
                    <a:pt x="754" y="65"/>
                  </a:cubicBezTo>
                  <a:cubicBezTo>
                    <a:pt x="733" y="68"/>
                    <a:pt x="733" y="68"/>
                    <a:pt x="733" y="68"/>
                  </a:cubicBezTo>
                  <a:cubicBezTo>
                    <a:pt x="731" y="69"/>
                    <a:pt x="731" y="70"/>
                    <a:pt x="729" y="75"/>
                  </a:cubicBezTo>
                  <a:cubicBezTo>
                    <a:pt x="729" y="75"/>
                    <a:pt x="729" y="75"/>
                    <a:pt x="729" y="75"/>
                  </a:cubicBezTo>
                  <a:cubicBezTo>
                    <a:pt x="730" y="76"/>
                    <a:pt x="730" y="77"/>
                    <a:pt x="730" y="77"/>
                  </a:cubicBezTo>
                  <a:cubicBezTo>
                    <a:pt x="730" y="79"/>
                    <a:pt x="729" y="80"/>
                    <a:pt x="728" y="81"/>
                  </a:cubicBezTo>
                  <a:cubicBezTo>
                    <a:pt x="728" y="81"/>
                    <a:pt x="728" y="81"/>
                    <a:pt x="728" y="82"/>
                  </a:cubicBezTo>
                  <a:cubicBezTo>
                    <a:pt x="727" y="83"/>
                    <a:pt x="726" y="86"/>
                    <a:pt x="726" y="88"/>
                  </a:cubicBezTo>
                  <a:cubicBezTo>
                    <a:pt x="725" y="89"/>
                    <a:pt x="725" y="90"/>
                    <a:pt x="725" y="91"/>
                  </a:cubicBezTo>
                  <a:cubicBezTo>
                    <a:pt x="723" y="97"/>
                    <a:pt x="715" y="98"/>
                    <a:pt x="698" y="99"/>
                  </a:cubicBezTo>
                  <a:cubicBezTo>
                    <a:pt x="697" y="99"/>
                    <a:pt x="696" y="100"/>
                    <a:pt x="695" y="100"/>
                  </a:cubicBezTo>
                  <a:cubicBezTo>
                    <a:pt x="691" y="100"/>
                    <a:pt x="687" y="97"/>
                    <a:pt x="685" y="95"/>
                  </a:cubicBezTo>
                  <a:cubicBezTo>
                    <a:pt x="685" y="95"/>
                    <a:pt x="684" y="94"/>
                    <a:pt x="684" y="94"/>
                  </a:cubicBezTo>
                  <a:cubicBezTo>
                    <a:pt x="670" y="84"/>
                    <a:pt x="670" y="84"/>
                    <a:pt x="670" y="84"/>
                  </a:cubicBezTo>
                  <a:cubicBezTo>
                    <a:pt x="668" y="82"/>
                    <a:pt x="665" y="82"/>
                    <a:pt x="661" y="82"/>
                  </a:cubicBezTo>
                  <a:cubicBezTo>
                    <a:pt x="660" y="82"/>
                    <a:pt x="658" y="82"/>
                    <a:pt x="656" y="82"/>
                  </a:cubicBezTo>
                  <a:cubicBezTo>
                    <a:pt x="654" y="82"/>
                    <a:pt x="652" y="82"/>
                    <a:pt x="651" y="82"/>
                  </a:cubicBezTo>
                  <a:cubicBezTo>
                    <a:pt x="569" y="82"/>
                    <a:pt x="569" y="82"/>
                    <a:pt x="569" y="82"/>
                  </a:cubicBezTo>
                  <a:cubicBezTo>
                    <a:pt x="566" y="82"/>
                    <a:pt x="564" y="80"/>
                    <a:pt x="564" y="79"/>
                  </a:cubicBezTo>
                  <a:cubicBezTo>
                    <a:pt x="563" y="78"/>
                    <a:pt x="562" y="76"/>
                    <a:pt x="563" y="74"/>
                  </a:cubicBezTo>
                  <a:cubicBezTo>
                    <a:pt x="563" y="74"/>
                    <a:pt x="563" y="74"/>
                    <a:pt x="563" y="74"/>
                  </a:cubicBezTo>
                  <a:cubicBezTo>
                    <a:pt x="560" y="79"/>
                    <a:pt x="559" y="82"/>
                    <a:pt x="553" y="82"/>
                  </a:cubicBezTo>
                  <a:cubicBezTo>
                    <a:pt x="549" y="82"/>
                    <a:pt x="549" y="82"/>
                    <a:pt x="549" y="82"/>
                  </a:cubicBezTo>
                  <a:cubicBezTo>
                    <a:pt x="188" y="82"/>
                    <a:pt x="188" y="82"/>
                    <a:pt x="188" y="82"/>
                  </a:cubicBezTo>
                  <a:cubicBezTo>
                    <a:pt x="188" y="107"/>
                    <a:pt x="189" y="133"/>
                    <a:pt x="189" y="158"/>
                  </a:cubicBezTo>
                  <a:cubicBezTo>
                    <a:pt x="191" y="206"/>
                    <a:pt x="191" y="206"/>
                    <a:pt x="191" y="206"/>
                  </a:cubicBezTo>
                  <a:cubicBezTo>
                    <a:pt x="191" y="207"/>
                    <a:pt x="190" y="208"/>
                    <a:pt x="189" y="209"/>
                  </a:cubicBezTo>
                  <a:cubicBezTo>
                    <a:pt x="188" y="210"/>
                    <a:pt x="187" y="210"/>
                    <a:pt x="186" y="210"/>
                  </a:cubicBezTo>
                  <a:cubicBezTo>
                    <a:pt x="138" y="211"/>
                    <a:pt x="138" y="211"/>
                    <a:pt x="138" y="211"/>
                  </a:cubicBezTo>
                  <a:cubicBezTo>
                    <a:pt x="137" y="211"/>
                    <a:pt x="135" y="211"/>
                    <a:pt x="133" y="212"/>
                  </a:cubicBezTo>
                  <a:cubicBezTo>
                    <a:pt x="132" y="212"/>
                    <a:pt x="132" y="213"/>
                    <a:pt x="131" y="213"/>
                  </a:cubicBezTo>
                  <a:cubicBezTo>
                    <a:pt x="131" y="213"/>
                    <a:pt x="131" y="214"/>
                    <a:pt x="131" y="215"/>
                  </a:cubicBezTo>
                  <a:cubicBezTo>
                    <a:pt x="131" y="230"/>
                    <a:pt x="131" y="230"/>
                    <a:pt x="131" y="230"/>
                  </a:cubicBezTo>
                  <a:cubicBezTo>
                    <a:pt x="132" y="251"/>
                    <a:pt x="132" y="272"/>
                    <a:pt x="133" y="293"/>
                  </a:cubicBezTo>
                  <a:cubicBezTo>
                    <a:pt x="134" y="335"/>
                    <a:pt x="135" y="377"/>
                    <a:pt x="135" y="419"/>
                  </a:cubicBezTo>
                  <a:cubicBezTo>
                    <a:pt x="136" y="431"/>
                    <a:pt x="136" y="431"/>
                    <a:pt x="136" y="431"/>
                  </a:cubicBezTo>
                  <a:cubicBezTo>
                    <a:pt x="136" y="445"/>
                    <a:pt x="136" y="459"/>
                    <a:pt x="137" y="473"/>
                  </a:cubicBezTo>
                  <a:cubicBezTo>
                    <a:pt x="137" y="474"/>
                    <a:pt x="137" y="474"/>
                    <a:pt x="137" y="474"/>
                  </a:cubicBezTo>
                  <a:cubicBezTo>
                    <a:pt x="137" y="480"/>
                    <a:pt x="138" y="483"/>
                    <a:pt x="135" y="485"/>
                  </a:cubicBezTo>
                  <a:cubicBezTo>
                    <a:pt x="132" y="488"/>
                    <a:pt x="129" y="487"/>
                    <a:pt x="120" y="484"/>
                  </a:cubicBezTo>
                  <a:cubicBezTo>
                    <a:pt x="118" y="484"/>
                    <a:pt x="115" y="483"/>
                    <a:pt x="114" y="483"/>
                  </a:cubicBezTo>
                  <a:cubicBezTo>
                    <a:pt x="109" y="482"/>
                    <a:pt x="107" y="483"/>
                    <a:pt x="102" y="485"/>
                  </a:cubicBezTo>
                  <a:cubicBezTo>
                    <a:pt x="99" y="486"/>
                    <a:pt x="99" y="486"/>
                    <a:pt x="99" y="486"/>
                  </a:cubicBezTo>
                  <a:cubicBezTo>
                    <a:pt x="95" y="488"/>
                    <a:pt x="91" y="487"/>
                    <a:pt x="87" y="486"/>
                  </a:cubicBezTo>
                  <a:cubicBezTo>
                    <a:pt x="86" y="486"/>
                    <a:pt x="85" y="486"/>
                    <a:pt x="84" y="486"/>
                  </a:cubicBezTo>
                  <a:cubicBezTo>
                    <a:pt x="83" y="486"/>
                    <a:pt x="83" y="486"/>
                    <a:pt x="82" y="486"/>
                  </a:cubicBezTo>
                  <a:cubicBezTo>
                    <a:pt x="81" y="486"/>
                    <a:pt x="81" y="486"/>
                    <a:pt x="78" y="488"/>
                  </a:cubicBezTo>
                  <a:cubicBezTo>
                    <a:pt x="78" y="489"/>
                    <a:pt x="77" y="490"/>
                    <a:pt x="76" y="491"/>
                  </a:cubicBezTo>
                  <a:cubicBezTo>
                    <a:pt x="74" y="492"/>
                    <a:pt x="73" y="493"/>
                    <a:pt x="73" y="494"/>
                  </a:cubicBezTo>
                  <a:cubicBezTo>
                    <a:pt x="73" y="494"/>
                    <a:pt x="72" y="494"/>
                    <a:pt x="72" y="494"/>
                  </a:cubicBezTo>
                  <a:cubicBezTo>
                    <a:pt x="72" y="494"/>
                    <a:pt x="73" y="495"/>
                    <a:pt x="73" y="495"/>
                  </a:cubicBezTo>
                  <a:cubicBezTo>
                    <a:pt x="77" y="499"/>
                    <a:pt x="77" y="504"/>
                    <a:pt x="77" y="507"/>
                  </a:cubicBezTo>
                  <a:cubicBezTo>
                    <a:pt x="76" y="511"/>
                    <a:pt x="75" y="514"/>
                    <a:pt x="74" y="518"/>
                  </a:cubicBezTo>
                  <a:cubicBezTo>
                    <a:pt x="73" y="519"/>
                    <a:pt x="73" y="519"/>
                    <a:pt x="73" y="519"/>
                  </a:cubicBezTo>
                  <a:cubicBezTo>
                    <a:pt x="72" y="521"/>
                    <a:pt x="72" y="522"/>
                    <a:pt x="70" y="523"/>
                  </a:cubicBezTo>
                  <a:cubicBezTo>
                    <a:pt x="69" y="524"/>
                    <a:pt x="68" y="524"/>
                    <a:pt x="67" y="525"/>
                  </a:cubicBezTo>
                  <a:cubicBezTo>
                    <a:pt x="67" y="525"/>
                    <a:pt x="67" y="525"/>
                    <a:pt x="67" y="525"/>
                  </a:cubicBezTo>
                  <a:cubicBezTo>
                    <a:pt x="65" y="526"/>
                    <a:pt x="64" y="528"/>
                    <a:pt x="63" y="529"/>
                  </a:cubicBezTo>
                  <a:cubicBezTo>
                    <a:pt x="63" y="530"/>
                    <a:pt x="63" y="530"/>
                    <a:pt x="63" y="530"/>
                  </a:cubicBezTo>
                  <a:cubicBezTo>
                    <a:pt x="62" y="531"/>
                    <a:pt x="62" y="532"/>
                    <a:pt x="61" y="534"/>
                  </a:cubicBezTo>
                  <a:cubicBezTo>
                    <a:pt x="61" y="535"/>
                    <a:pt x="60" y="536"/>
                    <a:pt x="59" y="537"/>
                  </a:cubicBezTo>
                  <a:cubicBezTo>
                    <a:pt x="58" y="538"/>
                    <a:pt x="58" y="538"/>
                    <a:pt x="58" y="541"/>
                  </a:cubicBezTo>
                  <a:cubicBezTo>
                    <a:pt x="59" y="542"/>
                    <a:pt x="59" y="542"/>
                    <a:pt x="59" y="542"/>
                  </a:cubicBezTo>
                  <a:cubicBezTo>
                    <a:pt x="60" y="549"/>
                    <a:pt x="56" y="551"/>
                    <a:pt x="52" y="552"/>
                  </a:cubicBezTo>
                  <a:cubicBezTo>
                    <a:pt x="52" y="552"/>
                    <a:pt x="51" y="552"/>
                    <a:pt x="51" y="552"/>
                  </a:cubicBezTo>
                  <a:cubicBezTo>
                    <a:pt x="49" y="553"/>
                    <a:pt x="49" y="553"/>
                    <a:pt x="49" y="553"/>
                  </a:cubicBezTo>
                  <a:cubicBezTo>
                    <a:pt x="48" y="553"/>
                    <a:pt x="44" y="554"/>
                    <a:pt x="42" y="555"/>
                  </a:cubicBezTo>
                  <a:cubicBezTo>
                    <a:pt x="43" y="556"/>
                    <a:pt x="43" y="556"/>
                    <a:pt x="44" y="557"/>
                  </a:cubicBezTo>
                  <a:cubicBezTo>
                    <a:pt x="45" y="559"/>
                    <a:pt x="45" y="562"/>
                    <a:pt x="45" y="563"/>
                  </a:cubicBezTo>
                  <a:cubicBezTo>
                    <a:pt x="45" y="564"/>
                    <a:pt x="45" y="564"/>
                    <a:pt x="45" y="565"/>
                  </a:cubicBezTo>
                  <a:cubicBezTo>
                    <a:pt x="45" y="566"/>
                    <a:pt x="46" y="567"/>
                    <a:pt x="46" y="569"/>
                  </a:cubicBezTo>
                  <a:cubicBezTo>
                    <a:pt x="46" y="570"/>
                    <a:pt x="46" y="570"/>
                    <a:pt x="46" y="571"/>
                  </a:cubicBezTo>
                  <a:cubicBezTo>
                    <a:pt x="47" y="571"/>
                    <a:pt x="49" y="572"/>
                    <a:pt x="50" y="573"/>
                  </a:cubicBezTo>
                  <a:cubicBezTo>
                    <a:pt x="53" y="576"/>
                    <a:pt x="52" y="582"/>
                    <a:pt x="51" y="584"/>
                  </a:cubicBezTo>
                  <a:cubicBezTo>
                    <a:pt x="49" y="587"/>
                    <a:pt x="47" y="587"/>
                    <a:pt x="46" y="588"/>
                  </a:cubicBezTo>
                  <a:cubicBezTo>
                    <a:pt x="46" y="588"/>
                    <a:pt x="46" y="588"/>
                    <a:pt x="45" y="588"/>
                  </a:cubicBezTo>
                  <a:cubicBezTo>
                    <a:pt x="45" y="588"/>
                    <a:pt x="45" y="589"/>
                    <a:pt x="44" y="589"/>
                  </a:cubicBezTo>
                  <a:cubicBezTo>
                    <a:pt x="44" y="590"/>
                    <a:pt x="43" y="590"/>
                    <a:pt x="43" y="591"/>
                  </a:cubicBezTo>
                  <a:cubicBezTo>
                    <a:pt x="42" y="592"/>
                    <a:pt x="41" y="592"/>
                    <a:pt x="39" y="592"/>
                  </a:cubicBezTo>
                  <a:cubicBezTo>
                    <a:pt x="39" y="592"/>
                    <a:pt x="39" y="592"/>
                    <a:pt x="39" y="592"/>
                  </a:cubicBezTo>
                  <a:cubicBezTo>
                    <a:pt x="38" y="592"/>
                    <a:pt x="38" y="592"/>
                    <a:pt x="38" y="592"/>
                  </a:cubicBezTo>
                  <a:cubicBezTo>
                    <a:pt x="37" y="593"/>
                    <a:pt x="35" y="594"/>
                    <a:pt x="34" y="595"/>
                  </a:cubicBezTo>
                  <a:cubicBezTo>
                    <a:pt x="31" y="597"/>
                    <a:pt x="30" y="598"/>
                    <a:pt x="27" y="601"/>
                  </a:cubicBezTo>
                  <a:cubicBezTo>
                    <a:pt x="26" y="603"/>
                    <a:pt x="26" y="603"/>
                    <a:pt x="26" y="603"/>
                  </a:cubicBezTo>
                  <a:cubicBezTo>
                    <a:pt x="26" y="603"/>
                    <a:pt x="25" y="604"/>
                    <a:pt x="25" y="605"/>
                  </a:cubicBezTo>
                  <a:cubicBezTo>
                    <a:pt x="26" y="606"/>
                    <a:pt x="26" y="606"/>
                    <a:pt x="27" y="608"/>
                  </a:cubicBezTo>
                  <a:cubicBezTo>
                    <a:pt x="27" y="609"/>
                    <a:pt x="27" y="610"/>
                    <a:pt x="27" y="611"/>
                  </a:cubicBezTo>
                  <a:cubicBezTo>
                    <a:pt x="28" y="612"/>
                    <a:pt x="29" y="613"/>
                    <a:pt x="30" y="614"/>
                  </a:cubicBezTo>
                  <a:cubicBezTo>
                    <a:pt x="31" y="616"/>
                    <a:pt x="32" y="619"/>
                    <a:pt x="32" y="621"/>
                  </a:cubicBezTo>
                  <a:cubicBezTo>
                    <a:pt x="33" y="623"/>
                    <a:pt x="33" y="624"/>
                    <a:pt x="33" y="625"/>
                  </a:cubicBezTo>
                  <a:cubicBezTo>
                    <a:pt x="34" y="626"/>
                    <a:pt x="34" y="626"/>
                    <a:pt x="34" y="626"/>
                  </a:cubicBezTo>
                  <a:cubicBezTo>
                    <a:pt x="36" y="629"/>
                    <a:pt x="37" y="632"/>
                    <a:pt x="34" y="637"/>
                  </a:cubicBezTo>
                  <a:cubicBezTo>
                    <a:pt x="33" y="639"/>
                    <a:pt x="32" y="640"/>
                    <a:pt x="30" y="641"/>
                  </a:cubicBezTo>
                  <a:cubicBezTo>
                    <a:pt x="30" y="642"/>
                    <a:pt x="29" y="643"/>
                    <a:pt x="29" y="643"/>
                  </a:cubicBezTo>
                  <a:cubicBezTo>
                    <a:pt x="26" y="646"/>
                    <a:pt x="24" y="647"/>
                    <a:pt x="21" y="649"/>
                  </a:cubicBezTo>
                  <a:cubicBezTo>
                    <a:pt x="20" y="650"/>
                    <a:pt x="18" y="650"/>
                    <a:pt x="17" y="652"/>
                  </a:cubicBezTo>
                  <a:cubicBezTo>
                    <a:pt x="14" y="656"/>
                    <a:pt x="10" y="662"/>
                    <a:pt x="10" y="667"/>
                  </a:cubicBezTo>
                  <a:cubicBezTo>
                    <a:pt x="9" y="669"/>
                    <a:pt x="12" y="673"/>
                    <a:pt x="15" y="674"/>
                  </a:cubicBezTo>
                  <a:cubicBezTo>
                    <a:pt x="17" y="674"/>
                    <a:pt x="20" y="673"/>
                    <a:pt x="21" y="673"/>
                  </a:cubicBezTo>
                  <a:cubicBezTo>
                    <a:pt x="21" y="673"/>
                    <a:pt x="21" y="672"/>
                    <a:pt x="22" y="672"/>
                  </a:cubicBezTo>
                  <a:cubicBezTo>
                    <a:pt x="23" y="670"/>
                    <a:pt x="25" y="667"/>
                    <a:pt x="27" y="667"/>
                  </a:cubicBezTo>
                  <a:cubicBezTo>
                    <a:pt x="30" y="666"/>
                    <a:pt x="33" y="668"/>
                    <a:pt x="37" y="671"/>
                  </a:cubicBezTo>
                  <a:cubicBezTo>
                    <a:pt x="38" y="672"/>
                    <a:pt x="39" y="673"/>
                    <a:pt x="39" y="673"/>
                  </a:cubicBezTo>
                  <a:cubicBezTo>
                    <a:pt x="40" y="673"/>
                    <a:pt x="40" y="673"/>
                    <a:pt x="40" y="673"/>
                  </a:cubicBezTo>
                  <a:cubicBezTo>
                    <a:pt x="46" y="676"/>
                    <a:pt x="48" y="678"/>
                    <a:pt x="45" y="686"/>
                  </a:cubicBezTo>
                  <a:cubicBezTo>
                    <a:pt x="45" y="686"/>
                    <a:pt x="45" y="687"/>
                    <a:pt x="44" y="688"/>
                  </a:cubicBezTo>
                  <a:cubicBezTo>
                    <a:pt x="44" y="688"/>
                    <a:pt x="44" y="689"/>
                    <a:pt x="44" y="689"/>
                  </a:cubicBezTo>
                  <a:cubicBezTo>
                    <a:pt x="44" y="689"/>
                    <a:pt x="44" y="690"/>
                    <a:pt x="44" y="690"/>
                  </a:cubicBezTo>
                  <a:cubicBezTo>
                    <a:pt x="45" y="692"/>
                    <a:pt x="46" y="694"/>
                    <a:pt x="46" y="696"/>
                  </a:cubicBezTo>
                  <a:cubicBezTo>
                    <a:pt x="48" y="700"/>
                    <a:pt x="48" y="700"/>
                    <a:pt x="48" y="700"/>
                  </a:cubicBezTo>
                  <a:cubicBezTo>
                    <a:pt x="49" y="702"/>
                    <a:pt x="50" y="705"/>
                    <a:pt x="50" y="708"/>
                  </a:cubicBezTo>
                  <a:cubicBezTo>
                    <a:pt x="50" y="709"/>
                    <a:pt x="50" y="709"/>
                    <a:pt x="50" y="710"/>
                  </a:cubicBezTo>
                  <a:cubicBezTo>
                    <a:pt x="51" y="710"/>
                    <a:pt x="51" y="710"/>
                    <a:pt x="52" y="710"/>
                  </a:cubicBezTo>
                  <a:cubicBezTo>
                    <a:pt x="54" y="709"/>
                    <a:pt x="55" y="710"/>
                    <a:pt x="57" y="711"/>
                  </a:cubicBezTo>
                  <a:cubicBezTo>
                    <a:pt x="57" y="712"/>
                    <a:pt x="58" y="714"/>
                    <a:pt x="58" y="715"/>
                  </a:cubicBezTo>
                  <a:cubicBezTo>
                    <a:pt x="58" y="716"/>
                    <a:pt x="58" y="716"/>
                    <a:pt x="58" y="716"/>
                  </a:cubicBezTo>
                  <a:cubicBezTo>
                    <a:pt x="58" y="718"/>
                    <a:pt x="57" y="719"/>
                    <a:pt x="57" y="720"/>
                  </a:cubicBezTo>
                  <a:cubicBezTo>
                    <a:pt x="57" y="720"/>
                    <a:pt x="57" y="721"/>
                    <a:pt x="56" y="721"/>
                  </a:cubicBezTo>
                  <a:cubicBezTo>
                    <a:pt x="56" y="724"/>
                    <a:pt x="56" y="724"/>
                    <a:pt x="56" y="724"/>
                  </a:cubicBezTo>
                  <a:cubicBezTo>
                    <a:pt x="54" y="729"/>
                    <a:pt x="53" y="737"/>
                    <a:pt x="54" y="741"/>
                  </a:cubicBezTo>
                  <a:cubicBezTo>
                    <a:pt x="55" y="744"/>
                    <a:pt x="57" y="746"/>
                    <a:pt x="62" y="748"/>
                  </a:cubicBezTo>
                  <a:cubicBezTo>
                    <a:pt x="64" y="749"/>
                    <a:pt x="65" y="751"/>
                    <a:pt x="66" y="752"/>
                  </a:cubicBezTo>
                  <a:cubicBezTo>
                    <a:pt x="66" y="752"/>
                    <a:pt x="66" y="752"/>
                    <a:pt x="67" y="752"/>
                  </a:cubicBezTo>
                  <a:cubicBezTo>
                    <a:pt x="67" y="752"/>
                    <a:pt x="68" y="752"/>
                    <a:pt x="69" y="752"/>
                  </a:cubicBezTo>
                  <a:cubicBezTo>
                    <a:pt x="75" y="752"/>
                    <a:pt x="76" y="757"/>
                    <a:pt x="77" y="760"/>
                  </a:cubicBezTo>
                  <a:cubicBezTo>
                    <a:pt x="78" y="762"/>
                    <a:pt x="78" y="762"/>
                    <a:pt x="78" y="762"/>
                  </a:cubicBezTo>
                  <a:cubicBezTo>
                    <a:pt x="79" y="767"/>
                    <a:pt x="79" y="770"/>
                    <a:pt x="78" y="775"/>
                  </a:cubicBezTo>
                  <a:cubicBezTo>
                    <a:pt x="77" y="777"/>
                    <a:pt x="77" y="779"/>
                    <a:pt x="76" y="781"/>
                  </a:cubicBezTo>
                  <a:cubicBezTo>
                    <a:pt x="75" y="783"/>
                    <a:pt x="73" y="788"/>
                    <a:pt x="74" y="789"/>
                  </a:cubicBezTo>
                  <a:cubicBezTo>
                    <a:pt x="74" y="790"/>
                    <a:pt x="75" y="791"/>
                    <a:pt x="76" y="792"/>
                  </a:cubicBezTo>
                  <a:cubicBezTo>
                    <a:pt x="78" y="795"/>
                    <a:pt x="79" y="798"/>
                    <a:pt x="82" y="800"/>
                  </a:cubicBezTo>
                  <a:cubicBezTo>
                    <a:pt x="83" y="801"/>
                    <a:pt x="84" y="802"/>
                    <a:pt x="85" y="802"/>
                  </a:cubicBezTo>
                  <a:cubicBezTo>
                    <a:pt x="86" y="804"/>
                    <a:pt x="88" y="806"/>
                    <a:pt x="90" y="807"/>
                  </a:cubicBezTo>
                  <a:cubicBezTo>
                    <a:pt x="96" y="813"/>
                    <a:pt x="101" y="819"/>
                    <a:pt x="106" y="828"/>
                  </a:cubicBezTo>
                  <a:cubicBezTo>
                    <a:pt x="111" y="835"/>
                    <a:pt x="115" y="842"/>
                    <a:pt x="119" y="849"/>
                  </a:cubicBezTo>
                  <a:cubicBezTo>
                    <a:pt x="124" y="858"/>
                    <a:pt x="125" y="868"/>
                    <a:pt x="121" y="876"/>
                  </a:cubicBezTo>
                  <a:cubicBezTo>
                    <a:pt x="120" y="878"/>
                    <a:pt x="120" y="879"/>
                    <a:pt x="120" y="881"/>
                  </a:cubicBezTo>
                  <a:cubicBezTo>
                    <a:pt x="121" y="882"/>
                    <a:pt x="122" y="884"/>
                    <a:pt x="122" y="886"/>
                  </a:cubicBezTo>
                  <a:cubicBezTo>
                    <a:pt x="122" y="888"/>
                    <a:pt x="122" y="889"/>
                    <a:pt x="121" y="890"/>
                  </a:cubicBezTo>
                  <a:cubicBezTo>
                    <a:pt x="121" y="890"/>
                    <a:pt x="121" y="891"/>
                    <a:pt x="121" y="891"/>
                  </a:cubicBezTo>
                  <a:cubicBezTo>
                    <a:pt x="120" y="896"/>
                    <a:pt x="119" y="898"/>
                    <a:pt x="116" y="901"/>
                  </a:cubicBezTo>
                  <a:cubicBezTo>
                    <a:pt x="114" y="904"/>
                    <a:pt x="112" y="904"/>
                    <a:pt x="111" y="905"/>
                  </a:cubicBezTo>
                  <a:cubicBezTo>
                    <a:pt x="110" y="905"/>
                    <a:pt x="110" y="907"/>
                    <a:pt x="110" y="908"/>
                  </a:cubicBezTo>
                  <a:cubicBezTo>
                    <a:pt x="110" y="908"/>
                    <a:pt x="111" y="908"/>
                    <a:pt x="112" y="908"/>
                  </a:cubicBezTo>
                  <a:cubicBezTo>
                    <a:pt x="117" y="908"/>
                    <a:pt x="117" y="913"/>
                    <a:pt x="118" y="915"/>
                  </a:cubicBezTo>
                  <a:cubicBezTo>
                    <a:pt x="118" y="917"/>
                    <a:pt x="116" y="920"/>
                    <a:pt x="115" y="923"/>
                  </a:cubicBezTo>
                  <a:cubicBezTo>
                    <a:pt x="115" y="923"/>
                    <a:pt x="114" y="924"/>
                    <a:pt x="114" y="924"/>
                  </a:cubicBezTo>
                  <a:cubicBezTo>
                    <a:pt x="115" y="924"/>
                    <a:pt x="116" y="924"/>
                    <a:pt x="117" y="924"/>
                  </a:cubicBezTo>
                  <a:cubicBezTo>
                    <a:pt x="122" y="925"/>
                    <a:pt x="122" y="925"/>
                    <a:pt x="125" y="925"/>
                  </a:cubicBezTo>
                  <a:cubicBezTo>
                    <a:pt x="127" y="924"/>
                    <a:pt x="131" y="925"/>
                    <a:pt x="133" y="925"/>
                  </a:cubicBezTo>
                  <a:cubicBezTo>
                    <a:pt x="135" y="925"/>
                    <a:pt x="135" y="925"/>
                    <a:pt x="135" y="925"/>
                  </a:cubicBezTo>
                  <a:cubicBezTo>
                    <a:pt x="137" y="925"/>
                    <a:pt x="138" y="926"/>
                    <a:pt x="140" y="926"/>
                  </a:cubicBezTo>
                  <a:cubicBezTo>
                    <a:pt x="141" y="926"/>
                    <a:pt x="142" y="927"/>
                    <a:pt x="144" y="927"/>
                  </a:cubicBezTo>
                  <a:cubicBezTo>
                    <a:pt x="145" y="927"/>
                    <a:pt x="146" y="927"/>
                    <a:pt x="146" y="927"/>
                  </a:cubicBezTo>
                  <a:cubicBezTo>
                    <a:pt x="147" y="927"/>
                    <a:pt x="148" y="927"/>
                    <a:pt x="149" y="927"/>
                  </a:cubicBezTo>
                  <a:cubicBezTo>
                    <a:pt x="151" y="927"/>
                    <a:pt x="155" y="927"/>
                    <a:pt x="157" y="930"/>
                  </a:cubicBezTo>
                  <a:cubicBezTo>
                    <a:pt x="159" y="932"/>
                    <a:pt x="159" y="939"/>
                    <a:pt x="158" y="941"/>
                  </a:cubicBezTo>
                  <a:cubicBezTo>
                    <a:pt x="158" y="942"/>
                    <a:pt x="156" y="943"/>
                    <a:pt x="155" y="944"/>
                  </a:cubicBezTo>
                  <a:cubicBezTo>
                    <a:pt x="153" y="947"/>
                    <a:pt x="152" y="950"/>
                    <a:pt x="152" y="951"/>
                  </a:cubicBezTo>
                  <a:cubicBezTo>
                    <a:pt x="152" y="952"/>
                    <a:pt x="153" y="952"/>
                    <a:pt x="154" y="953"/>
                  </a:cubicBezTo>
                  <a:cubicBezTo>
                    <a:pt x="156" y="954"/>
                    <a:pt x="158" y="954"/>
                    <a:pt x="161" y="954"/>
                  </a:cubicBezTo>
                  <a:cubicBezTo>
                    <a:pt x="163" y="954"/>
                    <a:pt x="167" y="954"/>
                    <a:pt x="170" y="956"/>
                  </a:cubicBezTo>
                  <a:cubicBezTo>
                    <a:pt x="171" y="956"/>
                    <a:pt x="171" y="957"/>
                    <a:pt x="172" y="957"/>
                  </a:cubicBezTo>
                  <a:cubicBezTo>
                    <a:pt x="173" y="958"/>
                    <a:pt x="174" y="958"/>
                    <a:pt x="174" y="958"/>
                  </a:cubicBezTo>
                  <a:cubicBezTo>
                    <a:pt x="176" y="957"/>
                    <a:pt x="178" y="957"/>
                    <a:pt x="180" y="957"/>
                  </a:cubicBezTo>
                  <a:cubicBezTo>
                    <a:pt x="181" y="958"/>
                    <a:pt x="181" y="958"/>
                    <a:pt x="181" y="958"/>
                  </a:cubicBezTo>
                  <a:cubicBezTo>
                    <a:pt x="186" y="958"/>
                    <a:pt x="191" y="959"/>
                    <a:pt x="194" y="962"/>
                  </a:cubicBezTo>
                  <a:cubicBezTo>
                    <a:pt x="197" y="964"/>
                    <a:pt x="198" y="967"/>
                    <a:pt x="199" y="969"/>
                  </a:cubicBezTo>
                  <a:cubicBezTo>
                    <a:pt x="199" y="969"/>
                    <a:pt x="200" y="970"/>
                    <a:pt x="200" y="971"/>
                  </a:cubicBezTo>
                  <a:cubicBezTo>
                    <a:pt x="202" y="973"/>
                    <a:pt x="203" y="974"/>
                    <a:pt x="205" y="976"/>
                  </a:cubicBezTo>
                  <a:cubicBezTo>
                    <a:pt x="206" y="977"/>
                    <a:pt x="206" y="977"/>
                    <a:pt x="206" y="977"/>
                  </a:cubicBezTo>
                  <a:cubicBezTo>
                    <a:pt x="206" y="977"/>
                    <a:pt x="206" y="978"/>
                    <a:pt x="206" y="978"/>
                  </a:cubicBezTo>
                  <a:cubicBezTo>
                    <a:pt x="208" y="978"/>
                    <a:pt x="212" y="978"/>
                    <a:pt x="213" y="979"/>
                  </a:cubicBezTo>
                  <a:cubicBezTo>
                    <a:pt x="218" y="982"/>
                    <a:pt x="221" y="985"/>
                    <a:pt x="222" y="990"/>
                  </a:cubicBezTo>
                  <a:cubicBezTo>
                    <a:pt x="223" y="995"/>
                    <a:pt x="222" y="998"/>
                    <a:pt x="221" y="1001"/>
                  </a:cubicBezTo>
                  <a:cubicBezTo>
                    <a:pt x="220" y="1003"/>
                    <a:pt x="218" y="1004"/>
                    <a:pt x="216" y="1005"/>
                  </a:cubicBezTo>
                  <a:cubicBezTo>
                    <a:pt x="216" y="1005"/>
                    <a:pt x="217" y="1005"/>
                    <a:pt x="217" y="1005"/>
                  </a:cubicBezTo>
                  <a:cubicBezTo>
                    <a:pt x="221" y="1007"/>
                    <a:pt x="223" y="1010"/>
                    <a:pt x="224" y="1012"/>
                  </a:cubicBezTo>
                  <a:cubicBezTo>
                    <a:pt x="224" y="1012"/>
                    <a:pt x="225" y="1013"/>
                    <a:pt x="225" y="1014"/>
                  </a:cubicBezTo>
                  <a:cubicBezTo>
                    <a:pt x="226" y="1015"/>
                    <a:pt x="229" y="1017"/>
                    <a:pt x="231" y="1018"/>
                  </a:cubicBezTo>
                  <a:cubicBezTo>
                    <a:pt x="235" y="1020"/>
                    <a:pt x="235" y="1020"/>
                    <a:pt x="235" y="1020"/>
                  </a:cubicBezTo>
                  <a:cubicBezTo>
                    <a:pt x="237" y="1021"/>
                    <a:pt x="239" y="1022"/>
                    <a:pt x="240" y="1022"/>
                  </a:cubicBezTo>
                  <a:cubicBezTo>
                    <a:pt x="243" y="1024"/>
                    <a:pt x="246" y="1025"/>
                    <a:pt x="250" y="1026"/>
                  </a:cubicBezTo>
                  <a:cubicBezTo>
                    <a:pt x="250" y="1026"/>
                    <a:pt x="250" y="1026"/>
                    <a:pt x="251" y="1026"/>
                  </a:cubicBezTo>
                  <a:cubicBezTo>
                    <a:pt x="251" y="1027"/>
                    <a:pt x="253" y="1029"/>
                    <a:pt x="254" y="1030"/>
                  </a:cubicBezTo>
                  <a:cubicBezTo>
                    <a:pt x="255" y="1030"/>
                    <a:pt x="256" y="1031"/>
                    <a:pt x="256" y="1031"/>
                  </a:cubicBezTo>
                  <a:cubicBezTo>
                    <a:pt x="257" y="1032"/>
                    <a:pt x="257" y="1032"/>
                    <a:pt x="258" y="1032"/>
                  </a:cubicBezTo>
                  <a:cubicBezTo>
                    <a:pt x="258" y="1032"/>
                    <a:pt x="258" y="1033"/>
                    <a:pt x="258" y="1033"/>
                  </a:cubicBezTo>
                  <a:cubicBezTo>
                    <a:pt x="260" y="1033"/>
                    <a:pt x="261" y="1034"/>
                    <a:pt x="262" y="1035"/>
                  </a:cubicBezTo>
                  <a:cubicBezTo>
                    <a:pt x="263" y="1035"/>
                    <a:pt x="265" y="1036"/>
                    <a:pt x="266" y="1037"/>
                  </a:cubicBezTo>
                  <a:cubicBezTo>
                    <a:pt x="268" y="1038"/>
                    <a:pt x="268" y="1041"/>
                    <a:pt x="268" y="1042"/>
                  </a:cubicBezTo>
                  <a:cubicBezTo>
                    <a:pt x="269" y="1043"/>
                    <a:pt x="270" y="1044"/>
                    <a:pt x="270" y="1045"/>
                  </a:cubicBezTo>
                  <a:cubicBezTo>
                    <a:pt x="271" y="1047"/>
                    <a:pt x="272" y="1047"/>
                    <a:pt x="273" y="1048"/>
                  </a:cubicBezTo>
                  <a:cubicBezTo>
                    <a:pt x="274" y="1049"/>
                    <a:pt x="275" y="1050"/>
                    <a:pt x="276" y="1051"/>
                  </a:cubicBezTo>
                  <a:cubicBezTo>
                    <a:pt x="278" y="1053"/>
                    <a:pt x="279" y="1053"/>
                    <a:pt x="281" y="1054"/>
                  </a:cubicBezTo>
                  <a:cubicBezTo>
                    <a:pt x="283" y="1055"/>
                    <a:pt x="283" y="1055"/>
                    <a:pt x="283" y="1055"/>
                  </a:cubicBezTo>
                  <a:cubicBezTo>
                    <a:pt x="286" y="1057"/>
                    <a:pt x="288" y="1059"/>
                    <a:pt x="289" y="1062"/>
                  </a:cubicBezTo>
                  <a:cubicBezTo>
                    <a:pt x="290" y="1065"/>
                    <a:pt x="288" y="1067"/>
                    <a:pt x="287" y="1070"/>
                  </a:cubicBezTo>
                  <a:cubicBezTo>
                    <a:pt x="285" y="1073"/>
                    <a:pt x="283" y="1075"/>
                    <a:pt x="284" y="1077"/>
                  </a:cubicBezTo>
                  <a:cubicBezTo>
                    <a:pt x="284" y="1077"/>
                    <a:pt x="287" y="1080"/>
                    <a:pt x="288" y="1080"/>
                  </a:cubicBezTo>
                  <a:cubicBezTo>
                    <a:pt x="290" y="1081"/>
                    <a:pt x="292" y="1081"/>
                    <a:pt x="293" y="1085"/>
                  </a:cubicBezTo>
                  <a:cubicBezTo>
                    <a:pt x="294" y="1085"/>
                    <a:pt x="294" y="1085"/>
                    <a:pt x="294" y="1086"/>
                  </a:cubicBezTo>
                  <a:cubicBezTo>
                    <a:pt x="295" y="1086"/>
                    <a:pt x="296" y="1087"/>
                    <a:pt x="296" y="1088"/>
                  </a:cubicBezTo>
                  <a:cubicBezTo>
                    <a:pt x="298" y="1090"/>
                    <a:pt x="298" y="1093"/>
                    <a:pt x="296" y="1095"/>
                  </a:cubicBezTo>
                  <a:cubicBezTo>
                    <a:pt x="297" y="1096"/>
                    <a:pt x="297" y="1097"/>
                    <a:pt x="297" y="1097"/>
                  </a:cubicBezTo>
                  <a:cubicBezTo>
                    <a:pt x="298" y="1098"/>
                    <a:pt x="300" y="1099"/>
                    <a:pt x="301" y="1099"/>
                  </a:cubicBezTo>
                  <a:cubicBezTo>
                    <a:pt x="301" y="1099"/>
                    <a:pt x="302" y="1099"/>
                    <a:pt x="304" y="1099"/>
                  </a:cubicBezTo>
                  <a:cubicBezTo>
                    <a:pt x="306" y="1099"/>
                    <a:pt x="309" y="1100"/>
                    <a:pt x="312" y="1102"/>
                  </a:cubicBezTo>
                  <a:cubicBezTo>
                    <a:pt x="313" y="1103"/>
                    <a:pt x="314" y="1104"/>
                    <a:pt x="315" y="1106"/>
                  </a:cubicBezTo>
                  <a:cubicBezTo>
                    <a:pt x="315" y="1106"/>
                    <a:pt x="315" y="1106"/>
                    <a:pt x="315" y="1106"/>
                  </a:cubicBezTo>
                  <a:cubicBezTo>
                    <a:pt x="317" y="1106"/>
                    <a:pt x="319" y="1107"/>
                    <a:pt x="320" y="1109"/>
                  </a:cubicBezTo>
                  <a:cubicBezTo>
                    <a:pt x="320" y="1109"/>
                    <a:pt x="321" y="1109"/>
                    <a:pt x="321" y="1109"/>
                  </a:cubicBezTo>
                  <a:cubicBezTo>
                    <a:pt x="322" y="1109"/>
                    <a:pt x="323" y="1109"/>
                    <a:pt x="325" y="1110"/>
                  </a:cubicBezTo>
                  <a:cubicBezTo>
                    <a:pt x="326" y="1110"/>
                    <a:pt x="327" y="1112"/>
                    <a:pt x="327" y="1113"/>
                  </a:cubicBezTo>
                  <a:cubicBezTo>
                    <a:pt x="329" y="1113"/>
                    <a:pt x="330" y="1113"/>
                    <a:pt x="332" y="1115"/>
                  </a:cubicBezTo>
                  <a:cubicBezTo>
                    <a:pt x="334" y="1116"/>
                    <a:pt x="337" y="1119"/>
                    <a:pt x="337" y="1120"/>
                  </a:cubicBezTo>
                  <a:cubicBezTo>
                    <a:pt x="338" y="1121"/>
                    <a:pt x="340" y="1123"/>
                    <a:pt x="341" y="1125"/>
                  </a:cubicBezTo>
                  <a:cubicBezTo>
                    <a:pt x="341" y="1126"/>
                    <a:pt x="341" y="1126"/>
                    <a:pt x="341" y="1126"/>
                  </a:cubicBezTo>
                  <a:cubicBezTo>
                    <a:pt x="341" y="1127"/>
                    <a:pt x="342" y="1127"/>
                    <a:pt x="342" y="1128"/>
                  </a:cubicBezTo>
                  <a:cubicBezTo>
                    <a:pt x="344" y="1130"/>
                    <a:pt x="344" y="1133"/>
                    <a:pt x="343" y="1135"/>
                  </a:cubicBezTo>
                  <a:cubicBezTo>
                    <a:pt x="343" y="1136"/>
                    <a:pt x="342" y="1137"/>
                    <a:pt x="342" y="1138"/>
                  </a:cubicBezTo>
                  <a:cubicBezTo>
                    <a:pt x="341" y="1139"/>
                    <a:pt x="341" y="1140"/>
                    <a:pt x="341" y="1141"/>
                  </a:cubicBezTo>
                  <a:cubicBezTo>
                    <a:pt x="341" y="1143"/>
                    <a:pt x="342" y="1146"/>
                    <a:pt x="343" y="1148"/>
                  </a:cubicBezTo>
                  <a:cubicBezTo>
                    <a:pt x="344" y="1150"/>
                    <a:pt x="344" y="1150"/>
                    <a:pt x="344" y="1150"/>
                  </a:cubicBezTo>
                  <a:cubicBezTo>
                    <a:pt x="344" y="1151"/>
                    <a:pt x="345" y="1152"/>
                    <a:pt x="347" y="1153"/>
                  </a:cubicBezTo>
                  <a:cubicBezTo>
                    <a:pt x="348" y="1154"/>
                    <a:pt x="349" y="1155"/>
                    <a:pt x="350" y="1156"/>
                  </a:cubicBezTo>
                  <a:cubicBezTo>
                    <a:pt x="352" y="1158"/>
                    <a:pt x="353" y="1161"/>
                    <a:pt x="354" y="1163"/>
                  </a:cubicBezTo>
                  <a:cubicBezTo>
                    <a:pt x="354" y="1163"/>
                    <a:pt x="354" y="1164"/>
                    <a:pt x="354" y="1165"/>
                  </a:cubicBezTo>
                  <a:cubicBezTo>
                    <a:pt x="355" y="1166"/>
                    <a:pt x="358" y="1170"/>
                    <a:pt x="359" y="1170"/>
                  </a:cubicBezTo>
                  <a:cubicBezTo>
                    <a:pt x="360" y="1171"/>
                    <a:pt x="361" y="1171"/>
                    <a:pt x="361" y="1171"/>
                  </a:cubicBezTo>
                  <a:cubicBezTo>
                    <a:pt x="364" y="1171"/>
                    <a:pt x="367" y="1172"/>
                    <a:pt x="369" y="1176"/>
                  </a:cubicBezTo>
                  <a:cubicBezTo>
                    <a:pt x="369" y="1177"/>
                    <a:pt x="369" y="1177"/>
                    <a:pt x="369" y="1178"/>
                  </a:cubicBezTo>
                  <a:cubicBezTo>
                    <a:pt x="371" y="1178"/>
                    <a:pt x="373" y="1179"/>
                    <a:pt x="374" y="1182"/>
                  </a:cubicBezTo>
                  <a:cubicBezTo>
                    <a:pt x="375" y="1185"/>
                    <a:pt x="375" y="1187"/>
                    <a:pt x="374" y="1188"/>
                  </a:cubicBezTo>
                  <a:cubicBezTo>
                    <a:pt x="374" y="1189"/>
                    <a:pt x="374" y="1190"/>
                    <a:pt x="374" y="1190"/>
                  </a:cubicBezTo>
                  <a:cubicBezTo>
                    <a:pt x="375" y="1191"/>
                    <a:pt x="376" y="1192"/>
                    <a:pt x="377" y="1192"/>
                  </a:cubicBezTo>
                  <a:cubicBezTo>
                    <a:pt x="378" y="1192"/>
                    <a:pt x="378" y="1192"/>
                    <a:pt x="379" y="1192"/>
                  </a:cubicBezTo>
                  <a:cubicBezTo>
                    <a:pt x="382" y="1191"/>
                    <a:pt x="385" y="1191"/>
                    <a:pt x="388" y="1193"/>
                  </a:cubicBezTo>
                  <a:cubicBezTo>
                    <a:pt x="390" y="1195"/>
                    <a:pt x="390" y="1198"/>
                    <a:pt x="390" y="1199"/>
                  </a:cubicBezTo>
                  <a:cubicBezTo>
                    <a:pt x="390" y="1199"/>
                    <a:pt x="390" y="1199"/>
                    <a:pt x="390" y="1199"/>
                  </a:cubicBezTo>
                  <a:cubicBezTo>
                    <a:pt x="390" y="1199"/>
                    <a:pt x="391" y="1200"/>
                    <a:pt x="391" y="1200"/>
                  </a:cubicBezTo>
                  <a:cubicBezTo>
                    <a:pt x="394" y="1201"/>
                    <a:pt x="395" y="1202"/>
                    <a:pt x="395" y="1204"/>
                  </a:cubicBezTo>
                  <a:cubicBezTo>
                    <a:pt x="396" y="1205"/>
                    <a:pt x="397" y="1205"/>
                    <a:pt x="397" y="1205"/>
                  </a:cubicBezTo>
                  <a:cubicBezTo>
                    <a:pt x="398" y="1205"/>
                    <a:pt x="398" y="1205"/>
                    <a:pt x="398" y="1205"/>
                  </a:cubicBezTo>
                  <a:cubicBezTo>
                    <a:pt x="401" y="1205"/>
                    <a:pt x="401" y="1205"/>
                    <a:pt x="401" y="1205"/>
                  </a:cubicBezTo>
                  <a:cubicBezTo>
                    <a:pt x="402" y="1205"/>
                    <a:pt x="405" y="1205"/>
                    <a:pt x="407" y="1207"/>
                  </a:cubicBezTo>
                  <a:cubicBezTo>
                    <a:pt x="408" y="1207"/>
                    <a:pt x="408" y="1208"/>
                    <a:pt x="409" y="1208"/>
                  </a:cubicBezTo>
                  <a:cubicBezTo>
                    <a:pt x="409" y="1208"/>
                    <a:pt x="409" y="1208"/>
                    <a:pt x="409" y="1208"/>
                  </a:cubicBezTo>
                  <a:cubicBezTo>
                    <a:pt x="410" y="1206"/>
                    <a:pt x="411" y="1205"/>
                    <a:pt x="413" y="1204"/>
                  </a:cubicBezTo>
                  <a:cubicBezTo>
                    <a:pt x="414" y="1204"/>
                    <a:pt x="415" y="1204"/>
                    <a:pt x="415" y="1204"/>
                  </a:cubicBezTo>
                  <a:cubicBezTo>
                    <a:pt x="416" y="1203"/>
                    <a:pt x="416" y="1203"/>
                    <a:pt x="417" y="1202"/>
                  </a:cubicBezTo>
                  <a:cubicBezTo>
                    <a:pt x="420" y="1201"/>
                    <a:pt x="420" y="1201"/>
                    <a:pt x="420" y="1200"/>
                  </a:cubicBezTo>
                  <a:cubicBezTo>
                    <a:pt x="421" y="1199"/>
                    <a:pt x="421" y="1199"/>
                    <a:pt x="421" y="1199"/>
                  </a:cubicBezTo>
                  <a:cubicBezTo>
                    <a:pt x="422" y="1197"/>
                    <a:pt x="424" y="1193"/>
                    <a:pt x="429" y="1193"/>
                  </a:cubicBezTo>
                  <a:cubicBezTo>
                    <a:pt x="429" y="1193"/>
                    <a:pt x="430" y="1193"/>
                    <a:pt x="430" y="1193"/>
                  </a:cubicBezTo>
                  <a:cubicBezTo>
                    <a:pt x="433" y="1193"/>
                    <a:pt x="435" y="1194"/>
                    <a:pt x="436" y="1197"/>
                  </a:cubicBezTo>
                  <a:cubicBezTo>
                    <a:pt x="437" y="1197"/>
                    <a:pt x="438" y="1197"/>
                    <a:pt x="439" y="1197"/>
                  </a:cubicBezTo>
                  <a:cubicBezTo>
                    <a:pt x="440" y="1196"/>
                    <a:pt x="441" y="1196"/>
                    <a:pt x="443" y="1196"/>
                  </a:cubicBezTo>
                  <a:cubicBezTo>
                    <a:pt x="443" y="1196"/>
                    <a:pt x="444" y="1196"/>
                    <a:pt x="444" y="1196"/>
                  </a:cubicBezTo>
                  <a:cubicBezTo>
                    <a:pt x="447" y="1197"/>
                    <a:pt x="448" y="1198"/>
                    <a:pt x="449" y="1198"/>
                  </a:cubicBezTo>
                  <a:cubicBezTo>
                    <a:pt x="450" y="1199"/>
                    <a:pt x="450" y="1199"/>
                    <a:pt x="450" y="1199"/>
                  </a:cubicBezTo>
                  <a:cubicBezTo>
                    <a:pt x="451" y="1200"/>
                    <a:pt x="452" y="1200"/>
                    <a:pt x="453" y="1200"/>
                  </a:cubicBezTo>
                  <a:cubicBezTo>
                    <a:pt x="454" y="1201"/>
                    <a:pt x="455" y="1202"/>
                    <a:pt x="456" y="1204"/>
                  </a:cubicBezTo>
                  <a:cubicBezTo>
                    <a:pt x="456" y="1204"/>
                    <a:pt x="456" y="1204"/>
                    <a:pt x="457" y="1205"/>
                  </a:cubicBezTo>
                  <a:cubicBezTo>
                    <a:pt x="457" y="1204"/>
                    <a:pt x="457" y="1204"/>
                    <a:pt x="457" y="1204"/>
                  </a:cubicBezTo>
                  <a:cubicBezTo>
                    <a:pt x="457" y="1204"/>
                    <a:pt x="458" y="1204"/>
                    <a:pt x="458" y="1204"/>
                  </a:cubicBezTo>
                  <a:cubicBezTo>
                    <a:pt x="459" y="1203"/>
                    <a:pt x="460" y="1203"/>
                    <a:pt x="460" y="1203"/>
                  </a:cubicBezTo>
                  <a:cubicBezTo>
                    <a:pt x="461" y="1202"/>
                    <a:pt x="461" y="1202"/>
                    <a:pt x="461" y="1201"/>
                  </a:cubicBezTo>
                  <a:cubicBezTo>
                    <a:pt x="462" y="1200"/>
                    <a:pt x="463" y="1199"/>
                    <a:pt x="464" y="1199"/>
                  </a:cubicBezTo>
                  <a:cubicBezTo>
                    <a:pt x="465" y="1197"/>
                    <a:pt x="466" y="1196"/>
                    <a:pt x="467" y="1194"/>
                  </a:cubicBezTo>
                  <a:cubicBezTo>
                    <a:pt x="467" y="1194"/>
                    <a:pt x="467" y="1194"/>
                    <a:pt x="467" y="1193"/>
                  </a:cubicBezTo>
                  <a:cubicBezTo>
                    <a:pt x="467" y="1191"/>
                    <a:pt x="468" y="1186"/>
                    <a:pt x="472" y="1184"/>
                  </a:cubicBezTo>
                  <a:cubicBezTo>
                    <a:pt x="474" y="1183"/>
                    <a:pt x="476" y="1184"/>
                    <a:pt x="477" y="1185"/>
                  </a:cubicBezTo>
                  <a:cubicBezTo>
                    <a:pt x="478" y="1185"/>
                    <a:pt x="482" y="1186"/>
                    <a:pt x="483" y="1186"/>
                  </a:cubicBezTo>
                  <a:cubicBezTo>
                    <a:pt x="485" y="1187"/>
                    <a:pt x="487" y="1188"/>
                    <a:pt x="488" y="1189"/>
                  </a:cubicBezTo>
                  <a:cubicBezTo>
                    <a:pt x="489" y="1190"/>
                    <a:pt x="489" y="1190"/>
                    <a:pt x="490" y="1191"/>
                  </a:cubicBezTo>
                  <a:cubicBezTo>
                    <a:pt x="491" y="1191"/>
                    <a:pt x="493" y="1191"/>
                    <a:pt x="495" y="1193"/>
                  </a:cubicBezTo>
                  <a:cubicBezTo>
                    <a:pt x="498" y="1196"/>
                    <a:pt x="497" y="1199"/>
                    <a:pt x="497" y="1201"/>
                  </a:cubicBezTo>
                  <a:cubicBezTo>
                    <a:pt x="497" y="1201"/>
                    <a:pt x="497" y="1201"/>
                    <a:pt x="497" y="1202"/>
                  </a:cubicBezTo>
                  <a:cubicBezTo>
                    <a:pt x="497" y="1203"/>
                    <a:pt x="497" y="1205"/>
                    <a:pt x="497" y="1205"/>
                  </a:cubicBezTo>
                  <a:cubicBezTo>
                    <a:pt x="497" y="1205"/>
                    <a:pt x="497" y="1206"/>
                    <a:pt x="498" y="1206"/>
                  </a:cubicBezTo>
                  <a:cubicBezTo>
                    <a:pt x="498" y="1206"/>
                    <a:pt x="499" y="1206"/>
                    <a:pt x="499" y="1206"/>
                  </a:cubicBezTo>
                  <a:cubicBezTo>
                    <a:pt x="501" y="1206"/>
                    <a:pt x="505" y="1207"/>
                    <a:pt x="506" y="1212"/>
                  </a:cubicBezTo>
                  <a:cubicBezTo>
                    <a:pt x="507" y="1213"/>
                    <a:pt x="507" y="1214"/>
                    <a:pt x="507" y="1214"/>
                  </a:cubicBezTo>
                  <a:cubicBezTo>
                    <a:pt x="508" y="1215"/>
                    <a:pt x="509" y="1215"/>
                    <a:pt x="510" y="1216"/>
                  </a:cubicBezTo>
                  <a:cubicBezTo>
                    <a:pt x="511" y="1218"/>
                    <a:pt x="511" y="1219"/>
                    <a:pt x="512" y="1220"/>
                  </a:cubicBezTo>
                  <a:cubicBezTo>
                    <a:pt x="512" y="1220"/>
                    <a:pt x="512" y="1220"/>
                    <a:pt x="512" y="1220"/>
                  </a:cubicBezTo>
                  <a:cubicBezTo>
                    <a:pt x="513" y="1220"/>
                    <a:pt x="515" y="1221"/>
                    <a:pt x="516" y="1222"/>
                  </a:cubicBezTo>
                  <a:cubicBezTo>
                    <a:pt x="518" y="1224"/>
                    <a:pt x="520" y="1228"/>
                    <a:pt x="521" y="1231"/>
                  </a:cubicBezTo>
                  <a:cubicBezTo>
                    <a:pt x="521" y="1231"/>
                    <a:pt x="522" y="1231"/>
                    <a:pt x="522" y="1231"/>
                  </a:cubicBezTo>
                  <a:cubicBezTo>
                    <a:pt x="524" y="1231"/>
                    <a:pt x="525" y="1232"/>
                    <a:pt x="526" y="1232"/>
                  </a:cubicBezTo>
                  <a:cubicBezTo>
                    <a:pt x="527" y="1233"/>
                    <a:pt x="529" y="1233"/>
                    <a:pt x="530" y="1234"/>
                  </a:cubicBezTo>
                  <a:cubicBezTo>
                    <a:pt x="531" y="1235"/>
                    <a:pt x="532" y="1235"/>
                    <a:pt x="533" y="1236"/>
                  </a:cubicBezTo>
                  <a:cubicBezTo>
                    <a:pt x="534" y="1236"/>
                    <a:pt x="535" y="1236"/>
                    <a:pt x="535" y="1236"/>
                  </a:cubicBezTo>
                  <a:cubicBezTo>
                    <a:pt x="537" y="1236"/>
                    <a:pt x="540" y="1237"/>
                    <a:pt x="542" y="1240"/>
                  </a:cubicBezTo>
                  <a:cubicBezTo>
                    <a:pt x="543" y="1240"/>
                    <a:pt x="544" y="1242"/>
                    <a:pt x="545" y="1251"/>
                  </a:cubicBezTo>
                  <a:cubicBezTo>
                    <a:pt x="545" y="1251"/>
                    <a:pt x="545" y="1251"/>
                    <a:pt x="545" y="1251"/>
                  </a:cubicBezTo>
                  <a:cubicBezTo>
                    <a:pt x="546" y="1251"/>
                    <a:pt x="546" y="1251"/>
                    <a:pt x="547" y="1251"/>
                  </a:cubicBezTo>
                  <a:cubicBezTo>
                    <a:pt x="548" y="1249"/>
                    <a:pt x="550" y="1248"/>
                    <a:pt x="551" y="1248"/>
                  </a:cubicBezTo>
                  <a:cubicBezTo>
                    <a:pt x="552" y="1248"/>
                    <a:pt x="553" y="1249"/>
                    <a:pt x="554" y="1249"/>
                  </a:cubicBezTo>
                  <a:cubicBezTo>
                    <a:pt x="556" y="1250"/>
                    <a:pt x="557" y="1252"/>
                    <a:pt x="557" y="1254"/>
                  </a:cubicBezTo>
                  <a:cubicBezTo>
                    <a:pt x="559" y="1252"/>
                    <a:pt x="561" y="1249"/>
                    <a:pt x="563" y="1248"/>
                  </a:cubicBezTo>
                  <a:cubicBezTo>
                    <a:pt x="567" y="1245"/>
                    <a:pt x="574" y="1241"/>
                    <a:pt x="581" y="1241"/>
                  </a:cubicBezTo>
                  <a:cubicBezTo>
                    <a:pt x="586" y="1241"/>
                    <a:pt x="590" y="1244"/>
                    <a:pt x="593" y="1246"/>
                  </a:cubicBezTo>
                  <a:cubicBezTo>
                    <a:pt x="595" y="1247"/>
                    <a:pt x="596" y="1248"/>
                    <a:pt x="598" y="1249"/>
                  </a:cubicBezTo>
                  <a:cubicBezTo>
                    <a:pt x="598" y="1249"/>
                    <a:pt x="598" y="1249"/>
                    <a:pt x="598" y="1249"/>
                  </a:cubicBezTo>
                  <a:cubicBezTo>
                    <a:pt x="599" y="1248"/>
                    <a:pt x="600" y="1248"/>
                    <a:pt x="601" y="1248"/>
                  </a:cubicBezTo>
                  <a:cubicBezTo>
                    <a:pt x="603" y="1247"/>
                    <a:pt x="603" y="1247"/>
                    <a:pt x="604" y="1247"/>
                  </a:cubicBezTo>
                  <a:cubicBezTo>
                    <a:pt x="605" y="1246"/>
                    <a:pt x="606" y="1246"/>
                    <a:pt x="606" y="1246"/>
                  </a:cubicBezTo>
                  <a:cubicBezTo>
                    <a:pt x="607" y="1246"/>
                    <a:pt x="607" y="1245"/>
                    <a:pt x="608" y="1244"/>
                  </a:cubicBezTo>
                  <a:cubicBezTo>
                    <a:pt x="610" y="1242"/>
                    <a:pt x="611" y="1239"/>
                    <a:pt x="614" y="1239"/>
                  </a:cubicBezTo>
                  <a:cubicBezTo>
                    <a:pt x="614" y="1239"/>
                    <a:pt x="614" y="1239"/>
                    <a:pt x="614" y="1239"/>
                  </a:cubicBezTo>
                  <a:cubicBezTo>
                    <a:pt x="621" y="1239"/>
                    <a:pt x="627" y="1252"/>
                    <a:pt x="627" y="1252"/>
                  </a:cubicBezTo>
                  <a:cubicBezTo>
                    <a:pt x="627" y="1253"/>
                    <a:pt x="627" y="1254"/>
                    <a:pt x="627" y="125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99" name="Freeform 89">
              <a:extLst>
                <a:ext uri="{FF2B5EF4-FFF2-40B4-BE49-F238E27FC236}">
                  <a16:creationId xmlns:a16="http://schemas.microsoft.com/office/drawing/2014/main" id="{9BF0FFA2-13BE-4C0C-BE09-E60772E51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5538" y="1677988"/>
              <a:ext cx="1136650" cy="1422400"/>
            </a:xfrm>
            <a:custGeom>
              <a:avLst/>
              <a:gdLst>
                <a:gd name="T0" fmla="*/ 851 w 1005"/>
                <a:gd name="T1" fmla="*/ 1146 h 1260"/>
                <a:gd name="T2" fmla="*/ 816 w 1005"/>
                <a:gd name="T3" fmla="*/ 1128 h 1260"/>
                <a:gd name="T4" fmla="*/ 789 w 1005"/>
                <a:gd name="T5" fmla="*/ 1068 h 1260"/>
                <a:gd name="T6" fmla="*/ 752 w 1005"/>
                <a:gd name="T7" fmla="*/ 1027 h 1260"/>
                <a:gd name="T8" fmla="*/ 713 w 1005"/>
                <a:gd name="T9" fmla="*/ 991 h 1260"/>
                <a:gd name="T10" fmla="*/ 690 w 1005"/>
                <a:gd name="T11" fmla="*/ 960 h 1260"/>
                <a:gd name="T12" fmla="*/ 694 w 1005"/>
                <a:gd name="T13" fmla="*/ 941 h 1260"/>
                <a:gd name="T14" fmla="*/ 731 w 1005"/>
                <a:gd name="T15" fmla="*/ 943 h 1260"/>
                <a:gd name="T16" fmla="*/ 757 w 1005"/>
                <a:gd name="T17" fmla="*/ 832 h 1260"/>
                <a:gd name="T18" fmla="*/ 789 w 1005"/>
                <a:gd name="T19" fmla="*/ 793 h 1260"/>
                <a:gd name="T20" fmla="*/ 880 w 1005"/>
                <a:gd name="T21" fmla="*/ 592 h 1260"/>
                <a:gd name="T22" fmla="*/ 885 w 1005"/>
                <a:gd name="T23" fmla="*/ 496 h 1260"/>
                <a:gd name="T24" fmla="*/ 902 w 1005"/>
                <a:gd name="T25" fmla="*/ 415 h 1260"/>
                <a:gd name="T26" fmla="*/ 920 w 1005"/>
                <a:gd name="T27" fmla="*/ 392 h 1260"/>
                <a:gd name="T28" fmla="*/ 952 w 1005"/>
                <a:gd name="T29" fmla="*/ 363 h 1260"/>
                <a:gd name="T30" fmla="*/ 983 w 1005"/>
                <a:gd name="T31" fmla="*/ 352 h 1260"/>
                <a:gd name="T32" fmla="*/ 983 w 1005"/>
                <a:gd name="T33" fmla="*/ 317 h 1260"/>
                <a:gd name="T34" fmla="*/ 948 w 1005"/>
                <a:gd name="T35" fmla="*/ 286 h 1260"/>
                <a:gd name="T36" fmla="*/ 913 w 1005"/>
                <a:gd name="T37" fmla="*/ 221 h 1260"/>
                <a:gd name="T38" fmla="*/ 907 w 1005"/>
                <a:gd name="T39" fmla="*/ 160 h 1260"/>
                <a:gd name="T40" fmla="*/ 904 w 1005"/>
                <a:gd name="T41" fmla="*/ 127 h 1260"/>
                <a:gd name="T42" fmla="*/ 904 w 1005"/>
                <a:gd name="T43" fmla="*/ 122 h 1260"/>
                <a:gd name="T44" fmla="*/ 882 w 1005"/>
                <a:gd name="T45" fmla="*/ 67 h 1260"/>
                <a:gd name="T46" fmla="*/ 847 w 1005"/>
                <a:gd name="T47" fmla="*/ 36 h 1260"/>
                <a:gd name="T48" fmla="*/ 794 w 1005"/>
                <a:gd name="T49" fmla="*/ 13 h 1260"/>
                <a:gd name="T50" fmla="*/ 739 w 1005"/>
                <a:gd name="T51" fmla="*/ 57 h 1260"/>
                <a:gd name="T52" fmla="*/ 682 w 1005"/>
                <a:gd name="T53" fmla="*/ 85 h 1260"/>
                <a:gd name="T54" fmla="*/ 544 w 1005"/>
                <a:gd name="T55" fmla="*/ 72 h 1260"/>
                <a:gd name="T56" fmla="*/ 123 w 1005"/>
                <a:gd name="T57" fmla="*/ 289 h 1260"/>
                <a:gd name="T58" fmla="*/ 70 w 1005"/>
                <a:gd name="T59" fmla="*/ 480 h 1260"/>
                <a:gd name="T60" fmla="*/ 54 w 1005"/>
                <a:gd name="T61" fmla="*/ 522 h 1260"/>
                <a:gd name="T62" fmla="*/ 35 w 1005"/>
                <a:gd name="T63" fmla="*/ 559 h 1260"/>
                <a:gd name="T64" fmla="*/ 35 w 1005"/>
                <a:gd name="T65" fmla="*/ 582 h 1260"/>
                <a:gd name="T66" fmla="*/ 21 w 1005"/>
                <a:gd name="T67" fmla="*/ 611 h 1260"/>
                <a:gd name="T68" fmla="*/ 18 w 1005"/>
                <a:gd name="T69" fmla="*/ 672 h 1260"/>
                <a:gd name="T70" fmla="*/ 40 w 1005"/>
                <a:gd name="T71" fmla="*/ 704 h 1260"/>
                <a:gd name="T72" fmla="*/ 61 w 1005"/>
                <a:gd name="T73" fmla="*/ 752 h 1260"/>
                <a:gd name="T74" fmla="*/ 110 w 1005"/>
                <a:gd name="T75" fmla="*/ 847 h 1260"/>
                <a:gd name="T76" fmla="*/ 104 w 1005"/>
                <a:gd name="T77" fmla="*/ 909 h 1260"/>
                <a:gd name="T78" fmla="*/ 138 w 1005"/>
                <a:gd name="T79" fmla="*/ 926 h 1260"/>
                <a:gd name="T80" fmla="*/ 175 w 1005"/>
                <a:gd name="T81" fmla="*/ 957 h 1260"/>
                <a:gd name="T82" fmla="*/ 212 w 1005"/>
                <a:gd name="T83" fmla="*/ 993 h 1260"/>
                <a:gd name="T84" fmla="*/ 246 w 1005"/>
                <a:gd name="T85" fmla="*/ 1028 h 1260"/>
                <a:gd name="T86" fmla="*/ 276 w 1005"/>
                <a:gd name="T87" fmla="*/ 1054 h 1260"/>
                <a:gd name="T88" fmla="*/ 286 w 1005"/>
                <a:gd name="T89" fmla="*/ 1092 h 1260"/>
                <a:gd name="T90" fmla="*/ 321 w 1005"/>
                <a:gd name="T91" fmla="*/ 1113 h 1260"/>
                <a:gd name="T92" fmla="*/ 335 w 1005"/>
                <a:gd name="T93" fmla="*/ 1146 h 1260"/>
                <a:gd name="T94" fmla="*/ 365 w 1005"/>
                <a:gd name="T95" fmla="*/ 1187 h 1260"/>
                <a:gd name="T96" fmla="*/ 395 w 1005"/>
                <a:gd name="T97" fmla="*/ 1205 h 1260"/>
                <a:gd name="T98" fmla="*/ 419 w 1005"/>
                <a:gd name="T99" fmla="*/ 1197 h 1260"/>
                <a:gd name="T100" fmla="*/ 454 w 1005"/>
                <a:gd name="T101" fmla="*/ 1204 h 1260"/>
                <a:gd name="T102" fmla="*/ 472 w 1005"/>
                <a:gd name="T103" fmla="*/ 1185 h 1260"/>
                <a:gd name="T104" fmla="*/ 496 w 1005"/>
                <a:gd name="T105" fmla="*/ 1211 h 1260"/>
                <a:gd name="T106" fmla="*/ 527 w 1005"/>
                <a:gd name="T107" fmla="*/ 1235 h 1260"/>
                <a:gd name="T108" fmla="*/ 548 w 1005"/>
                <a:gd name="T109" fmla="*/ 1252 h 1260"/>
                <a:gd name="T110" fmla="*/ 598 w 1005"/>
                <a:gd name="T111" fmla="*/ 1247 h 1260"/>
                <a:gd name="T112" fmla="*/ 634 w 1005"/>
                <a:gd name="T113" fmla="*/ 1256 h 1260"/>
                <a:gd name="T114" fmla="*/ 699 w 1005"/>
                <a:gd name="T115" fmla="*/ 1243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05" h="1260">
                  <a:moveTo>
                    <a:pt x="766" y="1188"/>
                  </a:moveTo>
                  <a:cubicBezTo>
                    <a:pt x="792" y="1188"/>
                    <a:pt x="819" y="1188"/>
                    <a:pt x="845" y="1188"/>
                  </a:cubicBezTo>
                  <a:cubicBezTo>
                    <a:pt x="860" y="1187"/>
                    <a:pt x="860" y="1187"/>
                    <a:pt x="860" y="1187"/>
                  </a:cubicBezTo>
                  <a:cubicBezTo>
                    <a:pt x="856" y="1183"/>
                    <a:pt x="850" y="1178"/>
                    <a:pt x="850" y="1171"/>
                  </a:cubicBezTo>
                  <a:cubicBezTo>
                    <a:pt x="850" y="1168"/>
                    <a:pt x="849" y="1164"/>
                    <a:pt x="850" y="1161"/>
                  </a:cubicBezTo>
                  <a:cubicBezTo>
                    <a:pt x="850" y="1158"/>
                    <a:pt x="852" y="1157"/>
                    <a:pt x="853" y="1154"/>
                  </a:cubicBezTo>
                  <a:cubicBezTo>
                    <a:pt x="853" y="1151"/>
                    <a:pt x="850" y="1149"/>
                    <a:pt x="851" y="1146"/>
                  </a:cubicBezTo>
                  <a:cubicBezTo>
                    <a:pt x="852" y="1143"/>
                    <a:pt x="854" y="1144"/>
                    <a:pt x="850" y="1142"/>
                  </a:cubicBezTo>
                  <a:cubicBezTo>
                    <a:pt x="849" y="1141"/>
                    <a:pt x="846" y="1139"/>
                    <a:pt x="844" y="1138"/>
                  </a:cubicBezTo>
                  <a:cubicBezTo>
                    <a:pt x="842" y="1138"/>
                    <a:pt x="841" y="1140"/>
                    <a:pt x="838" y="1138"/>
                  </a:cubicBezTo>
                  <a:cubicBezTo>
                    <a:pt x="835" y="1138"/>
                    <a:pt x="835" y="1135"/>
                    <a:pt x="832" y="1135"/>
                  </a:cubicBezTo>
                  <a:cubicBezTo>
                    <a:pt x="825" y="1136"/>
                    <a:pt x="824" y="1145"/>
                    <a:pt x="819" y="1136"/>
                  </a:cubicBezTo>
                  <a:cubicBezTo>
                    <a:pt x="818" y="1134"/>
                    <a:pt x="820" y="1133"/>
                    <a:pt x="820" y="1132"/>
                  </a:cubicBezTo>
                  <a:cubicBezTo>
                    <a:pt x="820" y="1130"/>
                    <a:pt x="817" y="1129"/>
                    <a:pt x="816" y="1128"/>
                  </a:cubicBezTo>
                  <a:cubicBezTo>
                    <a:pt x="814" y="1126"/>
                    <a:pt x="811" y="1125"/>
                    <a:pt x="809" y="1123"/>
                  </a:cubicBezTo>
                  <a:cubicBezTo>
                    <a:pt x="808" y="1121"/>
                    <a:pt x="809" y="1119"/>
                    <a:pt x="808" y="1117"/>
                  </a:cubicBezTo>
                  <a:cubicBezTo>
                    <a:pt x="805" y="1113"/>
                    <a:pt x="803" y="1110"/>
                    <a:pt x="802" y="1106"/>
                  </a:cubicBezTo>
                  <a:cubicBezTo>
                    <a:pt x="801" y="1103"/>
                    <a:pt x="801" y="1101"/>
                    <a:pt x="801" y="1098"/>
                  </a:cubicBezTo>
                  <a:cubicBezTo>
                    <a:pt x="801" y="1094"/>
                    <a:pt x="798" y="1092"/>
                    <a:pt x="796" y="1089"/>
                  </a:cubicBezTo>
                  <a:cubicBezTo>
                    <a:pt x="794" y="1084"/>
                    <a:pt x="794" y="1081"/>
                    <a:pt x="793" y="1076"/>
                  </a:cubicBezTo>
                  <a:cubicBezTo>
                    <a:pt x="792" y="1073"/>
                    <a:pt x="790" y="1071"/>
                    <a:pt x="789" y="1068"/>
                  </a:cubicBezTo>
                  <a:cubicBezTo>
                    <a:pt x="788" y="1065"/>
                    <a:pt x="788" y="1062"/>
                    <a:pt x="786" y="1059"/>
                  </a:cubicBezTo>
                  <a:cubicBezTo>
                    <a:pt x="785" y="1057"/>
                    <a:pt x="782" y="1054"/>
                    <a:pt x="780" y="1053"/>
                  </a:cubicBezTo>
                  <a:cubicBezTo>
                    <a:pt x="777" y="1052"/>
                    <a:pt x="773" y="1053"/>
                    <a:pt x="772" y="1050"/>
                  </a:cubicBezTo>
                  <a:cubicBezTo>
                    <a:pt x="771" y="1046"/>
                    <a:pt x="773" y="1044"/>
                    <a:pt x="770" y="1041"/>
                  </a:cubicBezTo>
                  <a:cubicBezTo>
                    <a:pt x="768" y="1039"/>
                    <a:pt x="765" y="1038"/>
                    <a:pt x="763" y="1038"/>
                  </a:cubicBezTo>
                  <a:cubicBezTo>
                    <a:pt x="758" y="1037"/>
                    <a:pt x="758" y="1036"/>
                    <a:pt x="755" y="1033"/>
                  </a:cubicBezTo>
                  <a:cubicBezTo>
                    <a:pt x="753" y="1031"/>
                    <a:pt x="752" y="1030"/>
                    <a:pt x="752" y="1027"/>
                  </a:cubicBezTo>
                  <a:cubicBezTo>
                    <a:pt x="751" y="1023"/>
                    <a:pt x="750" y="1026"/>
                    <a:pt x="749" y="1025"/>
                  </a:cubicBezTo>
                  <a:cubicBezTo>
                    <a:pt x="747" y="1024"/>
                    <a:pt x="743" y="1021"/>
                    <a:pt x="742" y="1019"/>
                  </a:cubicBezTo>
                  <a:cubicBezTo>
                    <a:pt x="741" y="1017"/>
                    <a:pt x="743" y="1013"/>
                    <a:pt x="742" y="1011"/>
                  </a:cubicBezTo>
                  <a:cubicBezTo>
                    <a:pt x="740" y="1007"/>
                    <a:pt x="734" y="1002"/>
                    <a:pt x="730" y="1000"/>
                  </a:cubicBezTo>
                  <a:cubicBezTo>
                    <a:pt x="728" y="998"/>
                    <a:pt x="727" y="998"/>
                    <a:pt x="725" y="996"/>
                  </a:cubicBezTo>
                  <a:cubicBezTo>
                    <a:pt x="724" y="994"/>
                    <a:pt x="723" y="993"/>
                    <a:pt x="721" y="992"/>
                  </a:cubicBezTo>
                  <a:cubicBezTo>
                    <a:pt x="718" y="991"/>
                    <a:pt x="716" y="992"/>
                    <a:pt x="713" y="991"/>
                  </a:cubicBezTo>
                  <a:cubicBezTo>
                    <a:pt x="709" y="989"/>
                    <a:pt x="708" y="986"/>
                    <a:pt x="704" y="987"/>
                  </a:cubicBezTo>
                  <a:cubicBezTo>
                    <a:pt x="700" y="988"/>
                    <a:pt x="700" y="989"/>
                    <a:pt x="696" y="988"/>
                  </a:cubicBezTo>
                  <a:cubicBezTo>
                    <a:pt x="693" y="986"/>
                    <a:pt x="692" y="984"/>
                    <a:pt x="688" y="984"/>
                  </a:cubicBezTo>
                  <a:cubicBezTo>
                    <a:pt x="684" y="983"/>
                    <a:pt x="683" y="985"/>
                    <a:pt x="681" y="982"/>
                  </a:cubicBezTo>
                  <a:cubicBezTo>
                    <a:pt x="677" y="976"/>
                    <a:pt x="680" y="972"/>
                    <a:pt x="684" y="967"/>
                  </a:cubicBezTo>
                  <a:cubicBezTo>
                    <a:pt x="685" y="966"/>
                    <a:pt x="686" y="965"/>
                    <a:pt x="688" y="963"/>
                  </a:cubicBezTo>
                  <a:cubicBezTo>
                    <a:pt x="691" y="962"/>
                    <a:pt x="689" y="962"/>
                    <a:pt x="690" y="960"/>
                  </a:cubicBezTo>
                  <a:cubicBezTo>
                    <a:pt x="690" y="959"/>
                    <a:pt x="690" y="957"/>
                    <a:pt x="690" y="956"/>
                  </a:cubicBezTo>
                  <a:cubicBezTo>
                    <a:pt x="690" y="956"/>
                    <a:pt x="691" y="956"/>
                    <a:pt x="691" y="955"/>
                  </a:cubicBezTo>
                  <a:cubicBezTo>
                    <a:pt x="691" y="954"/>
                    <a:pt x="690" y="954"/>
                    <a:pt x="690" y="954"/>
                  </a:cubicBezTo>
                  <a:cubicBezTo>
                    <a:pt x="690" y="954"/>
                    <a:pt x="689" y="953"/>
                    <a:pt x="688" y="952"/>
                  </a:cubicBezTo>
                  <a:cubicBezTo>
                    <a:pt x="688" y="951"/>
                    <a:pt x="689" y="951"/>
                    <a:pt x="689" y="950"/>
                  </a:cubicBezTo>
                  <a:cubicBezTo>
                    <a:pt x="689" y="949"/>
                    <a:pt x="688" y="947"/>
                    <a:pt x="689" y="946"/>
                  </a:cubicBezTo>
                  <a:cubicBezTo>
                    <a:pt x="689" y="945"/>
                    <a:pt x="693" y="941"/>
                    <a:pt x="694" y="941"/>
                  </a:cubicBezTo>
                  <a:cubicBezTo>
                    <a:pt x="696" y="941"/>
                    <a:pt x="697" y="942"/>
                    <a:pt x="699" y="942"/>
                  </a:cubicBezTo>
                  <a:cubicBezTo>
                    <a:pt x="701" y="942"/>
                    <a:pt x="701" y="942"/>
                    <a:pt x="703" y="942"/>
                  </a:cubicBezTo>
                  <a:cubicBezTo>
                    <a:pt x="706" y="942"/>
                    <a:pt x="709" y="940"/>
                    <a:pt x="711" y="940"/>
                  </a:cubicBezTo>
                  <a:cubicBezTo>
                    <a:pt x="713" y="940"/>
                    <a:pt x="712" y="942"/>
                    <a:pt x="715" y="941"/>
                  </a:cubicBezTo>
                  <a:cubicBezTo>
                    <a:pt x="717" y="940"/>
                    <a:pt x="717" y="941"/>
                    <a:pt x="718" y="942"/>
                  </a:cubicBezTo>
                  <a:cubicBezTo>
                    <a:pt x="721" y="944"/>
                    <a:pt x="720" y="947"/>
                    <a:pt x="724" y="947"/>
                  </a:cubicBezTo>
                  <a:cubicBezTo>
                    <a:pt x="727" y="947"/>
                    <a:pt x="728" y="944"/>
                    <a:pt x="731" y="943"/>
                  </a:cubicBezTo>
                  <a:cubicBezTo>
                    <a:pt x="735" y="942"/>
                    <a:pt x="736" y="943"/>
                    <a:pt x="739" y="941"/>
                  </a:cubicBezTo>
                  <a:cubicBezTo>
                    <a:pt x="745" y="937"/>
                    <a:pt x="746" y="933"/>
                    <a:pt x="746" y="926"/>
                  </a:cubicBezTo>
                  <a:cubicBezTo>
                    <a:pt x="747" y="912"/>
                    <a:pt x="746" y="898"/>
                    <a:pt x="744" y="884"/>
                  </a:cubicBezTo>
                  <a:cubicBezTo>
                    <a:pt x="744" y="878"/>
                    <a:pt x="743" y="872"/>
                    <a:pt x="744" y="865"/>
                  </a:cubicBezTo>
                  <a:cubicBezTo>
                    <a:pt x="746" y="860"/>
                    <a:pt x="748" y="855"/>
                    <a:pt x="749" y="850"/>
                  </a:cubicBezTo>
                  <a:cubicBezTo>
                    <a:pt x="750" y="847"/>
                    <a:pt x="751" y="843"/>
                    <a:pt x="753" y="840"/>
                  </a:cubicBezTo>
                  <a:cubicBezTo>
                    <a:pt x="754" y="837"/>
                    <a:pt x="756" y="835"/>
                    <a:pt x="757" y="832"/>
                  </a:cubicBezTo>
                  <a:cubicBezTo>
                    <a:pt x="758" y="829"/>
                    <a:pt x="758" y="826"/>
                    <a:pt x="757" y="822"/>
                  </a:cubicBezTo>
                  <a:cubicBezTo>
                    <a:pt x="756" y="818"/>
                    <a:pt x="755" y="814"/>
                    <a:pt x="754" y="810"/>
                  </a:cubicBezTo>
                  <a:cubicBezTo>
                    <a:pt x="754" y="806"/>
                    <a:pt x="755" y="806"/>
                    <a:pt x="757" y="803"/>
                  </a:cubicBezTo>
                  <a:cubicBezTo>
                    <a:pt x="761" y="798"/>
                    <a:pt x="766" y="784"/>
                    <a:pt x="774" y="787"/>
                  </a:cubicBezTo>
                  <a:cubicBezTo>
                    <a:pt x="776" y="788"/>
                    <a:pt x="778" y="790"/>
                    <a:pt x="780" y="792"/>
                  </a:cubicBezTo>
                  <a:cubicBezTo>
                    <a:pt x="781" y="793"/>
                    <a:pt x="783" y="794"/>
                    <a:pt x="783" y="795"/>
                  </a:cubicBezTo>
                  <a:cubicBezTo>
                    <a:pt x="789" y="793"/>
                    <a:pt x="789" y="793"/>
                    <a:pt x="789" y="793"/>
                  </a:cubicBezTo>
                  <a:cubicBezTo>
                    <a:pt x="791" y="790"/>
                    <a:pt x="797" y="786"/>
                    <a:pt x="794" y="782"/>
                  </a:cubicBezTo>
                  <a:cubicBezTo>
                    <a:pt x="792" y="779"/>
                    <a:pt x="795" y="774"/>
                    <a:pt x="795" y="771"/>
                  </a:cubicBezTo>
                  <a:cubicBezTo>
                    <a:pt x="795" y="771"/>
                    <a:pt x="785" y="716"/>
                    <a:pt x="824" y="692"/>
                  </a:cubicBezTo>
                  <a:cubicBezTo>
                    <a:pt x="853" y="659"/>
                    <a:pt x="853" y="659"/>
                    <a:pt x="853" y="659"/>
                  </a:cubicBezTo>
                  <a:cubicBezTo>
                    <a:pt x="853" y="659"/>
                    <a:pt x="855" y="613"/>
                    <a:pt x="875" y="615"/>
                  </a:cubicBezTo>
                  <a:cubicBezTo>
                    <a:pt x="879" y="616"/>
                    <a:pt x="876" y="610"/>
                    <a:pt x="877" y="606"/>
                  </a:cubicBezTo>
                  <a:cubicBezTo>
                    <a:pt x="879" y="602"/>
                    <a:pt x="882" y="597"/>
                    <a:pt x="880" y="592"/>
                  </a:cubicBezTo>
                  <a:cubicBezTo>
                    <a:pt x="879" y="588"/>
                    <a:pt x="880" y="585"/>
                    <a:pt x="881" y="580"/>
                  </a:cubicBezTo>
                  <a:cubicBezTo>
                    <a:pt x="882" y="577"/>
                    <a:pt x="882" y="574"/>
                    <a:pt x="883" y="572"/>
                  </a:cubicBezTo>
                  <a:cubicBezTo>
                    <a:pt x="884" y="568"/>
                    <a:pt x="883" y="565"/>
                    <a:pt x="882" y="562"/>
                  </a:cubicBezTo>
                  <a:cubicBezTo>
                    <a:pt x="881" y="553"/>
                    <a:pt x="880" y="545"/>
                    <a:pt x="879" y="537"/>
                  </a:cubicBezTo>
                  <a:cubicBezTo>
                    <a:pt x="878" y="530"/>
                    <a:pt x="876" y="522"/>
                    <a:pt x="877" y="515"/>
                  </a:cubicBezTo>
                  <a:cubicBezTo>
                    <a:pt x="877" y="510"/>
                    <a:pt x="881" y="508"/>
                    <a:pt x="883" y="503"/>
                  </a:cubicBezTo>
                  <a:cubicBezTo>
                    <a:pt x="883" y="501"/>
                    <a:pt x="884" y="498"/>
                    <a:pt x="885" y="496"/>
                  </a:cubicBezTo>
                  <a:cubicBezTo>
                    <a:pt x="885" y="495"/>
                    <a:pt x="887" y="493"/>
                    <a:pt x="887" y="492"/>
                  </a:cubicBezTo>
                  <a:cubicBezTo>
                    <a:pt x="884" y="482"/>
                    <a:pt x="893" y="472"/>
                    <a:pt x="896" y="464"/>
                  </a:cubicBezTo>
                  <a:cubicBezTo>
                    <a:pt x="898" y="456"/>
                    <a:pt x="900" y="448"/>
                    <a:pt x="904" y="442"/>
                  </a:cubicBezTo>
                  <a:cubicBezTo>
                    <a:pt x="906" y="438"/>
                    <a:pt x="903" y="437"/>
                    <a:pt x="904" y="434"/>
                  </a:cubicBezTo>
                  <a:cubicBezTo>
                    <a:pt x="904" y="432"/>
                    <a:pt x="904" y="430"/>
                    <a:pt x="903" y="429"/>
                  </a:cubicBezTo>
                  <a:cubicBezTo>
                    <a:pt x="902" y="427"/>
                    <a:pt x="900" y="426"/>
                    <a:pt x="900" y="424"/>
                  </a:cubicBezTo>
                  <a:cubicBezTo>
                    <a:pt x="900" y="422"/>
                    <a:pt x="900" y="417"/>
                    <a:pt x="902" y="415"/>
                  </a:cubicBezTo>
                  <a:cubicBezTo>
                    <a:pt x="903" y="412"/>
                    <a:pt x="905" y="411"/>
                    <a:pt x="906" y="408"/>
                  </a:cubicBezTo>
                  <a:cubicBezTo>
                    <a:pt x="907" y="405"/>
                    <a:pt x="907" y="402"/>
                    <a:pt x="906" y="398"/>
                  </a:cubicBezTo>
                  <a:cubicBezTo>
                    <a:pt x="906" y="397"/>
                    <a:pt x="905" y="397"/>
                    <a:pt x="905" y="395"/>
                  </a:cubicBezTo>
                  <a:cubicBezTo>
                    <a:pt x="905" y="394"/>
                    <a:pt x="906" y="393"/>
                    <a:pt x="906" y="392"/>
                  </a:cubicBezTo>
                  <a:cubicBezTo>
                    <a:pt x="906" y="390"/>
                    <a:pt x="904" y="390"/>
                    <a:pt x="905" y="388"/>
                  </a:cubicBezTo>
                  <a:cubicBezTo>
                    <a:pt x="906" y="388"/>
                    <a:pt x="910" y="390"/>
                    <a:pt x="911" y="390"/>
                  </a:cubicBezTo>
                  <a:cubicBezTo>
                    <a:pt x="914" y="391"/>
                    <a:pt x="916" y="393"/>
                    <a:pt x="920" y="392"/>
                  </a:cubicBezTo>
                  <a:cubicBezTo>
                    <a:pt x="922" y="391"/>
                    <a:pt x="922" y="390"/>
                    <a:pt x="924" y="389"/>
                  </a:cubicBezTo>
                  <a:cubicBezTo>
                    <a:pt x="925" y="389"/>
                    <a:pt x="927" y="390"/>
                    <a:pt x="928" y="390"/>
                  </a:cubicBezTo>
                  <a:cubicBezTo>
                    <a:pt x="931" y="390"/>
                    <a:pt x="933" y="389"/>
                    <a:pt x="934" y="386"/>
                  </a:cubicBezTo>
                  <a:cubicBezTo>
                    <a:pt x="935" y="384"/>
                    <a:pt x="936" y="380"/>
                    <a:pt x="936" y="378"/>
                  </a:cubicBezTo>
                  <a:cubicBezTo>
                    <a:pt x="936" y="374"/>
                    <a:pt x="934" y="373"/>
                    <a:pt x="938" y="371"/>
                  </a:cubicBezTo>
                  <a:cubicBezTo>
                    <a:pt x="941" y="370"/>
                    <a:pt x="944" y="371"/>
                    <a:pt x="946" y="369"/>
                  </a:cubicBezTo>
                  <a:cubicBezTo>
                    <a:pt x="950" y="368"/>
                    <a:pt x="949" y="364"/>
                    <a:pt x="952" y="363"/>
                  </a:cubicBezTo>
                  <a:cubicBezTo>
                    <a:pt x="955" y="362"/>
                    <a:pt x="955" y="366"/>
                    <a:pt x="959" y="364"/>
                  </a:cubicBezTo>
                  <a:cubicBezTo>
                    <a:pt x="962" y="363"/>
                    <a:pt x="964" y="357"/>
                    <a:pt x="968" y="358"/>
                  </a:cubicBezTo>
                  <a:cubicBezTo>
                    <a:pt x="971" y="358"/>
                    <a:pt x="968" y="364"/>
                    <a:pt x="972" y="361"/>
                  </a:cubicBezTo>
                  <a:cubicBezTo>
                    <a:pt x="973" y="360"/>
                    <a:pt x="972" y="357"/>
                    <a:pt x="975" y="357"/>
                  </a:cubicBezTo>
                  <a:cubicBezTo>
                    <a:pt x="976" y="357"/>
                    <a:pt x="976" y="360"/>
                    <a:pt x="978" y="359"/>
                  </a:cubicBezTo>
                  <a:cubicBezTo>
                    <a:pt x="981" y="359"/>
                    <a:pt x="979" y="356"/>
                    <a:pt x="980" y="355"/>
                  </a:cubicBezTo>
                  <a:cubicBezTo>
                    <a:pt x="981" y="354"/>
                    <a:pt x="982" y="353"/>
                    <a:pt x="983" y="352"/>
                  </a:cubicBezTo>
                  <a:cubicBezTo>
                    <a:pt x="987" y="350"/>
                    <a:pt x="987" y="346"/>
                    <a:pt x="989" y="342"/>
                  </a:cubicBezTo>
                  <a:cubicBezTo>
                    <a:pt x="991" y="335"/>
                    <a:pt x="1005" y="327"/>
                    <a:pt x="994" y="322"/>
                  </a:cubicBezTo>
                  <a:cubicBezTo>
                    <a:pt x="995" y="323"/>
                    <a:pt x="995" y="325"/>
                    <a:pt x="993" y="325"/>
                  </a:cubicBezTo>
                  <a:cubicBezTo>
                    <a:pt x="992" y="324"/>
                    <a:pt x="993" y="322"/>
                    <a:pt x="992" y="322"/>
                  </a:cubicBezTo>
                  <a:cubicBezTo>
                    <a:pt x="990" y="320"/>
                    <a:pt x="989" y="321"/>
                    <a:pt x="988" y="318"/>
                  </a:cubicBezTo>
                  <a:cubicBezTo>
                    <a:pt x="987" y="317"/>
                    <a:pt x="987" y="316"/>
                    <a:pt x="986" y="316"/>
                  </a:cubicBezTo>
                  <a:cubicBezTo>
                    <a:pt x="985" y="315"/>
                    <a:pt x="985" y="317"/>
                    <a:pt x="983" y="317"/>
                  </a:cubicBezTo>
                  <a:cubicBezTo>
                    <a:pt x="981" y="317"/>
                    <a:pt x="977" y="315"/>
                    <a:pt x="975" y="315"/>
                  </a:cubicBezTo>
                  <a:cubicBezTo>
                    <a:pt x="979" y="315"/>
                    <a:pt x="978" y="312"/>
                    <a:pt x="980" y="310"/>
                  </a:cubicBezTo>
                  <a:cubicBezTo>
                    <a:pt x="977" y="310"/>
                    <a:pt x="978" y="315"/>
                    <a:pt x="974" y="314"/>
                  </a:cubicBezTo>
                  <a:cubicBezTo>
                    <a:pt x="972" y="313"/>
                    <a:pt x="966" y="309"/>
                    <a:pt x="968" y="307"/>
                  </a:cubicBezTo>
                  <a:cubicBezTo>
                    <a:pt x="969" y="305"/>
                    <a:pt x="968" y="305"/>
                    <a:pt x="965" y="302"/>
                  </a:cubicBezTo>
                  <a:cubicBezTo>
                    <a:pt x="963" y="300"/>
                    <a:pt x="962" y="298"/>
                    <a:pt x="960" y="296"/>
                  </a:cubicBezTo>
                  <a:cubicBezTo>
                    <a:pt x="956" y="293"/>
                    <a:pt x="949" y="291"/>
                    <a:pt x="948" y="286"/>
                  </a:cubicBezTo>
                  <a:cubicBezTo>
                    <a:pt x="942" y="283"/>
                    <a:pt x="942" y="283"/>
                    <a:pt x="942" y="283"/>
                  </a:cubicBezTo>
                  <a:cubicBezTo>
                    <a:pt x="939" y="283"/>
                    <a:pt x="935" y="284"/>
                    <a:pt x="932" y="283"/>
                  </a:cubicBezTo>
                  <a:cubicBezTo>
                    <a:pt x="931" y="281"/>
                    <a:pt x="930" y="278"/>
                    <a:pt x="929" y="277"/>
                  </a:cubicBezTo>
                  <a:cubicBezTo>
                    <a:pt x="926" y="274"/>
                    <a:pt x="925" y="271"/>
                    <a:pt x="925" y="267"/>
                  </a:cubicBezTo>
                  <a:cubicBezTo>
                    <a:pt x="924" y="263"/>
                    <a:pt x="921" y="262"/>
                    <a:pt x="921" y="258"/>
                  </a:cubicBezTo>
                  <a:cubicBezTo>
                    <a:pt x="920" y="253"/>
                    <a:pt x="918" y="247"/>
                    <a:pt x="917" y="241"/>
                  </a:cubicBezTo>
                  <a:cubicBezTo>
                    <a:pt x="916" y="234"/>
                    <a:pt x="912" y="229"/>
                    <a:pt x="913" y="221"/>
                  </a:cubicBezTo>
                  <a:cubicBezTo>
                    <a:pt x="914" y="215"/>
                    <a:pt x="912" y="209"/>
                    <a:pt x="909" y="202"/>
                  </a:cubicBezTo>
                  <a:cubicBezTo>
                    <a:pt x="908" y="199"/>
                    <a:pt x="909" y="195"/>
                    <a:pt x="908" y="191"/>
                  </a:cubicBezTo>
                  <a:cubicBezTo>
                    <a:pt x="907" y="187"/>
                    <a:pt x="907" y="184"/>
                    <a:pt x="907" y="180"/>
                  </a:cubicBezTo>
                  <a:cubicBezTo>
                    <a:pt x="907" y="178"/>
                    <a:pt x="907" y="177"/>
                    <a:pt x="907" y="176"/>
                  </a:cubicBezTo>
                  <a:cubicBezTo>
                    <a:pt x="907" y="175"/>
                    <a:pt x="907" y="173"/>
                    <a:pt x="907" y="172"/>
                  </a:cubicBezTo>
                  <a:cubicBezTo>
                    <a:pt x="907" y="172"/>
                    <a:pt x="908" y="171"/>
                    <a:pt x="908" y="171"/>
                  </a:cubicBezTo>
                  <a:cubicBezTo>
                    <a:pt x="910" y="168"/>
                    <a:pt x="909" y="164"/>
                    <a:pt x="907" y="160"/>
                  </a:cubicBezTo>
                  <a:cubicBezTo>
                    <a:pt x="905" y="153"/>
                    <a:pt x="905" y="145"/>
                    <a:pt x="902" y="137"/>
                  </a:cubicBezTo>
                  <a:cubicBezTo>
                    <a:pt x="901" y="136"/>
                    <a:pt x="900" y="135"/>
                    <a:pt x="899" y="134"/>
                  </a:cubicBezTo>
                  <a:cubicBezTo>
                    <a:pt x="899" y="132"/>
                    <a:pt x="901" y="133"/>
                    <a:pt x="901" y="131"/>
                  </a:cubicBezTo>
                  <a:cubicBezTo>
                    <a:pt x="902" y="128"/>
                    <a:pt x="899" y="127"/>
                    <a:pt x="900" y="124"/>
                  </a:cubicBezTo>
                  <a:cubicBezTo>
                    <a:pt x="900" y="122"/>
                    <a:pt x="902" y="123"/>
                    <a:pt x="903" y="123"/>
                  </a:cubicBezTo>
                  <a:cubicBezTo>
                    <a:pt x="903" y="124"/>
                    <a:pt x="902" y="125"/>
                    <a:pt x="903" y="126"/>
                  </a:cubicBezTo>
                  <a:cubicBezTo>
                    <a:pt x="903" y="126"/>
                    <a:pt x="904" y="127"/>
                    <a:pt x="904" y="127"/>
                  </a:cubicBezTo>
                  <a:cubicBezTo>
                    <a:pt x="905" y="128"/>
                    <a:pt x="907" y="128"/>
                    <a:pt x="908" y="129"/>
                  </a:cubicBezTo>
                  <a:cubicBezTo>
                    <a:pt x="909" y="130"/>
                    <a:pt x="909" y="132"/>
                    <a:pt x="910" y="133"/>
                  </a:cubicBezTo>
                  <a:cubicBezTo>
                    <a:pt x="910" y="133"/>
                    <a:pt x="910" y="133"/>
                    <a:pt x="909" y="133"/>
                  </a:cubicBezTo>
                  <a:cubicBezTo>
                    <a:pt x="908" y="133"/>
                    <a:pt x="907" y="130"/>
                    <a:pt x="906" y="131"/>
                  </a:cubicBezTo>
                  <a:cubicBezTo>
                    <a:pt x="905" y="131"/>
                    <a:pt x="908" y="135"/>
                    <a:pt x="908" y="136"/>
                  </a:cubicBezTo>
                  <a:cubicBezTo>
                    <a:pt x="912" y="138"/>
                    <a:pt x="913" y="134"/>
                    <a:pt x="911" y="131"/>
                  </a:cubicBezTo>
                  <a:cubicBezTo>
                    <a:pt x="909" y="128"/>
                    <a:pt x="907" y="125"/>
                    <a:pt x="904" y="122"/>
                  </a:cubicBezTo>
                  <a:cubicBezTo>
                    <a:pt x="902" y="120"/>
                    <a:pt x="899" y="118"/>
                    <a:pt x="897" y="115"/>
                  </a:cubicBezTo>
                  <a:cubicBezTo>
                    <a:pt x="894" y="109"/>
                    <a:pt x="889" y="103"/>
                    <a:pt x="887" y="96"/>
                  </a:cubicBezTo>
                  <a:cubicBezTo>
                    <a:pt x="885" y="93"/>
                    <a:pt x="885" y="89"/>
                    <a:pt x="884" y="86"/>
                  </a:cubicBezTo>
                  <a:cubicBezTo>
                    <a:pt x="884" y="83"/>
                    <a:pt x="885" y="78"/>
                    <a:pt x="884" y="76"/>
                  </a:cubicBezTo>
                  <a:cubicBezTo>
                    <a:pt x="882" y="74"/>
                    <a:pt x="884" y="75"/>
                    <a:pt x="885" y="72"/>
                  </a:cubicBezTo>
                  <a:cubicBezTo>
                    <a:pt x="882" y="72"/>
                    <a:pt x="882" y="72"/>
                    <a:pt x="882" y="72"/>
                  </a:cubicBezTo>
                  <a:cubicBezTo>
                    <a:pt x="885" y="72"/>
                    <a:pt x="887" y="71"/>
                    <a:pt x="882" y="67"/>
                  </a:cubicBezTo>
                  <a:cubicBezTo>
                    <a:pt x="879" y="65"/>
                    <a:pt x="879" y="63"/>
                    <a:pt x="876" y="62"/>
                  </a:cubicBezTo>
                  <a:cubicBezTo>
                    <a:pt x="875" y="61"/>
                    <a:pt x="874" y="61"/>
                    <a:pt x="872" y="61"/>
                  </a:cubicBezTo>
                  <a:cubicBezTo>
                    <a:pt x="869" y="59"/>
                    <a:pt x="868" y="56"/>
                    <a:pt x="865" y="54"/>
                  </a:cubicBezTo>
                  <a:cubicBezTo>
                    <a:pt x="863" y="53"/>
                    <a:pt x="862" y="53"/>
                    <a:pt x="861" y="53"/>
                  </a:cubicBezTo>
                  <a:cubicBezTo>
                    <a:pt x="858" y="51"/>
                    <a:pt x="854" y="47"/>
                    <a:pt x="853" y="44"/>
                  </a:cubicBezTo>
                  <a:cubicBezTo>
                    <a:pt x="852" y="42"/>
                    <a:pt x="850" y="42"/>
                    <a:pt x="849" y="40"/>
                  </a:cubicBezTo>
                  <a:cubicBezTo>
                    <a:pt x="848" y="39"/>
                    <a:pt x="848" y="38"/>
                    <a:pt x="847" y="36"/>
                  </a:cubicBezTo>
                  <a:cubicBezTo>
                    <a:pt x="845" y="32"/>
                    <a:pt x="842" y="30"/>
                    <a:pt x="837" y="29"/>
                  </a:cubicBezTo>
                  <a:cubicBezTo>
                    <a:pt x="835" y="29"/>
                    <a:pt x="831" y="29"/>
                    <a:pt x="828" y="28"/>
                  </a:cubicBezTo>
                  <a:cubicBezTo>
                    <a:pt x="826" y="27"/>
                    <a:pt x="821" y="24"/>
                    <a:pt x="820" y="22"/>
                  </a:cubicBezTo>
                  <a:cubicBezTo>
                    <a:pt x="818" y="20"/>
                    <a:pt x="817" y="14"/>
                    <a:pt x="814" y="13"/>
                  </a:cubicBezTo>
                  <a:cubicBezTo>
                    <a:pt x="814" y="14"/>
                    <a:pt x="814" y="15"/>
                    <a:pt x="815" y="16"/>
                  </a:cubicBezTo>
                  <a:cubicBezTo>
                    <a:pt x="810" y="13"/>
                    <a:pt x="809" y="5"/>
                    <a:pt x="807" y="0"/>
                  </a:cubicBezTo>
                  <a:cubicBezTo>
                    <a:pt x="802" y="4"/>
                    <a:pt x="798" y="9"/>
                    <a:pt x="794" y="13"/>
                  </a:cubicBezTo>
                  <a:cubicBezTo>
                    <a:pt x="791" y="16"/>
                    <a:pt x="789" y="18"/>
                    <a:pt x="786" y="20"/>
                  </a:cubicBezTo>
                  <a:cubicBezTo>
                    <a:pt x="783" y="23"/>
                    <a:pt x="783" y="22"/>
                    <a:pt x="779" y="21"/>
                  </a:cubicBezTo>
                  <a:cubicBezTo>
                    <a:pt x="777" y="21"/>
                    <a:pt x="771" y="17"/>
                    <a:pt x="769" y="18"/>
                  </a:cubicBezTo>
                  <a:cubicBezTo>
                    <a:pt x="767" y="19"/>
                    <a:pt x="765" y="27"/>
                    <a:pt x="764" y="29"/>
                  </a:cubicBezTo>
                  <a:cubicBezTo>
                    <a:pt x="762" y="35"/>
                    <a:pt x="759" y="42"/>
                    <a:pt x="757" y="48"/>
                  </a:cubicBezTo>
                  <a:cubicBezTo>
                    <a:pt x="755" y="53"/>
                    <a:pt x="754" y="54"/>
                    <a:pt x="749" y="55"/>
                  </a:cubicBezTo>
                  <a:cubicBezTo>
                    <a:pt x="739" y="57"/>
                    <a:pt x="739" y="57"/>
                    <a:pt x="739" y="57"/>
                  </a:cubicBezTo>
                  <a:cubicBezTo>
                    <a:pt x="735" y="57"/>
                    <a:pt x="731" y="58"/>
                    <a:pt x="728" y="59"/>
                  </a:cubicBezTo>
                  <a:cubicBezTo>
                    <a:pt x="721" y="60"/>
                    <a:pt x="721" y="67"/>
                    <a:pt x="719" y="72"/>
                  </a:cubicBezTo>
                  <a:cubicBezTo>
                    <a:pt x="720" y="72"/>
                    <a:pt x="720" y="72"/>
                    <a:pt x="720" y="72"/>
                  </a:cubicBezTo>
                  <a:cubicBezTo>
                    <a:pt x="718" y="72"/>
                    <a:pt x="719" y="73"/>
                    <a:pt x="719" y="74"/>
                  </a:cubicBezTo>
                  <a:cubicBezTo>
                    <a:pt x="717" y="77"/>
                    <a:pt x="716" y="82"/>
                    <a:pt x="715" y="85"/>
                  </a:cubicBezTo>
                  <a:cubicBezTo>
                    <a:pt x="714" y="89"/>
                    <a:pt x="693" y="90"/>
                    <a:pt x="689" y="90"/>
                  </a:cubicBezTo>
                  <a:cubicBezTo>
                    <a:pt x="687" y="90"/>
                    <a:pt x="684" y="87"/>
                    <a:pt x="682" y="85"/>
                  </a:cubicBezTo>
                  <a:cubicBezTo>
                    <a:pt x="677" y="82"/>
                    <a:pt x="672" y="78"/>
                    <a:pt x="668" y="75"/>
                  </a:cubicBezTo>
                  <a:cubicBezTo>
                    <a:pt x="662" y="70"/>
                    <a:pt x="653" y="72"/>
                    <a:pt x="646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0" y="72"/>
                    <a:pt x="564" y="67"/>
                    <a:pt x="564" y="65"/>
                  </a:cubicBezTo>
                  <a:cubicBezTo>
                    <a:pt x="565" y="62"/>
                    <a:pt x="565" y="59"/>
                    <a:pt x="562" y="58"/>
                  </a:cubicBezTo>
                  <a:cubicBezTo>
                    <a:pt x="557" y="56"/>
                    <a:pt x="555" y="64"/>
                    <a:pt x="554" y="67"/>
                  </a:cubicBezTo>
                  <a:cubicBezTo>
                    <a:pt x="551" y="73"/>
                    <a:pt x="551" y="72"/>
                    <a:pt x="544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9" y="115"/>
                    <a:pt x="180" y="158"/>
                    <a:pt x="181" y="201"/>
                  </a:cubicBezTo>
                  <a:cubicBezTo>
                    <a:pt x="165" y="201"/>
                    <a:pt x="149" y="201"/>
                    <a:pt x="133" y="201"/>
                  </a:cubicBezTo>
                  <a:cubicBezTo>
                    <a:pt x="131" y="201"/>
                    <a:pt x="129" y="202"/>
                    <a:pt x="126" y="203"/>
                  </a:cubicBezTo>
                  <a:cubicBezTo>
                    <a:pt x="121" y="205"/>
                    <a:pt x="121" y="204"/>
                    <a:pt x="121" y="210"/>
                  </a:cubicBezTo>
                  <a:cubicBezTo>
                    <a:pt x="122" y="215"/>
                    <a:pt x="122" y="220"/>
                    <a:pt x="122" y="225"/>
                  </a:cubicBezTo>
                  <a:cubicBezTo>
                    <a:pt x="122" y="246"/>
                    <a:pt x="123" y="267"/>
                    <a:pt x="123" y="289"/>
                  </a:cubicBezTo>
                  <a:cubicBezTo>
                    <a:pt x="124" y="330"/>
                    <a:pt x="125" y="372"/>
                    <a:pt x="126" y="414"/>
                  </a:cubicBezTo>
                  <a:cubicBezTo>
                    <a:pt x="126" y="432"/>
                    <a:pt x="126" y="450"/>
                    <a:pt x="127" y="468"/>
                  </a:cubicBezTo>
                  <a:cubicBezTo>
                    <a:pt x="127" y="469"/>
                    <a:pt x="128" y="476"/>
                    <a:pt x="127" y="477"/>
                  </a:cubicBezTo>
                  <a:cubicBezTo>
                    <a:pt x="126" y="478"/>
                    <a:pt x="113" y="473"/>
                    <a:pt x="110" y="473"/>
                  </a:cubicBezTo>
                  <a:cubicBezTo>
                    <a:pt x="102" y="473"/>
                    <a:pt x="99" y="475"/>
                    <a:pt x="92" y="477"/>
                  </a:cubicBezTo>
                  <a:cubicBezTo>
                    <a:pt x="88" y="478"/>
                    <a:pt x="84" y="477"/>
                    <a:pt x="80" y="476"/>
                  </a:cubicBezTo>
                  <a:cubicBezTo>
                    <a:pt x="75" y="476"/>
                    <a:pt x="74" y="476"/>
                    <a:pt x="70" y="480"/>
                  </a:cubicBezTo>
                  <a:cubicBezTo>
                    <a:pt x="68" y="482"/>
                    <a:pt x="65" y="484"/>
                    <a:pt x="64" y="486"/>
                  </a:cubicBezTo>
                  <a:cubicBezTo>
                    <a:pt x="62" y="489"/>
                    <a:pt x="63" y="491"/>
                    <a:pt x="65" y="493"/>
                  </a:cubicBezTo>
                  <a:cubicBezTo>
                    <a:pt x="67" y="496"/>
                    <a:pt x="67" y="499"/>
                    <a:pt x="67" y="502"/>
                  </a:cubicBezTo>
                  <a:cubicBezTo>
                    <a:pt x="67" y="505"/>
                    <a:pt x="66" y="508"/>
                    <a:pt x="65" y="511"/>
                  </a:cubicBezTo>
                  <a:cubicBezTo>
                    <a:pt x="63" y="513"/>
                    <a:pt x="64" y="513"/>
                    <a:pt x="62" y="515"/>
                  </a:cubicBezTo>
                  <a:cubicBezTo>
                    <a:pt x="61" y="515"/>
                    <a:pt x="60" y="516"/>
                    <a:pt x="59" y="517"/>
                  </a:cubicBezTo>
                  <a:cubicBezTo>
                    <a:pt x="57" y="518"/>
                    <a:pt x="55" y="520"/>
                    <a:pt x="54" y="522"/>
                  </a:cubicBezTo>
                  <a:cubicBezTo>
                    <a:pt x="53" y="524"/>
                    <a:pt x="53" y="525"/>
                    <a:pt x="52" y="527"/>
                  </a:cubicBezTo>
                  <a:cubicBezTo>
                    <a:pt x="52" y="528"/>
                    <a:pt x="51" y="528"/>
                    <a:pt x="50" y="529"/>
                  </a:cubicBezTo>
                  <a:cubicBezTo>
                    <a:pt x="48" y="532"/>
                    <a:pt x="48" y="534"/>
                    <a:pt x="49" y="538"/>
                  </a:cubicBezTo>
                  <a:cubicBezTo>
                    <a:pt x="50" y="542"/>
                    <a:pt x="49" y="542"/>
                    <a:pt x="45" y="543"/>
                  </a:cubicBezTo>
                  <a:cubicBezTo>
                    <a:pt x="40" y="544"/>
                    <a:pt x="28" y="547"/>
                    <a:pt x="32" y="553"/>
                  </a:cubicBezTo>
                  <a:cubicBezTo>
                    <a:pt x="33" y="554"/>
                    <a:pt x="34" y="554"/>
                    <a:pt x="35" y="555"/>
                  </a:cubicBezTo>
                  <a:cubicBezTo>
                    <a:pt x="36" y="556"/>
                    <a:pt x="35" y="558"/>
                    <a:pt x="35" y="559"/>
                  </a:cubicBezTo>
                  <a:cubicBezTo>
                    <a:pt x="35" y="561"/>
                    <a:pt x="36" y="563"/>
                    <a:pt x="36" y="564"/>
                  </a:cubicBezTo>
                  <a:cubicBezTo>
                    <a:pt x="36" y="565"/>
                    <a:pt x="34" y="565"/>
                    <a:pt x="35" y="568"/>
                  </a:cubicBezTo>
                  <a:cubicBezTo>
                    <a:pt x="36" y="571"/>
                    <a:pt x="40" y="569"/>
                    <a:pt x="42" y="571"/>
                  </a:cubicBezTo>
                  <a:cubicBezTo>
                    <a:pt x="43" y="572"/>
                    <a:pt x="43" y="576"/>
                    <a:pt x="42" y="577"/>
                  </a:cubicBezTo>
                  <a:cubicBezTo>
                    <a:pt x="41" y="579"/>
                    <a:pt x="40" y="578"/>
                    <a:pt x="39" y="579"/>
                  </a:cubicBezTo>
                  <a:cubicBezTo>
                    <a:pt x="38" y="579"/>
                    <a:pt x="37" y="580"/>
                    <a:pt x="36" y="581"/>
                  </a:cubicBezTo>
                  <a:cubicBezTo>
                    <a:pt x="35" y="581"/>
                    <a:pt x="35" y="582"/>
                    <a:pt x="35" y="582"/>
                  </a:cubicBezTo>
                  <a:cubicBezTo>
                    <a:pt x="34" y="583"/>
                    <a:pt x="33" y="582"/>
                    <a:pt x="33" y="582"/>
                  </a:cubicBezTo>
                  <a:cubicBezTo>
                    <a:pt x="31" y="584"/>
                    <a:pt x="29" y="585"/>
                    <a:pt x="27" y="586"/>
                  </a:cubicBezTo>
                  <a:cubicBezTo>
                    <a:pt x="23" y="588"/>
                    <a:pt x="21" y="590"/>
                    <a:pt x="19" y="593"/>
                  </a:cubicBezTo>
                  <a:cubicBezTo>
                    <a:pt x="17" y="596"/>
                    <a:pt x="14" y="598"/>
                    <a:pt x="15" y="601"/>
                  </a:cubicBezTo>
                  <a:cubicBezTo>
                    <a:pt x="15" y="602"/>
                    <a:pt x="17" y="603"/>
                    <a:pt x="17" y="604"/>
                  </a:cubicBezTo>
                  <a:cubicBezTo>
                    <a:pt x="18" y="606"/>
                    <a:pt x="17" y="607"/>
                    <a:pt x="18" y="609"/>
                  </a:cubicBezTo>
                  <a:cubicBezTo>
                    <a:pt x="19" y="610"/>
                    <a:pt x="20" y="610"/>
                    <a:pt x="21" y="611"/>
                  </a:cubicBezTo>
                  <a:cubicBezTo>
                    <a:pt x="23" y="614"/>
                    <a:pt x="23" y="619"/>
                    <a:pt x="24" y="622"/>
                  </a:cubicBezTo>
                  <a:cubicBezTo>
                    <a:pt x="26" y="625"/>
                    <a:pt x="27" y="626"/>
                    <a:pt x="25" y="630"/>
                  </a:cubicBezTo>
                  <a:cubicBezTo>
                    <a:pt x="24" y="632"/>
                    <a:pt x="22" y="633"/>
                    <a:pt x="20" y="635"/>
                  </a:cubicBezTo>
                  <a:cubicBezTo>
                    <a:pt x="17" y="639"/>
                    <a:pt x="11" y="640"/>
                    <a:pt x="8" y="644"/>
                  </a:cubicBezTo>
                  <a:cubicBezTo>
                    <a:pt x="5" y="649"/>
                    <a:pt x="1" y="656"/>
                    <a:pt x="0" y="661"/>
                  </a:cubicBezTo>
                  <a:cubicBezTo>
                    <a:pt x="0" y="666"/>
                    <a:pt x="4" y="672"/>
                    <a:pt x="9" y="673"/>
                  </a:cubicBezTo>
                  <a:cubicBezTo>
                    <a:pt x="12" y="673"/>
                    <a:pt x="16" y="673"/>
                    <a:pt x="18" y="672"/>
                  </a:cubicBezTo>
                  <a:cubicBezTo>
                    <a:pt x="20" y="671"/>
                    <a:pt x="22" y="667"/>
                    <a:pt x="23" y="666"/>
                  </a:cubicBezTo>
                  <a:cubicBezTo>
                    <a:pt x="25" y="666"/>
                    <a:pt x="30" y="671"/>
                    <a:pt x="32" y="672"/>
                  </a:cubicBezTo>
                  <a:cubicBezTo>
                    <a:pt x="37" y="674"/>
                    <a:pt x="38" y="674"/>
                    <a:pt x="36" y="679"/>
                  </a:cubicBezTo>
                  <a:cubicBezTo>
                    <a:pt x="36" y="680"/>
                    <a:pt x="34" y="682"/>
                    <a:pt x="34" y="683"/>
                  </a:cubicBezTo>
                  <a:cubicBezTo>
                    <a:pt x="34" y="685"/>
                    <a:pt x="34" y="684"/>
                    <a:pt x="35" y="686"/>
                  </a:cubicBezTo>
                  <a:cubicBezTo>
                    <a:pt x="36" y="689"/>
                    <a:pt x="37" y="692"/>
                    <a:pt x="38" y="695"/>
                  </a:cubicBezTo>
                  <a:cubicBezTo>
                    <a:pt x="39" y="698"/>
                    <a:pt x="40" y="701"/>
                    <a:pt x="40" y="704"/>
                  </a:cubicBezTo>
                  <a:cubicBezTo>
                    <a:pt x="41" y="706"/>
                    <a:pt x="39" y="709"/>
                    <a:pt x="39" y="712"/>
                  </a:cubicBezTo>
                  <a:cubicBezTo>
                    <a:pt x="42" y="710"/>
                    <a:pt x="44" y="709"/>
                    <a:pt x="47" y="710"/>
                  </a:cubicBezTo>
                  <a:cubicBezTo>
                    <a:pt x="48" y="710"/>
                    <a:pt x="48" y="708"/>
                    <a:pt x="48" y="711"/>
                  </a:cubicBezTo>
                  <a:cubicBezTo>
                    <a:pt x="48" y="712"/>
                    <a:pt x="47" y="714"/>
                    <a:pt x="47" y="715"/>
                  </a:cubicBezTo>
                  <a:cubicBezTo>
                    <a:pt x="46" y="721"/>
                    <a:pt x="42" y="731"/>
                    <a:pt x="44" y="737"/>
                  </a:cubicBezTo>
                  <a:cubicBezTo>
                    <a:pt x="46" y="743"/>
                    <a:pt x="50" y="745"/>
                    <a:pt x="55" y="748"/>
                  </a:cubicBezTo>
                  <a:cubicBezTo>
                    <a:pt x="58" y="749"/>
                    <a:pt x="58" y="752"/>
                    <a:pt x="61" y="752"/>
                  </a:cubicBezTo>
                  <a:cubicBezTo>
                    <a:pt x="67" y="752"/>
                    <a:pt x="67" y="753"/>
                    <a:pt x="68" y="758"/>
                  </a:cubicBezTo>
                  <a:cubicBezTo>
                    <a:pt x="69" y="763"/>
                    <a:pt x="69" y="765"/>
                    <a:pt x="68" y="770"/>
                  </a:cubicBezTo>
                  <a:cubicBezTo>
                    <a:pt x="67" y="774"/>
                    <a:pt x="62" y="782"/>
                    <a:pt x="65" y="786"/>
                  </a:cubicBezTo>
                  <a:cubicBezTo>
                    <a:pt x="68" y="790"/>
                    <a:pt x="70" y="795"/>
                    <a:pt x="74" y="799"/>
                  </a:cubicBezTo>
                  <a:cubicBezTo>
                    <a:pt x="76" y="801"/>
                    <a:pt x="79" y="803"/>
                    <a:pt x="82" y="806"/>
                  </a:cubicBezTo>
                  <a:cubicBezTo>
                    <a:pt x="88" y="812"/>
                    <a:pt x="93" y="817"/>
                    <a:pt x="97" y="825"/>
                  </a:cubicBezTo>
                  <a:cubicBezTo>
                    <a:pt x="102" y="832"/>
                    <a:pt x="106" y="839"/>
                    <a:pt x="110" y="847"/>
                  </a:cubicBezTo>
                  <a:cubicBezTo>
                    <a:pt x="114" y="853"/>
                    <a:pt x="116" y="862"/>
                    <a:pt x="112" y="868"/>
                  </a:cubicBezTo>
                  <a:cubicBezTo>
                    <a:pt x="111" y="871"/>
                    <a:pt x="110" y="874"/>
                    <a:pt x="111" y="877"/>
                  </a:cubicBezTo>
                  <a:cubicBezTo>
                    <a:pt x="111" y="879"/>
                    <a:pt x="112" y="879"/>
                    <a:pt x="112" y="881"/>
                  </a:cubicBezTo>
                  <a:cubicBezTo>
                    <a:pt x="112" y="883"/>
                    <a:pt x="111" y="884"/>
                    <a:pt x="111" y="886"/>
                  </a:cubicBezTo>
                  <a:cubicBezTo>
                    <a:pt x="111" y="889"/>
                    <a:pt x="110" y="890"/>
                    <a:pt x="108" y="894"/>
                  </a:cubicBezTo>
                  <a:cubicBezTo>
                    <a:pt x="106" y="896"/>
                    <a:pt x="103" y="894"/>
                    <a:pt x="102" y="897"/>
                  </a:cubicBezTo>
                  <a:cubicBezTo>
                    <a:pt x="100" y="900"/>
                    <a:pt x="98" y="909"/>
                    <a:pt x="104" y="909"/>
                  </a:cubicBezTo>
                  <a:cubicBezTo>
                    <a:pt x="106" y="909"/>
                    <a:pt x="107" y="904"/>
                    <a:pt x="108" y="910"/>
                  </a:cubicBezTo>
                  <a:cubicBezTo>
                    <a:pt x="108" y="914"/>
                    <a:pt x="99" y="923"/>
                    <a:pt x="105" y="925"/>
                  </a:cubicBezTo>
                  <a:cubicBezTo>
                    <a:pt x="107" y="926"/>
                    <a:pt x="107" y="924"/>
                    <a:pt x="108" y="924"/>
                  </a:cubicBezTo>
                  <a:cubicBezTo>
                    <a:pt x="110" y="924"/>
                    <a:pt x="111" y="924"/>
                    <a:pt x="112" y="924"/>
                  </a:cubicBezTo>
                  <a:cubicBezTo>
                    <a:pt x="116" y="925"/>
                    <a:pt x="117" y="925"/>
                    <a:pt x="121" y="924"/>
                  </a:cubicBezTo>
                  <a:cubicBezTo>
                    <a:pt x="123" y="924"/>
                    <a:pt x="127" y="925"/>
                    <a:pt x="130" y="925"/>
                  </a:cubicBezTo>
                  <a:cubicBezTo>
                    <a:pt x="133" y="925"/>
                    <a:pt x="135" y="926"/>
                    <a:pt x="138" y="926"/>
                  </a:cubicBezTo>
                  <a:cubicBezTo>
                    <a:pt x="141" y="927"/>
                    <a:pt x="147" y="925"/>
                    <a:pt x="149" y="928"/>
                  </a:cubicBezTo>
                  <a:cubicBezTo>
                    <a:pt x="149" y="928"/>
                    <a:pt x="149" y="933"/>
                    <a:pt x="149" y="934"/>
                  </a:cubicBezTo>
                  <a:cubicBezTo>
                    <a:pt x="149" y="935"/>
                    <a:pt x="147" y="936"/>
                    <a:pt x="146" y="937"/>
                  </a:cubicBezTo>
                  <a:cubicBezTo>
                    <a:pt x="142" y="942"/>
                    <a:pt x="140" y="949"/>
                    <a:pt x="148" y="952"/>
                  </a:cubicBezTo>
                  <a:cubicBezTo>
                    <a:pt x="153" y="955"/>
                    <a:pt x="158" y="953"/>
                    <a:pt x="163" y="955"/>
                  </a:cubicBezTo>
                  <a:cubicBezTo>
                    <a:pt x="164" y="956"/>
                    <a:pt x="165" y="957"/>
                    <a:pt x="168" y="957"/>
                  </a:cubicBezTo>
                  <a:cubicBezTo>
                    <a:pt x="170" y="957"/>
                    <a:pt x="172" y="957"/>
                    <a:pt x="175" y="957"/>
                  </a:cubicBezTo>
                  <a:cubicBezTo>
                    <a:pt x="178" y="958"/>
                    <a:pt x="183" y="958"/>
                    <a:pt x="187" y="961"/>
                  </a:cubicBezTo>
                  <a:cubicBezTo>
                    <a:pt x="189" y="963"/>
                    <a:pt x="190" y="966"/>
                    <a:pt x="191" y="968"/>
                  </a:cubicBezTo>
                  <a:cubicBezTo>
                    <a:pt x="193" y="971"/>
                    <a:pt x="194" y="972"/>
                    <a:pt x="197" y="975"/>
                  </a:cubicBezTo>
                  <a:cubicBezTo>
                    <a:pt x="198" y="976"/>
                    <a:pt x="199" y="978"/>
                    <a:pt x="201" y="978"/>
                  </a:cubicBezTo>
                  <a:cubicBezTo>
                    <a:pt x="202" y="977"/>
                    <a:pt x="205" y="977"/>
                    <a:pt x="206" y="978"/>
                  </a:cubicBezTo>
                  <a:cubicBezTo>
                    <a:pt x="209" y="980"/>
                    <a:pt x="211" y="982"/>
                    <a:pt x="212" y="986"/>
                  </a:cubicBezTo>
                  <a:cubicBezTo>
                    <a:pt x="212" y="988"/>
                    <a:pt x="213" y="992"/>
                    <a:pt x="212" y="993"/>
                  </a:cubicBezTo>
                  <a:cubicBezTo>
                    <a:pt x="211" y="996"/>
                    <a:pt x="207" y="995"/>
                    <a:pt x="206" y="997"/>
                  </a:cubicBezTo>
                  <a:cubicBezTo>
                    <a:pt x="205" y="1000"/>
                    <a:pt x="208" y="1003"/>
                    <a:pt x="210" y="1004"/>
                  </a:cubicBezTo>
                  <a:cubicBezTo>
                    <a:pt x="214" y="1006"/>
                    <a:pt x="214" y="1009"/>
                    <a:pt x="216" y="1012"/>
                  </a:cubicBezTo>
                  <a:cubicBezTo>
                    <a:pt x="218" y="1013"/>
                    <a:pt x="222" y="1016"/>
                    <a:pt x="224" y="1017"/>
                  </a:cubicBezTo>
                  <a:cubicBezTo>
                    <a:pt x="227" y="1019"/>
                    <a:pt x="230" y="1020"/>
                    <a:pt x="233" y="1022"/>
                  </a:cubicBezTo>
                  <a:cubicBezTo>
                    <a:pt x="237" y="1023"/>
                    <a:pt x="240" y="1025"/>
                    <a:pt x="244" y="1026"/>
                  </a:cubicBezTo>
                  <a:cubicBezTo>
                    <a:pt x="244" y="1026"/>
                    <a:pt x="246" y="1028"/>
                    <a:pt x="246" y="1028"/>
                  </a:cubicBezTo>
                  <a:cubicBezTo>
                    <a:pt x="247" y="1029"/>
                    <a:pt x="249" y="1030"/>
                    <a:pt x="250" y="1031"/>
                  </a:cubicBezTo>
                  <a:cubicBezTo>
                    <a:pt x="251" y="1032"/>
                    <a:pt x="253" y="1032"/>
                    <a:pt x="254" y="1033"/>
                  </a:cubicBezTo>
                  <a:cubicBezTo>
                    <a:pt x="255" y="1035"/>
                    <a:pt x="257" y="1034"/>
                    <a:pt x="257" y="1035"/>
                  </a:cubicBezTo>
                  <a:cubicBezTo>
                    <a:pt x="259" y="1036"/>
                    <a:pt x="259" y="1037"/>
                    <a:pt x="259" y="1039"/>
                  </a:cubicBezTo>
                  <a:cubicBezTo>
                    <a:pt x="259" y="1041"/>
                    <a:pt x="260" y="1041"/>
                    <a:pt x="261" y="1042"/>
                  </a:cubicBezTo>
                  <a:cubicBezTo>
                    <a:pt x="263" y="1046"/>
                    <a:pt x="265" y="1046"/>
                    <a:pt x="268" y="1049"/>
                  </a:cubicBezTo>
                  <a:cubicBezTo>
                    <a:pt x="270" y="1052"/>
                    <a:pt x="272" y="1053"/>
                    <a:pt x="276" y="1054"/>
                  </a:cubicBezTo>
                  <a:cubicBezTo>
                    <a:pt x="280" y="1057"/>
                    <a:pt x="281" y="1058"/>
                    <a:pt x="278" y="1062"/>
                  </a:cubicBezTo>
                  <a:cubicBezTo>
                    <a:pt x="276" y="1066"/>
                    <a:pt x="273" y="1070"/>
                    <a:pt x="274" y="1074"/>
                  </a:cubicBezTo>
                  <a:cubicBezTo>
                    <a:pt x="275" y="1075"/>
                    <a:pt x="279" y="1079"/>
                    <a:pt x="280" y="1079"/>
                  </a:cubicBezTo>
                  <a:cubicBezTo>
                    <a:pt x="282" y="1081"/>
                    <a:pt x="283" y="1079"/>
                    <a:pt x="284" y="1082"/>
                  </a:cubicBezTo>
                  <a:cubicBezTo>
                    <a:pt x="285" y="1084"/>
                    <a:pt x="286" y="1084"/>
                    <a:pt x="288" y="1086"/>
                  </a:cubicBezTo>
                  <a:cubicBezTo>
                    <a:pt x="289" y="1089"/>
                    <a:pt x="283" y="1090"/>
                    <a:pt x="283" y="1093"/>
                  </a:cubicBezTo>
                  <a:cubicBezTo>
                    <a:pt x="283" y="1096"/>
                    <a:pt x="285" y="1092"/>
                    <a:pt x="286" y="1092"/>
                  </a:cubicBezTo>
                  <a:cubicBezTo>
                    <a:pt x="288" y="1093"/>
                    <a:pt x="288" y="1095"/>
                    <a:pt x="290" y="1096"/>
                  </a:cubicBezTo>
                  <a:cubicBezTo>
                    <a:pt x="291" y="1097"/>
                    <a:pt x="295" y="1099"/>
                    <a:pt x="297" y="1098"/>
                  </a:cubicBezTo>
                  <a:cubicBezTo>
                    <a:pt x="299" y="1098"/>
                    <a:pt x="302" y="1099"/>
                    <a:pt x="304" y="1100"/>
                  </a:cubicBezTo>
                  <a:cubicBezTo>
                    <a:pt x="306" y="1101"/>
                    <a:pt x="307" y="1107"/>
                    <a:pt x="309" y="1106"/>
                  </a:cubicBezTo>
                  <a:cubicBezTo>
                    <a:pt x="312" y="1106"/>
                    <a:pt x="311" y="1107"/>
                    <a:pt x="313" y="1108"/>
                  </a:cubicBezTo>
                  <a:cubicBezTo>
                    <a:pt x="314" y="1109"/>
                    <a:pt x="316" y="1108"/>
                    <a:pt x="317" y="1109"/>
                  </a:cubicBezTo>
                  <a:cubicBezTo>
                    <a:pt x="319" y="1109"/>
                    <a:pt x="319" y="1112"/>
                    <a:pt x="321" y="1113"/>
                  </a:cubicBezTo>
                  <a:cubicBezTo>
                    <a:pt x="323" y="1113"/>
                    <a:pt x="323" y="1113"/>
                    <a:pt x="325" y="1114"/>
                  </a:cubicBezTo>
                  <a:cubicBezTo>
                    <a:pt x="326" y="1114"/>
                    <a:pt x="328" y="1117"/>
                    <a:pt x="329" y="1118"/>
                  </a:cubicBezTo>
                  <a:cubicBezTo>
                    <a:pt x="329" y="1119"/>
                    <a:pt x="331" y="1121"/>
                    <a:pt x="331" y="1122"/>
                  </a:cubicBezTo>
                  <a:cubicBezTo>
                    <a:pt x="331" y="1123"/>
                    <a:pt x="330" y="1126"/>
                    <a:pt x="333" y="1125"/>
                  </a:cubicBezTo>
                  <a:cubicBezTo>
                    <a:pt x="334" y="1125"/>
                    <a:pt x="334" y="1127"/>
                    <a:pt x="334" y="1128"/>
                  </a:cubicBezTo>
                  <a:cubicBezTo>
                    <a:pt x="333" y="1131"/>
                    <a:pt x="331" y="1133"/>
                    <a:pt x="331" y="1136"/>
                  </a:cubicBezTo>
                  <a:cubicBezTo>
                    <a:pt x="331" y="1139"/>
                    <a:pt x="333" y="1143"/>
                    <a:pt x="335" y="1146"/>
                  </a:cubicBezTo>
                  <a:cubicBezTo>
                    <a:pt x="336" y="1150"/>
                    <a:pt x="339" y="1151"/>
                    <a:pt x="342" y="1154"/>
                  </a:cubicBezTo>
                  <a:cubicBezTo>
                    <a:pt x="344" y="1156"/>
                    <a:pt x="344" y="1159"/>
                    <a:pt x="345" y="1161"/>
                  </a:cubicBezTo>
                  <a:cubicBezTo>
                    <a:pt x="346" y="1163"/>
                    <a:pt x="350" y="1169"/>
                    <a:pt x="353" y="1170"/>
                  </a:cubicBezTo>
                  <a:cubicBezTo>
                    <a:pt x="356" y="1171"/>
                    <a:pt x="358" y="1169"/>
                    <a:pt x="360" y="1173"/>
                  </a:cubicBezTo>
                  <a:cubicBezTo>
                    <a:pt x="361" y="1175"/>
                    <a:pt x="360" y="1175"/>
                    <a:pt x="362" y="1176"/>
                  </a:cubicBezTo>
                  <a:cubicBezTo>
                    <a:pt x="363" y="1177"/>
                    <a:pt x="364" y="1176"/>
                    <a:pt x="365" y="1179"/>
                  </a:cubicBezTo>
                  <a:cubicBezTo>
                    <a:pt x="366" y="1182"/>
                    <a:pt x="364" y="1184"/>
                    <a:pt x="365" y="1187"/>
                  </a:cubicBezTo>
                  <a:cubicBezTo>
                    <a:pt x="366" y="1189"/>
                    <a:pt x="368" y="1191"/>
                    <a:pt x="372" y="1191"/>
                  </a:cubicBezTo>
                  <a:cubicBezTo>
                    <a:pt x="374" y="1192"/>
                    <a:pt x="378" y="1190"/>
                    <a:pt x="380" y="1192"/>
                  </a:cubicBezTo>
                  <a:cubicBezTo>
                    <a:pt x="381" y="1193"/>
                    <a:pt x="379" y="1196"/>
                    <a:pt x="382" y="1199"/>
                  </a:cubicBezTo>
                  <a:cubicBezTo>
                    <a:pt x="383" y="1199"/>
                    <a:pt x="382" y="1200"/>
                    <a:pt x="383" y="1200"/>
                  </a:cubicBezTo>
                  <a:cubicBezTo>
                    <a:pt x="383" y="1200"/>
                    <a:pt x="384" y="1199"/>
                    <a:pt x="384" y="1199"/>
                  </a:cubicBezTo>
                  <a:cubicBezTo>
                    <a:pt x="387" y="1200"/>
                    <a:pt x="386" y="1200"/>
                    <a:pt x="387" y="1202"/>
                  </a:cubicBezTo>
                  <a:cubicBezTo>
                    <a:pt x="390" y="1205"/>
                    <a:pt x="391" y="1205"/>
                    <a:pt x="395" y="1205"/>
                  </a:cubicBezTo>
                  <a:cubicBezTo>
                    <a:pt x="396" y="1205"/>
                    <a:pt x="398" y="1204"/>
                    <a:pt x="399" y="1205"/>
                  </a:cubicBezTo>
                  <a:cubicBezTo>
                    <a:pt x="401" y="1206"/>
                    <a:pt x="400" y="1208"/>
                    <a:pt x="401" y="1209"/>
                  </a:cubicBezTo>
                  <a:cubicBezTo>
                    <a:pt x="404" y="1211"/>
                    <a:pt x="406" y="1207"/>
                    <a:pt x="407" y="1206"/>
                  </a:cubicBezTo>
                  <a:cubicBezTo>
                    <a:pt x="409" y="1204"/>
                    <a:pt x="409" y="1204"/>
                    <a:pt x="410" y="1203"/>
                  </a:cubicBezTo>
                  <a:cubicBezTo>
                    <a:pt x="411" y="1203"/>
                    <a:pt x="412" y="1204"/>
                    <a:pt x="413" y="1203"/>
                  </a:cubicBezTo>
                  <a:cubicBezTo>
                    <a:pt x="414" y="1203"/>
                    <a:pt x="413" y="1202"/>
                    <a:pt x="414" y="1202"/>
                  </a:cubicBezTo>
                  <a:cubicBezTo>
                    <a:pt x="417" y="1200"/>
                    <a:pt x="418" y="1200"/>
                    <a:pt x="419" y="1197"/>
                  </a:cubicBezTo>
                  <a:cubicBezTo>
                    <a:pt x="421" y="1195"/>
                    <a:pt x="421" y="1193"/>
                    <a:pt x="424" y="1192"/>
                  </a:cubicBezTo>
                  <a:cubicBezTo>
                    <a:pt x="428" y="1192"/>
                    <a:pt x="426" y="1195"/>
                    <a:pt x="429" y="1196"/>
                  </a:cubicBezTo>
                  <a:cubicBezTo>
                    <a:pt x="432" y="1198"/>
                    <a:pt x="436" y="1195"/>
                    <a:pt x="438" y="1196"/>
                  </a:cubicBezTo>
                  <a:cubicBezTo>
                    <a:pt x="440" y="1196"/>
                    <a:pt x="440" y="1197"/>
                    <a:pt x="442" y="1198"/>
                  </a:cubicBezTo>
                  <a:cubicBezTo>
                    <a:pt x="443" y="1199"/>
                    <a:pt x="444" y="1199"/>
                    <a:pt x="445" y="1199"/>
                  </a:cubicBezTo>
                  <a:cubicBezTo>
                    <a:pt x="447" y="1201"/>
                    <a:pt x="449" y="1204"/>
                    <a:pt x="451" y="1205"/>
                  </a:cubicBezTo>
                  <a:cubicBezTo>
                    <a:pt x="454" y="1206"/>
                    <a:pt x="453" y="1204"/>
                    <a:pt x="454" y="1204"/>
                  </a:cubicBezTo>
                  <a:cubicBezTo>
                    <a:pt x="454" y="1204"/>
                    <a:pt x="455" y="1203"/>
                    <a:pt x="455" y="1203"/>
                  </a:cubicBezTo>
                  <a:cubicBezTo>
                    <a:pt x="456" y="1202"/>
                    <a:pt x="457" y="1203"/>
                    <a:pt x="458" y="1203"/>
                  </a:cubicBezTo>
                  <a:cubicBezTo>
                    <a:pt x="460" y="1202"/>
                    <a:pt x="459" y="1200"/>
                    <a:pt x="460" y="1199"/>
                  </a:cubicBezTo>
                  <a:cubicBezTo>
                    <a:pt x="461" y="1198"/>
                    <a:pt x="462" y="1198"/>
                    <a:pt x="463" y="1197"/>
                  </a:cubicBezTo>
                  <a:cubicBezTo>
                    <a:pt x="464" y="1195"/>
                    <a:pt x="465" y="1193"/>
                    <a:pt x="466" y="1191"/>
                  </a:cubicBezTo>
                  <a:cubicBezTo>
                    <a:pt x="466" y="1189"/>
                    <a:pt x="467" y="1184"/>
                    <a:pt x="469" y="1184"/>
                  </a:cubicBezTo>
                  <a:cubicBezTo>
                    <a:pt x="469" y="1183"/>
                    <a:pt x="471" y="1185"/>
                    <a:pt x="472" y="1185"/>
                  </a:cubicBezTo>
                  <a:cubicBezTo>
                    <a:pt x="473" y="1185"/>
                    <a:pt x="476" y="1185"/>
                    <a:pt x="476" y="1186"/>
                  </a:cubicBezTo>
                  <a:cubicBezTo>
                    <a:pt x="479" y="1186"/>
                    <a:pt x="481" y="1189"/>
                    <a:pt x="483" y="1190"/>
                  </a:cubicBezTo>
                  <a:cubicBezTo>
                    <a:pt x="484" y="1191"/>
                    <a:pt x="486" y="1190"/>
                    <a:pt x="487" y="1191"/>
                  </a:cubicBezTo>
                  <a:cubicBezTo>
                    <a:pt x="489" y="1192"/>
                    <a:pt x="487" y="1194"/>
                    <a:pt x="487" y="1196"/>
                  </a:cubicBezTo>
                  <a:cubicBezTo>
                    <a:pt x="487" y="1201"/>
                    <a:pt x="487" y="1204"/>
                    <a:pt x="491" y="1205"/>
                  </a:cubicBezTo>
                  <a:cubicBezTo>
                    <a:pt x="494" y="1206"/>
                    <a:pt x="496" y="1205"/>
                    <a:pt x="497" y="1209"/>
                  </a:cubicBezTo>
                  <a:cubicBezTo>
                    <a:pt x="497" y="1210"/>
                    <a:pt x="496" y="1211"/>
                    <a:pt x="496" y="1211"/>
                  </a:cubicBezTo>
                  <a:cubicBezTo>
                    <a:pt x="497" y="1212"/>
                    <a:pt x="498" y="1212"/>
                    <a:pt x="498" y="1212"/>
                  </a:cubicBezTo>
                  <a:cubicBezTo>
                    <a:pt x="499" y="1213"/>
                    <a:pt x="500" y="1213"/>
                    <a:pt x="501" y="1214"/>
                  </a:cubicBezTo>
                  <a:cubicBezTo>
                    <a:pt x="503" y="1216"/>
                    <a:pt x="502" y="1218"/>
                    <a:pt x="504" y="1219"/>
                  </a:cubicBezTo>
                  <a:cubicBezTo>
                    <a:pt x="505" y="1220"/>
                    <a:pt x="507" y="1219"/>
                    <a:pt x="508" y="1220"/>
                  </a:cubicBezTo>
                  <a:cubicBezTo>
                    <a:pt x="510" y="1222"/>
                    <a:pt x="512" y="1227"/>
                    <a:pt x="512" y="1228"/>
                  </a:cubicBezTo>
                  <a:cubicBezTo>
                    <a:pt x="512" y="1231"/>
                    <a:pt x="517" y="1230"/>
                    <a:pt x="519" y="1231"/>
                  </a:cubicBezTo>
                  <a:cubicBezTo>
                    <a:pt x="522" y="1232"/>
                    <a:pt x="524" y="1234"/>
                    <a:pt x="527" y="1235"/>
                  </a:cubicBezTo>
                  <a:cubicBezTo>
                    <a:pt x="529" y="1236"/>
                    <a:pt x="532" y="1235"/>
                    <a:pt x="534" y="1237"/>
                  </a:cubicBezTo>
                  <a:cubicBezTo>
                    <a:pt x="535" y="1239"/>
                    <a:pt x="535" y="1245"/>
                    <a:pt x="535" y="1246"/>
                  </a:cubicBezTo>
                  <a:cubicBezTo>
                    <a:pt x="535" y="1249"/>
                    <a:pt x="533" y="1253"/>
                    <a:pt x="537" y="1253"/>
                  </a:cubicBezTo>
                  <a:cubicBezTo>
                    <a:pt x="539" y="1253"/>
                    <a:pt x="539" y="1251"/>
                    <a:pt x="541" y="1251"/>
                  </a:cubicBezTo>
                  <a:cubicBezTo>
                    <a:pt x="542" y="1250"/>
                    <a:pt x="543" y="1251"/>
                    <a:pt x="545" y="1251"/>
                  </a:cubicBezTo>
                  <a:cubicBezTo>
                    <a:pt x="546" y="1250"/>
                    <a:pt x="545" y="1247"/>
                    <a:pt x="547" y="1248"/>
                  </a:cubicBezTo>
                  <a:cubicBezTo>
                    <a:pt x="548" y="1249"/>
                    <a:pt x="548" y="1251"/>
                    <a:pt x="548" y="1252"/>
                  </a:cubicBezTo>
                  <a:cubicBezTo>
                    <a:pt x="549" y="1253"/>
                    <a:pt x="551" y="1254"/>
                    <a:pt x="552" y="1255"/>
                  </a:cubicBezTo>
                  <a:cubicBezTo>
                    <a:pt x="553" y="1257"/>
                    <a:pt x="551" y="1258"/>
                    <a:pt x="552" y="1260"/>
                  </a:cubicBezTo>
                  <a:cubicBezTo>
                    <a:pt x="554" y="1255"/>
                    <a:pt x="557" y="1249"/>
                    <a:pt x="561" y="1247"/>
                  </a:cubicBezTo>
                  <a:cubicBezTo>
                    <a:pt x="565" y="1244"/>
                    <a:pt x="571" y="1240"/>
                    <a:pt x="576" y="1241"/>
                  </a:cubicBezTo>
                  <a:cubicBezTo>
                    <a:pt x="582" y="1241"/>
                    <a:pt x="586" y="1246"/>
                    <a:pt x="591" y="1248"/>
                  </a:cubicBezTo>
                  <a:cubicBezTo>
                    <a:pt x="592" y="1249"/>
                    <a:pt x="593" y="1250"/>
                    <a:pt x="594" y="1249"/>
                  </a:cubicBezTo>
                  <a:cubicBezTo>
                    <a:pt x="596" y="1247"/>
                    <a:pt x="596" y="1248"/>
                    <a:pt x="598" y="1247"/>
                  </a:cubicBezTo>
                  <a:cubicBezTo>
                    <a:pt x="600" y="1246"/>
                    <a:pt x="602" y="1246"/>
                    <a:pt x="604" y="1245"/>
                  </a:cubicBezTo>
                  <a:cubicBezTo>
                    <a:pt x="605" y="1244"/>
                    <a:pt x="608" y="1239"/>
                    <a:pt x="609" y="1239"/>
                  </a:cubicBezTo>
                  <a:cubicBezTo>
                    <a:pt x="612" y="1239"/>
                    <a:pt x="617" y="1248"/>
                    <a:pt x="618" y="1249"/>
                  </a:cubicBezTo>
                  <a:cubicBezTo>
                    <a:pt x="619" y="1252"/>
                    <a:pt x="617" y="1253"/>
                    <a:pt x="621" y="1254"/>
                  </a:cubicBezTo>
                  <a:cubicBezTo>
                    <a:pt x="627" y="1254"/>
                    <a:pt x="624" y="1254"/>
                    <a:pt x="628" y="1257"/>
                  </a:cubicBezTo>
                  <a:cubicBezTo>
                    <a:pt x="628" y="1258"/>
                    <a:pt x="631" y="1259"/>
                    <a:pt x="632" y="1259"/>
                  </a:cubicBezTo>
                  <a:cubicBezTo>
                    <a:pt x="634" y="1258"/>
                    <a:pt x="633" y="1257"/>
                    <a:pt x="634" y="1256"/>
                  </a:cubicBezTo>
                  <a:cubicBezTo>
                    <a:pt x="634" y="1255"/>
                    <a:pt x="633" y="1253"/>
                    <a:pt x="633" y="1253"/>
                  </a:cubicBezTo>
                  <a:cubicBezTo>
                    <a:pt x="634" y="1251"/>
                    <a:pt x="636" y="1250"/>
                    <a:pt x="638" y="1249"/>
                  </a:cubicBezTo>
                  <a:cubicBezTo>
                    <a:pt x="641" y="1247"/>
                    <a:pt x="644" y="1245"/>
                    <a:pt x="647" y="1244"/>
                  </a:cubicBezTo>
                  <a:cubicBezTo>
                    <a:pt x="653" y="1242"/>
                    <a:pt x="660" y="1244"/>
                    <a:pt x="666" y="1243"/>
                  </a:cubicBezTo>
                  <a:cubicBezTo>
                    <a:pt x="670" y="1242"/>
                    <a:pt x="674" y="1240"/>
                    <a:pt x="678" y="1238"/>
                  </a:cubicBezTo>
                  <a:cubicBezTo>
                    <a:pt x="681" y="1236"/>
                    <a:pt x="682" y="1234"/>
                    <a:pt x="686" y="1236"/>
                  </a:cubicBezTo>
                  <a:cubicBezTo>
                    <a:pt x="691" y="1239"/>
                    <a:pt x="692" y="1242"/>
                    <a:pt x="699" y="1243"/>
                  </a:cubicBezTo>
                  <a:cubicBezTo>
                    <a:pt x="702" y="1243"/>
                    <a:pt x="705" y="1243"/>
                    <a:pt x="708" y="1243"/>
                  </a:cubicBezTo>
                  <a:cubicBezTo>
                    <a:pt x="709" y="1243"/>
                    <a:pt x="713" y="1244"/>
                    <a:pt x="714" y="1243"/>
                  </a:cubicBezTo>
                  <a:cubicBezTo>
                    <a:pt x="716" y="1240"/>
                    <a:pt x="719" y="1238"/>
                    <a:pt x="721" y="1235"/>
                  </a:cubicBezTo>
                  <a:cubicBezTo>
                    <a:pt x="734" y="1222"/>
                    <a:pt x="747" y="1208"/>
                    <a:pt x="760" y="1194"/>
                  </a:cubicBezTo>
                  <a:lnTo>
                    <a:pt x="766" y="1188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0" name="Freeform 90">
              <a:extLst>
                <a:ext uri="{FF2B5EF4-FFF2-40B4-BE49-F238E27FC236}">
                  <a16:creationId xmlns:a16="http://schemas.microsoft.com/office/drawing/2014/main" id="{B9C409C7-FEF2-4C97-AAAF-39F147588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02550" y="2551113"/>
              <a:ext cx="746125" cy="555625"/>
            </a:xfrm>
            <a:custGeom>
              <a:avLst/>
              <a:gdLst>
                <a:gd name="T0" fmla="*/ 335 w 659"/>
                <a:gd name="T1" fmla="*/ 482 h 491"/>
                <a:gd name="T2" fmla="*/ 306 w 659"/>
                <a:gd name="T3" fmla="*/ 454 h 491"/>
                <a:gd name="T4" fmla="*/ 282 w 659"/>
                <a:gd name="T5" fmla="*/ 418 h 491"/>
                <a:gd name="T6" fmla="*/ 252 w 659"/>
                <a:gd name="T7" fmla="*/ 438 h 491"/>
                <a:gd name="T8" fmla="*/ 221 w 659"/>
                <a:gd name="T9" fmla="*/ 430 h 491"/>
                <a:gd name="T10" fmla="*/ 189 w 659"/>
                <a:gd name="T11" fmla="*/ 433 h 491"/>
                <a:gd name="T12" fmla="*/ 159 w 659"/>
                <a:gd name="T13" fmla="*/ 404 h 491"/>
                <a:gd name="T14" fmla="*/ 120 w 659"/>
                <a:gd name="T15" fmla="*/ 342 h 491"/>
                <a:gd name="T16" fmla="*/ 87 w 659"/>
                <a:gd name="T17" fmla="*/ 325 h 491"/>
                <a:gd name="T18" fmla="*/ 65 w 659"/>
                <a:gd name="T19" fmla="*/ 280 h 491"/>
                <a:gd name="T20" fmla="*/ 17 w 659"/>
                <a:gd name="T21" fmla="*/ 245 h 491"/>
                <a:gd name="T22" fmla="*/ 2 w 659"/>
                <a:gd name="T23" fmla="*/ 214 h 491"/>
                <a:gd name="T24" fmla="*/ 97 w 659"/>
                <a:gd name="T25" fmla="*/ 113 h 491"/>
                <a:gd name="T26" fmla="*/ 175 w 659"/>
                <a:gd name="T27" fmla="*/ 147 h 491"/>
                <a:gd name="T28" fmla="*/ 284 w 659"/>
                <a:gd name="T29" fmla="*/ 138 h 491"/>
                <a:gd name="T30" fmla="*/ 352 w 659"/>
                <a:gd name="T31" fmla="*/ 128 h 491"/>
                <a:gd name="T32" fmla="*/ 432 w 659"/>
                <a:gd name="T33" fmla="*/ 96 h 491"/>
                <a:gd name="T34" fmla="*/ 447 w 659"/>
                <a:gd name="T35" fmla="*/ 40 h 491"/>
                <a:gd name="T36" fmla="*/ 472 w 659"/>
                <a:gd name="T37" fmla="*/ 8 h 491"/>
                <a:gd name="T38" fmla="*/ 504 w 659"/>
                <a:gd name="T39" fmla="*/ 33 h 491"/>
                <a:gd name="T40" fmla="*/ 533 w 659"/>
                <a:gd name="T41" fmla="*/ 104 h 491"/>
                <a:gd name="T42" fmla="*/ 519 w 659"/>
                <a:gd name="T43" fmla="*/ 174 h 491"/>
                <a:gd name="T44" fmla="*/ 484 w 659"/>
                <a:gd name="T45" fmla="*/ 205 h 491"/>
                <a:gd name="T46" fmla="*/ 618 w 659"/>
                <a:gd name="T47" fmla="*/ 351 h 491"/>
                <a:gd name="T48" fmla="*/ 658 w 659"/>
                <a:gd name="T49" fmla="*/ 401 h 491"/>
                <a:gd name="T50" fmla="*/ 565 w 659"/>
                <a:gd name="T51" fmla="*/ 425 h 491"/>
                <a:gd name="T52" fmla="*/ 505 w 659"/>
                <a:gd name="T53" fmla="*/ 472 h 491"/>
                <a:gd name="T54" fmla="*/ 441 w 659"/>
                <a:gd name="T55" fmla="*/ 480 h 491"/>
                <a:gd name="T56" fmla="*/ 394 w 659"/>
                <a:gd name="T57" fmla="*/ 479 h 491"/>
                <a:gd name="T58" fmla="*/ 422 w 659"/>
                <a:gd name="T59" fmla="*/ 470 h 491"/>
                <a:gd name="T60" fmla="*/ 458 w 659"/>
                <a:gd name="T61" fmla="*/ 468 h 491"/>
                <a:gd name="T62" fmla="*/ 546 w 659"/>
                <a:gd name="T63" fmla="*/ 430 h 491"/>
                <a:gd name="T64" fmla="*/ 628 w 659"/>
                <a:gd name="T65" fmla="*/ 414 h 491"/>
                <a:gd name="T66" fmla="*/ 640 w 659"/>
                <a:gd name="T67" fmla="*/ 368 h 491"/>
                <a:gd name="T68" fmla="*/ 560 w 659"/>
                <a:gd name="T69" fmla="*/ 267 h 491"/>
                <a:gd name="T70" fmla="*/ 479 w 659"/>
                <a:gd name="T71" fmla="*/ 187 h 491"/>
                <a:gd name="T72" fmla="*/ 532 w 659"/>
                <a:gd name="T73" fmla="*/ 163 h 491"/>
                <a:gd name="T74" fmla="*/ 491 w 659"/>
                <a:gd name="T75" fmla="*/ 51 h 491"/>
                <a:gd name="T76" fmla="*/ 502 w 659"/>
                <a:gd name="T77" fmla="*/ 14 h 491"/>
                <a:gd name="T78" fmla="*/ 452 w 659"/>
                <a:gd name="T79" fmla="*/ 24 h 491"/>
                <a:gd name="T80" fmla="*/ 460 w 659"/>
                <a:gd name="T81" fmla="*/ 68 h 491"/>
                <a:gd name="T82" fmla="*/ 407 w 659"/>
                <a:gd name="T83" fmla="*/ 144 h 491"/>
                <a:gd name="T84" fmla="*/ 316 w 659"/>
                <a:gd name="T85" fmla="*/ 122 h 491"/>
                <a:gd name="T86" fmla="*/ 259 w 659"/>
                <a:gd name="T87" fmla="*/ 169 h 491"/>
                <a:gd name="T88" fmla="*/ 125 w 659"/>
                <a:gd name="T89" fmla="*/ 162 h 491"/>
                <a:gd name="T90" fmla="*/ 44 w 659"/>
                <a:gd name="T91" fmla="*/ 160 h 491"/>
                <a:gd name="T92" fmla="*/ 17 w 659"/>
                <a:gd name="T93" fmla="*/ 233 h 491"/>
                <a:gd name="T94" fmla="*/ 61 w 659"/>
                <a:gd name="T95" fmla="*/ 261 h 491"/>
                <a:gd name="T96" fmla="*/ 89 w 659"/>
                <a:gd name="T97" fmla="*/ 312 h 491"/>
                <a:gd name="T98" fmla="*/ 111 w 659"/>
                <a:gd name="T99" fmla="*/ 327 h 491"/>
                <a:gd name="T100" fmla="*/ 141 w 659"/>
                <a:gd name="T101" fmla="*/ 377 h 491"/>
                <a:gd name="T102" fmla="*/ 170 w 659"/>
                <a:gd name="T103" fmla="*/ 413 h 491"/>
                <a:gd name="T104" fmla="*/ 197 w 659"/>
                <a:gd name="T105" fmla="*/ 426 h 491"/>
                <a:gd name="T106" fmla="*/ 230 w 659"/>
                <a:gd name="T107" fmla="*/ 416 h 491"/>
                <a:gd name="T108" fmla="*/ 258 w 659"/>
                <a:gd name="T109" fmla="*/ 421 h 491"/>
                <a:gd name="T110" fmla="*/ 291 w 659"/>
                <a:gd name="T111" fmla="*/ 426 h 491"/>
                <a:gd name="T112" fmla="*/ 315 w 659"/>
                <a:gd name="T113" fmla="*/ 452 h 491"/>
                <a:gd name="T114" fmla="*/ 339 w 659"/>
                <a:gd name="T115" fmla="*/ 466 h 491"/>
                <a:gd name="T116" fmla="*/ 353 w 659"/>
                <a:gd name="T117" fmla="*/ 475 h 491"/>
                <a:gd name="T118" fmla="*/ 407 w 659"/>
                <a:gd name="T119" fmla="*/ 463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59" h="491">
                  <a:moveTo>
                    <a:pt x="350" y="491"/>
                  </a:moveTo>
                  <a:cubicBezTo>
                    <a:pt x="350" y="491"/>
                    <a:pt x="350" y="491"/>
                    <a:pt x="350" y="491"/>
                  </a:cubicBezTo>
                  <a:cubicBezTo>
                    <a:pt x="345" y="491"/>
                    <a:pt x="345" y="485"/>
                    <a:pt x="345" y="482"/>
                  </a:cubicBezTo>
                  <a:cubicBezTo>
                    <a:pt x="345" y="482"/>
                    <a:pt x="345" y="481"/>
                    <a:pt x="345" y="480"/>
                  </a:cubicBezTo>
                  <a:cubicBezTo>
                    <a:pt x="344" y="480"/>
                    <a:pt x="342" y="481"/>
                    <a:pt x="341" y="481"/>
                  </a:cubicBezTo>
                  <a:cubicBezTo>
                    <a:pt x="338" y="482"/>
                    <a:pt x="336" y="482"/>
                    <a:pt x="335" y="482"/>
                  </a:cubicBezTo>
                  <a:cubicBezTo>
                    <a:pt x="332" y="482"/>
                    <a:pt x="330" y="481"/>
                    <a:pt x="329" y="480"/>
                  </a:cubicBezTo>
                  <a:cubicBezTo>
                    <a:pt x="327" y="477"/>
                    <a:pt x="328" y="474"/>
                    <a:pt x="329" y="469"/>
                  </a:cubicBezTo>
                  <a:cubicBezTo>
                    <a:pt x="329" y="469"/>
                    <a:pt x="329" y="469"/>
                    <a:pt x="329" y="469"/>
                  </a:cubicBezTo>
                  <a:cubicBezTo>
                    <a:pt x="326" y="469"/>
                    <a:pt x="323" y="467"/>
                    <a:pt x="320" y="465"/>
                  </a:cubicBezTo>
                  <a:cubicBezTo>
                    <a:pt x="318" y="463"/>
                    <a:pt x="315" y="462"/>
                    <a:pt x="314" y="462"/>
                  </a:cubicBezTo>
                  <a:cubicBezTo>
                    <a:pt x="307" y="461"/>
                    <a:pt x="306" y="456"/>
                    <a:pt x="306" y="454"/>
                  </a:cubicBezTo>
                  <a:cubicBezTo>
                    <a:pt x="301" y="452"/>
                    <a:pt x="297" y="445"/>
                    <a:pt x="297" y="437"/>
                  </a:cubicBezTo>
                  <a:cubicBezTo>
                    <a:pt x="297" y="437"/>
                    <a:pt x="297" y="437"/>
                    <a:pt x="297" y="437"/>
                  </a:cubicBezTo>
                  <a:cubicBezTo>
                    <a:pt x="296" y="437"/>
                    <a:pt x="296" y="437"/>
                    <a:pt x="295" y="437"/>
                  </a:cubicBezTo>
                  <a:cubicBezTo>
                    <a:pt x="293" y="437"/>
                    <a:pt x="291" y="436"/>
                    <a:pt x="289" y="436"/>
                  </a:cubicBezTo>
                  <a:cubicBezTo>
                    <a:pt x="281" y="434"/>
                    <a:pt x="280" y="430"/>
                    <a:pt x="281" y="425"/>
                  </a:cubicBezTo>
                  <a:cubicBezTo>
                    <a:pt x="282" y="423"/>
                    <a:pt x="282" y="421"/>
                    <a:pt x="282" y="418"/>
                  </a:cubicBezTo>
                  <a:cubicBezTo>
                    <a:pt x="281" y="415"/>
                    <a:pt x="281" y="415"/>
                    <a:pt x="277" y="415"/>
                  </a:cubicBezTo>
                  <a:cubicBezTo>
                    <a:pt x="275" y="415"/>
                    <a:pt x="272" y="415"/>
                    <a:pt x="270" y="414"/>
                  </a:cubicBezTo>
                  <a:cubicBezTo>
                    <a:pt x="270" y="416"/>
                    <a:pt x="269" y="418"/>
                    <a:pt x="269" y="420"/>
                  </a:cubicBezTo>
                  <a:cubicBezTo>
                    <a:pt x="267" y="425"/>
                    <a:pt x="266" y="426"/>
                    <a:pt x="264" y="428"/>
                  </a:cubicBezTo>
                  <a:cubicBezTo>
                    <a:pt x="263" y="429"/>
                    <a:pt x="262" y="429"/>
                    <a:pt x="261" y="431"/>
                  </a:cubicBezTo>
                  <a:cubicBezTo>
                    <a:pt x="259" y="435"/>
                    <a:pt x="256" y="438"/>
                    <a:pt x="252" y="438"/>
                  </a:cubicBezTo>
                  <a:cubicBezTo>
                    <a:pt x="250" y="438"/>
                    <a:pt x="248" y="436"/>
                    <a:pt x="246" y="435"/>
                  </a:cubicBezTo>
                  <a:cubicBezTo>
                    <a:pt x="245" y="434"/>
                    <a:pt x="245" y="434"/>
                    <a:pt x="245" y="434"/>
                  </a:cubicBezTo>
                  <a:cubicBezTo>
                    <a:pt x="244" y="433"/>
                    <a:pt x="241" y="432"/>
                    <a:pt x="237" y="430"/>
                  </a:cubicBezTo>
                  <a:cubicBezTo>
                    <a:pt x="233" y="428"/>
                    <a:pt x="228" y="426"/>
                    <a:pt x="225" y="423"/>
                  </a:cubicBezTo>
                  <a:cubicBezTo>
                    <a:pt x="224" y="424"/>
                    <a:pt x="224" y="424"/>
                    <a:pt x="224" y="425"/>
                  </a:cubicBezTo>
                  <a:cubicBezTo>
                    <a:pt x="223" y="427"/>
                    <a:pt x="222" y="428"/>
                    <a:pt x="221" y="430"/>
                  </a:cubicBezTo>
                  <a:cubicBezTo>
                    <a:pt x="218" y="435"/>
                    <a:pt x="215" y="437"/>
                    <a:pt x="212" y="438"/>
                  </a:cubicBezTo>
                  <a:cubicBezTo>
                    <a:pt x="211" y="438"/>
                    <a:pt x="210" y="439"/>
                    <a:pt x="208" y="440"/>
                  </a:cubicBezTo>
                  <a:cubicBezTo>
                    <a:pt x="207" y="441"/>
                    <a:pt x="205" y="442"/>
                    <a:pt x="203" y="442"/>
                  </a:cubicBezTo>
                  <a:cubicBezTo>
                    <a:pt x="200" y="442"/>
                    <a:pt x="198" y="439"/>
                    <a:pt x="198" y="438"/>
                  </a:cubicBezTo>
                  <a:cubicBezTo>
                    <a:pt x="197" y="437"/>
                    <a:pt x="196" y="436"/>
                    <a:pt x="194" y="435"/>
                  </a:cubicBezTo>
                  <a:cubicBezTo>
                    <a:pt x="192" y="434"/>
                    <a:pt x="190" y="434"/>
                    <a:pt x="189" y="433"/>
                  </a:cubicBezTo>
                  <a:cubicBezTo>
                    <a:pt x="186" y="432"/>
                    <a:pt x="184" y="432"/>
                    <a:pt x="180" y="428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75" y="423"/>
                    <a:pt x="173" y="422"/>
                    <a:pt x="171" y="422"/>
                  </a:cubicBezTo>
                  <a:cubicBezTo>
                    <a:pt x="168" y="422"/>
                    <a:pt x="165" y="421"/>
                    <a:pt x="163" y="419"/>
                  </a:cubicBezTo>
                  <a:cubicBezTo>
                    <a:pt x="160" y="415"/>
                    <a:pt x="159" y="409"/>
                    <a:pt x="159" y="404"/>
                  </a:cubicBezTo>
                  <a:cubicBezTo>
                    <a:pt x="159" y="404"/>
                    <a:pt x="159" y="404"/>
                    <a:pt x="159" y="404"/>
                  </a:cubicBezTo>
                  <a:cubicBezTo>
                    <a:pt x="153" y="406"/>
                    <a:pt x="148" y="401"/>
                    <a:pt x="145" y="397"/>
                  </a:cubicBezTo>
                  <a:cubicBezTo>
                    <a:pt x="144" y="395"/>
                    <a:pt x="143" y="393"/>
                    <a:pt x="142" y="392"/>
                  </a:cubicBezTo>
                  <a:cubicBezTo>
                    <a:pt x="141" y="389"/>
                    <a:pt x="140" y="387"/>
                    <a:pt x="136" y="385"/>
                  </a:cubicBezTo>
                  <a:cubicBezTo>
                    <a:pt x="128" y="380"/>
                    <a:pt x="126" y="370"/>
                    <a:pt x="125" y="355"/>
                  </a:cubicBezTo>
                  <a:cubicBezTo>
                    <a:pt x="124" y="347"/>
                    <a:pt x="123" y="346"/>
                    <a:pt x="122" y="345"/>
                  </a:cubicBezTo>
                  <a:cubicBezTo>
                    <a:pt x="122" y="344"/>
                    <a:pt x="121" y="343"/>
                    <a:pt x="120" y="342"/>
                  </a:cubicBezTo>
                  <a:cubicBezTo>
                    <a:pt x="120" y="342"/>
                    <a:pt x="119" y="341"/>
                    <a:pt x="117" y="341"/>
                  </a:cubicBezTo>
                  <a:cubicBezTo>
                    <a:pt x="115" y="340"/>
                    <a:pt x="112" y="340"/>
                    <a:pt x="109" y="338"/>
                  </a:cubicBezTo>
                  <a:cubicBezTo>
                    <a:pt x="107" y="336"/>
                    <a:pt x="106" y="335"/>
                    <a:pt x="105" y="335"/>
                  </a:cubicBezTo>
                  <a:cubicBezTo>
                    <a:pt x="104" y="334"/>
                    <a:pt x="103" y="333"/>
                    <a:pt x="99" y="332"/>
                  </a:cubicBezTo>
                  <a:cubicBezTo>
                    <a:pt x="95" y="331"/>
                    <a:pt x="93" y="329"/>
                    <a:pt x="91" y="328"/>
                  </a:cubicBezTo>
                  <a:cubicBezTo>
                    <a:pt x="90" y="327"/>
                    <a:pt x="89" y="326"/>
                    <a:pt x="87" y="325"/>
                  </a:cubicBezTo>
                  <a:cubicBezTo>
                    <a:pt x="80" y="322"/>
                    <a:pt x="79" y="320"/>
                    <a:pt x="80" y="313"/>
                  </a:cubicBezTo>
                  <a:cubicBezTo>
                    <a:pt x="80" y="311"/>
                    <a:pt x="80" y="311"/>
                    <a:pt x="80" y="311"/>
                  </a:cubicBezTo>
                  <a:cubicBezTo>
                    <a:pt x="75" y="308"/>
                    <a:pt x="69" y="300"/>
                    <a:pt x="72" y="287"/>
                  </a:cubicBezTo>
                  <a:cubicBezTo>
                    <a:pt x="73" y="283"/>
                    <a:pt x="73" y="282"/>
                    <a:pt x="73" y="282"/>
                  </a:cubicBezTo>
                  <a:cubicBezTo>
                    <a:pt x="73" y="282"/>
                    <a:pt x="71" y="282"/>
                    <a:pt x="70" y="281"/>
                  </a:cubicBezTo>
                  <a:cubicBezTo>
                    <a:pt x="69" y="281"/>
                    <a:pt x="67" y="280"/>
                    <a:pt x="65" y="280"/>
                  </a:cubicBezTo>
                  <a:cubicBezTo>
                    <a:pt x="57" y="276"/>
                    <a:pt x="55" y="270"/>
                    <a:pt x="53" y="264"/>
                  </a:cubicBezTo>
                  <a:cubicBezTo>
                    <a:pt x="52" y="262"/>
                    <a:pt x="52" y="262"/>
                    <a:pt x="52" y="262"/>
                  </a:cubicBezTo>
                  <a:cubicBezTo>
                    <a:pt x="51" y="260"/>
                    <a:pt x="48" y="259"/>
                    <a:pt x="43" y="257"/>
                  </a:cubicBezTo>
                  <a:cubicBezTo>
                    <a:pt x="41" y="256"/>
                    <a:pt x="37" y="255"/>
                    <a:pt x="34" y="253"/>
                  </a:cubicBezTo>
                  <a:cubicBezTo>
                    <a:pt x="28" y="250"/>
                    <a:pt x="26" y="249"/>
                    <a:pt x="24" y="248"/>
                  </a:cubicBezTo>
                  <a:cubicBezTo>
                    <a:pt x="22" y="247"/>
                    <a:pt x="20" y="246"/>
                    <a:pt x="17" y="245"/>
                  </a:cubicBezTo>
                  <a:cubicBezTo>
                    <a:pt x="12" y="242"/>
                    <a:pt x="10" y="241"/>
                    <a:pt x="9" y="238"/>
                  </a:cubicBezTo>
                  <a:cubicBezTo>
                    <a:pt x="8" y="237"/>
                    <a:pt x="7" y="235"/>
                    <a:pt x="5" y="233"/>
                  </a:cubicBezTo>
                  <a:cubicBezTo>
                    <a:pt x="2" y="229"/>
                    <a:pt x="0" y="227"/>
                    <a:pt x="0" y="223"/>
                  </a:cubicBezTo>
                  <a:cubicBezTo>
                    <a:pt x="1" y="221"/>
                    <a:pt x="2" y="220"/>
                    <a:pt x="4" y="220"/>
                  </a:cubicBezTo>
                  <a:cubicBezTo>
                    <a:pt x="3" y="219"/>
                    <a:pt x="3" y="217"/>
                    <a:pt x="2" y="216"/>
                  </a:cubicBezTo>
                  <a:cubicBezTo>
                    <a:pt x="2" y="215"/>
                    <a:pt x="2" y="215"/>
                    <a:pt x="2" y="214"/>
                  </a:cubicBezTo>
                  <a:cubicBezTo>
                    <a:pt x="2" y="206"/>
                    <a:pt x="7" y="199"/>
                    <a:pt x="14" y="190"/>
                  </a:cubicBezTo>
                  <a:cubicBezTo>
                    <a:pt x="18" y="184"/>
                    <a:pt x="24" y="177"/>
                    <a:pt x="29" y="167"/>
                  </a:cubicBezTo>
                  <a:cubicBezTo>
                    <a:pt x="32" y="162"/>
                    <a:pt x="34" y="158"/>
                    <a:pt x="36" y="155"/>
                  </a:cubicBezTo>
                  <a:cubicBezTo>
                    <a:pt x="43" y="142"/>
                    <a:pt x="44" y="142"/>
                    <a:pt x="48" y="128"/>
                  </a:cubicBezTo>
                  <a:cubicBezTo>
                    <a:pt x="51" y="121"/>
                    <a:pt x="59" y="112"/>
                    <a:pt x="82" y="112"/>
                  </a:cubicBezTo>
                  <a:cubicBezTo>
                    <a:pt x="90" y="112"/>
                    <a:pt x="96" y="113"/>
                    <a:pt x="97" y="113"/>
                  </a:cubicBezTo>
                  <a:cubicBezTo>
                    <a:pt x="108" y="113"/>
                    <a:pt x="118" y="122"/>
                    <a:pt x="124" y="138"/>
                  </a:cubicBezTo>
                  <a:cubicBezTo>
                    <a:pt x="125" y="141"/>
                    <a:pt x="127" y="144"/>
                    <a:pt x="128" y="147"/>
                  </a:cubicBezTo>
                  <a:cubicBezTo>
                    <a:pt x="131" y="151"/>
                    <a:pt x="133" y="154"/>
                    <a:pt x="134" y="160"/>
                  </a:cubicBezTo>
                  <a:cubicBezTo>
                    <a:pt x="134" y="159"/>
                    <a:pt x="135" y="160"/>
                    <a:pt x="136" y="160"/>
                  </a:cubicBezTo>
                  <a:cubicBezTo>
                    <a:pt x="143" y="160"/>
                    <a:pt x="154" y="155"/>
                    <a:pt x="163" y="150"/>
                  </a:cubicBezTo>
                  <a:cubicBezTo>
                    <a:pt x="166" y="148"/>
                    <a:pt x="170" y="147"/>
                    <a:pt x="175" y="147"/>
                  </a:cubicBezTo>
                  <a:cubicBezTo>
                    <a:pt x="192" y="147"/>
                    <a:pt x="216" y="157"/>
                    <a:pt x="222" y="166"/>
                  </a:cubicBezTo>
                  <a:cubicBezTo>
                    <a:pt x="223" y="168"/>
                    <a:pt x="227" y="168"/>
                    <a:pt x="230" y="168"/>
                  </a:cubicBezTo>
                  <a:cubicBezTo>
                    <a:pt x="238" y="168"/>
                    <a:pt x="248" y="165"/>
                    <a:pt x="254" y="161"/>
                  </a:cubicBezTo>
                  <a:cubicBezTo>
                    <a:pt x="258" y="158"/>
                    <a:pt x="259" y="156"/>
                    <a:pt x="261" y="153"/>
                  </a:cubicBezTo>
                  <a:cubicBezTo>
                    <a:pt x="262" y="150"/>
                    <a:pt x="264" y="146"/>
                    <a:pt x="271" y="142"/>
                  </a:cubicBezTo>
                  <a:cubicBezTo>
                    <a:pt x="276" y="140"/>
                    <a:pt x="280" y="139"/>
                    <a:pt x="284" y="138"/>
                  </a:cubicBezTo>
                  <a:cubicBezTo>
                    <a:pt x="289" y="138"/>
                    <a:pt x="292" y="137"/>
                    <a:pt x="296" y="133"/>
                  </a:cubicBezTo>
                  <a:cubicBezTo>
                    <a:pt x="302" y="128"/>
                    <a:pt x="302" y="127"/>
                    <a:pt x="304" y="125"/>
                  </a:cubicBezTo>
                  <a:cubicBezTo>
                    <a:pt x="305" y="123"/>
                    <a:pt x="306" y="120"/>
                    <a:pt x="308" y="117"/>
                  </a:cubicBezTo>
                  <a:cubicBezTo>
                    <a:pt x="311" y="112"/>
                    <a:pt x="315" y="110"/>
                    <a:pt x="320" y="110"/>
                  </a:cubicBezTo>
                  <a:cubicBezTo>
                    <a:pt x="329" y="110"/>
                    <a:pt x="338" y="116"/>
                    <a:pt x="345" y="121"/>
                  </a:cubicBezTo>
                  <a:cubicBezTo>
                    <a:pt x="348" y="124"/>
                    <a:pt x="350" y="126"/>
                    <a:pt x="352" y="128"/>
                  </a:cubicBezTo>
                  <a:cubicBezTo>
                    <a:pt x="356" y="132"/>
                    <a:pt x="359" y="134"/>
                    <a:pt x="369" y="140"/>
                  </a:cubicBezTo>
                  <a:cubicBezTo>
                    <a:pt x="377" y="144"/>
                    <a:pt x="379" y="144"/>
                    <a:pt x="385" y="141"/>
                  </a:cubicBezTo>
                  <a:cubicBezTo>
                    <a:pt x="390" y="139"/>
                    <a:pt x="396" y="136"/>
                    <a:pt x="406" y="135"/>
                  </a:cubicBezTo>
                  <a:cubicBezTo>
                    <a:pt x="416" y="133"/>
                    <a:pt x="416" y="133"/>
                    <a:pt x="417" y="129"/>
                  </a:cubicBezTo>
                  <a:cubicBezTo>
                    <a:pt x="417" y="124"/>
                    <a:pt x="418" y="117"/>
                    <a:pt x="424" y="108"/>
                  </a:cubicBezTo>
                  <a:cubicBezTo>
                    <a:pt x="428" y="103"/>
                    <a:pt x="430" y="99"/>
                    <a:pt x="432" y="96"/>
                  </a:cubicBezTo>
                  <a:cubicBezTo>
                    <a:pt x="439" y="86"/>
                    <a:pt x="440" y="85"/>
                    <a:pt x="452" y="77"/>
                  </a:cubicBezTo>
                  <a:cubicBezTo>
                    <a:pt x="453" y="76"/>
                    <a:pt x="453" y="76"/>
                    <a:pt x="454" y="75"/>
                  </a:cubicBezTo>
                  <a:cubicBezTo>
                    <a:pt x="453" y="75"/>
                    <a:pt x="452" y="75"/>
                    <a:pt x="452" y="74"/>
                  </a:cubicBezTo>
                  <a:cubicBezTo>
                    <a:pt x="445" y="69"/>
                    <a:pt x="447" y="63"/>
                    <a:pt x="450" y="50"/>
                  </a:cubicBezTo>
                  <a:cubicBezTo>
                    <a:pt x="451" y="48"/>
                    <a:pt x="451" y="48"/>
                    <a:pt x="451" y="48"/>
                  </a:cubicBezTo>
                  <a:cubicBezTo>
                    <a:pt x="451" y="46"/>
                    <a:pt x="451" y="43"/>
                    <a:pt x="447" y="40"/>
                  </a:cubicBezTo>
                  <a:cubicBezTo>
                    <a:pt x="444" y="37"/>
                    <a:pt x="441" y="36"/>
                    <a:pt x="441" y="36"/>
                  </a:cubicBezTo>
                  <a:cubicBezTo>
                    <a:pt x="440" y="36"/>
                    <a:pt x="440" y="36"/>
                    <a:pt x="439" y="36"/>
                  </a:cubicBezTo>
                  <a:cubicBezTo>
                    <a:pt x="436" y="34"/>
                    <a:pt x="434" y="31"/>
                    <a:pt x="435" y="27"/>
                  </a:cubicBezTo>
                  <a:cubicBezTo>
                    <a:pt x="436" y="20"/>
                    <a:pt x="446" y="15"/>
                    <a:pt x="451" y="15"/>
                  </a:cubicBezTo>
                  <a:cubicBezTo>
                    <a:pt x="453" y="15"/>
                    <a:pt x="453" y="15"/>
                    <a:pt x="453" y="15"/>
                  </a:cubicBezTo>
                  <a:cubicBezTo>
                    <a:pt x="458" y="14"/>
                    <a:pt x="469" y="13"/>
                    <a:pt x="472" y="8"/>
                  </a:cubicBezTo>
                  <a:cubicBezTo>
                    <a:pt x="474" y="3"/>
                    <a:pt x="478" y="0"/>
                    <a:pt x="483" y="0"/>
                  </a:cubicBezTo>
                  <a:cubicBezTo>
                    <a:pt x="486" y="0"/>
                    <a:pt x="489" y="1"/>
                    <a:pt x="493" y="2"/>
                  </a:cubicBezTo>
                  <a:cubicBezTo>
                    <a:pt x="495" y="3"/>
                    <a:pt x="498" y="4"/>
                    <a:pt x="501" y="4"/>
                  </a:cubicBezTo>
                  <a:cubicBezTo>
                    <a:pt x="506" y="5"/>
                    <a:pt x="509" y="7"/>
                    <a:pt x="511" y="10"/>
                  </a:cubicBezTo>
                  <a:cubicBezTo>
                    <a:pt x="513" y="15"/>
                    <a:pt x="510" y="21"/>
                    <a:pt x="507" y="27"/>
                  </a:cubicBezTo>
                  <a:cubicBezTo>
                    <a:pt x="506" y="29"/>
                    <a:pt x="505" y="31"/>
                    <a:pt x="504" y="33"/>
                  </a:cubicBezTo>
                  <a:cubicBezTo>
                    <a:pt x="502" y="38"/>
                    <a:pt x="501" y="40"/>
                    <a:pt x="498" y="41"/>
                  </a:cubicBezTo>
                  <a:cubicBezTo>
                    <a:pt x="498" y="41"/>
                    <a:pt x="498" y="42"/>
                    <a:pt x="497" y="43"/>
                  </a:cubicBezTo>
                  <a:cubicBezTo>
                    <a:pt x="497" y="44"/>
                    <a:pt x="498" y="45"/>
                    <a:pt x="498" y="45"/>
                  </a:cubicBezTo>
                  <a:cubicBezTo>
                    <a:pt x="501" y="49"/>
                    <a:pt x="506" y="56"/>
                    <a:pt x="506" y="76"/>
                  </a:cubicBezTo>
                  <a:cubicBezTo>
                    <a:pt x="506" y="93"/>
                    <a:pt x="513" y="95"/>
                    <a:pt x="522" y="99"/>
                  </a:cubicBezTo>
                  <a:cubicBezTo>
                    <a:pt x="525" y="100"/>
                    <a:pt x="530" y="102"/>
                    <a:pt x="533" y="104"/>
                  </a:cubicBezTo>
                  <a:cubicBezTo>
                    <a:pt x="545" y="114"/>
                    <a:pt x="549" y="133"/>
                    <a:pt x="551" y="140"/>
                  </a:cubicBezTo>
                  <a:cubicBezTo>
                    <a:pt x="555" y="158"/>
                    <a:pt x="545" y="165"/>
                    <a:pt x="539" y="169"/>
                  </a:cubicBezTo>
                  <a:cubicBezTo>
                    <a:pt x="538" y="170"/>
                    <a:pt x="538" y="170"/>
                    <a:pt x="538" y="170"/>
                  </a:cubicBezTo>
                  <a:cubicBezTo>
                    <a:pt x="533" y="174"/>
                    <a:pt x="530" y="176"/>
                    <a:pt x="526" y="176"/>
                  </a:cubicBezTo>
                  <a:cubicBezTo>
                    <a:pt x="524" y="176"/>
                    <a:pt x="522" y="176"/>
                    <a:pt x="520" y="174"/>
                  </a:cubicBezTo>
                  <a:cubicBezTo>
                    <a:pt x="520" y="174"/>
                    <a:pt x="519" y="174"/>
                    <a:pt x="519" y="174"/>
                  </a:cubicBezTo>
                  <a:cubicBezTo>
                    <a:pt x="514" y="174"/>
                    <a:pt x="511" y="173"/>
                    <a:pt x="508" y="173"/>
                  </a:cubicBezTo>
                  <a:cubicBezTo>
                    <a:pt x="505" y="173"/>
                    <a:pt x="503" y="173"/>
                    <a:pt x="501" y="173"/>
                  </a:cubicBezTo>
                  <a:cubicBezTo>
                    <a:pt x="497" y="173"/>
                    <a:pt x="496" y="173"/>
                    <a:pt x="494" y="178"/>
                  </a:cubicBezTo>
                  <a:cubicBezTo>
                    <a:pt x="492" y="183"/>
                    <a:pt x="490" y="187"/>
                    <a:pt x="487" y="192"/>
                  </a:cubicBezTo>
                  <a:cubicBezTo>
                    <a:pt x="484" y="196"/>
                    <a:pt x="480" y="203"/>
                    <a:pt x="480" y="205"/>
                  </a:cubicBezTo>
                  <a:cubicBezTo>
                    <a:pt x="480" y="205"/>
                    <a:pt x="481" y="205"/>
                    <a:pt x="484" y="205"/>
                  </a:cubicBezTo>
                  <a:cubicBezTo>
                    <a:pt x="485" y="205"/>
                    <a:pt x="485" y="205"/>
                    <a:pt x="485" y="205"/>
                  </a:cubicBezTo>
                  <a:cubicBezTo>
                    <a:pt x="506" y="204"/>
                    <a:pt x="513" y="209"/>
                    <a:pt x="523" y="216"/>
                  </a:cubicBezTo>
                  <a:cubicBezTo>
                    <a:pt x="526" y="217"/>
                    <a:pt x="528" y="219"/>
                    <a:pt x="530" y="220"/>
                  </a:cubicBezTo>
                  <a:cubicBezTo>
                    <a:pt x="543" y="228"/>
                    <a:pt x="555" y="245"/>
                    <a:pt x="568" y="262"/>
                  </a:cubicBezTo>
                  <a:cubicBezTo>
                    <a:pt x="573" y="268"/>
                    <a:pt x="577" y="275"/>
                    <a:pt x="582" y="280"/>
                  </a:cubicBezTo>
                  <a:cubicBezTo>
                    <a:pt x="597" y="298"/>
                    <a:pt x="619" y="338"/>
                    <a:pt x="618" y="351"/>
                  </a:cubicBezTo>
                  <a:cubicBezTo>
                    <a:pt x="617" y="355"/>
                    <a:pt x="619" y="357"/>
                    <a:pt x="620" y="358"/>
                  </a:cubicBezTo>
                  <a:cubicBezTo>
                    <a:pt x="622" y="361"/>
                    <a:pt x="626" y="362"/>
                    <a:pt x="628" y="361"/>
                  </a:cubicBezTo>
                  <a:cubicBezTo>
                    <a:pt x="633" y="357"/>
                    <a:pt x="636" y="356"/>
                    <a:pt x="644" y="360"/>
                  </a:cubicBezTo>
                  <a:cubicBezTo>
                    <a:pt x="648" y="361"/>
                    <a:pt x="648" y="361"/>
                    <a:pt x="648" y="361"/>
                  </a:cubicBezTo>
                  <a:cubicBezTo>
                    <a:pt x="659" y="366"/>
                    <a:pt x="659" y="378"/>
                    <a:pt x="658" y="390"/>
                  </a:cubicBezTo>
                  <a:cubicBezTo>
                    <a:pt x="658" y="394"/>
                    <a:pt x="658" y="397"/>
                    <a:pt x="658" y="401"/>
                  </a:cubicBezTo>
                  <a:cubicBezTo>
                    <a:pt x="658" y="416"/>
                    <a:pt x="653" y="423"/>
                    <a:pt x="641" y="423"/>
                  </a:cubicBezTo>
                  <a:cubicBezTo>
                    <a:pt x="640" y="423"/>
                    <a:pt x="638" y="423"/>
                    <a:pt x="637" y="423"/>
                  </a:cubicBezTo>
                  <a:cubicBezTo>
                    <a:pt x="635" y="423"/>
                    <a:pt x="632" y="423"/>
                    <a:pt x="628" y="423"/>
                  </a:cubicBezTo>
                  <a:cubicBezTo>
                    <a:pt x="616" y="423"/>
                    <a:pt x="599" y="423"/>
                    <a:pt x="583" y="420"/>
                  </a:cubicBezTo>
                  <a:cubicBezTo>
                    <a:pt x="580" y="420"/>
                    <a:pt x="577" y="420"/>
                    <a:pt x="575" y="420"/>
                  </a:cubicBezTo>
                  <a:cubicBezTo>
                    <a:pt x="569" y="420"/>
                    <a:pt x="568" y="421"/>
                    <a:pt x="565" y="425"/>
                  </a:cubicBezTo>
                  <a:cubicBezTo>
                    <a:pt x="564" y="427"/>
                    <a:pt x="562" y="429"/>
                    <a:pt x="560" y="432"/>
                  </a:cubicBezTo>
                  <a:cubicBezTo>
                    <a:pt x="556" y="435"/>
                    <a:pt x="553" y="437"/>
                    <a:pt x="551" y="438"/>
                  </a:cubicBezTo>
                  <a:cubicBezTo>
                    <a:pt x="547" y="440"/>
                    <a:pt x="545" y="441"/>
                    <a:pt x="543" y="447"/>
                  </a:cubicBezTo>
                  <a:cubicBezTo>
                    <a:pt x="540" y="456"/>
                    <a:pt x="534" y="459"/>
                    <a:pt x="529" y="461"/>
                  </a:cubicBezTo>
                  <a:cubicBezTo>
                    <a:pt x="526" y="462"/>
                    <a:pt x="524" y="463"/>
                    <a:pt x="522" y="465"/>
                  </a:cubicBezTo>
                  <a:cubicBezTo>
                    <a:pt x="517" y="469"/>
                    <a:pt x="512" y="472"/>
                    <a:pt x="505" y="472"/>
                  </a:cubicBezTo>
                  <a:cubicBezTo>
                    <a:pt x="501" y="472"/>
                    <a:pt x="496" y="470"/>
                    <a:pt x="492" y="469"/>
                  </a:cubicBezTo>
                  <a:cubicBezTo>
                    <a:pt x="485" y="467"/>
                    <a:pt x="480" y="466"/>
                    <a:pt x="476" y="469"/>
                  </a:cubicBezTo>
                  <a:cubicBezTo>
                    <a:pt x="469" y="474"/>
                    <a:pt x="463" y="477"/>
                    <a:pt x="458" y="477"/>
                  </a:cubicBezTo>
                  <a:cubicBezTo>
                    <a:pt x="454" y="477"/>
                    <a:pt x="452" y="476"/>
                    <a:pt x="450" y="475"/>
                  </a:cubicBezTo>
                  <a:cubicBezTo>
                    <a:pt x="448" y="474"/>
                    <a:pt x="446" y="474"/>
                    <a:pt x="446" y="475"/>
                  </a:cubicBezTo>
                  <a:cubicBezTo>
                    <a:pt x="444" y="477"/>
                    <a:pt x="442" y="479"/>
                    <a:pt x="441" y="480"/>
                  </a:cubicBezTo>
                  <a:cubicBezTo>
                    <a:pt x="438" y="484"/>
                    <a:pt x="434" y="488"/>
                    <a:pt x="424" y="486"/>
                  </a:cubicBezTo>
                  <a:cubicBezTo>
                    <a:pt x="417" y="483"/>
                    <a:pt x="415" y="477"/>
                    <a:pt x="413" y="474"/>
                  </a:cubicBezTo>
                  <a:cubicBezTo>
                    <a:pt x="413" y="473"/>
                    <a:pt x="412" y="471"/>
                    <a:pt x="412" y="471"/>
                  </a:cubicBezTo>
                  <a:cubicBezTo>
                    <a:pt x="412" y="471"/>
                    <a:pt x="411" y="471"/>
                    <a:pt x="410" y="471"/>
                  </a:cubicBezTo>
                  <a:cubicBezTo>
                    <a:pt x="407" y="473"/>
                    <a:pt x="405" y="474"/>
                    <a:pt x="403" y="476"/>
                  </a:cubicBezTo>
                  <a:cubicBezTo>
                    <a:pt x="400" y="477"/>
                    <a:pt x="397" y="479"/>
                    <a:pt x="394" y="479"/>
                  </a:cubicBezTo>
                  <a:cubicBezTo>
                    <a:pt x="390" y="479"/>
                    <a:pt x="386" y="476"/>
                    <a:pt x="384" y="473"/>
                  </a:cubicBezTo>
                  <a:cubicBezTo>
                    <a:pt x="380" y="470"/>
                    <a:pt x="377" y="468"/>
                    <a:pt x="374" y="468"/>
                  </a:cubicBezTo>
                  <a:cubicBezTo>
                    <a:pt x="370" y="468"/>
                    <a:pt x="367" y="472"/>
                    <a:pt x="365" y="475"/>
                  </a:cubicBezTo>
                  <a:cubicBezTo>
                    <a:pt x="356" y="489"/>
                    <a:pt x="354" y="491"/>
                    <a:pt x="350" y="491"/>
                  </a:cubicBezTo>
                  <a:close/>
                  <a:moveTo>
                    <a:pt x="412" y="462"/>
                  </a:moveTo>
                  <a:cubicBezTo>
                    <a:pt x="419" y="462"/>
                    <a:pt x="421" y="467"/>
                    <a:pt x="422" y="470"/>
                  </a:cubicBezTo>
                  <a:cubicBezTo>
                    <a:pt x="423" y="474"/>
                    <a:pt x="424" y="476"/>
                    <a:pt x="427" y="477"/>
                  </a:cubicBezTo>
                  <a:cubicBezTo>
                    <a:pt x="428" y="477"/>
                    <a:pt x="429" y="477"/>
                    <a:pt x="430" y="477"/>
                  </a:cubicBezTo>
                  <a:cubicBezTo>
                    <a:pt x="431" y="477"/>
                    <a:pt x="431" y="477"/>
                    <a:pt x="434" y="474"/>
                  </a:cubicBezTo>
                  <a:cubicBezTo>
                    <a:pt x="435" y="472"/>
                    <a:pt x="437" y="470"/>
                    <a:pt x="440" y="468"/>
                  </a:cubicBezTo>
                  <a:cubicBezTo>
                    <a:pt x="444" y="464"/>
                    <a:pt x="449" y="465"/>
                    <a:pt x="453" y="466"/>
                  </a:cubicBezTo>
                  <a:cubicBezTo>
                    <a:pt x="455" y="467"/>
                    <a:pt x="456" y="468"/>
                    <a:pt x="458" y="468"/>
                  </a:cubicBezTo>
                  <a:cubicBezTo>
                    <a:pt x="461" y="468"/>
                    <a:pt x="465" y="466"/>
                    <a:pt x="470" y="462"/>
                  </a:cubicBezTo>
                  <a:cubicBezTo>
                    <a:pt x="477" y="456"/>
                    <a:pt x="486" y="457"/>
                    <a:pt x="495" y="460"/>
                  </a:cubicBezTo>
                  <a:cubicBezTo>
                    <a:pt x="502" y="462"/>
                    <a:pt x="509" y="464"/>
                    <a:pt x="516" y="458"/>
                  </a:cubicBezTo>
                  <a:cubicBezTo>
                    <a:pt x="519" y="455"/>
                    <a:pt x="522" y="454"/>
                    <a:pt x="525" y="453"/>
                  </a:cubicBezTo>
                  <a:cubicBezTo>
                    <a:pt x="530" y="450"/>
                    <a:pt x="533" y="449"/>
                    <a:pt x="535" y="444"/>
                  </a:cubicBezTo>
                  <a:cubicBezTo>
                    <a:pt x="538" y="435"/>
                    <a:pt x="542" y="433"/>
                    <a:pt x="546" y="430"/>
                  </a:cubicBezTo>
                  <a:cubicBezTo>
                    <a:pt x="548" y="429"/>
                    <a:pt x="551" y="427"/>
                    <a:pt x="553" y="425"/>
                  </a:cubicBezTo>
                  <a:cubicBezTo>
                    <a:pt x="555" y="423"/>
                    <a:pt x="556" y="421"/>
                    <a:pt x="558" y="420"/>
                  </a:cubicBezTo>
                  <a:cubicBezTo>
                    <a:pt x="561" y="415"/>
                    <a:pt x="564" y="410"/>
                    <a:pt x="575" y="410"/>
                  </a:cubicBezTo>
                  <a:cubicBezTo>
                    <a:pt x="575" y="410"/>
                    <a:pt x="575" y="410"/>
                    <a:pt x="575" y="410"/>
                  </a:cubicBezTo>
                  <a:cubicBezTo>
                    <a:pt x="578" y="410"/>
                    <a:pt x="581" y="411"/>
                    <a:pt x="584" y="411"/>
                  </a:cubicBezTo>
                  <a:cubicBezTo>
                    <a:pt x="599" y="413"/>
                    <a:pt x="617" y="414"/>
                    <a:pt x="628" y="414"/>
                  </a:cubicBezTo>
                  <a:cubicBezTo>
                    <a:pt x="632" y="414"/>
                    <a:pt x="636" y="414"/>
                    <a:pt x="638" y="414"/>
                  </a:cubicBezTo>
                  <a:cubicBezTo>
                    <a:pt x="639" y="414"/>
                    <a:pt x="640" y="414"/>
                    <a:pt x="641" y="414"/>
                  </a:cubicBezTo>
                  <a:cubicBezTo>
                    <a:pt x="645" y="414"/>
                    <a:pt x="649" y="414"/>
                    <a:pt x="649" y="401"/>
                  </a:cubicBezTo>
                  <a:cubicBezTo>
                    <a:pt x="649" y="397"/>
                    <a:pt x="649" y="393"/>
                    <a:pt x="649" y="390"/>
                  </a:cubicBezTo>
                  <a:cubicBezTo>
                    <a:pt x="649" y="377"/>
                    <a:pt x="649" y="372"/>
                    <a:pt x="644" y="370"/>
                  </a:cubicBezTo>
                  <a:cubicBezTo>
                    <a:pt x="640" y="368"/>
                    <a:pt x="640" y="368"/>
                    <a:pt x="640" y="368"/>
                  </a:cubicBezTo>
                  <a:cubicBezTo>
                    <a:pt x="639" y="367"/>
                    <a:pt x="637" y="366"/>
                    <a:pt x="636" y="366"/>
                  </a:cubicBezTo>
                  <a:cubicBezTo>
                    <a:pt x="636" y="366"/>
                    <a:pt x="635" y="367"/>
                    <a:pt x="633" y="368"/>
                  </a:cubicBezTo>
                  <a:cubicBezTo>
                    <a:pt x="628" y="373"/>
                    <a:pt x="619" y="371"/>
                    <a:pt x="613" y="364"/>
                  </a:cubicBezTo>
                  <a:cubicBezTo>
                    <a:pt x="610" y="360"/>
                    <a:pt x="608" y="355"/>
                    <a:pt x="608" y="350"/>
                  </a:cubicBezTo>
                  <a:cubicBezTo>
                    <a:pt x="609" y="342"/>
                    <a:pt x="591" y="306"/>
                    <a:pt x="575" y="286"/>
                  </a:cubicBezTo>
                  <a:cubicBezTo>
                    <a:pt x="570" y="280"/>
                    <a:pt x="565" y="274"/>
                    <a:pt x="560" y="267"/>
                  </a:cubicBezTo>
                  <a:cubicBezTo>
                    <a:pt x="549" y="252"/>
                    <a:pt x="536" y="235"/>
                    <a:pt x="526" y="228"/>
                  </a:cubicBezTo>
                  <a:cubicBezTo>
                    <a:pt x="523" y="227"/>
                    <a:pt x="521" y="225"/>
                    <a:pt x="518" y="224"/>
                  </a:cubicBezTo>
                  <a:cubicBezTo>
                    <a:pt x="508" y="217"/>
                    <a:pt x="503" y="214"/>
                    <a:pt x="486" y="215"/>
                  </a:cubicBezTo>
                  <a:cubicBezTo>
                    <a:pt x="484" y="215"/>
                    <a:pt x="484" y="215"/>
                    <a:pt x="484" y="215"/>
                  </a:cubicBezTo>
                  <a:cubicBezTo>
                    <a:pt x="481" y="215"/>
                    <a:pt x="475" y="215"/>
                    <a:pt x="472" y="209"/>
                  </a:cubicBezTo>
                  <a:cubicBezTo>
                    <a:pt x="468" y="203"/>
                    <a:pt x="474" y="195"/>
                    <a:pt x="479" y="187"/>
                  </a:cubicBezTo>
                  <a:cubicBezTo>
                    <a:pt x="481" y="183"/>
                    <a:pt x="484" y="179"/>
                    <a:pt x="485" y="176"/>
                  </a:cubicBezTo>
                  <a:cubicBezTo>
                    <a:pt x="488" y="167"/>
                    <a:pt x="492" y="163"/>
                    <a:pt x="501" y="163"/>
                  </a:cubicBezTo>
                  <a:cubicBezTo>
                    <a:pt x="503" y="163"/>
                    <a:pt x="505" y="164"/>
                    <a:pt x="509" y="164"/>
                  </a:cubicBezTo>
                  <a:cubicBezTo>
                    <a:pt x="511" y="164"/>
                    <a:pt x="515" y="164"/>
                    <a:pt x="518" y="165"/>
                  </a:cubicBezTo>
                  <a:cubicBezTo>
                    <a:pt x="520" y="165"/>
                    <a:pt x="523" y="165"/>
                    <a:pt x="526" y="167"/>
                  </a:cubicBezTo>
                  <a:cubicBezTo>
                    <a:pt x="527" y="166"/>
                    <a:pt x="530" y="164"/>
                    <a:pt x="532" y="163"/>
                  </a:cubicBezTo>
                  <a:cubicBezTo>
                    <a:pt x="534" y="161"/>
                    <a:pt x="534" y="161"/>
                    <a:pt x="534" y="161"/>
                  </a:cubicBezTo>
                  <a:cubicBezTo>
                    <a:pt x="539" y="158"/>
                    <a:pt x="544" y="154"/>
                    <a:pt x="542" y="142"/>
                  </a:cubicBezTo>
                  <a:cubicBezTo>
                    <a:pt x="541" y="137"/>
                    <a:pt x="537" y="120"/>
                    <a:pt x="527" y="112"/>
                  </a:cubicBezTo>
                  <a:cubicBezTo>
                    <a:pt x="525" y="110"/>
                    <a:pt x="522" y="108"/>
                    <a:pt x="518" y="107"/>
                  </a:cubicBezTo>
                  <a:cubicBezTo>
                    <a:pt x="509" y="104"/>
                    <a:pt x="497" y="99"/>
                    <a:pt x="497" y="76"/>
                  </a:cubicBezTo>
                  <a:cubicBezTo>
                    <a:pt x="497" y="59"/>
                    <a:pt x="493" y="54"/>
                    <a:pt x="491" y="51"/>
                  </a:cubicBezTo>
                  <a:cubicBezTo>
                    <a:pt x="489" y="48"/>
                    <a:pt x="487" y="45"/>
                    <a:pt x="489" y="40"/>
                  </a:cubicBezTo>
                  <a:cubicBezTo>
                    <a:pt x="490" y="36"/>
                    <a:pt x="491" y="35"/>
                    <a:pt x="493" y="33"/>
                  </a:cubicBezTo>
                  <a:cubicBezTo>
                    <a:pt x="494" y="33"/>
                    <a:pt x="494" y="33"/>
                    <a:pt x="496" y="29"/>
                  </a:cubicBezTo>
                  <a:cubicBezTo>
                    <a:pt x="497" y="27"/>
                    <a:pt x="498" y="25"/>
                    <a:pt x="499" y="23"/>
                  </a:cubicBezTo>
                  <a:cubicBezTo>
                    <a:pt x="500" y="20"/>
                    <a:pt x="503" y="16"/>
                    <a:pt x="502" y="14"/>
                  </a:cubicBezTo>
                  <a:cubicBezTo>
                    <a:pt x="502" y="14"/>
                    <a:pt x="502" y="14"/>
                    <a:pt x="502" y="14"/>
                  </a:cubicBezTo>
                  <a:cubicBezTo>
                    <a:pt x="502" y="14"/>
                    <a:pt x="502" y="14"/>
                    <a:pt x="500" y="13"/>
                  </a:cubicBezTo>
                  <a:cubicBezTo>
                    <a:pt x="496" y="13"/>
                    <a:pt x="493" y="12"/>
                    <a:pt x="490" y="11"/>
                  </a:cubicBezTo>
                  <a:cubicBezTo>
                    <a:pt x="487" y="10"/>
                    <a:pt x="485" y="10"/>
                    <a:pt x="483" y="10"/>
                  </a:cubicBezTo>
                  <a:cubicBezTo>
                    <a:pt x="482" y="10"/>
                    <a:pt x="481" y="10"/>
                    <a:pt x="480" y="12"/>
                  </a:cubicBezTo>
                  <a:cubicBezTo>
                    <a:pt x="475" y="22"/>
                    <a:pt x="460" y="23"/>
                    <a:pt x="453" y="24"/>
                  </a:cubicBezTo>
                  <a:cubicBezTo>
                    <a:pt x="452" y="24"/>
                    <a:pt x="452" y="24"/>
                    <a:pt x="452" y="24"/>
                  </a:cubicBezTo>
                  <a:cubicBezTo>
                    <a:pt x="450" y="24"/>
                    <a:pt x="446" y="26"/>
                    <a:pt x="445" y="28"/>
                  </a:cubicBezTo>
                  <a:cubicBezTo>
                    <a:pt x="448" y="29"/>
                    <a:pt x="454" y="32"/>
                    <a:pt x="458" y="38"/>
                  </a:cubicBezTo>
                  <a:cubicBezTo>
                    <a:pt x="460" y="41"/>
                    <a:pt x="461" y="46"/>
                    <a:pt x="459" y="50"/>
                  </a:cubicBezTo>
                  <a:cubicBezTo>
                    <a:pt x="459" y="53"/>
                    <a:pt x="459" y="53"/>
                    <a:pt x="459" y="53"/>
                  </a:cubicBezTo>
                  <a:cubicBezTo>
                    <a:pt x="456" y="62"/>
                    <a:pt x="456" y="66"/>
                    <a:pt x="457" y="67"/>
                  </a:cubicBezTo>
                  <a:cubicBezTo>
                    <a:pt x="458" y="67"/>
                    <a:pt x="459" y="67"/>
                    <a:pt x="460" y="68"/>
                  </a:cubicBezTo>
                  <a:cubicBezTo>
                    <a:pt x="462" y="68"/>
                    <a:pt x="466" y="69"/>
                    <a:pt x="466" y="73"/>
                  </a:cubicBezTo>
                  <a:cubicBezTo>
                    <a:pt x="467" y="77"/>
                    <a:pt x="463" y="80"/>
                    <a:pt x="457" y="84"/>
                  </a:cubicBezTo>
                  <a:cubicBezTo>
                    <a:pt x="447" y="91"/>
                    <a:pt x="446" y="92"/>
                    <a:pt x="440" y="101"/>
                  </a:cubicBezTo>
                  <a:cubicBezTo>
                    <a:pt x="438" y="104"/>
                    <a:pt x="435" y="108"/>
                    <a:pt x="432" y="113"/>
                  </a:cubicBezTo>
                  <a:cubicBezTo>
                    <a:pt x="427" y="121"/>
                    <a:pt x="426" y="125"/>
                    <a:pt x="426" y="129"/>
                  </a:cubicBezTo>
                  <a:cubicBezTo>
                    <a:pt x="425" y="138"/>
                    <a:pt x="422" y="142"/>
                    <a:pt x="407" y="144"/>
                  </a:cubicBezTo>
                  <a:cubicBezTo>
                    <a:pt x="398" y="145"/>
                    <a:pt x="393" y="148"/>
                    <a:pt x="389" y="149"/>
                  </a:cubicBezTo>
                  <a:cubicBezTo>
                    <a:pt x="382" y="153"/>
                    <a:pt x="376" y="154"/>
                    <a:pt x="365" y="148"/>
                  </a:cubicBezTo>
                  <a:cubicBezTo>
                    <a:pt x="354" y="142"/>
                    <a:pt x="350" y="138"/>
                    <a:pt x="346" y="135"/>
                  </a:cubicBezTo>
                  <a:cubicBezTo>
                    <a:pt x="344" y="133"/>
                    <a:pt x="342" y="131"/>
                    <a:pt x="339" y="129"/>
                  </a:cubicBezTo>
                  <a:cubicBezTo>
                    <a:pt x="336" y="126"/>
                    <a:pt x="327" y="119"/>
                    <a:pt x="320" y="119"/>
                  </a:cubicBezTo>
                  <a:cubicBezTo>
                    <a:pt x="318" y="119"/>
                    <a:pt x="317" y="120"/>
                    <a:pt x="316" y="122"/>
                  </a:cubicBezTo>
                  <a:cubicBezTo>
                    <a:pt x="314" y="125"/>
                    <a:pt x="313" y="127"/>
                    <a:pt x="312" y="129"/>
                  </a:cubicBezTo>
                  <a:cubicBezTo>
                    <a:pt x="310" y="133"/>
                    <a:pt x="309" y="134"/>
                    <a:pt x="302" y="140"/>
                  </a:cubicBezTo>
                  <a:cubicBezTo>
                    <a:pt x="296" y="146"/>
                    <a:pt x="290" y="147"/>
                    <a:pt x="286" y="147"/>
                  </a:cubicBezTo>
                  <a:cubicBezTo>
                    <a:pt x="282" y="148"/>
                    <a:pt x="279" y="149"/>
                    <a:pt x="275" y="151"/>
                  </a:cubicBezTo>
                  <a:cubicBezTo>
                    <a:pt x="271" y="153"/>
                    <a:pt x="270" y="154"/>
                    <a:pt x="269" y="157"/>
                  </a:cubicBezTo>
                  <a:cubicBezTo>
                    <a:pt x="267" y="161"/>
                    <a:pt x="265" y="165"/>
                    <a:pt x="259" y="169"/>
                  </a:cubicBezTo>
                  <a:cubicBezTo>
                    <a:pt x="251" y="173"/>
                    <a:pt x="239" y="178"/>
                    <a:pt x="230" y="178"/>
                  </a:cubicBezTo>
                  <a:cubicBezTo>
                    <a:pt x="220" y="178"/>
                    <a:pt x="216" y="174"/>
                    <a:pt x="214" y="171"/>
                  </a:cubicBezTo>
                  <a:cubicBezTo>
                    <a:pt x="211" y="165"/>
                    <a:pt x="190" y="156"/>
                    <a:pt x="175" y="156"/>
                  </a:cubicBezTo>
                  <a:cubicBezTo>
                    <a:pt x="171" y="156"/>
                    <a:pt x="169" y="157"/>
                    <a:pt x="167" y="158"/>
                  </a:cubicBezTo>
                  <a:cubicBezTo>
                    <a:pt x="164" y="160"/>
                    <a:pt x="147" y="169"/>
                    <a:pt x="136" y="169"/>
                  </a:cubicBezTo>
                  <a:cubicBezTo>
                    <a:pt x="128" y="169"/>
                    <a:pt x="126" y="164"/>
                    <a:pt x="125" y="162"/>
                  </a:cubicBezTo>
                  <a:cubicBezTo>
                    <a:pt x="124" y="158"/>
                    <a:pt x="122" y="155"/>
                    <a:pt x="120" y="152"/>
                  </a:cubicBezTo>
                  <a:cubicBezTo>
                    <a:pt x="118" y="148"/>
                    <a:pt x="116" y="145"/>
                    <a:pt x="115" y="141"/>
                  </a:cubicBezTo>
                  <a:cubicBezTo>
                    <a:pt x="112" y="133"/>
                    <a:pt x="106" y="122"/>
                    <a:pt x="96" y="122"/>
                  </a:cubicBezTo>
                  <a:cubicBezTo>
                    <a:pt x="95" y="122"/>
                    <a:pt x="89" y="121"/>
                    <a:pt x="82" y="121"/>
                  </a:cubicBezTo>
                  <a:cubicBezTo>
                    <a:pt x="74" y="121"/>
                    <a:pt x="60" y="122"/>
                    <a:pt x="57" y="131"/>
                  </a:cubicBezTo>
                  <a:cubicBezTo>
                    <a:pt x="52" y="146"/>
                    <a:pt x="52" y="147"/>
                    <a:pt x="44" y="160"/>
                  </a:cubicBezTo>
                  <a:cubicBezTo>
                    <a:pt x="42" y="163"/>
                    <a:pt x="40" y="166"/>
                    <a:pt x="38" y="171"/>
                  </a:cubicBezTo>
                  <a:cubicBezTo>
                    <a:pt x="32" y="182"/>
                    <a:pt x="26" y="189"/>
                    <a:pt x="21" y="196"/>
                  </a:cubicBezTo>
                  <a:cubicBezTo>
                    <a:pt x="15" y="203"/>
                    <a:pt x="11" y="208"/>
                    <a:pt x="11" y="213"/>
                  </a:cubicBezTo>
                  <a:cubicBezTo>
                    <a:pt x="13" y="217"/>
                    <a:pt x="14" y="223"/>
                    <a:pt x="11" y="226"/>
                  </a:cubicBezTo>
                  <a:cubicBezTo>
                    <a:pt x="11" y="226"/>
                    <a:pt x="12" y="226"/>
                    <a:pt x="12" y="227"/>
                  </a:cubicBezTo>
                  <a:cubicBezTo>
                    <a:pt x="15" y="230"/>
                    <a:pt x="16" y="232"/>
                    <a:pt x="17" y="233"/>
                  </a:cubicBezTo>
                  <a:cubicBezTo>
                    <a:pt x="17" y="234"/>
                    <a:pt x="17" y="234"/>
                    <a:pt x="21" y="236"/>
                  </a:cubicBezTo>
                  <a:cubicBezTo>
                    <a:pt x="25" y="238"/>
                    <a:pt x="26" y="239"/>
                    <a:pt x="28" y="240"/>
                  </a:cubicBezTo>
                  <a:cubicBezTo>
                    <a:pt x="30" y="241"/>
                    <a:pt x="32" y="242"/>
                    <a:pt x="38" y="245"/>
                  </a:cubicBezTo>
                  <a:cubicBezTo>
                    <a:pt x="41" y="246"/>
                    <a:pt x="44" y="248"/>
                    <a:pt x="47" y="249"/>
                  </a:cubicBezTo>
                  <a:cubicBezTo>
                    <a:pt x="53" y="251"/>
                    <a:pt x="58" y="253"/>
                    <a:pt x="60" y="259"/>
                  </a:cubicBezTo>
                  <a:cubicBezTo>
                    <a:pt x="61" y="261"/>
                    <a:pt x="61" y="261"/>
                    <a:pt x="61" y="261"/>
                  </a:cubicBezTo>
                  <a:cubicBezTo>
                    <a:pt x="63" y="267"/>
                    <a:pt x="64" y="269"/>
                    <a:pt x="69" y="271"/>
                  </a:cubicBezTo>
                  <a:cubicBezTo>
                    <a:pt x="70" y="272"/>
                    <a:pt x="72" y="272"/>
                    <a:pt x="73" y="273"/>
                  </a:cubicBezTo>
                  <a:cubicBezTo>
                    <a:pt x="76" y="273"/>
                    <a:pt x="79" y="274"/>
                    <a:pt x="81" y="278"/>
                  </a:cubicBezTo>
                  <a:cubicBezTo>
                    <a:pt x="83" y="281"/>
                    <a:pt x="83" y="284"/>
                    <a:pt x="81" y="290"/>
                  </a:cubicBezTo>
                  <a:cubicBezTo>
                    <a:pt x="79" y="299"/>
                    <a:pt x="84" y="302"/>
                    <a:pt x="85" y="302"/>
                  </a:cubicBezTo>
                  <a:cubicBezTo>
                    <a:pt x="91" y="304"/>
                    <a:pt x="90" y="308"/>
                    <a:pt x="89" y="312"/>
                  </a:cubicBezTo>
                  <a:cubicBezTo>
                    <a:pt x="89" y="314"/>
                    <a:pt x="89" y="314"/>
                    <a:pt x="89" y="314"/>
                  </a:cubicBezTo>
                  <a:cubicBezTo>
                    <a:pt x="89" y="315"/>
                    <a:pt x="89" y="315"/>
                    <a:pt x="89" y="316"/>
                  </a:cubicBezTo>
                  <a:cubicBezTo>
                    <a:pt x="89" y="316"/>
                    <a:pt x="90" y="316"/>
                    <a:pt x="90" y="316"/>
                  </a:cubicBezTo>
                  <a:cubicBezTo>
                    <a:pt x="94" y="318"/>
                    <a:pt x="96" y="319"/>
                    <a:pt x="97" y="320"/>
                  </a:cubicBezTo>
                  <a:cubicBezTo>
                    <a:pt x="98" y="322"/>
                    <a:pt x="99" y="322"/>
                    <a:pt x="102" y="323"/>
                  </a:cubicBezTo>
                  <a:cubicBezTo>
                    <a:pt x="107" y="325"/>
                    <a:pt x="109" y="326"/>
                    <a:pt x="111" y="327"/>
                  </a:cubicBezTo>
                  <a:cubicBezTo>
                    <a:pt x="112" y="328"/>
                    <a:pt x="113" y="329"/>
                    <a:pt x="114" y="330"/>
                  </a:cubicBezTo>
                  <a:cubicBezTo>
                    <a:pt x="116" y="331"/>
                    <a:pt x="118" y="331"/>
                    <a:pt x="120" y="332"/>
                  </a:cubicBezTo>
                  <a:cubicBezTo>
                    <a:pt x="122" y="333"/>
                    <a:pt x="126" y="333"/>
                    <a:pt x="128" y="337"/>
                  </a:cubicBezTo>
                  <a:cubicBezTo>
                    <a:pt x="128" y="338"/>
                    <a:pt x="128" y="338"/>
                    <a:pt x="129" y="339"/>
                  </a:cubicBezTo>
                  <a:cubicBezTo>
                    <a:pt x="132" y="342"/>
                    <a:pt x="133" y="344"/>
                    <a:pt x="134" y="354"/>
                  </a:cubicBezTo>
                  <a:cubicBezTo>
                    <a:pt x="135" y="364"/>
                    <a:pt x="136" y="374"/>
                    <a:pt x="141" y="377"/>
                  </a:cubicBezTo>
                  <a:cubicBezTo>
                    <a:pt x="147" y="380"/>
                    <a:pt x="149" y="384"/>
                    <a:pt x="150" y="387"/>
                  </a:cubicBezTo>
                  <a:cubicBezTo>
                    <a:pt x="151" y="389"/>
                    <a:pt x="152" y="390"/>
                    <a:pt x="153" y="392"/>
                  </a:cubicBezTo>
                  <a:cubicBezTo>
                    <a:pt x="155" y="395"/>
                    <a:pt x="156" y="395"/>
                    <a:pt x="156" y="395"/>
                  </a:cubicBezTo>
                  <a:cubicBezTo>
                    <a:pt x="161" y="393"/>
                    <a:pt x="164" y="394"/>
                    <a:pt x="166" y="397"/>
                  </a:cubicBezTo>
                  <a:cubicBezTo>
                    <a:pt x="168" y="398"/>
                    <a:pt x="169" y="401"/>
                    <a:pt x="168" y="405"/>
                  </a:cubicBezTo>
                  <a:cubicBezTo>
                    <a:pt x="168" y="408"/>
                    <a:pt x="169" y="411"/>
                    <a:pt x="170" y="413"/>
                  </a:cubicBezTo>
                  <a:cubicBezTo>
                    <a:pt x="170" y="413"/>
                    <a:pt x="170" y="413"/>
                    <a:pt x="170" y="413"/>
                  </a:cubicBezTo>
                  <a:cubicBezTo>
                    <a:pt x="170" y="413"/>
                    <a:pt x="171" y="413"/>
                    <a:pt x="171" y="413"/>
                  </a:cubicBezTo>
                  <a:cubicBezTo>
                    <a:pt x="178" y="413"/>
                    <a:pt x="181" y="416"/>
                    <a:pt x="185" y="420"/>
                  </a:cubicBezTo>
                  <a:cubicBezTo>
                    <a:pt x="187" y="422"/>
                    <a:pt x="187" y="422"/>
                    <a:pt x="187" y="422"/>
                  </a:cubicBezTo>
                  <a:cubicBezTo>
                    <a:pt x="189" y="424"/>
                    <a:pt x="189" y="424"/>
                    <a:pt x="192" y="425"/>
                  </a:cubicBezTo>
                  <a:cubicBezTo>
                    <a:pt x="193" y="425"/>
                    <a:pt x="195" y="425"/>
                    <a:pt x="197" y="426"/>
                  </a:cubicBezTo>
                  <a:cubicBezTo>
                    <a:pt x="201" y="428"/>
                    <a:pt x="203" y="430"/>
                    <a:pt x="204" y="431"/>
                  </a:cubicBezTo>
                  <a:cubicBezTo>
                    <a:pt x="206" y="430"/>
                    <a:pt x="207" y="430"/>
                    <a:pt x="209" y="429"/>
                  </a:cubicBezTo>
                  <a:cubicBezTo>
                    <a:pt x="211" y="429"/>
                    <a:pt x="211" y="428"/>
                    <a:pt x="213" y="425"/>
                  </a:cubicBezTo>
                  <a:cubicBezTo>
                    <a:pt x="214" y="424"/>
                    <a:pt x="215" y="422"/>
                    <a:pt x="215" y="421"/>
                  </a:cubicBezTo>
                  <a:cubicBezTo>
                    <a:pt x="217" y="418"/>
                    <a:pt x="219" y="413"/>
                    <a:pt x="224" y="413"/>
                  </a:cubicBezTo>
                  <a:cubicBezTo>
                    <a:pt x="226" y="413"/>
                    <a:pt x="228" y="414"/>
                    <a:pt x="230" y="416"/>
                  </a:cubicBezTo>
                  <a:cubicBezTo>
                    <a:pt x="233" y="418"/>
                    <a:pt x="237" y="420"/>
                    <a:pt x="241" y="422"/>
                  </a:cubicBezTo>
                  <a:cubicBezTo>
                    <a:pt x="245" y="424"/>
                    <a:pt x="248" y="425"/>
                    <a:pt x="251" y="427"/>
                  </a:cubicBezTo>
                  <a:cubicBezTo>
                    <a:pt x="252" y="427"/>
                    <a:pt x="252" y="427"/>
                    <a:pt x="252" y="427"/>
                  </a:cubicBezTo>
                  <a:cubicBezTo>
                    <a:pt x="252" y="428"/>
                    <a:pt x="252" y="428"/>
                    <a:pt x="252" y="428"/>
                  </a:cubicBezTo>
                  <a:cubicBezTo>
                    <a:pt x="252" y="427"/>
                    <a:pt x="253" y="427"/>
                    <a:pt x="253" y="426"/>
                  </a:cubicBezTo>
                  <a:cubicBezTo>
                    <a:pt x="256" y="423"/>
                    <a:pt x="257" y="422"/>
                    <a:pt x="258" y="421"/>
                  </a:cubicBezTo>
                  <a:cubicBezTo>
                    <a:pt x="259" y="420"/>
                    <a:pt x="259" y="420"/>
                    <a:pt x="260" y="418"/>
                  </a:cubicBezTo>
                  <a:cubicBezTo>
                    <a:pt x="260" y="416"/>
                    <a:pt x="260" y="414"/>
                    <a:pt x="261" y="413"/>
                  </a:cubicBezTo>
                  <a:cubicBezTo>
                    <a:pt x="261" y="409"/>
                    <a:pt x="262" y="401"/>
                    <a:pt x="272" y="405"/>
                  </a:cubicBezTo>
                  <a:cubicBezTo>
                    <a:pt x="274" y="406"/>
                    <a:pt x="275" y="406"/>
                    <a:pt x="277" y="406"/>
                  </a:cubicBezTo>
                  <a:cubicBezTo>
                    <a:pt x="281" y="406"/>
                    <a:pt x="289" y="406"/>
                    <a:pt x="291" y="416"/>
                  </a:cubicBezTo>
                  <a:cubicBezTo>
                    <a:pt x="291" y="421"/>
                    <a:pt x="291" y="424"/>
                    <a:pt x="291" y="426"/>
                  </a:cubicBezTo>
                  <a:cubicBezTo>
                    <a:pt x="290" y="426"/>
                    <a:pt x="290" y="426"/>
                    <a:pt x="290" y="426"/>
                  </a:cubicBezTo>
                  <a:cubicBezTo>
                    <a:pt x="291" y="426"/>
                    <a:pt x="291" y="427"/>
                    <a:pt x="291" y="427"/>
                  </a:cubicBezTo>
                  <a:cubicBezTo>
                    <a:pt x="293" y="427"/>
                    <a:pt x="295" y="428"/>
                    <a:pt x="297" y="428"/>
                  </a:cubicBezTo>
                  <a:cubicBezTo>
                    <a:pt x="300" y="428"/>
                    <a:pt x="306" y="429"/>
                    <a:pt x="306" y="437"/>
                  </a:cubicBezTo>
                  <a:cubicBezTo>
                    <a:pt x="306" y="442"/>
                    <a:pt x="309" y="445"/>
                    <a:pt x="310" y="446"/>
                  </a:cubicBezTo>
                  <a:cubicBezTo>
                    <a:pt x="314" y="447"/>
                    <a:pt x="315" y="451"/>
                    <a:pt x="315" y="452"/>
                  </a:cubicBezTo>
                  <a:cubicBezTo>
                    <a:pt x="315" y="452"/>
                    <a:pt x="315" y="452"/>
                    <a:pt x="315" y="452"/>
                  </a:cubicBezTo>
                  <a:cubicBezTo>
                    <a:pt x="319" y="453"/>
                    <a:pt x="322" y="455"/>
                    <a:pt x="325" y="457"/>
                  </a:cubicBezTo>
                  <a:cubicBezTo>
                    <a:pt x="326" y="458"/>
                    <a:pt x="328" y="459"/>
                    <a:pt x="329" y="460"/>
                  </a:cubicBezTo>
                  <a:cubicBezTo>
                    <a:pt x="332" y="457"/>
                    <a:pt x="333" y="456"/>
                    <a:pt x="335" y="456"/>
                  </a:cubicBezTo>
                  <a:cubicBezTo>
                    <a:pt x="337" y="456"/>
                    <a:pt x="338" y="456"/>
                    <a:pt x="339" y="457"/>
                  </a:cubicBezTo>
                  <a:cubicBezTo>
                    <a:pt x="341" y="459"/>
                    <a:pt x="340" y="461"/>
                    <a:pt x="339" y="466"/>
                  </a:cubicBezTo>
                  <a:cubicBezTo>
                    <a:pt x="338" y="471"/>
                    <a:pt x="338" y="471"/>
                    <a:pt x="338" y="471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41" y="472"/>
                    <a:pt x="343" y="471"/>
                    <a:pt x="344" y="470"/>
                  </a:cubicBezTo>
                  <a:cubicBezTo>
                    <a:pt x="344" y="470"/>
                    <a:pt x="346" y="469"/>
                    <a:pt x="347" y="469"/>
                  </a:cubicBezTo>
                  <a:cubicBezTo>
                    <a:pt x="351" y="469"/>
                    <a:pt x="352" y="472"/>
                    <a:pt x="353" y="475"/>
                  </a:cubicBezTo>
                  <a:cubicBezTo>
                    <a:pt x="353" y="475"/>
                    <a:pt x="353" y="475"/>
                    <a:pt x="353" y="476"/>
                  </a:cubicBezTo>
                  <a:cubicBezTo>
                    <a:pt x="354" y="474"/>
                    <a:pt x="355" y="472"/>
                    <a:pt x="357" y="470"/>
                  </a:cubicBezTo>
                  <a:cubicBezTo>
                    <a:pt x="365" y="457"/>
                    <a:pt x="379" y="455"/>
                    <a:pt x="390" y="467"/>
                  </a:cubicBezTo>
                  <a:cubicBezTo>
                    <a:pt x="393" y="470"/>
                    <a:pt x="394" y="470"/>
                    <a:pt x="394" y="470"/>
                  </a:cubicBezTo>
                  <a:cubicBezTo>
                    <a:pt x="395" y="470"/>
                    <a:pt x="396" y="469"/>
                    <a:pt x="397" y="468"/>
                  </a:cubicBezTo>
                  <a:cubicBezTo>
                    <a:pt x="400" y="467"/>
                    <a:pt x="403" y="465"/>
                    <a:pt x="407" y="463"/>
                  </a:cubicBezTo>
                  <a:cubicBezTo>
                    <a:pt x="409" y="462"/>
                    <a:pt x="411" y="462"/>
                    <a:pt x="412" y="46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1" name="Freeform 91">
              <a:extLst>
                <a:ext uri="{FF2B5EF4-FFF2-40B4-BE49-F238E27FC236}">
                  <a16:creationId xmlns:a16="http://schemas.microsoft.com/office/drawing/2014/main" id="{E76A71CC-53D2-433B-8068-324C76CDB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5725" y="2552700"/>
              <a:ext cx="739775" cy="560388"/>
            </a:xfrm>
            <a:custGeom>
              <a:avLst/>
              <a:gdLst>
                <a:gd name="T0" fmla="*/ 385 w 655"/>
                <a:gd name="T1" fmla="*/ 469 h 496"/>
                <a:gd name="T2" fmla="*/ 424 w 655"/>
                <a:gd name="T3" fmla="*/ 480 h 496"/>
                <a:gd name="T4" fmla="*/ 471 w 655"/>
                <a:gd name="T5" fmla="*/ 464 h 496"/>
                <a:gd name="T6" fmla="*/ 537 w 655"/>
                <a:gd name="T7" fmla="*/ 444 h 496"/>
                <a:gd name="T8" fmla="*/ 582 w 655"/>
                <a:gd name="T9" fmla="*/ 415 h 496"/>
                <a:gd name="T10" fmla="*/ 651 w 655"/>
                <a:gd name="T11" fmla="*/ 400 h 496"/>
                <a:gd name="T12" fmla="*/ 629 w 655"/>
                <a:gd name="T13" fmla="*/ 364 h 496"/>
                <a:gd name="T14" fmla="*/ 576 w 655"/>
                <a:gd name="T15" fmla="*/ 282 h 496"/>
                <a:gd name="T16" fmla="*/ 483 w 655"/>
                <a:gd name="T17" fmla="*/ 209 h 496"/>
                <a:gd name="T18" fmla="*/ 516 w 655"/>
                <a:gd name="T19" fmla="*/ 168 h 496"/>
                <a:gd name="T20" fmla="*/ 533 w 655"/>
                <a:gd name="T21" fmla="*/ 165 h 496"/>
                <a:gd name="T22" fmla="*/ 528 w 655"/>
                <a:gd name="T23" fmla="*/ 107 h 496"/>
                <a:gd name="T24" fmla="*/ 491 w 655"/>
                <a:gd name="T25" fmla="*/ 41 h 496"/>
                <a:gd name="T26" fmla="*/ 499 w 655"/>
                <a:gd name="T27" fmla="*/ 8 h 496"/>
                <a:gd name="T28" fmla="*/ 450 w 655"/>
                <a:gd name="T29" fmla="*/ 18 h 496"/>
                <a:gd name="T30" fmla="*/ 453 w 655"/>
                <a:gd name="T31" fmla="*/ 48 h 496"/>
                <a:gd name="T32" fmla="*/ 452 w 655"/>
                <a:gd name="T33" fmla="*/ 80 h 496"/>
                <a:gd name="T34" fmla="*/ 405 w 655"/>
                <a:gd name="T35" fmla="*/ 139 h 496"/>
                <a:gd name="T36" fmla="*/ 340 w 655"/>
                <a:gd name="T37" fmla="*/ 124 h 496"/>
                <a:gd name="T38" fmla="*/ 297 w 655"/>
                <a:gd name="T39" fmla="*/ 136 h 496"/>
                <a:gd name="T40" fmla="*/ 254 w 655"/>
                <a:gd name="T41" fmla="*/ 164 h 496"/>
                <a:gd name="T42" fmla="*/ 163 w 655"/>
                <a:gd name="T43" fmla="*/ 153 h 496"/>
                <a:gd name="T44" fmla="*/ 117 w 655"/>
                <a:gd name="T45" fmla="*/ 139 h 496"/>
                <a:gd name="T46" fmla="*/ 51 w 655"/>
                <a:gd name="T47" fmla="*/ 128 h 496"/>
                <a:gd name="T48" fmla="*/ 5 w 655"/>
                <a:gd name="T49" fmla="*/ 213 h 496"/>
                <a:gd name="T50" fmla="*/ 7 w 655"/>
                <a:gd name="T51" fmla="*/ 229 h 496"/>
                <a:gd name="T52" fmla="*/ 34 w 655"/>
                <a:gd name="T53" fmla="*/ 248 h 496"/>
                <a:gd name="T54" fmla="*/ 65 w 655"/>
                <a:gd name="T55" fmla="*/ 274 h 496"/>
                <a:gd name="T56" fmla="*/ 81 w 655"/>
                <a:gd name="T57" fmla="*/ 306 h 496"/>
                <a:gd name="T58" fmla="*/ 87 w 655"/>
                <a:gd name="T59" fmla="*/ 320 h 496"/>
                <a:gd name="T60" fmla="*/ 110 w 655"/>
                <a:gd name="T61" fmla="*/ 333 h 496"/>
                <a:gd name="T62" fmla="*/ 127 w 655"/>
                <a:gd name="T63" fmla="*/ 354 h 496"/>
                <a:gd name="T64" fmla="*/ 147 w 655"/>
                <a:gd name="T65" fmla="*/ 393 h 496"/>
                <a:gd name="T66" fmla="*/ 162 w 655"/>
                <a:gd name="T67" fmla="*/ 404 h 496"/>
                <a:gd name="T68" fmla="*/ 181 w 655"/>
                <a:gd name="T69" fmla="*/ 424 h 496"/>
                <a:gd name="T70" fmla="*/ 204 w 655"/>
                <a:gd name="T71" fmla="*/ 435 h 496"/>
                <a:gd name="T72" fmla="*/ 225 w 655"/>
                <a:gd name="T73" fmla="*/ 418 h 496"/>
                <a:gd name="T74" fmla="*/ 255 w 655"/>
                <a:gd name="T75" fmla="*/ 428 h 496"/>
                <a:gd name="T76" fmla="*/ 268 w 655"/>
                <a:gd name="T77" fmla="*/ 408 h 496"/>
                <a:gd name="T78" fmla="*/ 288 w 655"/>
                <a:gd name="T79" fmla="*/ 430 h 496"/>
                <a:gd name="T80" fmla="*/ 307 w 655"/>
                <a:gd name="T81" fmla="*/ 449 h 496"/>
                <a:gd name="T82" fmla="*/ 331 w 655"/>
                <a:gd name="T83" fmla="*/ 462 h 496"/>
                <a:gd name="T84" fmla="*/ 338 w 655"/>
                <a:gd name="T85" fmla="*/ 476 h 496"/>
                <a:gd name="T86" fmla="*/ 359 w 655"/>
                <a:gd name="T87" fmla="*/ 471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55" h="496">
                  <a:moveTo>
                    <a:pt x="359" y="471"/>
                  </a:moveTo>
                  <a:cubicBezTo>
                    <a:pt x="366" y="460"/>
                    <a:pt x="376" y="460"/>
                    <a:pt x="385" y="469"/>
                  </a:cubicBezTo>
                  <a:cubicBezTo>
                    <a:pt x="394" y="478"/>
                    <a:pt x="395" y="471"/>
                    <a:pt x="406" y="466"/>
                  </a:cubicBezTo>
                  <a:cubicBezTo>
                    <a:pt x="418" y="461"/>
                    <a:pt x="412" y="477"/>
                    <a:pt x="424" y="480"/>
                  </a:cubicBezTo>
                  <a:cubicBezTo>
                    <a:pt x="433" y="483"/>
                    <a:pt x="433" y="478"/>
                    <a:pt x="441" y="470"/>
                  </a:cubicBezTo>
                  <a:cubicBezTo>
                    <a:pt x="449" y="463"/>
                    <a:pt x="452" y="480"/>
                    <a:pt x="471" y="464"/>
                  </a:cubicBezTo>
                  <a:cubicBezTo>
                    <a:pt x="485" y="453"/>
                    <a:pt x="500" y="475"/>
                    <a:pt x="517" y="461"/>
                  </a:cubicBezTo>
                  <a:cubicBezTo>
                    <a:pt x="524" y="454"/>
                    <a:pt x="533" y="456"/>
                    <a:pt x="537" y="444"/>
                  </a:cubicBezTo>
                  <a:cubicBezTo>
                    <a:pt x="541" y="433"/>
                    <a:pt x="546" y="435"/>
                    <a:pt x="554" y="427"/>
                  </a:cubicBezTo>
                  <a:cubicBezTo>
                    <a:pt x="563" y="419"/>
                    <a:pt x="560" y="412"/>
                    <a:pt x="582" y="415"/>
                  </a:cubicBezTo>
                  <a:cubicBezTo>
                    <a:pt x="603" y="418"/>
                    <a:pt x="627" y="417"/>
                    <a:pt x="636" y="418"/>
                  </a:cubicBezTo>
                  <a:cubicBezTo>
                    <a:pt x="644" y="418"/>
                    <a:pt x="651" y="418"/>
                    <a:pt x="651" y="400"/>
                  </a:cubicBezTo>
                  <a:cubicBezTo>
                    <a:pt x="651" y="382"/>
                    <a:pt x="655" y="369"/>
                    <a:pt x="644" y="365"/>
                  </a:cubicBezTo>
                  <a:cubicBezTo>
                    <a:pt x="634" y="360"/>
                    <a:pt x="635" y="359"/>
                    <a:pt x="629" y="364"/>
                  </a:cubicBezTo>
                  <a:cubicBezTo>
                    <a:pt x="622" y="368"/>
                    <a:pt x="610" y="360"/>
                    <a:pt x="611" y="350"/>
                  </a:cubicBezTo>
                  <a:cubicBezTo>
                    <a:pt x="612" y="339"/>
                    <a:pt x="592" y="301"/>
                    <a:pt x="576" y="282"/>
                  </a:cubicBezTo>
                  <a:cubicBezTo>
                    <a:pt x="561" y="263"/>
                    <a:pt x="542" y="233"/>
                    <a:pt x="526" y="223"/>
                  </a:cubicBezTo>
                  <a:cubicBezTo>
                    <a:pt x="510" y="214"/>
                    <a:pt x="506" y="208"/>
                    <a:pt x="483" y="209"/>
                  </a:cubicBezTo>
                  <a:cubicBezTo>
                    <a:pt x="461" y="210"/>
                    <a:pt x="483" y="188"/>
                    <a:pt x="487" y="176"/>
                  </a:cubicBezTo>
                  <a:cubicBezTo>
                    <a:pt x="491" y="164"/>
                    <a:pt x="496" y="167"/>
                    <a:pt x="516" y="168"/>
                  </a:cubicBezTo>
                  <a:cubicBezTo>
                    <a:pt x="516" y="168"/>
                    <a:pt x="519" y="168"/>
                    <a:pt x="522" y="170"/>
                  </a:cubicBezTo>
                  <a:cubicBezTo>
                    <a:pt x="524" y="172"/>
                    <a:pt x="528" y="170"/>
                    <a:pt x="533" y="165"/>
                  </a:cubicBezTo>
                  <a:cubicBezTo>
                    <a:pt x="539" y="161"/>
                    <a:pt x="548" y="157"/>
                    <a:pt x="544" y="140"/>
                  </a:cubicBezTo>
                  <a:cubicBezTo>
                    <a:pt x="543" y="132"/>
                    <a:pt x="538" y="115"/>
                    <a:pt x="528" y="107"/>
                  </a:cubicBezTo>
                  <a:cubicBezTo>
                    <a:pt x="518" y="99"/>
                    <a:pt x="499" y="103"/>
                    <a:pt x="499" y="75"/>
                  </a:cubicBezTo>
                  <a:cubicBezTo>
                    <a:pt x="499" y="46"/>
                    <a:pt x="488" y="48"/>
                    <a:pt x="491" y="41"/>
                  </a:cubicBezTo>
                  <a:cubicBezTo>
                    <a:pt x="494" y="34"/>
                    <a:pt x="494" y="39"/>
                    <a:pt x="498" y="30"/>
                  </a:cubicBezTo>
                  <a:cubicBezTo>
                    <a:pt x="502" y="21"/>
                    <a:pt x="511" y="10"/>
                    <a:pt x="499" y="8"/>
                  </a:cubicBezTo>
                  <a:cubicBezTo>
                    <a:pt x="486" y="5"/>
                    <a:pt x="479" y="0"/>
                    <a:pt x="474" y="9"/>
                  </a:cubicBezTo>
                  <a:cubicBezTo>
                    <a:pt x="470" y="18"/>
                    <a:pt x="455" y="18"/>
                    <a:pt x="450" y="18"/>
                  </a:cubicBezTo>
                  <a:cubicBezTo>
                    <a:pt x="445" y="19"/>
                    <a:pt x="432" y="27"/>
                    <a:pt x="440" y="31"/>
                  </a:cubicBezTo>
                  <a:cubicBezTo>
                    <a:pt x="440" y="31"/>
                    <a:pt x="456" y="35"/>
                    <a:pt x="453" y="48"/>
                  </a:cubicBezTo>
                  <a:cubicBezTo>
                    <a:pt x="450" y="61"/>
                    <a:pt x="448" y="66"/>
                    <a:pt x="452" y="69"/>
                  </a:cubicBezTo>
                  <a:cubicBezTo>
                    <a:pt x="457" y="73"/>
                    <a:pt x="467" y="70"/>
                    <a:pt x="452" y="80"/>
                  </a:cubicBezTo>
                  <a:cubicBezTo>
                    <a:pt x="438" y="89"/>
                    <a:pt x="441" y="89"/>
                    <a:pt x="426" y="109"/>
                  </a:cubicBezTo>
                  <a:cubicBezTo>
                    <a:pt x="412" y="130"/>
                    <a:pt x="429" y="135"/>
                    <a:pt x="405" y="139"/>
                  </a:cubicBezTo>
                  <a:cubicBezTo>
                    <a:pt x="381" y="142"/>
                    <a:pt x="381" y="152"/>
                    <a:pt x="365" y="143"/>
                  </a:cubicBezTo>
                  <a:cubicBezTo>
                    <a:pt x="349" y="134"/>
                    <a:pt x="349" y="132"/>
                    <a:pt x="340" y="124"/>
                  </a:cubicBezTo>
                  <a:cubicBezTo>
                    <a:pt x="331" y="117"/>
                    <a:pt x="317" y="107"/>
                    <a:pt x="310" y="118"/>
                  </a:cubicBezTo>
                  <a:cubicBezTo>
                    <a:pt x="303" y="129"/>
                    <a:pt x="307" y="127"/>
                    <a:pt x="297" y="136"/>
                  </a:cubicBezTo>
                  <a:cubicBezTo>
                    <a:pt x="288" y="144"/>
                    <a:pt x="282" y="140"/>
                    <a:pt x="271" y="145"/>
                  </a:cubicBezTo>
                  <a:cubicBezTo>
                    <a:pt x="260" y="151"/>
                    <a:pt x="265" y="157"/>
                    <a:pt x="254" y="164"/>
                  </a:cubicBezTo>
                  <a:cubicBezTo>
                    <a:pt x="243" y="170"/>
                    <a:pt x="222" y="177"/>
                    <a:pt x="216" y="167"/>
                  </a:cubicBezTo>
                  <a:cubicBezTo>
                    <a:pt x="210" y="158"/>
                    <a:pt x="175" y="146"/>
                    <a:pt x="163" y="153"/>
                  </a:cubicBezTo>
                  <a:cubicBezTo>
                    <a:pt x="151" y="160"/>
                    <a:pt x="130" y="168"/>
                    <a:pt x="128" y="160"/>
                  </a:cubicBezTo>
                  <a:cubicBezTo>
                    <a:pt x="126" y="152"/>
                    <a:pt x="120" y="146"/>
                    <a:pt x="117" y="139"/>
                  </a:cubicBezTo>
                  <a:cubicBezTo>
                    <a:pt x="115" y="131"/>
                    <a:pt x="108" y="117"/>
                    <a:pt x="94" y="117"/>
                  </a:cubicBezTo>
                  <a:cubicBezTo>
                    <a:pt x="94" y="117"/>
                    <a:pt x="57" y="110"/>
                    <a:pt x="51" y="128"/>
                  </a:cubicBezTo>
                  <a:cubicBezTo>
                    <a:pt x="45" y="146"/>
                    <a:pt x="46" y="143"/>
                    <a:pt x="32" y="168"/>
                  </a:cubicBezTo>
                  <a:cubicBezTo>
                    <a:pt x="17" y="193"/>
                    <a:pt x="4" y="202"/>
                    <a:pt x="5" y="213"/>
                  </a:cubicBezTo>
                  <a:cubicBezTo>
                    <a:pt x="5" y="213"/>
                    <a:pt x="7" y="220"/>
                    <a:pt x="5" y="222"/>
                  </a:cubicBezTo>
                  <a:cubicBezTo>
                    <a:pt x="3" y="224"/>
                    <a:pt x="0" y="222"/>
                    <a:pt x="7" y="229"/>
                  </a:cubicBezTo>
                  <a:cubicBezTo>
                    <a:pt x="13" y="236"/>
                    <a:pt x="9" y="235"/>
                    <a:pt x="17" y="239"/>
                  </a:cubicBezTo>
                  <a:cubicBezTo>
                    <a:pt x="26" y="244"/>
                    <a:pt x="24" y="243"/>
                    <a:pt x="34" y="248"/>
                  </a:cubicBezTo>
                  <a:cubicBezTo>
                    <a:pt x="43" y="253"/>
                    <a:pt x="51" y="253"/>
                    <a:pt x="54" y="260"/>
                  </a:cubicBezTo>
                  <a:cubicBezTo>
                    <a:pt x="57" y="266"/>
                    <a:pt x="58" y="271"/>
                    <a:pt x="65" y="274"/>
                  </a:cubicBezTo>
                  <a:cubicBezTo>
                    <a:pt x="72" y="278"/>
                    <a:pt x="78" y="275"/>
                    <a:pt x="75" y="287"/>
                  </a:cubicBezTo>
                  <a:cubicBezTo>
                    <a:pt x="71" y="299"/>
                    <a:pt x="78" y="305"/>
                    <a:pt x="81" y="306"/>
                  </a:cubicBezTo>
                  <a:cubicBezTo>
                    <a:pt x="83" y="307"/>
                    <a:pt x="83" y="305"/>
                    <a:pt x="82" y="311"/>
                  </a:cubicBezTo>
                  <a:cubicBezTo>
                    <a:pt x="81" y="317"/>
                    <a:pt x="81" y="317"/>
                    <a:pt x="87" y="320"/>
                  </a:cubicBezTo>
                  <a:cubicBezTo>
                    <a:pt x="93" y="323"/>
                    <a:pt x="92" y="324"/>
                    <a:pt x="99" y="327"/>
                  </a:cubicBezTo>
                  <a:cubicBezTo>
                    <a:pt x="106" y="329"/>
                    <a:pt x="104" y="329"/>
                    <a:pt x="110" y="333"/>
                  </a:cubicBezTo>
                  <a:cubicBezTo>
                    <a:pt x="115" y="336"/>
                    <a:pt x="120" y="335"/>
                    <a:pt x="122" y="339"/>
                  </a:cubicBezTo>
                  <a:cubicBezTo>
                    <a:pt x="124" y="342"/>
                    <a:pt x="126" y="341"/>
                    <a:pt x="127" y="354"/>
                  </a:cubicBezTo>
                  <a:cubicBezTo>
                    <a:pt x="128" y="367"/>
                    <a:pt x="130" y="376"/>
                    <a:pt x="137" y="380"/>
                  </a:cubicBezTo>
                  <a:cubicBezTo>
                    <a:pt x="143" y="384"/>
                    <a:pt x="143" y="387"/>
                    <a:pt x="147" y="393"/>
                  </a:cubicBezTo>
                  <a:cubicBezTo>
                    <a:pt x="151" y="399"/>
                    <a:pt x="154" y="400"/>
                    <a:pt x="157" y="398"/>
                  </a:cubicBezTo>
                  <a:cubicBezTo>
                    <a:pt x="159" y="397"/>
                    <a:pt x="162" y="398"/>
                    <a:pt x="162" y="404"/>
                  </a:cubicBezTo>
                  <a:cubicBezTo>
                    <a:pt x="161" y="409"/>
                    <a:pt x="163" y="417"/>
                    <a:pt x="169" y="416"/>
                  </a:cubicBezTo>
                  <a:cubicBezTo>
                    <a:pt x="174" y="416"/>
                    <a:pt x="177" y="420"/>
                    <a:pt x="181" y="424"/>
                  </a:cubicBezTo>
                  <a:cubicBezTo>
                    <a:pt x="186" y="428"/>
                    <a:pt x="186" y="427"/>
                    <a:pt x="193" y="430"/>
                  </a:cubicBezTo>
                  <a:cubicBezTo>
                    <a:pt x="201" y="432"/>
                    <a:pt x="199" y="439"/>
                    <a:pt x="204" y="435"/>
                  </a:cubicBezTo>
                  <a:cubicBezTo>
                    <a:pt x="209" y="431"/>
                    <a:pt x="211" y="433"/>
                    <a:pt x="215" y="427"/>
                  </a:cubicBezTo>
                  <a:cubicBezTo>
                    <a:pt x="219" y="420"/>
                    <a:pt x="219" y="414"/>
                    <a:pt x="225" y="418"/>
                  </a:cubicBezTo>
                  <a:cubicBezTo>
                    <a:pt x="231" y="423"/>
                    <a:pt x="242" y="427"/>
                    <a:pt x="246" y="430"/>
                  </a:cubicBezTo>
                  <a:cubicBezTo>
                    <a:pt x="250" y="432"/>
                    <a:pt x="251" y="434"/>
                    <a:pt x="255" y="428"/>
                  </a:cubicBezTo>
                  <a:cubicBezTo>
                    <a:pt x="260" y="422"/>
                    <a:pt x="260" y="425"/>
                    <a:pt x="262" y="418"/>
                  </a:cubicBezTo>
                  <a:cubicBezTo>
                    <a:pt x="264" y="411"/>
                    <a:pt x="262" y="405"/>
                    <a:pt x="268" y="408"/>
                  </a:cubicBezTo>
                  <a:cubicBezTo>
                    <a:pt x="275" y="411"/>
                    <a:pt x="283" y="406"/>
                    <a:pt x="284" y="416"/>
                  </a:cubicBezTo>
                  <a:cubicBezTo>
                    <a:pt x="286" y="426"/>
                    <a:pt x="280" y="428"/>
                    <a:pt x="288" y="430"/>
                  </a:cubicBezTo>
                  <a:cubicBezTo>
                    <a:pt x="296" y="432"/>
                    <a:pt x="300" y="431"/>
                    <a:pt x="300" y="436"/>
                  </a:cubicBezTo>
                  <a:cubicBezTo>
                    <a:pt x="300" y="443"/>
                    <a:pt x="303" y="448"/>
                    <a:pt x="307" y="449"/>
                  </a:cubicBezTo>
                  <a:cubicBezTo>
                    <a:pt x="310" y="450"/>
                    <a:pt x="307" y="456"/>
                    <a:pt x="312" y="456"/>
                  </a:cubicBezTo>
                  <a:cubicBezTo>
                    <a:pt x="318" y="456"/>
                    <a:pt x="327" y="467"/>
                    <a:pt x="331" y="462"/>
                  </a:cubicBezTo>
                  <a:cubicBezTo>
                    <a:pt x="334" y="457"/>
                    <a:pt x="334" y="458"/>
                    <a:pt x="332" y="467"/>
                  </a:cubicBezTo>
                  <a:cubicBezTo>
                    <a:pt x="330" y="476"/>
                    <a:pt x="329" y="478"/>
                    <a:pt x="338" y="476"/>
                  </a:cubicBezTo>
                  <a:cubicBezTo>
                    <a:pt x="346" y="474"/>
                    <a:pt x="345" y="470"/>
                    <a:pt x="347" y="476"/>
                  </a:cubicBezTo>
                  <a:cubicBezTo>
                    <a:pt x="349" y="482"/>
                    <a:pt x="343" y="496"/>
                    <a:pt x="359" y="47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2" name="Freeform 92">
              <a:extLst>
                <a:ext uri="{FF2B5EF4-FFF2-40B4-BE49-F238E27FC236}">
                  <a16:creationId xmlns:a16="http://schemas.microsoft.com/office/drawing/2014/main" id="{DBFB071C-8BC6-4D03-85CC-95FBD1C36B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1438" y="4479925"/>
              <a:ext cx="544513" cy="504825"/>
            </a:xfrm>
            <a:custGeom>
              <a:avLst/>
              <a:gdLst>
                <a:gd name="T0" fmla="*/ 298 w 481"/>
                <a:gd name="T1" fmla="*/ 439 h 446"/>
                <a:gd name="T2" fmla="*/ 259 w 481"/>
                <a:gd name="T3" fmla="*/ 429 h 446"/>
                <a:gd name="T4" fmla="*/ 234 w 481"/>
                <a:gd name="T5" fmla="*/ 425 h 446"/>
                <a:gd name="T6" fmla="*/ 181 w 481"/>
                <a:gd name="T7" fmla="*/ 394 h 446"/>
                <a:gd name="T8" fmla="*/ 144 w 481"/>
                <a:gd name="T9" fmla="*/ 348 h 446"/>
                <a:gd name="T10" fmla="*/ 127 w 481"/>
                <a:gd name="T11" fmla="*/ 322 h 446"/>
                <a:gd name="T12" fmla="*/ 101 w 481"/>
                <a:gd name="T13" fmla="*/ 289 h 446"/>
                <a:gd name="T14" fmla="*/ 71 w 481"/>
                <a:gd name="T15" fmla="*/ 270 h 446"/>
                <a:gd name="T16" fmla="*/ 45 w 481"/>
                <a:gd name="T17" fmla="*/ 225 h 446"/>
                <a:gd name="T18" fmla="*/ 24 w 481"/>
                <a:gd name="T19" fmla="*/ 191 h 446"/>
                <a:gd name="T20" fmla="*/ 34 w 481"/>
                <a:gd name="T21" fmla="*/ 142 h 446"/>
                <a:gd name="T22" fmla="*/ 69 w 481"/>
                <a:gd name="T23" fmla="*/ 147 h 446"/>
                <a:gd name="T24" fmla="*/ 118 w 481"/>
                <a:gd name="T25" fmla="*/ 143 h 446"/>
                <a:gd name="T26" fmla="*/ 182 w 481"/>
                <a:gd name="T27" fmla="*/ 77 h 446"/>
                <a:gd name="T28" fmla="*/ 231 w 481"/>
                <a:gd name="T29" fmla="*/ 23 h 446"/>
                <a:gd name="T30" fmla="*/ 266 w 481"/>
                <a:gd name="T31" fmla="*/ 6 h 446"/>
                <a:gd name="T32" fmla="*/ 312 w 481"/>
                <a:gd name="T33" fmla="*/ 2 h 446"/>
                <a:gd name="T34" fmla="*/ 357 w 481"/>
                <a:gd name="T35" fmla="*/ 28 h 446"/>
                <a:gd name="T36" fmla="*/ 394 w 481"/>
                <a:gd name="T37" fmla="*/ 38 h 446"/>
                <a:gd name="T38" fmla="*/ 445 w 481"/>
                <a:gd name="T39" fmla="*/ 58 h 446"/>
                <a:gd name="T40" fmla="*/ 477 w 481"/>
                <a:gd name="T41" fmla="*/ 74 h 446"/>
                <a:gd name="T42" fmla="*/ 478 w 481"/>
                <a:gd name="T43" fmla="*/ 123 h 446"/>
                <a:gd name="T44" fmla="*/ 474 w 481"/>
                <a:gd name="T45" fmla="*/ 160 h 446"/>
                <a:gd name="T46" fmla="*/ 469 w 481"/>
                <a:gd name="T47" fmla="*/ 195 h 446"/>
                <a:gd name="T48" fmla="*/ 467 w 481"/>
                <a:gd name="T49" fmla="*/ 232 h 446"/>
                <a:gd name="T50" fmla="*/ 475 w 481"/>
                <a:gd name="T51" fmla="*/ 270 h 446"/>
                <a:gd name="T52" fmla="*/ 464 w 481"/>
                <a:gd name="T53" fmla="*/ 300 h 446"/>
                <a:gd name="T54" fmla="*/ 439 w 481"/>
                <a:gd name="T55" fmla="*/ 351 h 446"/>
                <a:gd name="T56" fmla="*/ 429 w 481"/>
                <a:gd name="T57" fmla="*/ 378 h 446"/>
                <a:gd name="T58" fmla="*/ 361 w 481"/>
                <a:gd name="T59" fmla="*/ 435 h 446"/>
                <a:gd name="T60" fmla="*/ 431 w 481"/>
                <a:gd name="T61" fmla="*/ 338 h 446"/>
                <a:gd name="T62" fmla="*/ 457 w 481"/>
                <a:gd name="T63" fmla="*/ 294 h 446"/>
                <a:gd name="T64" fmla="*/ 461 w 481"/>
                <a:gd name="T65" fmla="*/ 271 h 446"/>
                <a:gd name="T66" fmla="*/ 457 w 481"/>
                <a:gd name="T67" fmla="*/ 227 h 446"/>
                <a:gd name="T68" fmla="*/ 466 w 481"/>
                <a:gd name="T69" fmla="*/ 186 h 446"/>
                <a:gd name="T70" fmla="*/ 465 w 481"/>
                <a:gd name="T71" fmla="*/ 152 h 446"/>
                <a:gd name="T72" fmla="*/ 469 w 481"/>
                <a:gd name="T73" fmla="*/ 116 h 446"/>
                <a:gd name="T74" fmla="*/ 453 w 481"/>
                <a:gd name="T75" fmla="*/ 73 h 446"/>
                <a:gd name="T76" fmla="*/ 409 w 481"/>
                <a:gd name="T77" fmla="*/ 61 h 446"/>
                <a:gd name="T78" fmla="*/ 371 w 481"/>
                <a:gd name="T79" fmla="*/ 36 h 446"/>
                <a:gd name="T80" fmla="*/ 317 w 481"/>
                <a:gd name="T81" fmla="*/ 30 h 446"/>
                <a:gd name="T82" fmla="*/ 300 w 481"/>
                <a:gd name="T83" fmla="*/ 11 h 446"/>
                <a:gd name="T84" fmla="*/ 264 w 481"/>
                <a:gd name="T85" fmla="*/ 15 h 446"/>
                <a:gd name="T86" fmla="*/ 231 w 481"/>
                <a:gd name="T87" fmla="*/ 48 h 446"/>
                <a:gd name="T88" fmla="*/ 166 w 481"/>
                <a:gd name="T89" fmla="*/ 97 h 446"/>
                <a:gd name="T90" fmla="*/ 108 w 481"/>
                <a:gd name="T91" fmla="*/ 162 h 446"/>
                <a:gd name="T92" fmla="*/ 64 w 481"/>
                <a:gd name="T93" fmla="*/ 157 h 446"/>
                <a:gd name="T94" fmla="*/ 12 w 481"/>
                <a:gd name="T95" fmla="*/ 152 h 446"/>
                <a:gd name="T96" fmla="*/ 44 w 481"/>
                <a:gd name="T97" fmla="*/ 200 h 446"/>
                <a:gd name="T98" fmla="*/ 61 w 481"/>
                <a:gd name="T99" fmla="*/ 245 h 446"/>
                <a:gd name="T100" fmla="*/ 88 w 481"/>
                <a:gd name="T101" fmla="*/ 270 h 446"/>
                <a:gd name="T102" fmla="*/ 119 w 481"/>
                <a:gd name="T103" fmla="*/ 287 h 446"/>
                <a:gd name="T104" fmla="*/ 155 w 481"/>
                <a:gd name="T105" fmla="*/ 326 h 446"/>
                <a:gd name="T106" fmla="*/ 166 w 481"/>
                <a:gd name="T107" fmla="*/ 371 h 446"/>
                <a:gd name="T108" fmla="*/ 218 w 481"/>
                <a:gd name="T109" fmla="*/ 394 h 446"/>
                <a:gd name="T110" fmla="*/ 247 w 481"/>
                <a:gd name="T111" fmla="*/ 421 h 446"/>
                <a:gd name="T112" fmla="*/ 279 w 481"/>
                <a:gd name="T113" fmla="*/ 423 h 446"/>
                <a:gd name="T114" fmla="*/ 334 w 481"/>
                <a:gd name="T115" fmla="*/ 429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1" h="446">
                  <a:moveTo>
                    <a:pt x="360" y="446"/>
                  </a:moveTo>
                  <a:cubicBezTo>
                    <a:pt x="360" y="446"/>
                    <a:pt x="360" y="446"/>
                    <a:pt x="359" y="446"/>
                  </a:cubicBezTo>
                  <a:cubicBezTo>
                    <a:pt x="358" y="446"/>
                    <a:pt x="357" y="445"/>
                    <a:pt x="356" y="444"/>
                  </a:cubicBezTo>
                  <a:cubicBezTo>
                    <a:pt x="355" y="441"/>
                    <a:pt x="353" y="441"/>
                    <a:pt x="348" y="440"/>
                  </a:cubicBezTo>
                  <a:cubicBezTo>
                    <a:pt x="345" y="440"/>
                    <a:pt x="341" y="440"/>
                    <a:pt x="338" y="439"/>
                  </a:cubicBezTo>
                  <a:cubicBezTo>
                    <a:pt x="336" y="437"/>
                    <a:pt x="331" y="438"/>
                    <a:pt x="326" y="439"/>
                  </a:cubicBezTo>
                  <a:cubicBezTo>
                    <a:pt x="324" y="439"/>
                    <a:pt x="322" y="440"/>
                    <a:pt x="320" y="440"/>
                  </a:cubicBezTo>
                  <a:cubicBezTo>
                    <a:pt x="317" y="440"/>
                    <a:pt x="317" y="440"/>
                    <a:pt x="317" y="440"/>
                  </a:cubicBezTo>
                  <a:cubicBezTo>
                    <a:pt x="314" y="440"/>
                    <a:pt x="312" y="440"/>
                    <a:pt x="309" y="441"/>
                  </a:cubicBezTo>
                  <a:cubicBezTo>
                    <a:pt x="303" y="442"/>
                    <a:pt x="301" y="441"/>
                    <a:pt x="298" y="439"/>
                  </a:cubicBezTo>
                  <a:cubicBezTo>
                    <a:pt x="297" y="439"/>
                    <a:pt x="296" y="439"/>
                    <a:pt x="294" y="439"/>
                  </a:cubicBezTo>
                  <a:cubicBezTo>
                    <a:pt x="293" y="439"/>
                    <a:pt x="291" y="439"/>
                    <a:pt x="289" y="438"/>
                  </a:cubicBezTo>
                  <a:cubicBezTo>
                    <a:pt x="287" y="437"/>
                    <a:pt x="285" y="436"/>
                    <a:pt x="283" y="434"/>
                  </a:cubicBezTo>
                  <a:cubicBezTo>
                    <a:pt x="282" y="434"/>
                    <a:pt x="282" y="433"/>
                    <a:pt x="281" y="433"/>
                  </a:cubicBezTo>
                  <a:cubicBezTo>
                    <a:pt x="280" y="432"/>
                    <a:pt x="279" y="432"/>
                    <a:pt x="277" y="432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4" y="431"/>
                    <a:pt x="272" y="430"/>
                    <a:pt x="271" y="429"/>
                  </a:cubicBezTo>
                  <a:cubicBezTo>
                    <a:pt x="269" y="429"/>
                    <a:pt x="268" y="428"/>
                    <a:pt x="267" y="428"/>
                  </a:cubicBezTo>
                  <a:cubicBezTo>
                    <a:pt x="263" y="428"/>
                    <a:pt x="262" y="428"/>
                    <a:pt x="260" y="429"/>
                  </a:cubicBezTo>
                  <a:cubicBezTo>
                    <a:pt x="260" y="429"/>
                    <a:pt x="259" y="429"/>
                    <a:pt x="259" y="429"/>
                  </a:cubicBezTo>
                  <a:cubicBezTo>
                    <a:pt x="258" y="430"/>
                    <a:pt x="257" y="430"/>
                    <a:pt x="255" y="430"/>
                  </a:cubicBezTo>
                  <a:cubicBezTo>
                    <a:pt x="255" y="430"/>
                    <a:pt x="254" y="430"/>
                    <a:pt x="254" y="430"/>
                  </a:cubicBezTo>
                  <a:cubicBezTo>
                    <a:pt x="253" y="430"/>
                    <a:pt x="253" y="430"/>
                    <a:pt x="252" y="430"/>
                  </a:cubicBezTo>
                  <a:cubicBezTo>
                    <a:pt x="250" y="430"/>
                    <a:pt x="250" y="430"/>
                    <a:pt x="249" y="431"/>
                  </a:cubicBezTo>
                  <a:cubicBezTo>
                    <a:pt x="249" y="431"/>
                    <a:pt x="248" y="431"/>
                    <a:pt x="247" y="431"/>
                  </a:cubicBezTo>
                  <a:cubicBezTo>
                    <a:pt x="245" y="431"/>
                    <a:pt x="244" y="430"/>
                    <a:pt x="243" y="429"/>
                  </a:cubicBezTo>
                  <a:cubicBezTo>
                    <a:pt x="242" y="428"/>
                    <a:pt x="242" y="428"/>
                    <a:pt x="242" y="428"/>
                  </a:cubicBezTo>
                  <a:cubicBezTo>
                    <a:pt x="240" y="427"/>
                    <a:pt x="239" y="427"/>
                    <a:pt x="238" y="426"/>
                  </a:cubicBezTo>
                  <a:cubicBezTo>
                    <a:pt x="238" y="425"/>
                    <a:pt x="238" y="425"/>
                    <a:pt x="237" y="424"/>
                  </a:cubicBezTo>
                  <a:cubicBezTo>
                    <a:pt x="236" y="425"/>
                    <a:pt x="235" y="425"/>
                    <a:pt x="234" y="425"/>
                  </a:cubicBezTo>
                  <a:cubicBezTo>
                    <a:pt x="228" y="425"/>
                    <a:pt x="225" y="422"/>
                    <a:pt x="224" y="420"/>
                  </a:cubicBezTo>
                  <a:cubicBezTo>
                    <a:pt x="220" y="414"/>
                    <a:pt x="223" y="406"/>
                    <a:pt x="223" y="405"/>
                  </a:cubicBezTo>
                  <a:cubicBezTo>
                    <a:pt x="224" y="405"/>
                    <a:pt x="224" y="405"/>
                    <a:pt x="224" y="405"/>
                  </a:cubicBezTo>
                  <a:cubicBezTo>
                    <a:pt x="223" y="405"/>
                    <a:pt x="222" y="404"/>
                    <a:pt x="221" y="404"/>
                  </a:cubicBezTo>
                  <a:cubicBezTo>
                    <a:pt x="219" y="404"/>
                    <a:pt x="217" y="403"/>
                    <a:pt x="214" y="402"/>
                  </a:cubicBezTo>
                  <a:cubicBezTo>
                    <a:pt x="213" y="402"/>
                    <a:pt x="211" y="401"/>
                    <a:pt x="210" y="400"/>
                  </a:cubicBezTo>
                  <a:cubicBezTo>
                    <a:pt x="205" y="398"/>
                    <a:pt x="202" y="396"/>
                    <a:pt x="198" y="397"/>
                  </a:cubicBezTo>
                  <a:cubicBezTo>
                    <a:pt x="197" y="397"/>
                    <a:pt x="197" y="397"/>
                    <a:pt x="196" y="397"/>
                  </a:cubicBezTo>
                  <a:cubicBezTo>
                    <a:pt x="193" y="397"/>
                    <a:pt x="190" y="396"/>
                    <a:pt x="187" y="395"/>
                  </a:cubicBezTo>
                  <a:cubicBezTo>
                    <a:pt x="185" y="394"/>
                    <a:pt x="183" y="394"/>
                    <a:pt x="181" y="394"/>
                  </a:cubicBezTo>
                  <a:cubicBezTo>
                    <a:pt x="179" y="394"/>
                    <a:pt x="178" y="394"/>
                    <a:pt x="177" y="393"/>
                  </a:cubicBezTo>
                  <a:cubicBezTo>
                    <a:pt x="172" y="393"/>
                    <a:pt x="166" y="393"/>
                    <a:pt x="162" y="387"/>
                  </a:cubicBezTo>
                  <a:cubicBezTo>
                    <a:pt x="161" y="385"/>
                    <a:pt x="160" y="383"/>
                    <a:pt x="160" y="381"/>
                  </a:cubicBezTo>
                  <a:cubicBezTo>
                    <a:pt x="160" y="381"/>
                    <a:pt x="160" y="381"/>
                    <a:pt x="160" y="380"/>
                  </a:cubicBezTo>
                  <a:cubicBezTo>
                    <a:pt x="159" y="379"/>
                    <a:pt x="158" y="376"/>
                    <a:pt x="157" y="375"/>
                  </a:cubicBezTo>
                  <a:cubicBezTo>
                    <a:pt x="156" y="373"/>
                    <a:pt x="156" y="371"/>
                    <a:pt x="155" y="370"/>
                  </a:cubicBezTo>
                  <a:cubicBezTo>
                    <a:pt x="154" y="369"/>
                    <a:pt x="153" y="367"/>
                    <a:pt x="151" y="366"/>
                  </a:cubicBezTo>
                  <a:cubicBezTo>
                    <a:pt x="150" y="365"/>
                    <a:pt x="149" y="364"/>
                    <a:pt x="148" y="363"/>
                  </a:cubicBezTo>
                  <a:cubicBezTo>
                    <a:pt x="144" y="359"/>
                    <a:pt x="144" y="354"/>
                    <a:pt x="145" y="350"/>
                  </a:cubicBezTo>
                  <a:cubicBezTo>
                    <a:pt x="145" y="349"/>
                    <a:pt x="144" y="348"/>
                    <a:pt x="144" y="348"/>
                  </a:cubicBezTo>
                  <a:cubicBezTo>
                    <a:pt x="144" y="346"/>
                    <a:pt x="144" y="343"/>
                    <a:pt x="145" y="341"/>
                  </a:cubicBezTo>
                  <a:cubicBezTo>
                    <a:pt x="145" y="340"/>
                    <a:pt x="145" y="339"/>
                    <a:pt x="146" y="338"/>
                  </a:cubicBezTo>
                  <a:cubicBezTo>
                    <a:pt x="147" y="336"/>
                    <a:pt x="147" y="335"/>
                    <a:pt x="147" y="334"/>
                  </a:cubicBezTo>
                  <a:cubicBezTo>
                    <a:pt x="147" y="333"/>
                    <a:pt x="147" y="332"/>
                    <a:pt x="146" y="331"/>
                  </a:cubicBezTo>
                  <a:cubicBezTo>
                    <a:pt x="146" y="329"/>
                    <a:pt x="145" y="327"/>
                    <a:pt x="146" y="324"/>
                  </a:cubicBezTo>
                  <a:cubicBezTo>
                    <a:pt x="146" y="323"/>
                    <a:pt x="146" y="322"/>
                    <a:pt x="146" y="322"/>
                  </a:cubicBezTo>
                  <a:cubicBezTo>
                    <a:pt x="146" y="322"/>
                    <a:pt x="146" y="322"/>
                    <a:pt x="145" y="322"/>
                  </a:cubicBezTo>
                  <a:cubicBezTo>
                    <a:pt x="143" y="322"/>
                    <a:pt x="143" y="322"/>
                    <a:pt x="143" y="322"/>
                  </a:cubicBezTo>
                  <a:cubicBezTo>
                    <a:pt x="140" y="322"/>
                    <a:pt x="139" y="322"/>
                    <a:pt x="138" y="322"/>
                  </a:cubicBezTo>
                  <a:cubicBezTo>
                    <a:pt x="134" y="321"/>
                    <a:pt x="130" y="321"/>
                    <a:pt x="127" y="322"/>
                  </a:cubicBezTo>
                  <a:cubicBezTo>
                    <a:pt x="126" y="323"/>
                    <a:pt x="124" y="323"/>
                    <a:pt x="123" y="322"/>
                  </a:cubicBezTo>
                  <a:cubicBezTo>
                    <a:pt x="122" y="321"/>
                    <a:pt x="121" y="320"/>
                    <a:pt x="121" y="318"/>
                  </a:cubicBezTo>
                  <a:cubicBezTo>
                    <a:pt x="121" y="316"/>
                    <a:pt x="121" y="314"/>
                    <a:pt x="121" y="312"/>
                  </a:cubicBezTo>
                  <a:cubicBezTo>
                    <a:pt x="122" y="308"/>
                    <a:pt x="122" y="304"/>
                    <a:pt x="121" y="301"/>
                  </a:cubicBezTo>
                  <a:cubicBezTo>
                    <a:pt x="120" y="299"/>
                    <a:pt x="120" y="299"/>
                    <a:pt x="120" y="299"/>
                  </a:cubicBezTo>
                  <a:cubicBezTo>
                    <a:pt x="120" y="298"/>
                    <a:pt x="119" y="296"/>
                    <a:pt x="119" y="296"/>
                  </a:cubicBezTo>
                  <a:cubicBezTo>
                    <a:pt x="117" y="296"/>
                    <a:pt x="115" y="296"/>
                    <a:pt x="113" y="294"/>
                  </a:cubicBezTo>
                  <a:cubicBezTo>
                    <a:pt x="112" y="294"/>
                    <a:pt x="112" y="293"/>
                    <a:pt x="111" y="292"/>
                  </a:cubicBezTo>
                  <a:cubicBezTo>
                    <a:pt x="110" y="291"/>
                    <a:pt x="109" y="291"/>
                    <a:pt x="107" y="291"/>
                  </a:cubicBezTo>
                  <a:cubicBezTo>
                    <a:pt x="106" y="291"/>
                    <a:pt x="103" y="290"/>
                    <a:pt x="101" y="289"/>
                  </a:cubicBezTo>
                  <a:cubicBezTo>
                    <a:pt x="100" y="289"/>
                    <a:pt x="99" y="289"/>
                    <a:pt x="98" y="288"/>
                  </a:cubicBezTo>
                  <a:cubicBezTo>
                    <a:pt x="96" y="288"/>
                    <a:pt x="94" y="287"/>
                    <a:pt x="93" y="286"/>
                  </a:cubicBezTo>
                  <a:cubicBezTo>
                    <a:pt x="91" y="285"/>
                    <a:pt x="90" y="284"/>
                    <a:pt x="90" y="283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88" y="283"/>
                    <a:pt x="86" y="283"/>
                    <a:pt x="85" y="282"/>
                  </a:cubicBezTo>
                  <a:cubicBezTo>
                    <a:pt x="82" y="280"/>
                    <a:pt x="82" y="278"/>
                    <a:pt x="81" y="277"/>
                  </a:cubicBezTo>
                  <a:cubicBezTo>
                    <a:pt x="81" y="276"/>
                    <a:pt x="80" y="276"/>
                    <a:pt x="79" y="275"/>
                  </a:cubicBezTo>
                  <a:cubicBezTo>
                    <a:pt x="78" y="275"/>
                    <a:pt x="77" y="274"/>
                    <a:pt x="75" y="274"/>
                  </a:cubicBezTo>
                  <a:cubicBezTo>
                    <a:pt x="74" y="273"/>
                    <a:pt x="73" y="271"/>
                    <a:pt x="72" y="271"/>
                  </a:cubicBezTo>
                  <a:cubicBezTo>
                    <a:pt x="71" y="270"/>
                    <a:pt x="71" y="270"/>
                    <a:pt x="71" y="270"/>
                  </a:cubicBezTo>
                  <a:cubicBezTo>
                    <a:pt x="71" y="270"/>
                    <a:pt x="71" y="270"/>
                    <a:pt x="70" y="269"/>
                  </a:cubicBezTo>
                  <a:cubicBezTo>
                    <a:pt x="68" y="269"/>
                    <a:pt x="66" y="268"/>
                    <a:pt x="66" y="266"/>
                  </a:cubicBezTo>
                  <a:cubicBezTo>
                    <a:pt x="65" y="266"/>
                    <a:pt x="65" y="265"/>
                    <a:pt x="65" y="263"/>
                  </a:cubicBezTo>
                  <a:cubicBezTo>
                    <a:pt x="65" y="263"/>
                    <a:pt x="65" y="263"/>
                    <a:pt x="65" y="263"/>
                  </a:cubicBezTo>
                  <a:cubicBezTo>
                    <a:pt x="62" y="263"/>
                    <a:pt x="59" y="262"/>
                    <a:pt x="56" y="258"/>
                  </a:cubicBezTo>
                  <a:cubicBezTo>
                    <a:pt x="54" y="255"/>
                    <a:pt x="53" y="251"/>
                    <a:pt x="52" y="247"/>
                  </a:cubicBezTo>
                  <a:cubicBezTo>
                    <a:pt x="51" y="244"/>
                    <a:pt x="51" y="244"/>
                    <a:pt x="51" y="244"/>
                  </a:cubicBezTo>
                  <a:cubicBezTo>
                    <a:pt x="50" y="241"/>
                    <a:pt x="49" y="238"/>
                    <a:pt x="47" y="235"/>
                  </a:cubicBezTo>
                  <a:cubicBezTo>
                    <a:pt x="47" y="235"/>
                    <a:pt x="47" y="235"/>
                    <a:pt x="47" y="235"/>
                  </a:cubicBezTo>
                  <a:cubicBezTo>
                    <a:pt x="46" y="232"/>
                    <a:pt x="44" y="230"/>
                    <a:pt x="45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6" y="221"/>
                    <a:pt x="46" y="220"/>
                    <a:pt x="44" y="219"/>
                  </a:cubicBezTo>
                  <a:cubicBezTo>
                    <a:pt x="44" y="218"/>
                    <a:pt x="43" y="218"/>
                    <a:pt x="42" y="217"/>
                  </a:cubicBezTo>
                  <a:cubicBezTo>
                    <a:pt x="41" y="217"/>
                    <a:pt x="39" y="216"/>
                    <a:pt x="38" y="214"/>
                  </a:cubicBezTo>
                  <a:cubicBezTo>
                    <a:pt x="36" y="211"/>
                    <a:pt x="36" y="208"/>
                    <a:pt x="35" y="206"/>
                  </a:cubicBezTo>
                  <a:cubicBezTo>
                    <a:pt x="35" y="205"/>
                    <a:pt x="35" y="204"/>
                    <a:pt x="35" y="203"/>
                  </a:cubicBezTo>
                  <a:cubicBezTo>
                    <a:pt x="35" y="202"/>
                    <a:pt x="35" y="202"/>
                    <a:pt x="33" y="201"/>
                  </a:cubicBezTo>
                  <a:cubicBezTo>
                    <a:pt x="33" y="200"/>
                    <a:pt x="32" y="200"/>
                    <a:pt x="31" y="199"/>
                  </a:cubicBezTo>
                  <a:cubicBezTo>
                    <a:pt x="29" y="197"/>
                    <a:pt x="28" y="195"/>
                    <a:pt x="26" y="194"/>
                  </a:cubicBezTo>
                  <a:cubicBezTo>
                    <a:pt x="26" y="193"/>
                    <a:pt x="25" y="192"/>
                    <a:pt x="24" y="191"/>
                  </a:cubicBezTo>
                  <a:cubicBezTo>
                    <a:pt x="22" y="189"/>
                    <a:pt x="20" y="186"/>
                    <a:pt x="18" y="182"/>
                  </a:cubicBezTo>
                  <a:cubicBezTo>
                    <a:pt x="17" y="179"/>
                    <a:pt x="16" y="176"/>
                    <a:pt x="14" y="173"/>
                  </a:cubicBezTo>
                  <a:cubicBezTo>
                    <a:pt x="14" y="171"/>
                    <a:pt x="14" y="171"/>
                    <a:pt x="14" y="171"/>
                  </a:cubicBezTo>
                  <a:cubicBezTo>
                    <a:pt x="13" y="170"/>
                    <a:pt x="13" y="170"/>
                    <a:pt x="12" y="169"/>
                  </a:cubicBezTo>
                  <a:cubicBezTo>
                    <a:pt x="11" y="168"/>
                    <a:pt x="10" y="168"/>
                    <a:pt x="9" y="167"/>
                  </a:cubicBezTo>
                  <a:cubicBezTo>
                    <a:pt x="6" y="163"/>
                    <a:pt x="0" y="152"/>
                    <a:pt x="4" y="145"/>
                  </a:cubicBezTo>
                  <a:cubicBezTo>
                    <a:pt x="5" y="144"/>
                    <a:pt x="6" y="142"/>
                    <a:pt x="7" y="142"/>
                  </a:cubicBezTo>
                  <a:cubicBezTo>
                    <a:pt x="8" y="141"/>
                    <a:pt x="10" y="141"/>
                    <a:pt x="12" y="141"/>
                  </a:cubicBezTo>
                  <a:cubicBezTo>
                    <a:pt x="16" y="145"/>
                    <a:pt x="22" y="145"/>
                    <a:pt x="29" y="143"/>
                  </a:cubicBezTo>
                  <a:cubicBezTo>
                    <a:pt x="31" y="143"/>
                    <a:pt x="33" y="142"/>
                    <a:pt x="34" y="142"/>
                  </a:cubicBezTo>
                  <a:cubicBezTo>
                    <a:pt x="37" y="142"/>
                    <a:pt x="39" y="143"/>
                    <a:pt x="41" y="145"/>
                  </a:cubicBezTo>
                  <a:cubicBezTo>
                    <a:pt x="43" y="146"/>
                    <a:pt x="44" y="147"/>
                    <a:pt x="45" y="148"/>
                  </a:cubicBezTo>
                  <a:cubicBezTo>
                    <a:pt x="45" y="148"/>
                    <a:pt x="45" y="148"/>
                    <a:pt x="46" y="148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9" y="154"/>
                    <a:pt x="50" y="154"/>
                    <a:pt x="50" y="154"/>
                  </a:cubicBezTo>
                  <a:cubicBezTo>
                    <a:pt x="51" y="154"/>
                    <a:pt x="53" y="152"/>
                    <a:pt x="54" y="152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7" y="150"/>
                    <a:pt x="59" y="150"/>
                    <a:pt x="61" y="149"/>
                  </a:cubicBezTo>
                  <a:cubicBezTo>
                    <a:pt x="62" y="148"/>
                    <a:pt x="64" y="146"/>
                    <a:pt x="66" y="146"/>
                  </a:cubicBezTo>
                  <a:cubicBezTo>
                    <a:pt x="67" y="146"/>
                    <a:pt x="69" y="147"/>
                    <a:pt x="69" y="147"/>
                  </a:cubicBezTo>
                  <a:cubicBezTo>
                    <a:pt x="70" y="148"/>
                    <a:pt x="70" y="148"/>
                    <a:pt x="71" y="149"/>
                  </a:cubicBezTo>
                  <a:cubicBezTo>
                    <a:pt x="79" y="150"/>
                    <a:pt x="85" y="152"/>
                    <a:pt x="90" y="155"/>
                  </a:cubicBezTo>
                  <a:cubicBezTo>
                    <a:pt x="91" y="155"/>
                    <a:pt x="92" y="156"/>
                    <a:pt x="92" y="157"/>
                  </a:cubicBezTo>
                  <a:cubicBezTo>
                    <a:pt x="93" y="157"/>
                    <a:pt x="94" y="158"/>
                    <a:pt x="94" y="158"/>
                  </a:cubicBezTo>
                  <a:cubicBezTo>
                    <a:pt x="95" y="157"/>
                    <a:pt x="96" y="156"/>
                    <a:pt x="97" y="156"/>
                  </a:cubicBezTo>
                  <a:cubicBezTo>
                    <a:pt x="98" y="155"/>
                    <a:pt x="101" y="154"/>
                    <a:pt x="102" y="154"/>
                  </a:cubicBezTo>
                  <a:cubicBezTo>
                    <a:pt x="103" y="154"/>
                    <a:pt x="105" y="153"/>
                    <a:pt x="106" y="153"/>
                  </a:cubicBezTo>
                  <a:cubicBezTo>
                    <a:pt x="109" y="152"/>
                    <a:pt x="112" y="151"/>
                    <a:pt x="114" y="150"/>
                  </a:cubicBezTo>
                  <a:cubicBezTo>
                    <a:pt x="116" y="148"/>
                    <a:pt x="117" y="147"/>
                    <a:pt x="118" y="147"/>
                  </a:cubicBezTo>
                  <a:cubicBezTo>
                    <a:pt x="118" y="145"/>
                    <a:pt x="118" y="144"/>
                    <a:pt x="118" y="143"/>
                  </a:cubicBezTo>
                  <a:cubicBezTo>
                    <a:pt x="119" y="140"/>
                    <a:pt x="121" y="139"/>
                    <a:pt x="123" y="137"/>
                  </a:cubicBezTo>
                  <a:cubicBezTo>
                    <a:pt x="123" y="136"/>
                    <a:pt x="124" y="136"/>
                    <a:pt x="124" y="135"/>
                  </a:cubicBezTo>
                  <a:cubicBezTo>
                    <a:pt x="129" y="129"/>
                    <a:pt x="135" y="124"/>
                    <a:pt x="141" y="119"/>
                  </a:cubicBezTo>
                  <a:cubicBezTo>
                    <a:pt x="144" y="116"/>
                    <a:pt x="144" y="116"/>
                    <a:pt x="144" y="116"/>
                  </a:cubicBezTo>
                  <a:cubicBezTo>
                    <a:pt x="146" y="114"/>
                    <a:pt x="146" y="113"/>
                    <a:pt x="147" y="111"/>
                  </a:cubicBezTo>
                  <a:cubicBezTo>
                    <a:pt x="147" y="109"/>
                    <a:pt x="148" y="107"/>
                    <a:pt x="149" y="104"/>
                  </a:cubicBezTo>
                  <a:cubicBezTo>
                    <a:pt x="152" y="100"/>
                    <a:pt x="155" y="96"/>
                    <a:pt x="158" y="92"/>
                  </a:cubicBezTo>
                  <a:cubicBezTo>
                    <a:pt x="161" y="87"/>
                    <a:pt x="166" y="85"/>
                    <a:pt x="170" y="83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6" y="81"/>
                    <a:pt x="179" y="79"/>
                    <a:pt x="182" y="77"/>
                  </a:cubicBezTo>
                  <a:cubicBezTo>
                    <a:pt x="185" y="74"/>
                    <a:pt x="188" y="72"/>
                    <a:pt x="192" y="70"/>
                  </a:cubicBezTo>
                  <a:cubicBezTo>
                    <a:pt x="199" y="67"/>
                    <a:pt x="205" y="65"/>
                    <a:pt x="210" y="63"/>
                  </a:cubicBezTo>
                  <a:cubicBezTo>
                    <a:pt x="212" y="62"/>
                    <a:pt x="213" y="62"/>
                    <a:pt x="215" y="61"/>
                  </a:cubicBezTo>
                  <a:cubicBezTo>
                    <a:pt x="216" y="61"/>
                    <a:pt x="218" y="61"/>
                    <a:pt x="218" y="60"/>
                  </a:cubicBezTo>
                  <a:cubicBezTo>
                    <a:pt x="220" y="59"/>
                    <a:pt x="221" y="57"/>
                    <a:pt x="221" y="55"/>
                  </a:cubicBezTo>
                  <a:cubicBezTo>
                    <a:pt x="221" y="54"/>
                    <a:pt x="221" y="53"/>
                    <a:pt x="221" y="51"/>
                  </a:cubicBezTo>
                  <a:cubicBezTo>
                    <a:pt x="221" y="50"/>
                    <a:pt x="221" y="49"/>
                    <a:pt x="222" y="47"/>
                  </a:cubicBezTo>
                  <a:cubicBezTo>
                    <a:pt x="222" y="46"/>
                    <a:pt x="222" y="44"/>
                    <a:pt x="222" y="43"/>
                  </a:cubicBezTo>
                  <a:cubicBezTo>
                    <a:pt x="222" y="37"/>
                    <a:pt x="223" y="29"/>
                    <a:pt x="230" y="24"/>
                  </a:cubicBezTo>
                  <a:cubicBezTo>
                    <a:pt x="230" y="24"/>
                    <a:pt x="231" y="23"/>
                    <a:pt x="231" y="23"/>
                  </a:cubicBezTo>
                  <a:cubicBezTo>
                    <a:pt x="232" y="23"/>
                    <a:pt x="234" y="22"/>
                    <a:pt x="235" y="22"/>
                  </a:cubicBezTo>
                  <a:cubicBezTo>
                    <a:pt x="236" y="22"/>
                    <a:pt x="237" y="22"/>
                    <a:pt x="237" y="22"/>
                  </a:cubicBezTo>
                  <a:cubicBezTo>
                    <a:pt x="237" y="22"/>
                    <a:pt x="237" y="22"/>
                    <a:pt x="237" y="21"/>
                  </a:cubicBezTo>
                  <a:cubicBezTo>
                    <a:pt x="238" y="20"/>
                    <a:pt x="239" y="19"/>
                    <a:pt x="241" y="18"/>
                  </a:cubicBezTo>
                  <a:cubicBezTo>
                    <a:pt x="242" y="17"/>
                    <a:pt x="243" y="16"/>
                    <a:pt x="244" y="15"/>
                  </a:cubicBezTo>
                  <a:cubicBezTo>
                    <a:pt x="246" y="14"/>
                    <a:pt x="249" y="12"/>
                    <a:pt x="252" y="10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6" y="8"/>
                    <a:pt x="259" y="7"/>
                    <a:pt x="262" y="6"/>
                  </a:cubicBezTo>
                  <a:cubicBezTo>
                    <a:pt x="263" y="6"/>
                    <a:pt x="264" y="6"/>
                    <a:pt x="265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7" y="6"/>
                    <a:pt x="267" y="6"/>
                    <a:pt x="267" y="5"/>
                  </a:cubicBezTo>
                  <a:cubicBezTo>
                    <a:pt x="268" y="5"/>
                    <a:pt x="269" y="4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6" y="3"/>
                    <a:pt x="276" y="3"/>
                    <a:pt x="276" y="3"/>
                  </a:cubicBezTo>
                  <a:cubicBezTo>
                    <a:pt x="278" y="3"/>
                    <a:pt x="279" y="3"/>
                    <a:pt x="281" y="2"/>
                  </a:cubicBezTo>
                  <a:cubicBezTo>
                    <a:pt x="286" y="0"/>
                    <a:pt x="291" y="1"/>
                    <a:pt x="295" y="2"/>
                  </a:cubicBezTo>
                  <a:cubicBezTo>
                    <a:pt x="296" y="2"/>
                    <a:pt x="298" y="2"/>
                    <a:pt x="299" y="2"/>
                  </a:cubicBezTo>
                  <a:cubicBezTo>
                    <a:pt x="301" y="1"/>
                    <a:pt x="303" y="1"/>
                    <a:pt x="305" y="2"/>
                  </a:cubicBezTo>
                  <a:cubicBezTo>
                    <a:pt x="307" y="2"/>
                    <a:pt x="308" y="2"/>
                    <a:pt x="309" y="3"/>
                  </a:cubicBezTo>
                  <a:cubicBezTo>
                    <a:pt x="310" y="3"/>
                    <a:pt x="311" y="2"/>
                    <a:pt x="312" y="2"/>
                  </a:cubicBezTo>
                  <a:cubicBezTo>
                    <a:pt x="315" y="2"/>
                    <a:pt x="316" y="2"/>
                    <a:pt x="317" y="2"/>
                  </a:cubicBezTo>
                  <a:cubicBezTo>
                    <a:pt x="317" y="3"/>
                    <a:pt x="318" y="3"/>
                    <a:pt x="318" y="3"/>
                  </a:cubicBezTo>
                  <a:cubicBezTo>
                    <a:pt x="318" y="3"/>
                    <a:pt x="319" y="3"/>
                    <a:pt x="319" y="2"/>
                  </a:cubicBezTo>
                  <a:cubicBezTo>
                    <a:pt x="321" y="1"/>
                    <a:pt x="323" y="1"/>
                    <a:pt x="324" y="2"/>
                  </a:cubicBezTo>
                  <a:cubicBezTo>
                    <a:pt x="326" y="3"/>
                    <a:pt x="326" y="5"/>
                    <a:pt x="326" y="6"/>
                  </a:cubicBezTo>
                  <a:cubicBezTo>
                    <a:pt x="326" y="10"/>
                    <a:pt x="326" y="14"/>
                    <a:pt x="326" y="18"/>
                  </a:cubicBezTo>
                  <a:cubicBezTo>
                    <a:pt x="326" y="20"/>
                    <a:pt x="326" y="23"/>
                    <a:pt x="326" y="25"/>
                  </a:cubicBezTo>
                  <a:cubicBezTo>
                    <a:pt x="348" y="25"/>
                    <a:pt x="348" y="25"/>
                    <a:pt x="348" y="25"/>
                  </a:cubicBezTo>
                  <a:cubicBezTo>
                    <a:pt x="350" y="25"/>
                    <a:pt x="353" y="25"/>
                    <a:pt x="355" y="27"/>
                  </a:cubicBezTo>
                  <a:cubicBezTo>
                    <a:pt x="356" y="27"/>
                    <a:pt x="357" y="28"/>
                    <a:pt x="357" y="28"/>
                  </a:cubicBezTo>
                  <a:cubicBezTo>
                    <a:pt x="357" y="28"/>
                    <a:pt x="357" y="28"/>
                    <a:pt x="357" y="28"/>
                  </a:cubicBezTo>
                  <a:cubicBezTo>
                    <a:pt x="359" y="27"/>
                    <a:pt x="360" y="26"/>
                    <a:pt x="362" y="25"/>
                  </a:cubicBezTo>
                  <a:cubicBezTo>
                    <a:pt x="365" y="25"/>
                    <a:pt x="368" y="25"/>
                    <a:pt x="370" y="26"/>
                  </a:cubicBezTo>
                  <a:cubicBezTo>
                    <a:pt x="371" y="26"/>
                    <a:pt x="371" y="26"/>
                    <a:pt x="372" y="26"/>
                  </a:cubicBezTo>
                  <a:cubicBezTo>
                    <a:pt x="377" y="27"/>
                    <a:pt x="379" y="30"/>
                    <a:pt x="380" y="32"/>
                  </a:cubicBezTo>
                  <a:cubicBezTo>
                    <a:pt x="381" y="33"/>
                    <a:pt x="381" y="33"/>
                    <a:pt x="381" y="34"/>
                  </a:cubicBezTo>
                  <a:cubicBezTo>
                    <a:pt x="381" y="34"/>
                    <a:pt x="383" y="35"/>
                    <a:pt x="383" y="35"/>
                  </a:cubicBezTo>
                  <a:cubicBezTo>
                    <a:pt x="384" y="35"/>
                    <a:pt x="384" y="35"/>
                    <a:pt x="384" y="36"/>
                  </a:cubicBezTo>
                  <a:cubicBezTo>
                    <a:pt x="385" y="36"/>
                    <a:pt x="387" y="36"/>
                    <a:pt x="388" y="37"/>
                  </a:cubicBezTo>
                  <a:cubicBezTo>
                    <a:pt x="390" y="38"/>
                    <a:pt x="391" y="38"/>
                    <a:pt x="394" y="38"/>
                  </a:cubicBezTo>
                  <a:cubicBezTo>
                    <a:pt x="397" y="39"/>
                    <a:pt x="402" y="39"/>
                    <a:pt x="406" y="44"/>
                  </a:cubicBezTo>
                  <a:cubicBezTo>
                    <a:pt x="407" y="44"/>
                    <a:pt x="408" y="45"/>
                    <a:pt x="408" y="45"/>
                  </a:cubicBezTo>
                  <a:cubicBezTo>
                    <a:pt x="410" y="47"/>
                    <a:pt x="413" y="49"/>
                    <a:pt x="414" y="51"/>
                  </a:cubicBezTo>
                  <a:cubicBezTo>
                    <a:pt x="414" y="52"/>
                    <a:pt x="414" y="52"/>
                    <a:pt x="415" y="53"/>
                  </a:cubicBezTo>
                  <a:cubicBezTo>
                    <a:pt x="415" y="53"/>
                    <a:pt x="415" y="53"/>
                    <a:pt x="415" y="53"/>
                  </a:cubicBezTo>
                  <a:cubicBezTo>
                    <a:pt x="416" y="53"/>
                    <a:pt x="416" y="53"/>
                    <a:pt x="417" y="53"/>
                  </a:cubicBezTo>
                  <a:cubicBezTo>
                    <a:pt x="418" y="54"/>
                    <a:pt x="420" y="54"/>
                    <a:pt x="422" y="54"/>
                  </a:cubicBezTo>
                  <a:cubicBezTo>
                    <a:pt x="427" y="54"/>
                    <a:pt x="427" y="54"/>
                    <a:pt x="427" y="54"/>
                  </a:cubicBezTo>
                  <a:cubicBezTo>
                    <a:pt x="430" y="54"/>
                    <a:pt x="433" y="54"/>
                    <a:pt x="436" y="55"/>
                  </a:cubicBezTo>
                  <a:cubicBezTo>
                    <a:pt x="439" y="56"/>
                    <a:pt x="442" y="57"/>
                    <a:pt x="445" y="58"/>
                  </a:cubicBezTo>
                  <a:cubicBezTo>
                    <a:pt x="447" y="59"/>
                    <a:pt x="447" y="59"/>
                    <a:pt x="447" y="59"/>
                  </a:cubicBezTo>
                  <a:cubicBezTo>
                    <a:pt x="450" y="60"/>
                    <a:pt x="452" y="61"/>
                    <a:pt x="455" y="62"/>
                  </a:cubicBezTo>
                  <a:cubicBezTo>
                    <a:pt x="459" y="64"/>
                    <a:pt x="460" y="65"/>
                    <a:pt x="461" y="68"/>
                  </a:cubicBezTo>
                  <a:cubicBezTo>
                    <a:pt x="462" y="70"/>
                    <a:pt x="462" y="70"/>
                    <a:pt x="462" y="70"/>
                  </a:cubicBezTo>
                  <a:cubicBezTo>
                    <a:pt x="462" y="70"/>
                    <a:pt x="462" y="71"/>
                    <a:pt x="462" y="71"/>
                  </a:cubicBezTo>
                  <a:cubicBezTo>
                    <a:pt x="462" y="71"/>
                    <a:pt x="462" y="71"/>
                    <a:pt x="462" y="71"/>
                  </a:cubicBezTo>
                  <a:cubicBezTo>
                    <a:pt x="463" y="71"/>
                    <a:pt x="464" y="71"/>
                    <a:pt x="466" y="71"/>
                  </a:cubicBezTo>
                  <a:cubicBezTo>
                    <a:pt x="467" y="71"/>
                    <a:pt x="467" y="71"/>
                    <a:pt x="468" y="71"/>
                  </a:cubicBezTo>
                  <a:cubicBezTo>
                    <a:pt x="470" y="71"/>
                    <a:pt x="471" y="71"/>
                    <a:pt x="471" y="71"/>
                  </a:cubicBezTo>
                  <a:cubicBezTo>
                    <a:pt x="474" y="71"/>
                    <a:pt x="476" y="72"/>
                    <a:pt x="477" y="74"/>
                  </a:cubicBezTo>
                  <a:cubicBezTo>
                    <a:pt x="479" y="77"/>
                    <a:pt x="477" y="80"/>
                    <a:pt x="477" y="82"/>
                  </a:cubicBezTo>
                  <a:cubicBezTo>
                    <a:pt x="475" y="86"/>
                    <a:pt x="473" y="88"/>
                    <a:pt x="471" y="91"/>
                  </a:cubicBezTo>
                  <a:cubicBezTo>
                    <a:pt x="471" y="91"/>
                    <a:pt x="471" y="91"/>
                    <a:pt x="471" y="91"/>
                  </a:cubicBezTo>
                  <a:cubicBezTo>
                    <a:pt x="471" y="91"/>
                    <a:pt x="471" y="91"/>
                    <a:pt x="471" y="91"/>
                  </a:cubicBezTo>
                  <a:cubicBezTo>
                    <a:pt x="472" y="94"/>
                    <a:pt x="472" y="94"/>
                    <a:pt x="472" y="94"/>
                  </a:cubicBezTo>
                  <a:cubicBezTo>
                    <a:pt x="474" y="96"/>
                    <a:pt x="475" y="99"/>
                    <a:pt x="476" y="102"/>
                  </a:cubicBezTo>
                  <a:cubicBezTo>
                    <a:pt x="477" y="104"/>
                    <a:pt x="477" y="106"/>
                    <a:pt x="477" y="108"/>
                  </a:cubicBezTo>
                  <a:cubicBezTo>
                    <a:pt x="477" y="109"/>
                    <a:pt x="477" y="111"/>
                    <a:pt x="477" y="111"/>
                  </a:cubicBezTo>
                  <a:cubicBezTo>
                    <a:pt x="479" y="112"/>
                    <a:pt x="480" y="114"/>
                    <a:pt x="480" y="117"/>
                  </a:cubicBezTo>
                  <a:cubicBezTo>
                    <a:pt x="480" y="120"/>
                    <a:pt x="479" y="122"/>
                    <a:pt x="478" y="123"/>
                  </a:cubicBezTo>
                  <a:cubicBezTo>
                    <a:pt x="477" y="124"/>
                    <a:pt x="477" y="124"/>
                    <a:pt x="477" y="124"/>
                  </a:cubicBezTo>
                  <a:cubicBezTo>
                    <a:pt x="476" y="125"/>
                    <a:pt x="476" y="126"/>
                    <a:pt x="476" y="126"/>
                  </a:cubicBezTo>
                  <a:cubicBezTo>
                    <a:pt x="477" y="128"/>
                    <a:pt x="479" y="129"/>
                    <a:pt x="480" y="132"/>
                  </a:cubicBezTo>
                  <a:cubicBezTo>
                    <a:pt x="481" y="134"/>
                    <a:pt x="479" y="137"/>
                    <a:pt x="479" y="138"/>
                  </a:cubicBezTo>
                  <a:cubicBezTo>
                    <a:pt x="479" y="138"/>
                    <a:pt x="479" y="139"/>
                    <a:pt x="479" y="140"/>
                  </a:cubicBezTo>
                  <a:cubicBezTo>
                    <a:pt x="479" y="141"/>
                    <a:pt x="479" y="143"/>
                    <a:pt x="478" y="145"/>
                  </a:cubicBezTo>
                  <a:cubicBezTo>
                    <a:pt x="477" y="147"/>
                    <a:pt x="476" y="148"/>
                    <a:pt x="475" y="149"/>
                  </a:cubicBezTo>
                  <a:cubicBezTo>
                    <a:pt x="475" y="150"/>
                    <a:pt x="474" y="150"/>
                    <a:pt x="474" y="150"/>
                  </a:cubicBezTo>
                  <a:cubicBezTo>
                    <a:pt x="474" y="153"/>
                    <a:pt x="474" y="154"/>
                    <a:pt x="474" y="156"/>
                  </a:cubicBezTo>
                  <a:cubicBezTo>
                    <a:pt x="474" y="157"/>
                    <a:pt x="474" y="158"/>
                    <a:pt x="474" y="160"/>
                  </a:cubicBezTo>
                  <a:cubicBezTo>
                    <a:pt x="474" y="161"/>
                    <a:pt x="474" y="162"/>
                    <a:pt x="475" y="162"/>
                  </a:cubicBezTo>
                  <a:cubicBezTo>
                    <a:pt x="475" y="164"/>
                    <a:pt x="476" y="166"/>
                    <a:pt x="476" y="169"/>
                  </a:cubicBezTo>
                  <a:cubicBezTo>
                    <a:pt x="476" y="170"/>
                    <a:pt x="475" y="172"/>
                    <a:pt x="475" y="172"/>
                  </a:cubicBezTo>
                  <a:cubicBezTo>
                    <a:pt x="475" y="174"/>
                    <a:pt x="476" y="174"/>
                    <a:pt x="476" y="174"/>
                  </a:cubicBezTo>
                  <a:cubicBezTo>
                    <a:pt x="477" y="176"/>
                    <a:pt x="480" y="178"/>
                    <a:pt x="480" y="181"/>
                  </a:cubicBezTo>
                  <a:cubicBezTo>
                    <a:pt x="479" y="184"/>
                    <a:pt x="478" y="185"/>
                    <a:pt x="476" y="186"/>
                  </a:cubicBezTo>
                  <a:cubicBezTo>
                    <a:pt x="477" y="188"/>
                    <a:pt x="476" y="189"/>
                    <a:pt x="476" y="191"/>
                  </a:cubicBezTo>
                  <a:cubicBezTo>
                    <a:pt x="474" y="192"/>
                    <a:pt x="473" y="193"/>
                    <a:pt x="471" y="194"/>
                  </a:cubicBezTo>
                  <a:cubicBezTo>
                    <a:pt x="471" y="194"/>
                    <a:pt x="471" y="194"/>
                    <a:pt x="470" y="194"/>
                  </a:cubicBezTo>
                  <a:cubicBezTo>
                    <a:pt x="469" y="195"/>
                    <a:pt x="469" y="195"/>
                    <a:pt x="469" y="195"/>
                  </a:cubicBezTo>
                  <a:cubicBezTo>
                    <a:pt x="469" y="195"/>
                    <a:pt x="469" y="195"/>
                    <a:pt x="469" y="195"/>
                  </a:cubicBezTo>
                  <a:cubicBezTo>
                    <a:pt x="469" y="196"/>
                    <a:pt x="470" y="197"/>
                    <a:pt x="470" y="198"/>
                  </a:cubicBezTo>
                  <a:cubicBezTo>
                    <a:pt x="471" y="200"/>
                    <a:pt x="472" y="203"/>
                    <a:pt x="471" y="208"/>
                  </a:cubicBezTo>
                  <a:cubicBezTo>
                    <a:pt x="469" y="212"/>
                    <a:pt x="466" y="214"/>
                    <a:pt x="461" y="213"/>
                  </a:cubicBezTo>
                  <a:cubicBezTo>
                    <a:pt x="461" y="213"/>
                    <a:pt x="460" y="213"/>
                    <a:pt x="460" y="213"/>
                  </a:cubicBezTo>
                  <a:cubicBezTo>
                    <a:pt x="459" y="213"/>
                    <a:pt x="458" y="213"/>
                    <a:pt x="458" y="214"/>
                  </a:cubicBezTo>
                  <a:cubicBezTo>
                    <a:pt x="458" y="215"/>
                    <a:pt x="459" y="216"/>
                    <a:pt x="458" y="217"/>
                  </a:cubicBezTo>
                  <a:cubicBezTo>
                    <a:pt x="458" y="218"/>
                    <a:pt x="458" y="218"/>
                    <a:pt x="458" y="219"/>
                  </a:cubicBezTo>
                  <a:cubicBezTo>
                    <a:pt x="459" y="219"/>
                    <a:pt x="460" y="219"/>
                    <a:pt x="461" y="219"/>
                  </a:cubicBezTo>
                  <a:cubicBezTo>
                    <a:pt x="465" y="221"/>
                    <a:pt x="468" y="227"/>
                    <a:pt x="467" y="232"/>
                  </a:cubicBezTo>
                  <a:cubicBezTo>
                    <a:pt x="466" y="233"/>
                    <a:pt x="466" y="234"/>
                    <a:pt x="466" y="236"/>
                  </a:cubicBezTo>
                  <a:cubicBezTo>
                    <a:pt x="466" y="238"/>
                    <a:pt x="465" y="240"/>
                    <a:pt x="464" y="242"/>
                  </a:cubicBezTo>
                  <a:cubicBezTo>
                    <a:pt x="464" y="244"/>
                    <a:pt x="463" y="246"/>
                    <a:pt x="462" y="247"/>
                  </a:cubicBezTo>
                  <a:cubicBezTo>
                    <a:pt x="461" y="247"/>
                    <a:pt x="461" y="248"/>
                    <a:pt x="461" y="249"/>
                  </a:cubicBezTo>
                  <a:cubicBezTo>
                    <a:pt x="461" y="249"/>
                    <a:pt x="461" y="249"/>
                    <a:pt x="461" y="249"/>
                  </a:cubicBezTo>
                  <a:cubicBezTo>
                    <a:pt x="462" y="249"/>
                    <a:pt x="463" y="250"/>
                    <a:pt x="464" y="252"/>
                  </a:cubicBezTo>
                  <a:cubicBezTo>
                    <a:pt x="465" y="254"/>
                    <a:pt x="465" y="257"/>
                    <a:pt x="464" y="260"/>
                  </a:cubicBezTo>
                  <a:cubicBezTo>
                    <a:pt x="467" y="259"/>
                    <a:pt x="469" y="260"/>
                    <a:pt x="470" y="261"/>
                  </a:cubicBezTo>
                  <a:cubicBezTo>
                    <a:pt x="472" y="263"/>
                    <a:pt x="472" y="265"/>
                    <a:pt x="472" y="267"/>
                  </a:cubicBezTo>
                  <a:cubicBezTo>
                    <a:pt x="473" y="268"/>
                    <a:pt x="474" y="268"/>
                    <a:pt x="475" y="270"/>
                  </a:cubicBezTo>
                  <a:cubicBezTo>
                    <a:pt x="476" y="272"/>
                    <a:pt x="475" y="275"/>
                    <a:pt x="475" y="277"/>
                  </a:cubicBezTo>
                  <a:cubicBezTo>
                    <a:pt x="474" y="279"/>
                    <a:pt x="474" y="280"/>
                    <a:pt x="474" y="282"/>
                  </a:cubicBezTo>
                  <a:cubicBezTo>
                    <a:pt x="474" y="283"/>
                    <a:pt x="473" y="285"/>
                    <a:pt x="473" y="287"/>
                  </a:cubicBezTo>
                  <a:cubicBezTo>
                    <a:pt x="473" y="288"/>
                    <a:pt x="473" y="290"/>
                    <a:pt x="471" y="292"/>
                  </a:cubicBezTo>
                  <a:cubicBezTo>
                    <a:pt x="471" y="292"/>
                    <a:pt x="471" y="292"/>
                    <a:pt x="471" y="292"/>
                  </a:cubicBezTo>
                  <a:cubicBezTo>
                    <a:pt x="470" y="292"/>
                    <a:pt x="469" y="293"/>
                    <a:pt x="469" y="293"/>
                  </a:cubicBezTo>
                  <a:cubicBezTo>
                    <a:pt x="468" y="293"/>
                    <a:pt x="468" y="294"/>
                    <a:pt x="468" y="294"/>
                  </a:cubicBezTo>
                  <a:cubicBezTo>
                    <a:pt x="467" y="295"/>
                    <a:pt x="467" y="296"/>
                    <a:pt x="466" y="296"/>
                  </a:cubicBezTo>
                  <a:cubicBezTo>
                    <a:pt x="466" y="296"/>
                    <a:pt x="466" y="296"/>
                    <a:pt x="466" y="296"/>
                  </a:cubicBezTo>
                  <a:cubicBezTo>
                    <a:pt x="465" y="297"/>
                    <a:pt x="465" y="298"/>
                    <a:pt x="464" y="300"/>
                  </a:cubicBezTo>
                  <a:cubicBezTo>
                    <a:pt x="464" y="300"/>
                    <a:pt x="464" y="301"/>
                    <a:pt x="464" y="302"/>
                  </a:cubicBezTo>
                  <a:cubicBezTo>
                    <a:pt x="463" y="304"/>
                    <a:pt x="463" y="306"/>
                    <a:pt x="461" y="308"/>
                  </a:cubicBezTo>
                  <a:cubicBezTo>
                    <a:pt x="460" y="310"/>
                    <a:pt x="459" y="311"/>
                    <a:pt x="458" y="313"/>
                  </a:cubicBezTo>
                  <a:cubicBezTo>
                    <a:pt x="456" y="315"/>
                    <a:pt x="456" y="315"/>
                    <a:pt x="456" y="315"/>
                  </a:cubicBezTo>
                  <a:cubicBezTo>
                    <a:pt x="455" y="316"/>
                    <a:pt x="455" y="317"/>
                    <a:pt x="454" y="318"/>
                  </a:cubicBezTo>
                  <a:cubicBezTo>
                    <a:pt x="453" y="321"/>
                    <a:pt x="452" y="323"/>
                    <a:pt x="449" y="325"/>
                  </a:cubicBezTo>
                  <a:cubicBezTo>
                    <a:pt x="447" y="327"/>
                    <a:pt x="444" y="327"/>
                    <a:pt x="442" y="327"/>
                  </a:cubicBezTo>
                  <a:cubicBezTo>
                    <a:pt x="441" y="327"/>
                    <a:pt x="441" y="327"/>
                    <a:pt x="440" y="328"/>
                  </a:cubicBezTo>
                  <a:cubicBezTo>
                    <a:pt x="439" y="329"/>
                    <a:pt x="439" y="333"/>
                    <a:pt x="440" y="337"/>
                  </a:cubicBezTo>
                  <a:cubicBezTo>
                    <a:pt x="441" y="341"/>
                    <a:pt x="441" y="346"/>
                    <a:pt x="439" y="351"/>
                  </a:cubicBezTo>
                  <a:cubicBezTo>
                    <a:pt x="438" y="353"/>
                    <a:pt x="436" y="355"/>
                    <a:pt x="435" y="356"/>
                  </a:cubicBezTo>
                  <a:cubicBezTo>
                    <a:pt x="434" y="357"/>
                    <a:pt x="432" y="358"/>
                    <a:pt x="432" y="359"/>
                  </a:cubicBezTo>
                  <a:cubicBezTo>
                    <a:pt x="432" y="360"/>
                    <a:pt x="434" y="363"/>
                    <a:pt x="434" y="364"/>
                  </a:cubicBezTo>
                  <a:cubicBezTo>
                    <a:pt x="435" y="365"/>
                    <a:pt x="435" y="365"/>
                    <a:pt x="435" y="365"/>
                  </a:cubicBezTo>
                  <a:cubicBezTo>
                    <a:pt x="435" y="367"/>
                    <a:pt x="436" y="368"/>
                    <a:pt x="437" y="369"/>
                  </a:cubicBezTo>
                  <a:cubicBezTo>
                    <a:pt x="437" y="369"/>
                    <a:pt x="437" y="369"/>
                    <a:pt x="437" y="369"/>
                  </a:cubicBezTo>
                  <a:cubicBezTo>
                    <a:pt x="438" y="370"/>
                    <a:pt x="439" y="371"/>
                    <a:pt x="439" y="373"/>
                  </a:cubicBezTo>
                  <a:cubicBezTo>
                    <a:pt x="439" y="375"/>
                    <a:pt x="436" y="377"/>
                    <a:pt x="434" y="377"/>
                  </a:cubicBezTo>
                  <a:cubicBezTo>
                    <a:pt x="433" y="377"/>
                    <a:pt x="431" y="377"/>
                    <a:pt x="430" y="376"/>
                  </a:cubicBezTo>
                  <a:cubicBezTo>
                    <a:pt x="430" y="376"/>
                    <a:pt x="429" y="377"/>
                    <a:pt x="429" y="378"/>
                  </a:cubicBezTo>
                  <a:cubicBezTo>
                    <a:pt x="428" y="378"/>
                    <a:pt x="428" y="379"/>
                    <a:pt x="427" y="380"/>
                  </a:cubicBezTo>
                  <a:cubicBezTo>
                    <a:pt x="424" y="383"/>
                    <a:pt x="420" y="387"/>
                    <a:pt x="417" y="391"/>
                  </a:cubicBezTo>
                  <a:cubicBezTo>
                    <a:pt x="411" y="397"/>
                    <a:pt x="405" y="403"/>
                    <a:pt x="400" y="409"/>
                  </a:cubicBezTo>
                  <a:cubicBezTo>
                    <a:pt x="397" y="412"/>
                    <a:pt x="394" y="415"/>
                    <a:pt x="391" y="418"/>
                  </a:cubicBezTo>
                  <a:cubicBezTo>
                    <a:pt x="383" y="427"/>
                    <a:pt x="374" y="437"/>
                    <a:pt x="363" y="445"/>
                  </a:cubicBezTo>
                  <a:cubicBezTo>
                    <a:pt x="362" y="446"/>
                    <a:pt x="361" y="446"/>
                    <a:pt x="360" y="446"/>
                  </a:cubicBezTo>
                  <a:close/>
                  <a:moveTo>
                    <a:pt x="334" y="429"/>
                  </a:moveTo>
                  <a:cubicBezTo>
                    <a:pt x="337" y="429"/>
                    <a:pt x="340" y="429"/>
                    <a:pt x="342" y="430"/>
                  </a:cubicBezTo>
                  <a:cubicBezTo>
                    <a:pt x="344" y="431"/>
                    <a:pt x="346" y="431"/>
                    <a:pt x="349" y="431"/>
                  </a:cubicBezTo>
                  <a:cubicBezTo>
                    <a:pt x="353" y="432"/>
                    <a:pt x="357" y="432"/>
                    <a:pt x="361" y="435"/>
                  </a:cubicBezTo>
                  <a:cubicBezTo>
                    <a:pt x="370" y="428"/>
                    <a:pt x="377" y="420"/>
                    <a:pt x="385" y="412"/>
                  </a:cubicBezTo>
                  <a:cubicBezTo>
                    <a:pt x="387" y="409"/>
                    <a:pt x="390" y="406"/>
                    <a:pt x="393" y="403"/>
                  </a:cubicBezTo>
                  <a:cubicBezTo>
                    <a:pt x="399" y="397"/>
                    <a:pt x="404" y="390"/>
                    <a:pt x="410" y="384"/>
                  </a:cubicBezTo>
                  <a:cubicBezTo>
                    <a:pt x="414" y="381"/>
                    <a:pt x="417" y="377"/>
                    <a:pt x="420" y="373"/>
                  </a:cubicBezTo>
                  <a:cubicBezTo>
                    <a:pt x="421" y="373"/>
                    <a:pt x="421" y="372"/>
                    <a:pt x="422" y="372"/>
                  </a:cubicBezTo>
                  <a:cubicBezTo>
                    <a:pt x="423" y="370"/>
                    <a:pt x="424" y="369"/>
                    <a:pt x="426" y="368"/>
                  </a:cubicBezTo>
                  <a:cubicBezTo>
                    <a:pt x="424" y="364"/>
                    <a:pt x="422" y="361"/>
                    <a:pt x="423" y="357"/>
                  </a:cubicBezTo>
                  <a:cubicBezTo>
                    <a:pt x="424" y="354"/>
                    <a:pt x="426" y="351"/>
                    <a:pt x="428" y="349"/>
                  </a:cubicBezTo>
                  <a:cubicBezTo>
                    <a:pt x="429" y="348"/>
                    <a:pt x="430" y="347"/>
                    <a:pt x="431" y="347"/>
                  </a:cubicBezTo>
                  <a:cubicBezTo>
                    <a:pt x="432" y="345"/>
                    <a:pt x="431" y="341"/>
                    <a:pt x="431" y="338"/>
                  </a:cubicBezTo>
                  <a:cubicBezTo>
                    <a:pt x="430" y="333"/>
                    <a:pt x="429" y="327"/>
                    <a:pt x="433" y="322"/>
                  </a:cubicBezTo>
                  <a:cubicBezTo>
                    <a:pt x="436" y="318"/>
                    <a:pt x="440" y="318"/>
                    <a:pt x="442" y="318"/>
                  </a:cubicBezTo>
                  <a:cubicBezTo>
                    <a:pt x="443" y="318"/>
                    <a:pt x="444" y="318"/>
                    <a:pt x="444" y="317"/>
                  </a:cubicBezTo>
                  <a:cubicBezTo>
                    <a:pt x="445" y="317"/>
                    <a:pt x="445" y="315"/>
                    <a:pt x="446" y="314"/>
                  </a:cubicBezTo>
                  <a:cubicBezTo>
                    <a:pt x="447" y="312"/>
                    <a:pt x="448" y="311"/>
                    <a:pt x="449" y="310"/>
                  </a:cubicBezTo>
                  <a:cubicBezTo>
                    <a:pt x="451" y="307"/>
                    <a:pt x="451" y="307"/>
                    <a:pt x="451" y="307"/>
                  </a:cubicBezTo>
                  <a:cubicBezTo>
                    <a:pt x="452" y="306"/>
                    <a:pt x="453" y="305"/>
                    <a:pt x="454" y="303"/>
                  </a:cubicBezTo>
                  <a:cubicBezTo>
                    <a:pt x="454" y="302"/>
                    <a:pt x="454" y="302"/>
                    <a:pt x="455" y="300"/>
                  </a:cubicBezTo>
                  <a:cubicBezTo>
                    <a:pt x="455" y="299"/>
                    <a:pt x="455" y="297"/>
                    <a:pt x="456" y="295"/>
                  </a:cubicBezTo>
                  <a:cubicBezTo>
                    <a:pt x="456" y="295"/>
                    <a:pt x="457" y="294"/>
                    <a:pt x="457" y="294"/>
                  </a:cubicBezTo>
                  <a:cubicBezTo>
                    <a:pt x="457" y="293"/>
                    <a:pt x="457" y="291"/>
                    <a:pt x="458" y="290"/>
                  </a:cubicBezTo>
                  <a:cubicBezTo>
                    <a:pt x="458" y="290"/>
                    <a:pt x="459" y="289"/>
                    <a:pt x="460" y="289"/>
                  </a:cubicBezTo>
                  <a:cubicBezTo>
                    <a:pt x="460" y="288"/>
                    <a:pt x="460" y="286"/>
                    <a:pt x="462" y="285"/>
                  </a:cubicBezTo>
                  <a:cubicBezTo>
                    <a:pt x="462" y="285"/>
                    <a:pt x="463" y="284"/>
                    <a:pt x="464" y="284"/>
                  </a:cubicBezTo>
                  <a:cubicBezTo>
                    <a:pt x="464" y="283"/>
                    <a:pt x="465" y="282"/>
                    <a:pt x="465" y="280"/>
                  </a:cubicBezTo>
                  <a:cubicBezTo>
                    <a:pt x="465" y="279"/>
                    <a:pt x="465" y="277"/>
                    <a:pt x="466" y="275"/>
                  </a:cubicBezTo>
                  <a:cubicBezTo>
                    <a:pt x="466" y="275"/>
                    <a:pt x="466" y="275"/>
                    <a:pt x="466" y="274"/>
                  </a:cubicBezTo>
                  <a:cubicBezTo>
                    <a:pt x="465" y="274"/>
                    <a:pt x="464" y="273"/>
                    <a:pt x="464" y="273"/>
                  </a:cubicBezTo>
                  <a:cubicBezTo>
                    <a:pt x="463" y="272"/>
                    <a:pt x="463" y="271"/>
                    <a:pt x="463" y="271"/>
                  </a:cubicBezTo>
                  <a:cubicBezTo>
                    <a:pt x="462" y="271"/>
                    <a:pt x="461" y="271"/>
                    <a:pt x="461" y="271"/>
                  </a:cubicBezTo>
                  <a:cubicBezTo>
                    <a:pt x="459" y="271"/>
                    <a:pt x="455" y="270"/>
                    <a:pt x="454" y="264"/>
                  </a:cubicBezTo>
                  <a:cubicBezTo>
                    <a:pt x="454" y="262"/>
                    <a:pt x="454" y="260"/>
                    <a:pt x="455" y="259"/>
                  </a:cubicBezTo>
                  <a:cubicBezTo>
                    <a:pt x="455" y="258"/>
                    <a:pt x="455" y="258"/>
                    <a:pt x="455" y="257"/>
                  </a:cubicBezTo>
                  <a:cubicBezTo>
                    <a:pt x="454" y="257"/>
                    <a:pt x="453" y="256"/>
                    <a:pt x="452" y="255"/>
                  </a:cubicBezTo>
                  <a:cubicBezTo>
                    <a:pt x="451" y="254"/>
                    <a:pt x="451" y="251"/>
                    <a:pt x="452" y="247"/>
                  </a:cubicBezTo>
                  <a:cubicBezTo>
                    <a:pt x="452" y="244"/>
                    <a:pt x="453" y="242"/>
                    <a:pt x="454" y="241"/>
                  </a:cubicBezTo>
                  <a:cubicBezTo>
                    <a:pt x="455" y="240"/>
                    <a:pt x="456" y="240"/>
                    <a:pt x="456" y="239"/>
                  </a:cubicBezTo>
                  <a:cubicBezTo>
                    <a:pt x="456" y="238"/>
                    <a:pt x="456" y="236"/>
                    <a:pt x="457" y="235"/>
                  </a:cubicBezTo>
                  <a:cubicBezTo>
                    <a:pt x="457" y="233"/>
                    <a:pt x="457" y="231"/>
                    <a:pt x="458" y="229"/>
                  </a:cubicBezTo>
                  <a:cubicBezTo>
                    <a:pt x="458" y="229"/>
                    <a:pt x="457" y="228"/>
                    <a:pt x="457" y="227"/>
                  </a:cubicBezTo>
                  <a:cubicBezTo>
                    <a:pt x="456" y="228"/>
                    <a:pt x="455" y="228"/>
                    <a:pt x="454" y="228"/>
                  </a:cubicBezTo>
                  <a:cubicBezTo>
                    <a:pt x="452" y="228"/>
                    <a:pt x="449" y="228"/>
                    <a:pt x="448" y="222"/>
                  </a:cubicBezTo>
                  <a:cubicBezTo>
                    <a:pt x="447" y="220"/>
                    <a:pt x="448" y="218"/>
                    <a:pt x="449" y="217"/>
                  </a:cubicBezTo>
                  <a:cubicBezTo>
                    <a:pt x="448" y="215"/>
                    <a:pt x="447" y="214"/>
                    <a:pt x="448" y="212"/>
                  </a:cubicBezTo>
                  <a:cubicBezTo>
                    <a:pt x="449" y="208"/>
                    <a:pt x="455" y="204"/>
                    <a:pt x="458" y="204"/>
                  </a:cubicBezTo>
                  <a:cubicBezTo>
                    <a:pt x="459" y="204"/>
                    <a:pt x="460" y="204"/>
                    <a:pt x="462" y="204"/>
                  </a:cubicBezTo>
                  <a:cubicBezTo>
                    <a:pt x="462" y="203"/>
                    <a:pt x="462" y="202"/>
                    <a:pt x="461" y="201"/>
                  </a:cubicBezTo>
                  <a:cubicBezTo>
                    <a:pt x="461" y="199"/>
                    <a:pt x="460" y="198"/>
                    <a:pt x="460" y="196"/>
                  </a:cubicBezTo>
                  <a:cubicBezTo>
                    <a:pt x="459" y="190"/>
                    <a:pt x="463" y="188"/>
                    <a:pt x="465" y="187"/>
                  </a:cubicBezTo>
                  <a:cubicBezTo>
                    <a:pt x="466" y="186"/>
                    <a:pt x="466" y="186"/>
                    <a:pt x="466" y="186"/>
                  </a:cubicBezTo>
                  <a:cubicBezTo>
                    <a:pt x="466" y="186"/>
                    <a:pt x="466" y="186"/>
                    <a:pt x="467" y="186"/>
                  </a:cubicBezTo>
                  <a:cubicBezTo>
                    <a:pt x="467" y="185"/>
                    <a:pt x="467" y="184"/>
                    <a:pt x="467" y="183"/>
                  </a:cubicBezTo>
                  <a:cubicBezTo>
                    <a:pt x="467" y="182"/>
                    <a:pt x="468" y="181"/>
                    <a:pt x="469" y="180"/>
                  </a:cubicBezTo>
                  <a:cubicBezTo>
                    <a:pt x="468" y="180"/>
                    <a:pt x="467" y="179"/>
                    <a:pt x="467" y="178"/>
                  </a:cubicBezTo>
                  <a:cubicBezTo>
                    <a:pt x="465" y="174"/>
                    <a:pt x="466" y="172"/>
                    <a:pt x="466" y="170"/>
                  </a:cubicBezTo>
                  <a:cubicBezTo>
                    <a:pt x="466" y="169"/>
                    <a:pt x="466" y="169"/>
                    <a:pt x="466" y="169"/>
                  </a:cubicBezTo>
                  <a:cubicBezTo>
                    <a:pt x="466" y="167"/>
                    <a:pt x="466" y="166"/>
                    <a:pt x="466" y="165"/>
                  </a:cubicBezTo>
                  <a:cubicBezTo>
                    <a:pt x="465" y="164"/>
                    <a:pt x="465" y="162"/>
                    <a:pt x="465" y="161"/>
                  </a:cubicBezTo>
                  <a:cubicBezTo>
                    <a:pt x="465" y="159"/>
                    <a:pt x="465" y="157"/>
                    <a:pt x="465" y="155"/>
                  </a:cubicBezTo>
                  <a:cubicBezTo>
                    <a:pt x="465" y="154"/>
                    <a:pt x="465" y="153"/>
                    <a:pt x="465" y="152"/>
                  </a:cubicBezTo>
                  <a:cubicBezTo>
                    <a:pt x="464" y="147"/>
                    <a:pt x="467" y="144"/>
                    <a:pt x="468" y="143"/>
                  </a:cubicBezTo>
                  <a:cubicBezTo>
                    <a:pt x="469" y="142"/>
                    <a:pt x="469" y="142"/>
                    <a:pt x="469" y="142"/>
                  </a:cubicBezTo>
                  <a:cubicBezTo>
                    <a:pt x="469" y="141"/>
                    <a:pt x="469" y="140"/>
                    <a:pt x="469" y="140"/>
                  </a:cubicBezTo>
                  <a:cubicBezTo>
                    <a:pt x="469" y="139"/>
                    <a:pt x="469" y="138"/>
                    <a:pt x="470" y="136"/>
                  </a:cubicBezTo>
                  <a:cubicBezTo>
                    <a:pt x="470" y="135"/>
                    <a:pt x="470" y="135"/>
                    <a:pt x="470" y="134"/>
                  </a:cubicBezTo>
                  <a:cubicBezTo>
                    <a:pt x="469" y="133"/>
                    <a:pt x="466" y="131"/>
                    <a:pt x="466" y="128"/>
                  </a:cubicBezTo>
                  <a:cubicBezTo>
                    <a:pt x="466" y="125"/>
                    <a:pt x="467" y="122"/>
                    <a:pt x="469" y="120"/>
                  </a:cubicBezTo>
                  <a:cubicBezTo>
                    <a:pt x="470" y="118"/>
                    <a:pt x="470" y="118"/>
                    <a:pt x="470" y="118"/>
                  </a:cubicBezTo>
                  <a:cubicBezTo>
                    <a:pt x="470" y="118"/>
                    <a:pt x="470" y="118"/>
                    <a:pt x="470" y="117"/>
                  </a:cubicBezTo>
                  <a:cubicBezTo>
                    <a:pt x="470" y="117"/>
                    <a:pt x="469" y="116"/>
                    <a:pt x="469" y="116"/>
                  </a:cubicBezTo>
                  <a:cubicBezTo>
                    <a:pt x="468" y="113"/>
                    <a:pt x="468" y="111"/>
                    <a:pt x="468" y="108"/>
                  </a:cubicBezTo>
                  <a:cubicBezTo>
                    <a:pt x="468" y="107"/>
                    <a:pt x="468" y="106"/>
                    <a:pt x="468" y="105"/>
                  </a:cubicBezTo>
                  <a:cubicBezTo>
                    <a:pt x="467" y="103"/>
                    <a:pt x="466" y="100"/>
                    <a:pt x="464" y="98"/>
                  </a:cubicBezTo>
                  <a:cubicBezTo>
                    <a:pt x="463" y="96"/>
                    <a:pt x="463" y="96"/>
                    <a:pt x="463" y="96"/>
                  </a:cubicBezTo>
                  <a:cubicBezTo>
                    <a:pt x="460" y="91"/>
                    <a:pt x="460" y="89"/>
                    <a:pt x="464" y="85"/>
                  </a:cubicBezTo>
                  <a:cubicBezTo>
                    <a:pt x="465" y="83"/>
                    <a:pt x="466" y="82"/>
                    <a:pt x="467" y="81"/>
                  </a:cubicBezTo>
                  <a:cubicBezTo>
                    <a:pt x="467" y="81"/>
                    <a:pt x="467" y="81"/>
                    <a:pt x="466" y="81"/>
                  </a:cubicBezTo>
                  <a:cubicBezTo>
                    <a:pt x="460" y="81"/>
                    <a:pt x="459" y="80"/>
                    <a:pt x="458" y="79"/>
                  </a:cubicBezTo>
                  <a:cubicBezTo>
                    <a:pt x="455" y="78"/>
                    <a:pt x="454" y="76"/>
                    <a:pt x="453" y="74"/>
                  </a:cubicBezTo>
                  <a:cubicBezTo>
                    <a:pt x="453" y="74"/>
                    <a:pt x="453" y="73"/>
                    <a:pt x="453" y="73"/>
                  </a:cubicBezTo>
                  <a:cubicBezTo>
                    <a:pt x="453" y="72"/>
                    <a:pt x="453" y="72"/>
                    <a:pt x="452" y="71"/>
                  </a:cubicBezTo>
                  <a:cubicBezTo>
                    <a:pt x="452" y="71"/>
                    <a:pt x="452" y="71"/>
                    <a:pt x="451" y="71"/>
                  </a:cubicBezTo>
                  <a:cubicBezTo>
                    <a:pt x="449" y="69"/>
                    <a:pt x="446" y="68"/>
                    <a:pt x="443" y="67"/>
                  </a:cubicBezTo>
                  <a:cubicBezTo>
                    <a:pt x="442" y="66"/>
                    <a:pt x="442" y="66"/>
                    <a:pt x="442" y="66"/>
                  </a:cubicBezTo>
                  <a:cubicBezTo>
                    <a:pt x="439" y="65"/>
                    <a:pt x="436" y="64"/>
                    <a:pt x="434" y="64"/>
                  </a:cubicBezTo>
                  <a:cubicBezTo>
                    <a:pt x="432" y="63"/>
                    <a:pt x="429" y="63"/>
                    <a:pt x="427" y="63"/>
                  </a:cubicBezTo>
                  <a:cubicBezTo>
                    <a:pt x="422" y="63"/>
                    <a:pt x="422" y="63"/>
                    <a:pt x="422" y="63"/>
                  </a:cubicBezTo>
                  <a:cubicBezTo>
                    <a:pt x="420" y="63"/>
                    <a:pt x="417" y="63"/>
                    <a:pt x="415" y="62"/>
                  </a:cubicBezTo>
                  <a:cubicBezTo>
                    <a:pt x="414" y="62"/>
                    <a:pt x="414" y="62"/>
                    <a:pt x="414" y="62"/>
                  </a:cubicBezTo>
                  <a:cubicBezTo>
                    <a:pt x="413" y="62"/>
                    <a:pt x="411" y="62"/>
                    <a:pt x="409" y="61"/>
                  </a:cubicBezTo>
                  <a:cubicBezTo>
                    <a:pt x="406" y="59"/>
                    <a:pt x="405" y="57"/>
                    <a:pt x="405" y="55"/>
                  </a:cubicBezTo>
                  <a:cubicBezTo>
                    <a:pt x="405" y="55"/>
                    <a:pt x="404" y="54"/>
                    <a:pt x="403" y="53"/>
                  </a:cubicBezTo>
                  <a:cubicBezTo>
                    <a:pt x="402" y="52"/>
                    <a:pt x="400" y="51"/>
                    <a:pt x="399" y="50"/>
                  </a:cubicBezTo>
                  <a:cubicBezTo>
                    <a:pt x="398" y="48"/>
                    <a:pt x="396" y="48"/>
                    <a:pt x="393" y="48"/>
                  </a:cubicBezTo>
                  <a:cubicBezTo>
                    <a:pt x="390" y="47"/>
                    <a:pt x="386" y="47"/>
                    <a:pt x="383" y="45"/>
                  </a:cubicBezTo>
                  <a:cubicBezTo>
                    <a:pt x="383" y="45"/>
                    <a:pt x="383" y="45"/>
                    <a:pt x="382" y="45"/>
                  </a:cubicBezTo>
                  <a:cubicBezTo>
                    <a:pt x="381" y="44"/>
                    <a:pt x="380" y="44"/>
                    <a:pt x="379" y="43"/>
                  </a:cubicBezTo>
                  <a:cubicBezTo>
                    <a:pt x="379" y="43"/>
                    <a:pt x="375" y="41"/>
                    <a:pt x="374" y="39"/>
                  </a:cubicBezTo>
                  <a:cubicBezTo>
                    <a:pt x="373" y="38"/>
                    <a:pt x="373" y="38"/>
                    <a:pt x="372" y="37"/>
                  </a:cubicBezTo>
                  <a:cubicBezTo>
                    <a:pt x="372" y="36"/>
                    <a:pt x="372" y="36"/>
                    <a:pt x="371" y="36"/>
                  </a:cubicBezTo>
                  <a:cubicBezTo>
                    <a:pt x="370" y="35"/>
                    <a:pt x="369" y="35"/>
                    <a:pt x="368" y="35"/>
                  </a:cubicBezTo>
                  <a:cubicBezTo>
                    <a:pt x="367" y="35"/>
                    <a:pt x="366" y="34"/>
                    <a:pt x="365" y="34"/>
                  </a:cubicBezTo>
                  <a:cubicBezTo>
                    <a:pt x="364" y="35"/>
                    <a:pt x="364" y="35"/>
                    <a:pt x="363" y="35"/>
                  </a:cubicBezTo>
                  <a:cubicBezTo>
                    <a:pt x="361" y="37"/>
                    <a:pt x="359" y="38"/>
                    <a:pt x="357" y="39"/>
                  </a:cubicBezTo>
                  <a:cubicBezTo>
                    <a:pt x="357" y="39"/>
                    <a:pt x="357" y="39"/>
                    <a:pt x="357" y="39"/>
                  </a:cubicBezTo>
                  <a:cubicBezTo>
                    <a:pt x="353" y="39"/>
                    <a:pt x="351" y="36"/>
                    <a:pt x="350" y="35"/>
                  </a:cubicBezTo>
                  <a:cubicBezTo>
                    <a:pt x="350" y="35"/>
                    <a:pt x="349" y="34"/>
                    <a:pt x="348" y="34"/>
                  </a:cubicBezTo>
                  <a:cubicBezTo>
                    <a:pt x="321" y="34"/>
                    <a:pt x="321" y="34"/>
                    <a:pt x="321" y="34"/>
                  </a:cubicBezTo>
                  <a:cubicBezTo>
                    <a:pt x="320" y="34"/>
                    <a:pt x="319" y="34"/>
                    <a:pt x="318" y="33"/>
                  </a:cubicBezTo>
                  <a:cubicBezTo>
                    <a:pt x="317" y="32"/>
                    <a:pt x="317" y="31"/>
                    <a:pt x="317" y="30"/>
                  </a:cubicBezTo>
                  <a:cubicBezTo>
                    <a:pt x="317" y="26"/>
                    <a:pt x="317" y="22"/>
                    <a:pt x="317" y="18"/>
                  </a:cubicBezTo>
                  <a:cubicBezTo>
                    <a:pt x="317" y="16"/>
                    <a:pt x="317" y="14"/>
                    <a:pt x="317" y="12"/>
                  </a:cubicBezTo>
                  <a:cubicBezTo>
                    <a:pt x="316" y="12"/>
                    <a:pt x="316" y="12"/>
                    <a:pt x="315" y="12"/>
                  </a:cubicBezTo>
                  <a:cubicBezTo>
                    <a:pt x="315" y="12"/>
                    <a:pt x="314" y="11"/>
                    <a:pt x="313" y="11"/>
                  </a:cubicBezTo>
                  <a:cubicBezTo>
                    <a:pt x="312" y="12"/>
                    <a:pt x="312" y="12"/>
                    <a:pt x="312" y="12"/>
                  </a:cubicBezTo>
                  <a:cubicBezTo>
                    <a:pt x="312" y="12"/>
                    <a:pt x="311" y="12"/>
                    <a:pt x="309" y="12"/>
                  </a:cubicBezTo>
                  <a:cubicBezTo>
                    <a:pt x="309" y="12"/>
                    <a:pt x="308" y="12"/>
                    <a:pt x="308" y="12"/>
                  </a:cubicBezTo>
                  <a:cubicBezTo>
                    <a:pt x="307" y="12"/>
                    <a:pt x="306" y="11"/>
                    <a:pt x="305" y="11"/>
                  </a:cubicBezTo>
                  <a:cubicBezTo>
                    <a:pt x="305" y="11"/>
                    <a:pt x="304" y="11"/>
                    <a:pt x="304" y="11"/>
                  </a:cubicBezTo>
                  <a:cubicBezTo>
                    <a:pt x="303" y="11"/>
                    <a:pt x="301" y="11"/>
                    <a:pt x="300" y="11"/>
                  </a:cubicBezTo>
                  <a:cubicBezTo>
                    <a:pt x="298" y="11"/>
                    <a:pt x="295" y="11"/>
                    <a:pt x="293" y="11"/>
                  </a:cubicBezTo>
                  <a:cubicBezTo>
                    <a:pt x="290" y="10"/>
                    <a:pt x="287" y="10"/>
                    <a:pt x="284" y="11"/>
                  </a:cubicBezTo>
                  <a:cubicBezTo>
                    <a:pt x="282" y="12"/>
                    <a:pt x="280" y="12"/>
                    <a:pt x="278" y="12"/>
                  </a:cubicBezTo>
                  <a:cubicBezTo>
                    <a:pt x="277" y="13"/>
                    <a:pt x="275" y="13"/>
                    <a:pt x="274" y="13"/>
                  </a:cubicBezTo>
                  <a:cubicBezTo>
                    <a:pt x="273" y="8"/>
                    <a:pt x="273" y="8"/>
                    <a:pt x="273" y="8"/>
                  </a:cubicBezTo>
                  <a:cubicBezTo>
                    <a:pt x="273" y="13"/>
                    <a:pt x="273" y="13"/>
                    <a:pt x="273" y="13"/>
                  </a:cubicBezTo>
                  <a:cubicBezTo>
                    <a:pt x="273" y="13"/>
                    <a:pt x="273" y="13"/>
                    <a:pt x="272" y="13"/>
                  </a:cubicBezTo>
                  <a:cubicBezTo>
                    <a:pt x="272" y="13"/>
                    <a:pt x="271" y="14"/>
                    <a:pt x="270" y="14"/>
                  </a:cubicBezTo>
                  <a:cubicBezTo>
                    <a:pt x="268" y="15"/>
                    <a:pt x="267" y="15"/>
                    <a:pt x="265" y="15"/>
                  </a:cubicBezTo>
                  <a:cubicBezTo>
                    <a:pt x="265" y="15"/>
                    <a:pt x="265" y="15"/>
                    <a:pt x="264" y="15"/>
                  </a:cubicBezTo>
                  <a:cubicBezTo>
                    <a:pt x="262" y="16"/>
                    <a:pt x="260" y="17"/>
                    <a:pt x="258" y="18"/>
                  </a:cubicBezTo>
                  <a:cubicBezTo>
                    <a:pt x="256" y="19"/>
                    <a:pt x="256" y="19"/>
                    <a:pt x="256" y="19"/>
                  </a:cubicBezTo>
                  <a:cubicBezTo>
                    <a:pt x="253" y="20"/>
                    <a:pt x="252" y="21"/>
                    <a:pt x="250" y="23"/>
                  </a:cubicBezTo>
                  <a:cubicBezTo>
                    <a:pt x="248" y="24"/>
                    <a:pt x="247" y="25"/>
                    <a:pt x="246" y="26"/>
                  </a:cubicBezTo>
                  <a:cubicBezTo>
                    <a:pt x="246" y="26"/>
                    <a:pt x="245" y="26"/>
                    <a:pt x="245" y="27"/>
                  </a:cubicBezTo>
                  <a:cubicBezTo>
                    <a:pt x="244" y="28"/>
                    <a:pt x="243" y="29"/>
                    <a:pt x="242" y="30"/>
                  </a:cubicBezTo>
                  <a:cubicBezTo>
                    <a:pt x="240" y="31"/>
                    <a:pt x="238" y="31"/>
                    <a:pt x="236" y="32"/>
                  </a:cubicBezTo>
                  <a:cubicBezTo>
                    <a:pt x="236" y="32"/>
                    <a:pt x="235" y="32"/>
                    <a:pt x="235" y="32"/>
                  </a:cubicBezTo>
                  <a:cubicBezTo>
                    <a:pt x="232" y="34"/>
                    <a:pt x="232" y="38"/>
                    <a:pt x="231" y="43"/>
                  </a:cubicBezTo>
                  <a:cubicBezTo>
                    <a:pt x="231" y="45"/>
                    <a:pt x="231" y="47"/>
                    <a:pt x="231" y="48"/>
                  </a:cubicBezTo>
                  <a:cubicBezTo>
                    <a:pt x="231" y="49"/>
                    <a:pt x="231" y="50"/>
                    <a:pt x="231" y="51"/>
                  </a:cubicBezTo>
                  <a:cubicBezTo>
                    <a:pt x="231" y="53"/>
                    <a:pt x="231" y="55"/>
                    <a:pt x="230" y="58"/>
                  </a:cubicBezTo>
                  <a:cubicBezTo>
                    <a:pt x="229" y="61"/>
                    <a:pt x="227" y="65"/>
                    <a:pt x="224" y="68"/>
                  </a:cubicBezTo>
                  <a:cubicBezTo>
                    <a:pt x="221" y="70"/>
                    <a:pt x="219" y="70"/>
                    <a:pt x="216" y="70"/>
                  </a:cubicBezTo>
                  <a:cubicBezTo>
                    <a:pt x="215" y="71"/>
                    <a:pt x="214" y="71"/>
                    <a:pt x="213" y="71"/>
                  </a:cubicBezTo>
                  <a:cubicBezTo>
                    <a:pt x="208" y="73"/>
                    <a:pt x="203" y="76"/>
                    <a:pt x="196" y="79"/>
                  </a:cubicBezTo>
                  <a:cubicBezTo>
                    <a:pt x="193" y="80"/>
                    <a:pt x="190" y="82"/>
                    <a:pt x="187" y="84"/>
                  </a:cubicBezTo>
                  <a:cubicBezTo>
                    <a:pt x="184" y="87"/>
                    <a:pt x="180" y="89"/>
                    <a:pt x="176" y="91"/>
                  </a:cubicBezTo>
                  <a:cubicBezTo>
                    <a:pt x="174" y="92"/>
                    <a:pt x="174" y="92"/>
                    <a:pt x="174" y="92"/>
                  </a:cubicBezTo>
                  <a:cubicBezTo>
                    <a:pt x="170" y="94"/>
                    <a:pt x="167" y="95"/>
                    <a:pt x="166" y="97"/>
                  </a:cubicBezTo>
                  <a:cubicBezTo>
                    <a:pt x="163" y="101"/>
                    <a:pt x="160" y="105"/>
                    <a:pt x="157" y="109"/>
                  </a:cubicBezTo>
                  <a:cubicBezTo>
                    <a:pt x="156" y="111"/>
                    <a:pt x="156" y="112"/>
                    <a:pt x="156" y="113"/>
                  </a:cubicBezTo>
                  <a:cubicBezTo>
                    <a:pt x="155" y="116"/>
                    <a:pt x="154" y="119"/>
                    <a:pt x="150" y="122"/>
                  </a:cubicBezTo>
                  <a:cubicBezTo>
                    <a:pt x="147" y="125"/>
                    <a:pt x="147" y="125"/>
                    <a:pt x="147" y="125"/>
                  </a:cubicBezTo>
                  <a:cubicBezTo>
                    <a:pt x="141" y="131"/>
                    <a:pt x="136" y="136"/>
                    <a:pt x="131" y="141"/>
                  </a:cubicBezTo>
                  <a:cubicBezTo>
                    <a:pt x="131" y="142"/>
                    <a:pt x="130" y="143"/>
                    <a:pt x="129" y="143"/>
                  </a:cubicBezTo>
                  <a:cubicBezTo>
                    <a:pt x="128" y="144"/>
                    <a:pt x="127" y="146"/>
                    <a:pt x="127" y="146"/>
                  </a:cubicBezTo>
                  <a:cubicBezTo>
                    <a:pt x="127" y="147"/>
                    <a:pt x="127" y="149"/>
                    <a:pt x="126" y="150"/>
                  </a:cubicBezTo>
                  <a:cubicBezTo>
                    <a:pt x="125" y="153"/>
                    <a:pt x="122" y="155"/>
                    <a:pt x="119" y="157"/>
                  </a:cubicBezTo>
                  <a:cubicBezTo>
                    <a:pt x="116" y="160"/>
                    <a:pt x="112" y="161"/>
                    <a:pt x="108" y="162"/>
                  </a:cubicBezTo>
                  <a:cubicBezTo>
                    <a:pt x="107" y="162"/>
                    <a:pt x="106" y="162"/>
                    <a:pt x="104" y="163"/>
                  </a:cubicBezTo>
                  <a:cubicBezTo>
                    <a:pt x="103" y="163"/>
                    <a:pt x="101" y="164"/>
                    <a:pt x="101" y="164"/>
                  </a:cubicBezTo>
                  <a:cubicBezTo>
                    <a:pt x="101" y="164"/>
                    <a:pt x="100" y="164"/>
                    <a:pt x="100" y="165"/>
                  </a:cubicBezTo>
                  <a:cubicBezTo>
                    <a:pt x="99" y="165"/>
                    <a:pt x="98" y="166"/>
                    <a:pt x="97" y="166"/>
                  </a:cubicBezTo>
                  <a:cubicBezTo>
                    <a:pt x="96" y="167"/>
                    <a:pt x="95" y="167"/>
                    <a:pt x="94" y="167"/>
                  </a:cubicBezTo>
                  <a:cubicBezTo>
                    <a:pt x="91" y="167"/>
                    <a:pt x="89" y="165"/>
                    <a:pt x="87" y="164"/>
                  </a:cubicBezTo>
                  <a:cubicBezTo>
                    <a:pt x="86" y="164"/>
                    <a:pt x="86" y="163"/>
                    <a:pt x="85" y="163"/>
                  </a:cubicBezTo>
                  <a:cubicBezTo>
                    <a:pt x="81" y="161"/>
                    <a:pt x="76" y="159"/>
                    <a:pt x="69" y="157"/>
                  </a:cubicBezTo>
                  <a:cubicBezTo>
                    <a:pt x="68" y="157"/>
                    <a:pt x="67" y="157"/>
                    <a:pt x="66" y="156"/>
                  </a:cubicBezTo>
                  <a:cubicBezTo>
                    <a:pt x="66" y="157"/>
                    <a:pt x="65" y="157"/>
                    <a:pt x="64" y="157"/>
                  </a:cubicBezTo>
                  <a:cubicBezTo>
                    <a:pt x="63" y="158"/>
                    <a:pt x="61" y="159"/>
                    <a:pt x="60" y="159"/>
                  </a:cubicBezTo>
                  <a:cubicBezTo>
                    <a:pt x="59" y="160"/>
                    <a:pt x="59" y="160"/>
                    <a:pt x="59" y="160"/>
                  </a:cubicBezTo>
                  <a:cubicBezTo>
                    <a:pt x="56" y="162"/>
                    <a:pt x="53" y="163"/>
                    <a:pt x="50" y="163"/>
                  </a:cubicBezTo>
                  <a:cubicBezTo>
                    <a:pt x="44" y="163"/>
                    <a:pt x="42" y="159"/>
                    <a:pt x="41" y="157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38" y="154"/>
                    <a:pt x="37" y="153"/>
                    <a:pt x="36" y="153"/>
                  </a:cubicBezTo>
                  <a:cubicBezTo>
                    <a:pt x="35" y="152"/>
                    <a:pt x="34" y="151"/>
                    <a:pt x="34" y="151"/>
                  </a:cubicBezTo>
                  <a:cubicBezTo>
                    <a:pt x="34" y="151"/>
                    <a:pt x="33" y="152"/>
                    <a:pt x="32" y="152"/>
                  </a:cubicBezTo>
                  <a:cubicBezTo>
                    <a:pt x="31" y="152"/>
                    <a:pt x="31" y="152"/>
                    <a:pt x="31" y="152"/>
                  </a:cubicBezTo>
                  <a:cubicBezTo>
                    <a:pt x="24" y="154"/>
                    <a:pt x="18" y="154"/>
                    <a:pt x="12" y="152"/>
                  </a:cubicBezTo>
                  <a:cubicBezTo>
                    <a:pt x="12" y="154"/>
                    <a:pt x="14" y="158"/>
                    <a:pt x="16" y="160"/>
                  </a:cubicBezTo>
                  <a:cubicBezTo>
                    <a:pt x="16" y="161"/>
                    <a:pt x="17" y="161"/>
                    <a:pt x="18" y="162"/>
                  </a:cubicBezTo>
                  <a:cubicBezTo>
                    <a:pt x="19" y="163"/>
                    <a:pt x="21" y="164"/>
                    <a:pt x="22" y="168"/>
                  </a:cubicBezTo>
                  <a:cubicBezTo>
                    <a:pt x="23" y="169"/>
                    <a:pt x="23" y="169"/>
                    <a:pt x="23" y="169"/>
                  </a:cubicBezTo>
                  <a:cubicBezTo>
                    <a:pt x="24" y="172"/>
                    <a:pt x="26" y="175"/>
                    <a:pt x="27" y="179"/>
                  </a:cubicBezTo>
                  <a:cubicBezTo>
                    <a:pt x="28" y="181"/>
                    <a:pt x="29" y="183"/>
                    <a:pt x="31" y="185"/>
                  </a:cubicBezTo>
                  <a:cubicBezTo>
                    <a:pt x="32" y="186"/>
                    <a:pt x="33" y="187"/>
                    <a:pt x="34" y="188"/>
                  </a:cubicBezTo>
                  <a:cubicBezTo>
                    <a:pt x="35" y="189"/>
                    <a:pt x="36" y="191"/>
                    <a:pt x="37" y="192"/>
                  </a:cubicBezTo>
                  <a:cubicBezTo>
                    <a:pt x="38" y="192"/>
                    <a:pt x="38" y="193"/>
                    <a:pt x="39" y="193"/>
                  </a:cubicBezTo>
                  <a:cubicBezTo>
                    <a:pt x="41" y="195"/>
                    <a:pt x="42" y="196"/>
                    <a:pt x="44" y="200"/>
                  </a:cubicBezTo>
                  <a:cubicBezTo>
                    <a:pt x="44" y="202"/>
                    <a:pt x="45" y="204"/>
                    <a:pt x="45" y="205"/>
                  </a:cubicBezTo>
                  <a:cubicBezTo>
                    <a:pt x="45" y="207"/>
                    <a:pt x="45" y="207"/>
                    <a:pt x="45" y="208"/>
                  </a:cubicBezTo>
                  <a:cubicBezTo>
                    <a:pt x="46" y="208"/>
                    <a:pt x="46" y="209"/>
                    <a:pt x="47" y="209"/>
                  </a:cubicBezTo>
                  <a:cubicBezTo>
                    <a:pt x="49" y="210"/>
                    <a:pt x="50" y="211"/>
                    <a:pt x="52" y="213"/>
                  </a:cubicBezTo>
                  <a:cubicBezTo>
                    <a:pt x="56" y="218"/>
                    <a:pt x="55" y="222"/>
                    <a:pt x="54" y="226"/>
                  </a:cubicBezTo>
                  <a:cubicBezTo>
                    <a:pt x="54" y="227"/>
                    <a:pt x="54" y="227"/>
                    <a:pt x="54" y="227"/>
                  </a:cubicBezTo>
                  <a:cubicBezTo>
                    <a:pt x="54" y="228"/>
                    <a:pt x="54" y="228"/>
                    <a:pt x="55" y="230"/>
                  </a:cubicBezTo>
                  <a:cubicBezTo>
                    <a:pt x="55" y="231"/>
                    <a:pt x="55" y="231"/>
                    <a:pt x="55" y="231"/>
                  </a:cubicBezTo>
                  <a:cubicBezTo>
                    <a:pt x="58" y="234"/>
                    <a:pt x="59" y="238"/>
                    <a:pt x="60" y="241"/>
                  </a:cubicBezTo>
                  <a:cubicBezTo>
                    <a:pt x="61" y="245"/>
                    <a:pt x="61" y="245"/>
                    <a:pt x="61" y="245"/>
                  </a:cubicBezTo>
                  <a:cubicBezTo>
                    <a:pt x="62" y="248"/>
                    <a:pt x="63" y="251"/>
                    <a:pt x="64" y="253"/>
                  </a:cubicBezTo>
                  <a:cubicBezTo>
                    <a:pt x="64" y="254"/>
                    <a:pt x="65" y="254"/>
                    <a:pt x="67" y="254"/>
                  </a:cubicBezTo>
                  <a:cubicBezTo>
                    <a:pt x="67" y="254"/>
                    <a:pt x="68" y="254"/>
                    <a:pt x="69" y="255"/>
                  </a:cubicBezTo>
                  <a:cubicBezTo>
                    <a:pt x="71" y="255"/>
                    <a:pt x="73" y="255"/>
                    <a:pt x="75" y="258"/>
                  </a:cubicBezTo>
                  <a:cubicBezTo>
                    <a:pt x="75" y="259"/>
                    <a:pt x="76" y="260"/>
                    <a:pt x="76" y="262"/>
                  </a:cubicBezTo>
                  <a:cubicBezTo>
                    <a:pt x="76" y="262"/>
                    <a:pt x="76" y="262"/>
                    <a:pt x="77" y="262"/>
                  </a:cubicBezTo>
                  <a:cubicBezTo>
                    <a:pt x="78" y="263"/>
                    <a:pt x="79" y="264"/>
                    <a:pt x="79" y="265"/>
                  </a:cubicBezTo>
                  <a:cubicBezTo>
                    <a:pt x="80" y="265"/>
                    <a:pt x="80" y="266"/>
                    <a:pt x="80" y="266"/>
                  </a:cubicBezTo>
                  <a:cubicBezTo>
                    <a:pt x="80" y="266"/>
                    <a:pt x="81" y="266"/>
                    <a:pt x="82" y="266"/>
                  </a:cubicBezTo>
                  <a:cubicBezTo>
                    <a:pt x="83" y="267"/>
                    <a:pt x="86" y="268"/>
                    <a:pt x="88" y="270"/>
                  </a:cubicBezTo>
                  <a:cubicBezTo>
                    <a:pt x="89" y="271"/>
                    <a:pt x="90" y="273"/>
                    <a:pt x="90" y="274"/>
                  </a:cubicBezTo>
                  <a:cubicBezTo>
                    <a:pt x="91" y="274"/>
                    <a:pt x="93" y="274"/>
                    <a:pt x="95" y="276"/>
                  </a:cubicBezTo>
                  <a:cubicBezTo>
                    <a:pt x="96" y="276"/>
                    <a:pt x="96" y="277"/>
                    <a:pt x="97" y="278"/>
                  </a:cubicBezTo>
                  <a:cubicBezTo>
                    <a:pt x="97" y="278"/>
                    <a:pt x="97" y="278"/>
                    <a:pt x="98" y="278"/>
                  </a:cubicBezTo>
                  <a:cubicBezTo>
                    <a:pt x="98" y="279"/>
                    <a:pt x="100" y="279"/>
                    <a:pt x="101" y="280"/>
                  </a:cubicBezTo>
                  <a:cubicBezTo>
                    <a:pt x="102" y="280"/>
                    <a:pt x="104" y="280"/>
                    <a:pt x="105" y="281"/>
                  </a:cubicBezTo>
                  <a:cubicBezTo>
                    <a:pt x="106" y="281"/>
                    <a:pt x="107" y="282"/>
                    <a:pt x="109" y="282"/>
                  </a:cubicBezTo>
                  <a:cubicBezTo>
                    <a:pt x="110" y="282"/>
                    <a:pt x="112" y="282"/>
                    <a:pt x="115" y="283"/>
                  </a:cubicBezTo>
                  <a:cubicBezTo>
                    <a:pt x="116" y="284"/>
                    <a:pt x="118" y="285"/>
                    <a:pt x="118" y="286"/>
                  </a:cubicBezTo>
                  <a:cubicBezTo>
                    <a:pt x="118" y="286"/>
                    <a:pt x="119" y="287"/>
                    <a:pt x="119" y="287"/>
                  </a:cubicBezTo>
                  <a:cubicBezTo>
                    <a:pt x="120" y="287"/>
                    <a:pt x="121" y="287"/>
                    <a:pt x="122" y="287"/>
                  </a:cubicBezTo>
                  <a:cubicBezTo>
                    <a:pt x="127" y="289"/>
                    <a:pt x="128" y="293"/>
                    <a:pt x="129" y="296"/>
                  </a:cubicBezTo>
                  <a:cubicBezTo>
                    <a:pt x="130" y="297"/>
                    <a:pt x="130" y="297"/>
                    <a:pt x="130" y="297"/>
                  </a:cubicBezTo>
                  <a:cubicBezTo>
                    <a:pt x="131" y="303"/>
                    <a:pt x="131" y="308"/>
                    <a:pt x="131" y="312"/>
                  </a:cubicBezTo>
                  <a:cubicBezTo>
                    <a:pt x="133" y="312"/>
                    <a:pt x="136" y="312"/>
                    <a:pt x="139" y="312"/>
                  </a:cubicBezTo>
                  <a:cubicBezTo>
                    <a:pt x="140" y="312"/>
                    <a:pt x="141" y="313"/>
                    <a:pt x="142" y="313"/>
                  </a:cubicBezTo>
                  <a:cubicBezTo>
                    <a:pt x="145" y="313"/>
                    <a:pt x="145" y="313"/>
                    <a:pt x="145" y="313"/>
                  </a:cubicBezTo>
                  <a:cubicBezTo>
                    <a:pt x="148" y="313"/>
                    <a:pt x="151" y="313"/>
                    <a:pt x="154" y="315"/>
                  </a:cubicBezTo>
                  <a:cubicBezTo>
                    <a:pt x="158" y="319"/>
                    <a:pt x="156" y="323"/>
                    <a:pt x="155" y="325"/>
                  </a:cubicBezTo>
                  <a:cubicBezTo>
                    <a:pt x="155" y="325"/>
                    <a:pt x="155" y="326"/>
                    <a:pt x="155" y="326"/>
                  </a:cubicBezTo>
                  <a:cubicBezTo>
                    <a:pt x="155" y="327"/>
                    <a:pt x="155" y="328"/>
                    <a:pt x="155" y="329"/>
                  </a:cubicBezTo>
                  <a:cubicBezTo>
                    <a:pt x="156" y="330"/>
                    <a:pt x="156" y="332"/>
                    <a:pt x="156" y="334"/>
                  </a:cubicBezTo>
                  <a:cubicBezTo>
                    <a:pt x="156" y="337"/>
                    <a:pt x="155" y="339"/>
                    <a:pt x="154" y="341"/>
                  </a:cubicBezTo>
                  <a:cubicBezTo>
                    <a:pt x="154" y="342"/>
                    <a:pt x="154" y="343"/>
                    <a:pt x="154" y="343"/>
                  </a:cubicBezTo>
                  <a:cubicBezTo>
                    <a:pt x="153" y="344"/>
                    <a:pt x="154" y="345"/>
                    <a:pt x="154" y="347"/>
                  </a:cubicBezTo>
                  <a:cubicBezTo>
                    <a:pt x="154" y="348"/>
                    <a:pt x="154" y="350"/>
                    <a:pt x="154" y="351"/>
                  </a:cubicBezTo>
                  <a:cubicBezTo>
                    <a:pt x="154" y="354"/>
                    <a:pt x="154" y="355"/>
                    <a:pt x="155" y="357"/>
                  </a:cubicBezTo>
                  <a:cubicBezTo>
                    <a:pt x="156" y="358"/>
                    <a:pt x="157" y="359"/>
                    <a:pt x="157" y="359"/>
                  </a:cubicBezTo>
                  <a:cubicBezTo>
                    <a:pt x="159" y="361"/>
                    <a:pt x="161" y="363"/>
                    <a:pt x="163" y="365"/>
                  </a:cubicBezTo>
                  <a:cubicBezTo>
                    <a:pt x="164" y="367"/>
                    <a:pt x="165" y="369"/>
                    <a:pt x="166" y="371"/>
                  </a:cubicBezTo>
                  <a:cubicBezTo>
                    <a:pt x="166" y="373"/>
                    <a:pt x="167" y="374"/>
                    <a:pt x="168" y="375"/>
                  </a:cubicBezTo>
                  <a:cubicBezTo>
                    <a:pt x="169" y="377"/>
                    <a:pt x="169" y="379"/>
                    <a:pt x="169" y="380"/>
                  </a:cubicBezTo>
                  <a:cubicBezTo>
                    <a:pt x="169" y="381"/>
                    <a:pt x="170" y="382"/>
                    <a:pt x="170" y="382"/>
                  </a:cubicBezTo>
                  <a:cubicBezTo>
                    <a:pt x="171" y="383"/>
                    <a:pt x="173" y="384"/>
                    <a:pt x="178" y="384"/>
                  </a:cubicBezTo>
                  <a:cubicBezTo>
                    <a:pt x="179" y="384"/>
                    <a:pt x="180" y="384"/>
                    <a:pt x="181" y="384"/>
                  </a:cubicBezTo>
                  <a:cubicBezTo>
                    <a:pt x="184" y="384"/>
                    <a:pt x="187" y="384"/>
                    <a:pt x="191" y="386"/>
                  </a:cubicBezTo>
                  <a:cubicBezTo>
                    <a:pt x="193" y="387"/>
                    <a:pt x="195" y="388"/>
                    <a:pt x="196" y="388"/>
                  </a:cubicBezTo>
                  <a:cubicBezTo>
                    <a:pt x="198" y="388"/>
                    <a:pt x="198" y="388"/>
                    <a:pt x="199" y="388"/>
                  </a:cubicBezTo>
                  <a:cubicBezTo>
                    <a:pt x="205" y="388"/>
                    <a:pt x="209" y="390"/>
                    <a:pt x="214" y="392"/>
                  </a:cubicBezTo>
                  <a:cubicBezTo>
                    <a:pt x="215" y="392"/>
                    <a:pt x="216" y="393"/>
                    <a:pt x="218" y="394"/>
                  </a:cubicBezTo>
                  <a:cubicBezTo>
                    <a:pt x="220" y="394"/>
                    <a:pt x="221" y="395"/>
                    <a:pt x="223" y="395"/>
                  </a:cubicBezTo>
                  <a:cubicBezTo>
                    <a:pt x="224" y="395"/>
                    <a:pt x="226" y="396"/>
                    <a:pt x="227" y="396"/>
                  </a:cubicBezTo>
                  <a:cubicBezTo>
                    <a:pt x="229" y="397"/>
                    <a:pt x="232" y="398"/>
                    <a:pt x="233" y="401"/>
                  </a:cubicBezTo>
                  <a:cubicBezTo>
                    <a:pt x="235" y="403"/>
                    <a:pt x="233" y="406"/>
                    <a:pt x="233" y="407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1" y="411"/>
                    <a:pt x="231" y="414"/>
                    <a:pt x="231" y="415"/>
                  </a:cubicBezTo>
                  <a:cubicBezTo>
                    <a:pt x="232" y="415"/>
                    <a:pt x="235" y="416"/>
                    <a:pt x="239" y="415"/>
                  </a:cubicBezTo>
                  <a:cubicBezTo>
                    <a:pt x="241" y="414"/>
                    <a:pt x="244" y="415"/>
                    <a:pt x="246" y="420"/>
                  </a:cubicBezTo>
                  <a:cubicBezTo>
                    <a:pt x="246" y="420"/>
                    <a:pt x="246" y="420"/>
                    <a:pt x="246" y="420"/>
                  </a:cubicBezTo>
                  <a:cubicBezTo>
                    <a:pt x="246" y="420"/>
                    <a:pt x="247" y="421"/>
                    <a:pt x="247" y="421"/>
                  </a:cubicBezTo>
                  <a:cubicBezTo>
                    <a:pt x="247" y="422"/>
                    <a:pt x="247" y="422"/>
                    <a:pt x="247" y="422"/>
                  </a:cubicBezTo>
                  <a:cubicBezTo>
                    <a:pt x="248" y="421"/>
                    <a:pt x="249" y="421"/>
                    <a:pt x="250" y="421"/>
                  </a:cubicBezTo>
                  <a:cubicBezTo>
                    <a:pt x="250" y="421"/>
                    <a:pt x="251" y="421"/>
                    <a:pt x="251" y="421"/>
                  </a:cubicBezTo>
                  <a:cubicBezTo>
                    <a:pt x="252" y="421"/>
                    <a:pt x="253" y="421"/>
                    <a:pt x="253" y="421"/>
                  </a:cubicBezTo>
                  <a:cubicBezTo>
                    <a:pt x="255" y="421"/>
                    <a:pt x="255" y="421"/>
                    <a:pt x="255" y="421"/>
                  </a:cubicBezTo>
                  <a:cubicBezTo>
                    <a:pt x="255" y="421"/>
                    <a:pt x="256" y="420"/>
                    <a:pt x="257" y="420"/>
                  </a:cubicBezTo>
                  <a:cubicBezTo>
                    <a:pt x="261" y="418"/>
                    <a:pt x="264" y="419"/>
                    <a:pt x="267" y="419"/>
                  </a:cubicBezTo>
                  <a:cubicBezTo>
                    <a:pt x="271" y="419"/>
                    <a:pt x="273" y="420"/>
                    <a:pt x="275" y="421"/>
                  </a:cubicBezTo>
                  <a:cubicBezTo>
                    <a:pt x="276" y="422"/>
                    <a:pt x="277" y="422"/>
                    <a:pt x="278" y="422"/>
                  </a:cubicBezTo>
                  <a:cubicBezTo>
                    <a:pt x="279" y="423"/>
                    <a:pt x="279" y="423"/>
                    <a:pt x="279" y="423"/>
                  </a:cubicBezTo>
                  <a:cubicBezTo>
                    <a:pt x="281" y="423"/>
                    <a:pt x="283" y="423"/>
                    <a:pt x="286" y="425"/>
                  </a:cubicBezTo>
                  <a:cubicBezTo>
                    <a:pt x="287" y="425"/>
                    <a:pt x="287" y="426"/>
                    <a:pt x="288" y="427"/>
                  </a:cubicBezTo>
                  <a:cubicBezTo>
                    <a:pt x="290" y="428"/>
                    <a:pt x="291" y="429"/>
                    <a:pt x="292" y="429"/>
                  </a:cubicBezTo>
                  <a:cubicBezTo>
                    <a:pt x="293" y="429"/>
                    <a:pt x="294" y="429"/>
                    <a:pt x="295" y="430"/>
                  </a:cubicBezTo>
                  <a:cubicBezTo>
                    <a:pt x="297" y="430"/>
                    <a:pt x="299" y="430"/>
                    <a:pt x="302" y="431"/>
                  </a:cubicBezTo>
                  <a:cubicBezTo>
                    <a:pt x="305" y="433"/>
                    <a:pt x="305" y="432"/>
                    <a:pt x="307" y="432"/>
                  </a:cubicBezTo>
                  <a:cubicBezTo>
                    <a:pt x="311" y="431"/>
                    <a:pt x="314" y="431"/>
                    <a:pt x="317" y="431"/>
                  </a:cubicBezTo>
                  <a:cubicBezTo>
                    <a:pt x="319" y="431"/>
                    <a:pt x="319" y="431"/>
                    <a:pt x="319" y="431"/>
                  </a:cubicBezTo>
                  <a:cubicBezTo>
                    <a:pt x="321" y="431"/>
                    <a:pt x="323" y="430"/>
                    <a:pt x="325" y="430"/>
                  </a:cubicBezTo>
                  <a:cubicBezTo>
                    <a:pt x="328" y="429"/>
                    <a:pt x="331" y="429"/>
                    <a:pt x="334" y="429"/>
                  </a:cubicBezTo>
                  <a:close/>
                  <a:moveTo>
                    <a:pt x="247" y="422"/>
                  </a:moveTo>
                  <a:cubicBezTo>
                    <a:pt x="245" y="426"/>
                    <a:pt x="245" y="426"/>
                    <a:pt x="245" y="426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8" y="422"/>
                    <a:pt x="247" y="422"/>
                    <a:pt x="247" y="42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3" name="Freeform 93">
              <a:extLst>
                <a:ext uri="{FF2B5EF4-FFF2-40B4-BE49-F238E27FC236}">
                  <a16:creationId xmlns:a16="http://schemas.microsoft.com/office/drawing/2014/main" id="{025FF095-DEC8-484F-AD78-3F863ADD2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7788" y="4486275"/>
              <a:ext cx="531813" cy="492125"/>
            </a:xfrm>
            <a:custGeom>
              <a:avLst/>
              <a:gdLst>
                <a:gd name="T0" fmla="*/ 220 w 471"/>
                <a:gd name="T1" fmla="*/ 52 h 436"/>
                <a:gd name="T2" fmla="*/ 189 w 471"/>
                <a:gd name="T3" fmla="*/ 70 h 436"/>
                <a:gd name="T4" fmla="*/ 148 w 471"/>
                <a:gd name="T5" fmla="*/ 102 h 436"/>
                <a:gd name="T6" fmla="*/ 118 w 471"/>
                <a:gd name="T7" fmla="*/ 140 h 436"/>
                <a:gd name="T8" fmla="*/ 98 w 471"/>
                <a:gd name="T9" fmla="*/ 153 h 436"/>
                <a:gd name="T10" fmla="*/ 82 w 471"/>
                <a:gd name="T11" fmla="*/ 154 h 436"/>
                <a:gd name="T12" fmla="*/ 58 w 471"/>
                <a:gd name="T13" fmla="*/ 148 h 436"/>
                <a:gd name="T14" fmla="*/ 39 w 471"/>
                <a:gd name="T15" fmla="*/ 149 h 436"/>
                <a:gd name="T16" fmla="*/ 25 w 471"/>
                <a:gd name="T17" fmla="*/ 143 h 436"/>
                <a:gd name="T18" fmla="*/ 7 w 471"/>
                <a:gd name="T19" fmla="*/ 158 h 436"/>
                <a:gd name="T20" fmla="*/ 23 w 471"/>
                <a:gd name="T21" fmla="*/ 183 h 436"/>
                <a:gd name="T22" fmla="*/ 37 w 471"/>
                <a:gd name="T23" fmla="*/ 206 h 436"/>
                <a:gd name="T24" fmla="*/ 46 w 471"/>
                <a:gd name="T25" fmla="*/ 228 h 436"/>
                <a:gd name="T26" fmla="*/ 62 w 471"/>
                <a:gd name="T27" fmla="*/ 254 h 436"/>
                <a:gd name="T28" fmla="*/ 69 w 471"/>
                <a:gd name="T29" fmla="*/ 261 h 436"/>
                <a:gd name="T30" fmla="*/ 82 w 471"/>
                <a:gd name="T31" fmla="*/ 273 h 436"/>
                <a:gd name="T32" fmla="*/ 98 w 471"/>
                <a:gd name="T33" fmla="*/ 280 h 436"/>
                <a:gd name="T34" fmla="*/ 115 w 471"/>
                <a:gd name="T35" fmla="*/ 287 h 436"/>
                <a:gd name="T36" fmla="*/ 137 w 471"/>
                <a:gd name="T37" fmla="*/ 312 h 436"/>
                <a:gd name="T38" fmla="*/ 146 w 471"/>
                <a:gd name="T39" fmla="*/ 329 h 436"/>
                <a:gd name="T40" fmla="*/ 147 w 471"/>
                <a:gd name="T41" fmla="*/ 355 h 436"/>
                <a:gd name="T42" fmla="*/ 161 w 471"/>
                <a:gd name="T43" fmla="*/ 379 h 436"/>
                <a:gd name="T44" fmla="*/ 192 w 471"/>
                <a:gd name="T45" fmla="*/ 387 h 436"/>
                <a:gd name="T46" fmla="*/ 223 w 471"/>
                <a:gd name="T47" fmla="*/ 402 h 436"/>
                <a:gd name="T48" fmla="*/ 240 w 471"/>
                <a:gd name="T49" fmla="*/ 420 h 436"/>
                <a:gd name="T50" fmla="*/ 254 w 471"/>
                <a:gd name="T51" fmla="*/ 419 h 436"/>
                <a:gd name="T52" fmla="*/ 278 w 471"/>
                <a:gd name="T53" fmla="*/ 424 h 436"/>
                <a:gd name="T54" fmla="*/ 303 w 471"/>
                <a:gd name="T55" fmla="*/ 431 h 436"/>
                <a:gd name="T56" fmla="*/ 355 w 471"/>
                <a:gd name="T57" fmla="*/ 436 h 436"/>
                <a:gd name="T58" fmla="*/ 419 w 471"/>
                <a:gd name="T59" fmla="*/ 371 h 436"/>
                <a:gd name="T60" fmla="*/ 422 w 471"/>
                <a:gd name="T61" fmla="*/ 353 h 436"/>
                <a:gd name="T62" fmla="*/ 442 w 471"/>
                <a:gd name="T63" fmla="*/ 316 h 436"/>
                <a:gd name="T64" fmla="*/ 455 w 471"/>
                <a:gd name="T65" fmla="*/ 292 h 436"/>
                <a:gd name="T66" fmla="*/ 460 w 471"/>
                <a:gd name="T67" fmla="*/ 284 h 436"/>
                <a:gd name="T68" fmla="*/ 465 w 471"/>
                <a:gd name="T69" fmla="*/ 271 h 436"/>
                <a:gd name="T70" fmla="*/ 462 w 471"/>
                <a:gd name="T71" fmla="*/ 260 h 436"/>
                <a:gd name="T72" fmla="*/ 455 w 471"/>
                <a:gd name="T73" fmla="*/ 249 h 436"/>
                <a:gd name="T74" fmla="*/ 455 w 471"/>
                <a:gd name="T75" fmla="*/ 236 h 436"/>
                <a:gd name="T76" fmla="*/ 447 w 471"/>
                <a:gd name="T77" fmla="*/ 216 h 436"/>
                <a:gd name="T78" fmla="*/ 454 w 471"/>
                <a:gd name="T79" fmla="*/ 203 h 436"/>
                <a:gd name="T80" fmla="*/ 463 w 471"/>
                <a:gd name="T81" fmla="*/ 185 h 436"/>
                <a:gd name="T82" fmla="*/ 470 w 471"/>
                <a:gd name="T83" fmla="*/ 176 h 436"/>
                <a:gd name="T84" fmla="*/ 465 w 471"/>
                <a:gd name="T85" fmla="*/ 155 h 436"/>
                <a:gd name="T86" fmla="*/ 469 w 471"/>
                <a:gd name="T87" fmla="*/ 132 h 436"/>
                <a:gd name="T88" fmla="*/ 469 w 471"/>
                <a:gd name="T89" fmla="*/ 116 h 436"/>
                <a:gd name="T90" fmla="*/ 467 w 471"/>
                <a:gd name="T91" fmla="*/ 98 h 436"/>
                <a:gd name="T92" fmla="*/ 467 w 471"/>
                <a:gd name="T93" fmla="*/ 76 h 436"/>
                <a:gd name="T94" fmla="*/ 452 w 471"/>
                <a:gd name="T95" fmla="*/ 66 h 436"/>
                <a:gd name="T96" fmla="*/ 430 w 471"/>
                <a:gd name="T97" fmla="*/ 54 h 436"/>
                <a:gd name="T98" fmla="*/ 405 w 471"/>
                <a:gd name="T99" fmla="*/ 48 h 436"/>
                <a:gd name="T100" fmla="*/ 376 w 471"/>
                <a:gd name="T101" fmla="*/ 34 h 436"/>
                <a:gd name="T102" fmla="*/ 358 w 471"/>
                <a:gd name="T103" fmla="*/ 25 h 436"/>
                <a:gd name="T104" fmla="*/ 340 w 471"/>
                <a:gd name="T105" fmla="*/ 25 h 436"/>
                <a:gd name="T106" fmla="*/ 308 w 471"/>
                <a:gd name="T107" fmla="*/ 2 h 436"/>
                <a:gd name="T108" fmla="*/ 289 w 471"/>
                <a:gd name="T109" fmla="*/ 1 h 436"/>
                <a:gd name="T110" fmla="*/ 267 w 471"/>
                <a:gd name="T111" fmla="*/ 3 h 436"/>
                <a:gd name="T112" fmla="*/ 249 w 471"/>
                <a:gd name="T113" fmla="*/ 9 h 436"/>
                <a:gd name="T114" fmla="*/ 228 w 471"/>
                <a:gd name="T115" fmla="*/ 2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71" h="436">
                  <a:moveTo>
                    <a:pt x="228" y="22"/>
                  </a:moveTo>
                  <a:cubicBezTo>
                    <a:pt x="221" y="27"/>
                    <a:pt x="222" y="36"/>
                    <a:pt x="221" y="43"/>
                  </a:cubicBezTo>
                  <a:cubicBezTo>
                    <a:pt x="221" y="46"/>
                    <a:pt x="222" y="48"/>
                    <a:pt x="220" y="52"/>
                  </a:cubicBezTo>
                  <a:cubicBezTo>
                    <a:pt x="220" y="55"/>
                    <a:pt x="218" y="57"/>
                    <a:pt x="216" y="59"/>
                  </a:cubicBezTo>
                  <a:cubicBezTo>
                    <a:pt x="214" y="61"/>
                    <a:pt x="210" y="61"/>
                    <a:pt x="207" y="62"/>
                  </a:cubicBezTo>
                  <a:cubicBezTo>
                    <a:pt x="201" y="64"/>
                    <a:pt x="195" y="67"/>
                    <a:pt x="189" y="70"/>
                  </a:cubicBezTo>
                  <a:cubicBezTo>
                    <a:pt x="182" y="73"/>
                    <a:pt x="177" y="78"/>
                    <a:pt x="169" y="82"/>
                  </a:cubicBezTo>
                  <a:cubicBezTo>
                    <a:pt x="164" y="84"/>
                    <a:pt x="160" y="85"/>
                    <a:pt x="157" y="89"/>
                  </a:cubicBezTo>
                  <a:cubicBezTo>
                    <a:pt x="154" y="93"/>
                    <a:pt x="151" y="98"/>
                    <a:pt x="148" y="102"/>
                  </a:cubicBezTo>
                  <a:cubicBezTo>
                    <a:pt x="145" y="106"/>
                    <a:pt x="146" y="110"/>
                    <a:pt x="142" y="114"/>
                  </a:cubicBezTo>
                  <a:cubicBezTo>
                    <a:pt x="135" y="120"/>
                    <a:pt x="129" y="126"/>
                    <a:pt x="123" y="133"/>
                  </a:cubicBezTo>
                  <a:cubicBezTo>
                    <a:pt x="121" y="135"/>
                    <a:pt x="119" y="137"/>
                    <a:pt x="118" y="140"/>
                  </a:cubicBezTo>
                  <a:cubicBezTo>
                    <a:pt x="117" y="141"/>
                    <a:pt x="118" y="142"/>
                    <a:pt x="117" y="143"/>
                  </a:cubicBezTo>
                  <a:cubicBezTo>
                    <a:pt x="116" y="145"/>
                    <a:pt x="113" y="147"/>
                    <a:pt x="112" y="149"/>
                  </a:cubicBezTo>
                  <a:cubicBezTo>
                    <a:pt x="108" y="152"/>
                    <a:pt x="103" y="152"/>
                    <a:pt x="98" y="153"/>
                  </a:cubicBezTo>
                  <a:cubicBezTo>
                    <a:pt x="97" y="154"/>
                    <a:pt x="95" y="154"/>
                    <a:pt x="94" y="155"/>
                  </a:cubicBezTo>
                  <a:cubicBezTo>
                    <a:pt x="93" y="155"/>
                    <a:pt x="91" y="157"/>
                    <a:pt x="91" y="157"/>
                  </a:cubicBezTo>
                  <a:cubicBezTo>
                    <a:pt x="87" y="158"/>
                    <a:pt x="85" y="155"/>
                    <a:pt x="82" y="154"/>
                  </a:cubicBezTo>
                  <a:cubicBezTo>
                    <a:pt x="77" y="151"/>
                    <a:pt x="70" y="149"/>
                    <a:pt x="65" y="148"/>
                  </a:cubicBezTo>
                  <a:cubicBezTo>
                    <a:pt x="64" y="148"/>
                    <a:pt x="61" y="146"/>
                    <a:pt x="61" y="146"/>
                  </a:cubicBezTo>
                  <a:cubicBezTo>
                    <a:pt x="60" y="146"/>
                    <a:pt x="59" y="147"/>
                    <a:pt x="58" y="148"/>
                  </a:cubicBezTo>
                  <a:cubicBezTo>
                    <a:pt x="55" y="149"/>
                    <a:pt x="54" y="150"/>
                    <a:pt x="51" y="151"/>
                  </a:cubicBezTo>
                  <a:cubicBezTo>
                    <a:pt x="50" y="152"/>
                    <a:pt x="47" y="153"/>
                    <a:pt x="45" y="153"/>
                  </a:cubicBezTo>
                  <a:cubicBezTo>
                    <a:pt x="41" y="153"/>
                    <a:pt x="40" y="150"/>
                    <a:pt x="39" y="149"/>
                  </a:cubicBezTo>
                  <a:cubicBezTo>
                    <a:pt x="37" y="146"/>
                    <a:pt x="37" y="146"/>
                    <a:pt x="37" y="146"/>
                  </a:cubicBezTo>
                  <a:cubicBezTo>
                    <a:pt x="36" y="145"/>
                    <a:pt x="35" y="144"/>
                    <a:pt x="34" y="144"/>
                  </a:cubicBezTo>
                  <a:cubicBezTo>
                    <a:pt x="30" y="141"/>
                    <a:pt x="29" y="142"/>
                    <a:pt x="25" y="143"/>
                  </a:cubicBezTo>
                  <a:cubicBezTo>
                    <a:pt x="18" y="145"/>
                    <a:pt x="11" y="145"/>
                    <a:pt x="4" y="140"/>
                  </a:cubicBezTo>
                  <a:cubicBezTo>
                    <a:pt x="4" y="141"/>
                    <a:pt x="4" y="141"/>
                    <a:pt x="4" y="142"/>
                  </a:cubicBezTo>
                  <a:cubicBezTo>
                    <a:pt x="0" y="146"/>
                    <a:pt x="4" y="155"/>
                    <a:pt x="7" y="158"/>
                  </a:cubicBezTo>
                  <a:cubicBezTo>
                    <a:pt x="10" y="161"/>
                    <a:pt x="12" y="161"/>
                    <a:pt x="13" y="164"/>
                  </a:cubicBezTo>
                  <a:cubicBezTo>
                    <a:pt x="15" y="168"/>
                    <a:pt x="17" y="172"/>
                    <a:pt x="18" y="175"/>
                  </a:cubicBezTo>
                  <a:cubicBezTo>
                    <a:pt x="19" y="179"/>
                    <a:pt x="21" y="181"/>
                    <a:pt x="23" y="183"/>
                  </a:cubicBezTo>
                  <a:cubicBezTo>
                    <a:pt x="25" y="185"/>
                    <a:pt x="27" y="188"/>
                    <a:pt x="29" y="190"/>
                  </a:cubicBezTo>
                  <a:cubicBezTo>
                    <a:pt x="32" y="193"/>
                    <a:pt x="33" y="193"/>
                    <a:pt x="34" y="196"/>
                  </a:cubicBezTo>
                  <a:cubicBezTo>
                    <a:pt x="36" y="200"/>
                    <a:pt x="34" y="203"/>
                    <a:pt x="37" y="206"/>
                  </a:cubicBezTo>
                  <a:cubicBezTo>
                    <a:pt x="38" y="208"/>
                    <a:pt x="41" y="209"/>
                    <a:pt x="43" y="211"/>
                  </a:cubicBezTo>
                  <a:cubicBezTo>
                    <a:pt x="46" y="215"/>
                    <a:pt x="45" y="217"/>
                    <a:pt x="44" y="221"/>
                  </a:cubicBezTo>
                  <a:cubicBezTo>
                    <a:pt x="44" y="224"/>
                    <a:pt x="45" y="225"/>
                    <a:pt x="46" y="228"/>
                  </a:cubicBezTo>
                  <a:cubicBezTo>
                    <a:pt x="48" y="231"/>
                    <a:pt x="50" y="235"/>
                    <a:pt x="51" y="239"/>
                  </a:cubicBezTo>
                  <a:cubicBezTo>
                    <a:pt x="52" y="242"/>
                    <a:pt x="53" y="247"/>
                    <a:pt x="55" y="251"/>
                  </a:cubicBezTo>
                  <a:cubicBezTo>
                    <a:pt x="57" y="253"/>
                    <a:pt x="60" y="253"/>
                    <a:pt x="62" y="254"/>
                  </a:cubicBezTo>
                  <a:cubicBezTo>
                    <a:pt x="64" y="255"/>
                    <a:pt x="65" y="254"/>
                    <a:pt x="66" y="256"/>
                  </a:cubicBezTo>
                  <a:cubicBezTo>
                    <a:pt x="67" y="258"/>
                    <a:pt x="64" y="258"/>
                    <a:pt x="65" y="259"/>
                  </a:cubicBezTo>
                  <a:cubicBezTo>
                    <a:pt x="65" y="260"/>
                    <a:pt x="68" y="261"/>
                    <a:pt x="69" y="261"/>
                  </a:cubicBezTo>
                  <a:cubicBezTo>
                    <a:pt x="70" y="262"/>
                    <a:pt x="71" y="264"/>
                    <a:pt x="73" y="265"/>
                  </a:cubicBezTo>
                  <a:cubicBezTo>
                    <a:pt x="75" y="266"/>
                    <a:pt x="78" y="266"/>
                    <a:pt x="80" y="268"/>
                  </a:cubicBezTo>
                  <a:cubicBezTo>
                    <a:pt x="81" y="270"/>
                    <a:pt x="81" y="272"/>
                    <a:pt x="82" y="273"/>
                  </a:cubicBezTo>
                  <a:cubicBezTo>
                    <a:pt x="83" y="273"/>
                    <a:pt x="85" y="273"/>
                    <a:pt x="87" y="274"/>
                  </a:cubicBezTo>
                  <a:cubicBezTo>
                    <a:pt x="88" y="275"/>
                    <a:pt x="88" y="276"/>
                    <a:pt x="90" y="277"/>
                  </a:cubicBezTo>
                  <a:cubicBezTo>
                    <a:pt x="92" y="279"/>
                    <a:pt x="96" y="279"/>
                    <a:pt x="98" y="280"/>
                  </a:cubicBezTo>
                  <a:cubicBezTo>
                    <a:pt x="101" y="282"/>
                    <a:pt x="105" y="281"/>
                    <a:pt x="108" y="283"/>
                  </a:cubicBezTo>
                  <a:cubicBezTo>
                    <a:pt x="109" y="283"/>
                    <a:pt x="110" y="285"/>
                    <a:pt x="111" y="286"/>
                  </a:cubicBezTo>
                  <a:cubicBezTo>
                    <a:pt x="112" y="287"/>
                    <a:pt x="114" y="286"/>
                    <a:pt x="115" y="287"/>
                  </a:cubicBezTo>
                  <a:cubicBezTo>
                    <a:pt x="119" y="288"/>
                    <a:pt x="119" y="291"/>
                    <a:pt x="120" y="294"/>
                  </a:cubicBezTo>
                  <a:cubicBezTo>
                    <a:pt x="122" y="301"/>
                    <a:pt x="121" y="307"/>
                    <a:pt x="121" y="313"/>
                  </a:cubicBezTo>
                  <a:cubicBezTo>
                    <a:pt x="126" y="311"/>
                    <a:pt x="131" y="312"/>
                    <a:pt x="137" y="312"/>
                  </a:cubicBezTo>
                  <a:cubicBezTo>
                    <a:pt x="139" y="312"/>
                    <a:pt x="144" y="312"/>
                    <a:pt x="146" y="313"/>
                  </a:cubicBezTo>
                  <a:cubicBezTo>
                    <a:pt x="148" y="316"/>
                    <a:pt x="146" y="318"/>
                    <a:pt x="145" y="320"/>
                  </a:cubicBezTo>
                  <a:cubicBezTo>
                    <a:pt x="145" y="323"/>
                    <a:pt x="146" y="326"/>
                    <a:pt x="146" y="329"/>
                  </a:cubicBezTo>
                  <a:cubicBezTo>
                    <a:pt x="147" y="332"/>
                    <a:pt x="145" y="334"/>
                    <a:pt x="144" y="337"/>
                  </a:cubicBezTo>
                  <a:cubicBezTo>
                    <a:pt x="143" y="340"/>
                    <a:pt x="144" y="343"/>
                    <a:pt x="144" y="346"/>
                  </a:cubicBezTo>
                  <a:cubicBezTo>
                    <a:pt x="144" y="349"/>
                    <a:pt x="144" y="352"/>
                    <a:pt x="147" y="355"/>
                  </a:cubicBezTo>
                  <a:cubicBezTo>
                    <a:pt x="149" y="358"/>
                    <a:pt x="152" y="359"/>
                    <a:pt x="154" y="363"/>
                  </a:cubicBezTo>
                  <a:cubicBezTo>
                    <a:pt x="156" y="366"/>
                    <a:pt x="157" y="370"/>
                    <a:pt x="159" y="373"/>
                  </a:cubicBezTo>
                  <a:cubicBezTo>
                    <a:pt x="160" y="375"/>
                    <a:pt x="159" y="377"/>
                    <a:pt x="161" y="379"/>
                  </a:cubicBezTo>
                  <a:cubicBezTo>
                    <a:pt x="163" y="383"/>
                    <a:pt x="167" y="383"/>
                    <a:pt x="172" y="384"/>
                  </a:cubicBezTo>
                  <a:cubicBezTo>
                    <a:pt x="177" y="384"/>
                    <a:pt x="180" y="384"/>
                    <a:pt x="184" y="385"/>
                  </a:cubicBezTo>
                  <a:cubicBezTo>
                    <a:pt x="187" y="387"/>
                    <a:pt x="189" y="388"/>
                    <a:pt x="192" y="387"/>
                  </a:cubicBezTo>
                  <a:cubicBezTo>
                    <a:pt x="199" y="387"/>
                    <a:pt x="204" y="390"/>
                    <a:pt x="211" y="393"/>
                  </a:cubicBezTo>
                  <a:cubicBezTo>
                    <a:pt x="214" y="394"/>
                    <a:pt x="217" y="395"/>
                    <a:pt x="221" y="396"/>
                  </a:cubicBezTo>
                  <a:cubicBezTo>
                    <a:pt x="226" y="397"/>
                    <a:pt x="224" y="398"/>
                    <a:pt x="223" y="402"/>
                  </a:cubicBezTo>
                  <a:cubicBezTo>
                    <a:pt x="223" y="402"/>
                    <a:pt x="216" y="418"/>
                    <a:pt x="235" y="414"/>
                  </a:cubicBezTo>
                  <a:cubicBezTo>
                    <a:pt x="236" y="414"/>
                    <a:pt x="236" y="417"/>
                    <a:pt x="237" y="418"/>
                  </a:cubicBezTo>
                  <a:cubicBezTo>
                    <a:pt x="237" y="418"/>
                    <a:pt x="239" y="420"/>
                    <a:pt x="240" y="420"/>
                  </a:cubicBezTo>
                  <a:cubicBezTo>
                    <a:pt x="243" y="422"/>
                    <a:pt x="241" y="421"/>
                    <a:pt x="246" y="421"/>
                  </a:cubicBezTo>
                  <a:cubicBezTo>
                    <a:pt x="247" y="420"/>
                    <a:pt x="248" y="421"/>
                    <a:pt x="250" y="421"/>
                  </a:cubicBezTo>
                  <a:cubicBezTo>
                    <a:pt x="251" y="420"/>
                    <a:pt x="251" y="420"/>
                    <a:pt x="254" y="419"/>
                  </a:cubicBezTo>
                  <a:cubicBezTo>
                    <a:pt x="256" y="418"/>
                    <a:pt x="259" y="418"/>
                    <a:pt x="262" y="419"/>
                  </a:cubicBezTo>
                  <a:cubicBezTo>
                    <a:pt x="266" y="419"/>
                    <a:pt x="268" y="421"/>
                    <a:pt x="272" y="422"/>
                  </a:cubicBezTo>
                  <a:cubicBezTo>
                    <a:pt x="275" y="422"/>
                    <a:pt x="276" y="423"/>
                    <a:pt x="278" y="424"/>
                  </a:cubicBezTo>
                  <a:cubicBezTo>
                    <a:pt x="280" y="425"/>
                    <a:pt x="283" y="428"/>
                    <a:pt x="286" y="429"/>
                  </a:cubicBezTo>
                  <a:cubicBezTo>
                    <a:pt x="289" y="430"/>
                    <a:pt x="291" y="429"/>
                    <a:pt x="295" y="430"/>
                  </a:cubicBezTo>
                  <a:cubicBezTo>
                    <a:pt x="298" y="432"/>
                    <a:pt x="299" y="432"/>
                    <a:pt x="303" y="431"/>
                  </a:cubicBezTo>
                  <a:cubicBezTo>
                    <a:pt x="307" y="430"/>
                    <a:pt x="311" y="430"/>
                    <a:pt x="314" y="430"/>
                  </a:cubicBezTo>
                  <a:cubicBezTo>
                    <a:pt x="320" y="430"/>
                    <a:pt x="329" y="427"/>
                    <a:pt x="335" y="429"/>
                  </a:cubicBezTo>
                  <a:cubicBezTo>
                    <a:pt x="342" y="432"/>
                    <a:pt x="352" y="429"/>
                    <a:pt x="355" y="436"/>
                  </a:cubicBezTo>
                  <a:cubicBezTo>
                    <a:pt x="369" y="426"/>
                    <a:pt x="380" y="413"/>
                    <a:pt x="391" y="401"/>
                  </a:cubicBezTo>
                  <a:cubicBezTo>
                    <a:pt x="397" y="395"/>
                    <a:pt x="403" y="389"/>
                    <a:pt x="408" y="382"/>
                  </a:cubicBezTo>
                  <a:cubicBezTo>
                    <a:pt x="412" y="379"/>
                    <a:pt x="415" y="375"/>
                    <a:pt x="419" y="371"/>
                  </a:cubicBezTo>
                  <a:cubicBezTo>
                    <a:pt x="422" y="368"/>
                    <a:pt x="425" y="363"/>
                    <a:pt x="429" y="368"/>
                  </a:cubicBezTo>
                  <a:cubicBezTo>
                    <a:pt x="428" y="366"/>
                    <a:pt x="427" y="364"/>
                    <a:pt x="426" y="362"/>
                  </a:cubicBezTo>
                  <a:cubicBezTo>
                    <a:pt x="424" y="359"/>
                    <a:pt x="422" y="355"/>
                    <a:pt x="422" y="353"/>
                  </a:cubicBezTo>
                  <a:cubicBezTo>
                    <a:pt x="423" y="350"/>
                    <a:pt x="428" y="347"/>
                    <a:pt x="430" y="344"/>
                  </a:cubicBezTo>
                  <a:cubicBezTo>
                    <a:pt x="434" y="337"/>
                    <a:pt x="427" y="326"/>
                    <a:pt x="432" y="320"/>
                  </a:cubicBezTo>
                  <a:cubicBezTo>
                    <a:pt x="435" y="316"/>
                    <a:pt x="438" y="318"/>
                    <a:pt x="442" y="316"/>
                  </a:cubicBezTo>
                  <a:cubicBezTo>
                    <a:pt x="444" y="314"/>
                    <a:pt x="445" y="310"/>
                    <a:pt x="447" y="308"/>
                  </a:cubicBezTo>
                  <a:cubicBezTo>
                    <a:pt x="449" y="305"/>
                    <a:pt x="451" y="303"/>
                    <a:pt x="453" y="301"/>
                  </a:cubicBezTo>
                  <a:cubicBezTo>
                    <a:pt x="454" y="298"/>
                    <a:pt x="454" y="295"/>
                    <a:pt x="455" y="292"/>
                  </a:cubicBezTo>
                  <a:cubicBezTo>
                    <a:pt x="456" y="291"/>
                    <a:pt x="456" y="289"/>
                    <a:pt x="457" y="288"/>
                  </a:cubicBezTo>
                  <a:cubicBezTo>
                    <a:pt x="457" y="287"/>
                    <a:pt x="459" y="287"/>
                    <a:pt x="459" y="286"/>
                  </a:cubicBezTo>
                  <a:cubicBezTo>
                    <a:pt x="460" y="286"/>
                    <a:pt x="459" y="284"/>
                    <a:pt x="460" y="284"/>
                  </a:cubicBezTo>
                  <a:cubicBezTo>
                    <a:pt x="460" y="283"/>
                    <a:pt x="463" y="283"/>
                    <a:pt x="463" y="283"/>
                  </a:cubicBezTo>
                  <a:cubicBezTo>
                    <a:pt x="464" y="282"/>
                    <a:pt x="463" y="282"/>
                    <a:pt x="463" y="281"/>
                  </a:cubicBezTo>
                  <a:cubicBezTo>
                    <a:pt x="464" y="278"/>
                    <a:pt x="464" y="274"/>
                    <a:pt x="465" y="271"/>
                  </a:cubicBezTo>
                  <a:cubicBezTo>
                    <a:pt x="465" y="270"/>
                    <a:pt x="466" y="268"/>
                    <a:pt x="466" y="267"/>
                  </a:cubicBezTo>
                  <a:cubicBezTo>
                    <a:pt x="465" y="266"/>
                    <a:pt x="463" y="266"/>
                    <a:pt x="462" y="265"/>
                  </a:cubicBezTo>
                  <a:cubicBezTo>
                    <a:pt x="462" y="264"/>
                    <a:pt x="463" y="261"/>
                    <a:pt x="462" y="260"/>
                  </a:cubicBezTo>
                  <a:cubicBezTo>
                    <a:pt x="460" y="258"/>
                    <a:pt x="461" y="260"/>
                    <a:pt x="459" y="261"/>
                  </a:cubicBezTo>
                  <a:cubicBezTo>
                    <a:pt x="456" y="262"/>
                    <a:pt x="454" y="262"/>
                    <a:pt x="454" y="258"/>
                  </a:cubicBezTo>
                  <a:cubicBezTo>
                    <a:pt x="454" y="256"/>
                    <a:pt x="456" y="251"/>
                    <a:pt x="455" y="249"/>
                  </a:cubicBezTo>
                  <a:cubicBezTo>
                    <a:pt x="453" y="247"/>
                    <a:pt x="452" y="249"/>
                    <a:pt x="451" y="248"/>
                  </a:cubicBezTo>
                  <a:cubicBezTo>
                    <a:pt x="450" y="247"/>
                    <a:pt x="451" y="244"/>
                    <a:pt x="451" y="243"/>
                  </a:cubicBezTo>
                  <a:cubicBezTo>
                    <a:pt x="452" y="240"/>
                    <a:pt x="454" y="238"/>
                    <a:pt x="455" y="236"/>
                  </a:cubicBezTo>
                  <a:cubicBezTo>
                    <a:pt x="456" y="233"/>
                    <a:pt x="456" y="228"/>
                    <a:pt x="457" y="225"/>
                  </a:cubicBezTo>
                  <a:cubicBezTo>
                    <a:pt x="458" y="223"/>
                    <a:pt x="456" y="219"/>
                    <a:pt x="454" y="219"/>
                  </a:cubicBezTo>
                  <a:cubicBezTo>
                    <a:pt x="451" y="217"/>
                    <a:pt x="448" y="221"/>
                    <a:pt x="447" y="216"/>
                  </a:cubicBezTo>
                  <a:cubicBezTo>
                    <a:pt x="447" y="214"/>
                    <a:pt x="449" y="214"/>
                    <a:pt x="449" y="212"/>
                  </a:cubicBezTo>
                  <a:cubicBezTo>
                    <a:pt x="449" y="211"/>
                    <a:pt x="447" y="209"/>
                    <a:pt x="447" y="208"/>
                  </a:cubicBezTo>
                  <a:cubicBezTo>
                    <a:pt x="448" y="206"/>
                    <a:pt x="451" y="204"/>
                    <a:pt x="454" y="203"/>
                  </a:cubicBezTo>
                  <a:cubicBezTo>
                    <a:pt x="456" y="203"/>
                    <a:pt x="460" y="205"/>
                    <a:pt x="461" y="202"/>
                  </a:cubicBezTo>
                  <a:cubicBezTo>
                    <a:pt x="463" y="197"/>
                    <a:pt x="460" y="195"/>
                    <a:pt x="459" y="191"/>
                  </a:cubicBezTo>
                  <a:cubicBezTo>
                    <a:pt x="459" y="187"/>
                    <a:pt x="460" y="187"/>
                    <a:pt x="463" y="185"/>
                  </a:cubicBezTo>
                  <a:cubicBezTo>
                    <a:pt x="464" y="185"/>
                    <a:pt x="466" y="184"/>
                    <a:pt x="466" y="183"/>
                  </a:cubicBezTo>
                  <a:cubicBezTo>
                    <a:pt x="467" y="182"/>
                    <a:pt x="466" y="181"/>
                    <a:pt x="466" y="180"/>
                  </a:cubicBezTo>
                  <a:cubicBezTo>
                    <a:pt x="467" y="179"/>
                    <a:pt x="470" y="177"/>
                    <a:pt x="470" y="176"/>
                  </a:cubicBezTo>
                  <a:cubicBezTo>
                    <a:pt x="470" y="174"/>
                    <a:pt x="467" y="172"/>
                    <a:pt x="466" y="171"/>
                  </a:cubicBezTo>
                  <a:cubicBezTo>
                    <a:pt x="464" y="168"/>
                    <a:pt x="466" y="166"/>
                    <a:pt x="466" y="164"/>
                  </a:cubicBezTo>
                  <a:cubicBezTo>
                    <a:pt x="466" y="161"/>
                    <a:pt x="465" y="158"/>
                    <a:pt x="465" y="155"/>
                  </a:cubicBezTo>
                  <a:cubicBezTo>
                    <a:pt x="464" y="152"/>
                    <a:pt x="465" y="150"/>
                    <a:pt x="465" y="146"/>
                  </a:cubicBezTo>
                  <a:cubicBezTo>
                    <a:pt x="464" y="142"/>
                    <a:pt x="467" y="141"/>
                    <a:pt x="469" y="139"/>
                  </a:cubicBezTo>
                  <a:cubicBezTo>
                    <a:pt x="470" y="137"/>
                    <a:pt x="469" y="134"/>
                    <a:pt x="469" y="132"/>
                  </a:cubicBezTo>
                  <a:cubicBezTo>
                    <a:pt x="470" y="131"/>
                    <a:pt x="471" y="129"/>
                    <a:pt x="470" y="128"/>
                  </a:cubicBezTo>
                  <a:cubicBezTo>
                    <a:pt x="470" y="125"/>
                    <a:pt x="466" y="126"/>
                    <a:pt x="466" y="122"/>
                  </a:cubicBezTo>
                  <a:cubicBezTo>
                    <a:pt x="465" y="120"/>
                    <a:pt x="468" y="118"/>
                    <a:pt x="469" y="116"/>
                  </a:cubicBezTo>
                  <a:cubicBezTo>
                    <a:pt x="469" y="114"/>
                    <a:pt x="471" y="113"/>
                    <a:pt x="471" y="112"/>
                  </a:cubicBezTo>
                  <a:cubicBezTo>
                    <a:pt x="471" y="110"/>
                    <a:pt x="469" y="110"/>
                    <a:pt x="468" y="109"/>
                  </a:cubicBezTo>
                  <a:cubicBezTo>
                    <a:pt x="467" y="106"/>
                    <a:pt x="468" y="102"/>
                    <a:pt x="467" y="98"/>
                  </a:cubicBezTo>
                  <a:cubicBezTo>
                    <a:pt x="466" y="95"/>
                    <a:pt x="464" y="92"/>
                    <a:pt x="462" y="88"/>
                  </a:cubicBezTo>
                  <a:cubicBezTo>
                    <a:pt x="460" y="85"/>
                    <a:pt x="460" y="85"/>
                    <a:pt x="463" y="83"/>
                  </a:cubicBezTo>
                  <a:cubicBezTo>
                    <a:pt x="465" y="80"/>
                    <a:pt x="466" y="78"/>
                    <a:pt x="467" y="76"/>
                  </a:cubicBezTo>
                  <a:cubicBezTo>
                    <a:pt x="469" y="70"/>
                    <a:pt x="468" y="71"/>
                    <a:pt x="463" y="71"/>
                  </a:cubicBezTo>
                  <a:cubicBezTo>
                    <a:pt x="462" y="71"/>
                    <a:pt x="456" y="71"/>
                    <a:pt x="455" y="70"/>
                  </a:cubicBezTo>
                  <a:cubicBezTo>
                    <a:pt x="453" y="69"/>
                    <a:pt x="453" y="69"/>
                    <a:pt x="452" y="66"/>
                  </a:cubicBezTo>
                  <a:cubicBezTo>
                    <a:pt x="451" y="63"/>
                    <a:pt x="452" y="63"/>
                    <a:pt x="448" y="61"/>
                  </a:cubicBezTo>
                  <a:cubicBezTo>
                    <a:pt x="445" y="60"/>
                    <a:pt x="442" y="59"/>
                    <a:pt x="439" y="57"/>
                  </a:cubicBezTo>
                  <a:cubicBezTo>
                    <a:pt x="436" y="56"/>
                    <a:pt x="433" y="55"/>
                    <a:pt x="430" y="54"/>
                  </a:cubicBezTo>
                  <a:cubicBezTo>
                    <a:pt x="424" y="52"/>
                    <a:pt x="417" y="54"/>
                    <a:pt x="411" y="53"/>
                  </a:cubicBezTo>
                  <a:cubicBezTo>
                    <a:pt x="410" y="53"/>
                    <a:pt x="407" y="53"/>
                    <a:pt x="406" y="52"/>
                  </a:cubicBezTo>
                  <a:cubicBezTo>
                    <a:pt x="404" y="51"/>
                    <a:pt x="406" y="50"/>
                    <a:pt x="405" y="48"/>
                  </a:cubicBezTo>
                  <a:cubicBezTo>
                    <a:pt x="403" y="46"/>
                    <a:pt x="400" y="44"/>
                    <a:pt x="398" y="42"/>
                  </a:cubicBezTo>
                  <a:cubicBezTo>
                    <a:pt x="393" y="36"/>
                    <a:pt x="386" y="39"/>
                    <a:pt x="381" y="36"/>
                  </a:cubicBezTo>
                  <a:cubicBezTo>
                    <a:pt x="379" y="35"/>
                    <a:pt x="377" y="35"/>
                    <a:pt x="376" y="34"/>
                  </a:cubicBezTo>
                  <a:cubicBezTo>
                    <a:pt x="375" y="34"/>
                    <a:pt x="373" y="32"/>
                    <a:pt x="372" y="31"/>
                  </a:cubicBezTo>
                  <a:cubicBezTo>
                    <a:pt x="371" y="29"/>
                    <a:pt x="370" y="26"/>
                    <a:pt x="367" y="26"/>
                  </a:cubicBezTo>
                  <a:cubicBezTo>
                    <a:pt x="364" y="26"/>
                    <a:pt x="361" y="24"/>
                    <a:pt x="358" y="25"/>
                  </a:cubicBezTo>
                  <a:cubicBezTo>
                    <a:pt x="356" y="25"/>
                    <a:pt x="354" y="29"/>
                    <a:pt x="352" y="29"/>
                  </a:cubicBezTo>
                  <a:cubicBezTo>
                    <a:pt x="350" y="29"/>
                    <a:pt x="349" y="27"/>
                    <a:pt x="348" y="26"/>
                  </a:cubicBezTo>
                  <a:cubicBezTo>
                    <a:pt x="346" y="24"/>
                    <a:pt x="343" y="25"/>
                    <a:pt x="340" y="25"/>
                  </a:cubicBezTo>
                  <a:cubicBezTo>
                    <a:pt x="332" y="25"/>
                    <a:pt x="324" y="25"/>
                    <a:pt x="316" y="25"/>
                  </a:cubicBezTo>
                  <a:cubicBezTo>
                    <a:pt x="317" y="17"/>
                    <a:pt x="317" y="9"/>
                    <a:pt x="317" y="1"/>
                  </a:cubicBezTo>
                  <a:cubicBezTo>
                    <a:pt x="313" y="3"/>
                    <a:pt x="311" y="2"/>
                    <a:pt x="308" y="2"/>
                  </a:cubicBezTo>
                  <a:cubicBezTo>
                    <a:pt x="306" y="2"/>
                    <a:pt x="305" y="3"/>
                    <a:pt x="304" y="2"/>
                  </a:cubicBezTo>
                  <a:cubicBezTo>
                    <a:pt x="303" y="2"/>
                    <a:pt x="301" y="1"/>
                    <a:pt x="300" y="1"/>
                  </a:cubicBezTo>
                  <a:cubicBezTo>
                    <a:pt x="296" y="1"/>
                    <a:pt x="293" y="2"/>
                    <a:pt x="289" y="1"/>
                  </a:cubicBezTo>
                  <a:cubicBezTo>
                    <a:pt x="285" y="0"/>
                    <a:pt x="282" y="0"/>
                    <a:pt x="278" y="1"/>
                  </a:cubicBezTo>
                  <a:cubicBezTo>
                    <a:pt x="276" y="2"/>
                    <a:pt x="274" y="3"/>
                    <a:pt x="272" y="3"/>
                  </a:cubicBezTo>
                  <a:cubicBezTo>
                    <a:pt x="270" y="3"/>
                    <a:pt x="269" y="3"/>
                    <a:pt x="267" y="3"/>
                  </a:cubicBezTo>
                  <a:cubicBezTo>
                    <a:pt x="265" y="3"/>
                    <a:pt x="265" y="4"/>
                    <a:pt x="263" y="5"/>
                  </a:cubicBezTo>
                  <a:cubicBezTo>
                    <a:pt x="261" y="6"/>
                    <a:pt x="260" y="6"/>
                    <a:pt x="258" y="6"/>
                  </a:cubicBezTo>
                  <a:cubicBezTo>
                    <a:pt x="255" y="7"/>
                    <a:pt x="252" y="8"/>
                    <a:pt x="249" y="9"/>
                  </a:cubicBezTo>
                  <a:cubicBezTo>
                    <a:pt x="245" y="11"/>
                    <a:pt x="242" y="14"/>
                    <a:pt x="238" y="17"/>
                  </a:cubicBezTo>
                  <a:cubicBezTo>
                    <a:pt x="236" y="18"/>
                    <a:pt x="236" y="20"/>
                    <a:pt x="234" y="21"/>
                  </a:cubicBezTo>
                  <a:cubicBezTo>
                    <a:pt x="233" y="22"/>
                    <a:pt x="230" y="22"/>
                    <a:pt x="228" y="2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4" name="Freeform 94">
              <a:extLst>
                <a:ext uri="{FF2B5EF4-FFF2-40B4-BE49-F238E27FC236}">
                  <a16:creationId xmlns:a16="http://schemas.microsoft.com/office/drawing/2014/main" id="{0B84CAAD-9360-43A5-8EE9-BA6D5FCE2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1113" y="1054100"/>
              <a:ext cx="771525" cy="730250"/>
            </a:xfrm>
            <a:custGeom>
              <a:avLst/>
              <a:gdLst>
                <a:gd name="T0" fmla="*/ 411 w 682"/>
                <a:gd name="T1" fmla="*/ 629 h 647"/>
                <a:gd name="T2" fmla="*/ 12 w 682"/>
                <a:gd name="T3" fmla="*/ 133 h 647"/>
                <a:gd name="T4" fmla="*/ 13 w 682"/>
                <a:gd name="T5" fmla="*/ 76 h 647"/>
                <a:gd name="T6" fmla="*/ 31 w 682"/>
                <a:gd name="T7" fmla="*/ 5 h 647"/>
                <a:gd name="T8" fmla="*/ 131 w 682"/>
                <a:gd name="T9" fmla="*/ 14 h 647"/>
                <a:gd name="T10" fmla="*/ 174 w 682"/>
                <a:gd name="T11" fmla="*/ 31 h 647"/>
                <a:gd name="T12" fmla="*/ 228 w 682"/>
                <a:gd name="T13" fmla="*/ 40 h 647"/>
                <a:gd name="T14" fmla="*/ 308 w 682"/>
                <a:gd name="T15" fmla="*/ 24 h 647"/>
                <a:gd name="T16" fmla="*/ 337 w 682"/>
                <a:gd name="T17" fmla="*/ 13 h 647"/>
                <a:gd name="T18" fmla="*/ 429 w 682"/>
                <a:gd name="T19" fmla="*/ 17 h 647"/>
                <a:gd name="T20" fmla="*/ 463 w 682"/>
                <a:gd name="T21" fmla="*/ 38 h 647"/>
                <a:gd name="T22" fmla="*/ 520 w 682"/>
                <a:gd name="T23" fmla="*/ 35 h 647"/>
                <a:gd name="T24" fmla="*/ 582 w 682"/>
                <a:gd name="T25" fmla="*/ 78 h 647"/>
                <a:gd name="T26" fmla="*/ 596 w 682"/>
                <a:gd name="T27" fmla="*/ 170 h 647"/>
                <a:gd name="T28" fmla="*/ 584 w 682"/>
                <a:gd name="T29" fmla="*/ 223 h 647"/>
                <a:gd name="T30" fmla="*/ 566 w 682"/>
                <a:gd name="T31" fmla="*/ 258 h 647"/>
                <a:gd name="T32" fmla="*/ 526 w 682"/>
                <a:gd name="T33" fmla="*/ 224 h 647"/>
                <a:gd name="T34" fmla="*/ 498 w 682"/>
                <a:gd name="T35" fmla="*/ 177 h 647"/>
                <a:gd name="T36" fmla="*/ 471 w 682"/>
                <a:gd name="T37" fmla="*/ 146 h 647"/>
                <a:gd name="T38" fmla="*/ 463 w 682"/>
                <a:gd name="T39" fmla="*/ 126 h 647"/>
                <a:gd name="T40" fmla="*/ 494 w 682"/>
                <a:gd name="T41" fmla="*/ 200 h 647"/>
                <a:gd name="T42" fmla="*/ 536 w 682"/>
                <a:gd name="T43" fmla="*/ 257 h 647"/>
                <a:gd name="T44" fmla="*/ 554 w 682"/>
                <a:gd name="T45" fmla="*/ 294 h 647"/>
                <a:gd name="T46" fmla="*/ 574 w 682"/>
                <a:gd name="T47" fmla="*/ 341 h 647"/>
                <a:gd name="T48" fmla="*/ 632 w 682"/>
                <a:gd name="T49" fmla="*/ 444 h 647"/>
                <a:gd name="T50" fmla="*/ 681 w 682"/>
                <a:gd name="T51" fmla="*/ 499 h 647"/>
                <a:gd name="T52" fmla="*/ 664 w 682"/>
                <a:gd name="T53" fmla="*/ 527 h 647"/>
                <a:gd name="T54" fmla="*/ 637 w 682"/>
                <a:gd name="T55" fmla="*/ 577 h 647"/>
                <a:gd name="T56" fmla="*/ 585 w 682"/>
                <a:gd name="T57" fmla="*/ 626 h 647"/>
                <a:gd name="T58" fmla="*/ 566 w 682"/>
                <a:gd name="T59" fmla="*/ 636 h 647"/>
                <a:gd name="T60" fmla="*/ 614 w 682"/>
                <a:gd name="T61" fmla="*/ 601 h 647"/>
                <a:gd name="T62" fmla="*/ 649 w 682"/>
                <a:gd name="T63" fmla="*/ 565 h 647"/>
                <a:gd name="T64" fmla="*/ 653 w 682"/>
                <a:gd name="T65" fmla="*/ 505 h 647"/>
                <a:gd name="T66" fmla="*/ 626 w 682"/>
                <a:gd name="T67" fmla="*/ 451 h 647"/>
                <a:gd name="T68" fmla="*/ 559 w 682"/>
                <a:gd name="T69" fmla="*/ 333 h 647"/>
                <a:gd name="T70" fmla="*/ 545 w 682"/>
                <a:gd name="T71" fmla="*/ 290 h 647"/>
                <a:gd name="T72" fmla="*/ 519 w 682"/>
                <a:gd name="T73" fmla="*/ 242 h 647"/>
                <a:gd name="T74" fmla="*/ 479 w 682"/>
                <a:gd name="T75" fmla="*/ 192 h 647"/>
                <a:gd name="T76" fmla="*/ 462 w 682"/>
                <a:gd name="T77" fmla="*/ 107 h 647"/>
                <a:gd name="T78" fmla="*/ 480 w 682"/>
                <a:gd name="T79" fmla="*/ 141 h 647"/>
                <a:gd name="T80" fmla="*/ 511 w 682"/>
                <a:gd name="T81" fmla="*/ 194 h 647"/>
                <a:gd name="T82" fmla="*/ 542 w 682"/>
                <a:gd name="T83" fmla="*/ 230 h 647"/>
                <a:gd name="T84" fmla="*/ 573 w 682"/>
                <a:gd name="T85" fmla="*/ 242 h 647"/>
                <a:gd name="T86" fmla="*/ 585 w 682"/>
                <a:gd name="T87" fmla="*/ 192 h 647"/>
                <a:gd name="T88" fmla="*/ 577 w 682"/>
                <a:gd name="T89" fmla="*/ 90 h 647"/>
                <a:gd name="T90" fmla="*/ 540 w 682"/>
                <a:gd name="T91" fmla="*/ 39 h 647"/>
                <a:gd name="T92" fmla="*/ 450 w 682"/>
                <a:gd name="T93" fmla="*/ 40 h 647"/>
                <a:gd name="T94" fmla="*/ 379 w 682"/>
                <a:gd name="T95" fmla="*/ 15 h 647"/>
                <a:gd name="T96" fmla="*/ 344 w 682"/>
                <a:gd name="T97" fmla="*/ 27 h 647"/>
                <a:gd name="T98" fmla="*/ 283 w 682"/>
                <a:gd name="T99" fmla="*/ 55 h 647"/>
                <a:gd name="T100" fmla="*/ 183 w 682"/>
                <a:gd name="T101" fmla="*/ 38 h 647"/>
                <a:gd name="T102" fmla="*/ 147 w 682"/>
                <a:gd name="T103" fmla="*/ 27 h 647"/>
                <a:gd name="T104" fmla="*/ 61 w 682"/>
                <a:gd name="T105" fmla="*/ 14 h 647"/>
                <a:gd name="T106" fmla="*/ 22 w 682"/>
                <a:gd name="T107" fmla="*/ 50 h 647"/>
                <a:gd name="T108" fmla="*/ 17 w 682"/>
                <a:gd name="T109" fmla="*/ 124 h 647"/>
                <a:gd name="T110" fmla="*/ 410 w 682"/>
                <a:gd name="T111" fmla="*/ 620 h 647"/>
                <a:gd name="T112" fmla="*/ 422 w 682"/>
                <a:gd name="T113" fmla="*/ 25 h 647"/>
                <a:gd name="T114" fmla="*/ 460 w 682"/>
                <a:gd name="T115" fmla="*/ 89 h 647"/>
                <a:gd name="T116" fmla="*/ 449 w 682"/>
                <a:gd name="T117" fmla="*/ 79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82" h="647">
                  <a:moveTo>
                    <a:pt x="554" y="647"/>
                  </a:moveTo>
                  <a:cubicBezTo>
                    <a:pt x="550" y="647"/>
                    <a:pt x="547" y="645"/>
                    <a:pt x="544" y="643"/>
                  </a:cubicBezTo>
                  <a:cubicBezTo>
                    <a:pt x="525" y="629"/>
                    <a:pt x="525" y="629"/>
                    <a:pt x="525" y="629"/>
                  </a:cubicBezTo>
                  <a:cubicBezTo>
                    <a:pt x="438" y="629"/>
                    <a:pt x="438" y="629"/>
                    <a:pt x="438" y="629"/>
                  </a:cubicBezTo>
                  <a:cubicBezTo>
                    <a:pt x="437" y="629"/>
                    <a:pt x="436" y="629"/>
                    <a:pt x="435" y="629"/>
                  </a:cubicBezTo>
                  <a:cubicBezTo>
                    <a:pt x="431" y="629"/>
                    <a:pt x="424" y="631"/>
                    <a:pt x="421" y="626"/>
                  </a:cubicBezTo>
                  <a:cubicBezTo>
                    <a:pt x="420" y="625"/>
                    <a:pt x="419" y="622"/>
                    <a:pt x="420" y="621"/>
                  </a:cubicBezTo>
                  <a:cubicBezTo>
                    <a:pt x="420" y="620"/>
                    <a:pt x="421" y="619"/>
                    <a:pt x="421" y="618"/>
                  </a:cubicBezTo>
                  <a:cubicBezTo>
                    <a:pt x="422" y="617"/>
                    <a:pt x="422" y="615"/>
                    <a:pt x="422" y="614"/>
                  </a:cubicBezTo>
                  <a:cubicBezTo>
                    <a:pt x="422" y="615"/>
                    <a:pt x="420" y="620"/>
                    <a:pt x="419" y="622"/>
                  </a:cubicBezTo>
                  <a:cubicBezTo>
                    <a:pt x="419" y="623"/>
                    <a:pt x="418" y="625"/>
                    <a:pt x="418" y="625"/>
                  </a:cubicBezTo>
                  <a:cubicBezTo>
                    <a:pt x="417" y="627"/>
                    <a:pt x="416" y="629"/>
                    <a:pt x="411" y="629"/>
                  </a:cubicBezTo>
                  <a:cubicBezTo>
                    <a:pt x="411" y="629"/>
                    <a:pt x="410" y="629"/>
                    <a:pt x="409" y="629"/>
                  </a:cubicBezTo>
                  <a:cubicBezTo>
                    <a:pt x="47" y="629"/>
                    <a:pt x="47" y="629"/>
                    <a:pt x="47" y="629"/>
                  </a:cubicBezTo>
                  <a:cubicBezTo>
                    <a:pt x="46" y="629"/>
                    <a:pt x="45" y="629"/>
                    <a:pt x="45" y="629"/>
                  </a:cubicBezTo>
                  <a:cubicBezTo>
                    <a:pt x="44" y="629"/>
                    <a:pt x="43" y="629"/>
                    <a:pt x="42" y="629"/>
                  </a:cubicBezTo>
                  <a:cubicBezTo>
                    <a:pt x="39" y="629"/>
                    <a:pt x="35" y="628"/>
                    <a:pt x="35" y="621"/>
                  </a:cubicBezTo>
                  <a:cubicBezTo>
                    <a:pt x="32" y="518"/>
                    <a:pt x="32" y="518"/>
                    <a:pt x="32" y="518"/>
                  </a:cubicBezTo>
                  <a:cubicBezTo>
                    <a:pt x="30" y="446"/>
                    <a:pt x="28" y="375"/>
                    <a:pt x="26" y="304"/>
                  </a:cubicBezTo>
                  <a:cubicBezTo>
                    <a:pt x="24" y="257"/>
                    <a:pt x="22" y="211"/>
                    <a:pt x="20" y="168"/>
                  </a:cubicBezTo>
                  <a:cubicBezTo>
                    <a:pt x="20" y="161"/>
                    <a:pt x="18" y="156"/>
                    <a:pt x="15" y="149"/>
                  </a:cubicBezTo>
                  <a:cubicBezTo>
                    <a:pt x="14" y="147"/>
                    <a:pt x="14" y="147"/>
                    <a:pt x="14" y="147"/>
                  </a:cubicBezTo>
                  <a:cubicBezTo>
                    <a:pt x="12" y="144"/>
                    <a:pt x="12" y="140"/>
                    <a:pt x="13" y="138"/>
                  </a:cubicBezTo>
                  <a:cubicBezTo>
                    <a:pt x="13" y="136"/>
                    <a:pt x="13" y="135"/>
                    <a:pt x="12" y="133"/>
                  </a:cubicBezTo>
                  <a:cubicBezTo>
                    <a:pt x="12" y="133"/>
                    <a:pt x="12" y="132"/>
                    <a:pt x="11" y="132"/>
                  </a:cubicBezTo>
                  <a:cubicBezTo>
                    <a:pt x="10" y="130"/>
                    <a:pt x="8" y="128"/>
                    <a:pt x="8" y="126"/>
                  </a:cubicBezTo>
                  <a:cubicBezTo>
                    <a:pt x="8" y="124"/>
                    <a:pt x="8" y="122"/>
                    <a:pt x="8" y="121"/>
                  </a:cubicBezTo>
                  <a:cubicBezTo>
                    <a:pt x="8" y="119"/>
                    <a:pt x="8" y="119"/>
                    <a:pt x="8" y="118"/>
                  </a:cubicBezTo>
                  <a:cubicBezTo>
                    <a:pt x="8" y="117"/>
                    <a:pt x="7" y="115"/>
                    <a:pt x="6" y="114"/>
                  </a:cubicBezTo>
                  <a:cubicBezTo>
                    <a:pt x="6" y="113"/>
                    <a:pt x="5" y="112"/>
                    <a:pt x="5" y="111"/>
                  </a:cubicBezTo>
                  <a:cubicBezTo>
                    <a:pt x="5" y="110"/>
                    <a:pt x="4" y="110"/>
                    <a:pt x="4" y="109"/>
                  </a:cubicBezTo>
                  <a:cubicBezTo>
                    <a:pt x="3" y="107"/>
                    <a:pt x="1" y="105"/>
                    <a:pt x="1" y="103"/>
                  </a:cubicBezTo>
                  <a:cubicBezTo>
                    <a:pt x="0" y="99"/>
                    <a:pt x="2" y="95"/>
                    <a:pt x="3" y="92"/>
                  </a:cubicBezTo>
                  <a:cubicBezTo>
                    <a:pt x="4" y="91"/>
                    <a:pt x="4" y="90"/>
                    <a:pt x="4" y="90"/>
                  </a:cubicBezTo>
                  <a:cubicBezTo>
                    <a:pt x="5" y="86"/>
                    <a:pt x="7" y="84"/>
                    <a:pt x="9" y="82"/>
                  </a:cubicBezTo>
                  <a:cubicBezTo>
                    <a:pt x="11" y="80"/>
                    <a:pt x="12" y="78"/>
                    <a:pt x="13" y="76"/>
                  </a:cubicBezTo>
                  <a:cubicBezTo>
                    <a:pt x="15" y="71"/>
                    <a:pt x="18" y="63"/>
                    <a:pt x="16" y="59"/>
                  </a:cubicBezTo>
                  <a:cubicBezTo>
                    <a:pt x="15" y="57"/>
                    <a:pt x="14" y="56"/>
                    <a:pt x="13" y="54"/>
                  </a:cubicBezTo>
                  <a:cubicBezTo>
                    <a:pt x="12" y="51"/>
                    <a:pt x="10" y="47"/>
                    <a:pt x="9" y="44"/>
                  </a:cubicBezTo>
                  <a:cubicBezTo>
                    <a:pt x="8" y="41"/>
                    <a:pt x="8" y="38"/>
                    <a:pt x="7" y="34"/>
                  </a:cubicBezTo>
                  <a:cubicBezTo>
                    <a:pt x="7" y="33"/>
                    <a:pt x="7" y="32"/>
                    <a:pt x="7" y="31"/>
                  </a:cubicBezTo>
                  <a:cubicBezTo>
                    <a:pt x="7" y="29"/>
                    <a:pt x="6" y="27"/>
                    <a:pt x="7" y="25"/>
                  </a:cubicBezTo>
                  <a:cubicBezTo>
                    <a:pt x="7" y="20"/>
                    <a:pt x="10" y="17"/>
                    <a:pt x="13" y="15"/>
                  </a:cubicBezTo>
                  <a:cubicBezTo>
                    <a:pt x="14" y="15"/>
                    <a:pt x="15" y="14"/>
                    <a:pt x="15" y="13"/>
                  </a:cubicBezTo>
                  <a:cubicBezTo>
                    <a:pt x="16" y="12"/>
                    <a:pt x="17" y="11"/>
                    <a:pt x="18" y="9"/>
                  </a:cubicBezTo>
                  <a:cubicBezTo>
                    <a:pt x="19" y="7"/>
                    <a:pt x="21" y="4"/>
                    <a:pt x="23" y="2"/>
                  </a:cubicBezTo>
                  <a:cubicBezTo>
                    <a:pt x="25" y="1"/>
                    <a:pt x="27" y="0"/>
                    <a:pt x="28" y="1"/>
                  </a:cubicBezTo>
                  <a:cubicBezTo>
                    <a:pt x="30" y="2"/>
                    <a:pt x="31" y="3"/>
                    <a:pt x="31" y="5"/>
                  </a:cubicBezTo>
                  <a:cubicBezTo>
                    <a:pt x="31" y="7"/>
                    <a:pt x="32" y="8"/>
                    <a:pt x="32" y="9"/>
                  </a:cubicBezTo>
                  <a:cubicBezTo>
                    <a:pt x="35" y="10"/>
                    <a:pt x="38" y="10"/>
                    <a:pt x="41" y="10"/>
                  </a:cubicBezTo>
                  <a:cubicBezTo>
                    <a:pt x="44" y="10"/>
                    <a:pt x="47" y="8"/>
                    <a:pt x="50" y="7"/>
                  </a:cubicBezTo>
                  <a:cubicBezTo>
                    <a:pt x="52" y="7"/>
                    <a:pt x="54" y="6"/>
                    <a:pt x="56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5" y="3"/>
                    <a:pt x="72" y="2"/>
                    <a:pt x="78" y="3"/>
                  </a:cubicBezTo>
                  <a:cubicBezTo>
                    <a:pt x="81" y="4"/>
                    <a:pt x="84" y="5"/>
                    <a:pt x="87" y="6"/>
                  </a:cubicBezTo>
                  <a:cubicBezTo>
                    <a:pt x="92" y="7"/>
                    <a:pt x="96" y="9"/>
                    <a:pt x="100" y="9"/>
                  </a:cubicBezTo>
                  <a:cubicBezTo>
                    <a:pt x="105" y="10"/>
                    <a:pt x="105" y="10"/>
                    <a:pt x="105" y="10"/>
                  </a:cubicBezTo>
                  <a:cubicBezTo>
                    <a:pt x="111" y="10"/>
                    <a:pt x="118" y="11"/>
                    <a:pt x="124" y="13"/>
                  </a:cubicBezTo>
                  <a:cubicBezTo>
                    <a:pt x="125" y="14"/>
                    <a:pt x="126" y="14"/>
                    <a:pt x="127" y="14"/>
                  </a:cubicBezTo>
                  <a:cubicBezTo>
                    <a:pt x="131" y="14"/>
                    <a:pt x="131" y="14"/>
                    <a:pt x="131" y="14"/>
                  </a:cubicBezTo>
                  <a:cubicBezTo>
                    <a:pt x="132" y="14"/>
                    <a:pt x="133" y="14"/>
                    <a:pt x="134" y="14"/>
                  </a:cubicBezTo>
                  <a:cubicBezTo>
                    <a:pt x="135" y="14"/>
                    <a:pt x="135" y="14"/>
                    <a:pt x="139" y="16"/>
                  </a:cubicBezTo>
                  <a:cubicBezTo>
                    <a:pt x="140" y="17"/>
                    <a:pt x="140" y="17"/>
                    <a:pt x="140" y="17"/>
                  </a:cubicBezTo>
                  <a:cubicBezTo>
                    <a:pt x="141" y="17"/>
                    <a:pt x="142" y="17"/>
                    <a:pt x="143" y="17"/>
                  </a:cubicBezTo>
                  <a:cubicBezTo>
                    <a:pt x="144" y="18"/>
                    <a:pt x="146" y="18"/>
                    <a:pt x="148" y="18"/>
                  </a:cubicBezTo>
                  <a:cubicBezTo>
                    <a:pt x="149" y="18"/>
                    <a:pt x="150" y="18"/>
                    <a:pt x="152" y="18"/>
                  </a:cubicBezTo>
                  <a:cubicBezTo>
                    <a:pt x="157" y="18"/>
                    <a:pt x="158" y="21"/>
                    <a:pt x="160" y="24"/>
                  </a:cubicBezTo>
                  <a:cubicBezTo>
                    <a:pt x="160" y="24"/>
                    <a:pt x="160" y="25"/>
                    <a:pt x="161" y="25"/>
                  </a:cubicBezTo>
                  <a:cubicBezTo>
                    <a:pt x="162" y="28"/>
                    <a:pt x="162" y="28"/>
                    <a:pt x="164" y="28"/>
                  </a:cubicBezTo>
                  <a:cubicBezTo>
                    <a:pt x="165" y="29"/>
                    <a:pt x="167" y="29"/>
                    <a:pt x="169" y="30"/>
                  </a:cubicBezTo>
                  <a:cubicBezTo>
                    <a:pt x="171" y="30"/>
                    <a:pt x="171" y="30"/>
                    <a:pt x="171" y="30"/>
                  </a:cubicBezTo>
                  <a:cubicBezTo>
                    <a:pt x="172" y="31"/>
                    <a:pt x="173" y="31"/>
                    <a:pt x="174" y="31"/>
                  </a:cubicBezTo>
                  <a:cubicBezTo>
                    <a:pt x="175" y="31"/>
                    <a:pt x="177" y="30"/>
                    <a:pt x="178" y="30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1" y="28"/>
                    <a:pt x="184" y="26"/>
                    <a:pt x="187" y="28"/>
                  </a:cubicBezTo>
                  <a:cubicBezTo>
                    <a:pt x="188" y="28"/>
                    <a:pt x="189" y="29"/>
                    <a:pt x="190" y="30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2" y="35"/>
                    <a:pt x="192" y="36"/>
                    <a:pt x="192" y="36"/>
                  </a:cubicBezTo>
                  <a:cubicBezTo>
                    <a:pt x="192" y="36"/>
                    <a:pt x="192" y="37"/>
                    <a:pt x="192" y="37"/>
                  </a:cubicBezTo>
                  <a:cubicBezTo>
                    <a:pt x="193" y="37"/>
                    <a:pt x="196" y="37"/>
                    <a:pt x="197" y="37"/>
                  </a:cubicBezTo>
                  <a:cubicBezTo>
                    <a:pt x="198" y="37"/>
                    <a:pt x="199" y="37"/>
                    <a:pt x="200" y="37"/>
                  </a:cubicBezTo>
                  <a:cubicBezTo>
                    <a:pt x="201" y="37"/>
                    <a:pt x="203" y="37"/>
                    <a:pt x="204" y="37"/>
                  </a:cubicBezTo>
                  <a:cubicBezTo>
                    <a:pt x="207" y="38"/>
                    <a:pt x="210" y="38"/>
                    <a:pt x="213" y="38"/>
                  </a:cubicBezTo>
                  <a:cubicBezTo>
                    <a:pt x="219" y="37"/>
                    <a:pt x="224" y="39"/>
                    <a:pt x="228" y="40"/>
                  </a:cubicBezTo>
                  <a:cubicBezTo>
                    <a:pt x="230" y="41"/>
                    <a:pt x="232" y="42"/>
                    <a:pt x="234" y="42"/>
                  </a:cubicBezTo>
                  <a:cubicBezTo>
                    <a:pt x="237" y="43"/>
                    <a:pt x="242" y="44"/>
                    <a:pt x="245" y="47"/>
                  </a:cubicBezTo>
                  <a:cubicBezTo>
                    <a:pt x="246" y="47"/>
                    <a:pt x="246" y="48"/>
                    <a:pt x="247" y="49"/>
                  </a:cubicBezTo>
                  <a:cubicBezTo>
                    <a:pt x="248" y="50"/>
                    <a:pt x="248" y="51"/>
                    <a:pt x="249" y="51"/>
                  </a:cubicBezTo>
                  <a:cubicBezTo>
                    <a:pt x="255" y="54"/>
                    <a:pt x="260" y="54"/>
                    <a:pt x="266" y="52"/>
                  </a:cubicBezTo>
                  <a:cubicBezTo>
                    <a:pt x="271" y="51"/>
                    <a:pt x="275" y="49"/>
                    <a:pt x="278" y="47"/>
                  </a:cubicBezTo>
                  <a:cubicBezTo>
                    <a:pt x="281" y="45"/>
                    <a:pt x="283" y="44"/>
                    <a:pt x="285" y="42"/>
                  </a:cubicBezTo>
                  <a:cubicBezTo>
                    <a:pt x="288" y="39"/>
                    <a:pt x="291" y="37"/>
                    <a:pt x="294" y="35"/>
                  </a:cubicBezTo>
                  <a:cubicBezTo>
                    <a:pt x="296" y="34"/>
                    <a:pt x="297" y="34"/>
                    <a:pt x="297" y="33"/>
                  </a:cubicBezTo>
                  <a:cubicBezTo>
                    <a:pt x="298" y="32"/>
                    <a:pt x="299" y="31"/>
                    <a:pt x="300" y="30"/>
                  </a:cubicBezTo>
                  <a:cubicBezTo>
                    <a:pt x="302" y="29"/>
                    <a:pt x="304" y="27"/>
                    <a:pt x="307" y="25"/>
                  </a:cubicBezTo>
                  <a:cubicBezTo>
                    <a:pt x="307" y="25"/>
                    <a:pt x="308" y="24"/>
                    <a:pt x="308" y="24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313" y="22"/>
                    <a:pt x="314" y="22"/>
                    <a:pt x="315" y="23"/>
                  </a:cubicBezTo>
                  <a:cubicBezTo>
                    <a:pt x="316" y="23"/>
                    <a:pt x="317" y="24"/>
                    <a:pt x="318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9" y="25"/>
                    <a:pt x="320" y="25"/>
                    <a:pt x="320" y="25"/>
                  </a:cubicBezTo>
                  <a:cubicBezTo>
                    <a:pt x="320" y="25"/>
                    <a:pt x="320" y="25"/>
                    <a:pt x="320" y="25"/>
                  </a:cubicBezTo>
                  <a:cubicBezTo>
                    <a:pt x="323" y="25"/>
                    <a:pt x="325" y="22"/>
                    <a:pt x="326" y="20"/>
                  </a:cubicBezTo>
                  <a:cubicBezTo>
                    <a:pt x="325" y="18"/>
                    <a:pt x="324" y="17"/>
                    <a:pt x="324" y="15"/>
                  </a:cubicBezTo>
                  <a:cubicBezTo>
                    <a:pt x="324" y="13"/>
                    <a:pt x="326" y="11"/>
                    <a:pt x="327" y="10"/>
                  </a:cubicBezTo>
                  <a:cubicBezTo>
                    <a:pt x="330" y="9"/>
                    <a:pt x="333" y="11"/>
                    <a:pt x="335" y="12"/>
                  </a:cubicBezTo>
                  <a:cubicBezTo>
                    <a:pt x="336" y="13"/>
                    <a:pt x="336" y="13"/>
                    <a:pt x="336" y="13"/>
                  </a:cubicBezTo>
                  <a:cubicBezTo>
                    <a:pt x="336" y="13"/>
                    <a:pt x="337" y="13"/>
                    <a:pt x="337" y="13"/>
                  </a:cubicBezTo>
                  <a:cubicBezTo>
                    <a:pt x="340" y="13"/>
                    <a:pt x="343" y="12"/>
                    <a:pt x="345" y="11"/>
                  </a:cubicBezTo>
                  <a:cubicBezTo>
                    <a:pt x="352" y="9"/>
                    <a:pt x="352" y="9"/>
                    <a:pt x="352" y="9"/>
                  </a:cubicBezTo>
                  <a:cubicBezTo>
                    <a:pt x="356" y="8"/>
                    <a:pt x="359" y="7"/>
                    <a:pt x="363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5" y="4"/>
                    <a:pt x="368" y="3"/>
                    <a:pt x="371" y="3"/>
                  </a:cubicBezTo>
                  <a:cubicBezTo>
                    <a:pt x="378" y="3"/>
                    <a:pt x="386" y="8"/>
                    <a:pt x="392" y="10"/>
                  </a:cubicBezTo>
                  <a:cubicBezTo>
                    <a:pt x="393" y="11"/>
                    <a:pt x="393" y="11"/>
                    <a:pt x="393" y="11"/>
                  </a:cubicBezTo>
                  <a:cubicBezTo>
                    <a:pt x="399" y="14"/>
                    <a:pt x="403" y="14"/>
                    <a:pt x="408" y="12"/>
                  </a:cubicBezTo>
                  <a:cubicBezTo>
                    <a:pt x="409" y="12"/>
                    <a:pt x="410" y="11"/>
                    <a:pt x="411" y="11"/>
                  </a:cubicBezTo>
                  <a:cubicBezTo>
                    <a:pt x="414" y="9"/>
                    <a:pt x="419" y="7"/>
                    <a:pt x="423" y="9"/>
                  </a:cubicBezTo>
                  <a:cubicBezTo>
                    <a:pt x="425" y="10"/>
                    <a:pt x="426" y="13"/>
                    <a:pt x="428" y="15"/>
                  </a:cubicBezTo>
                  <a:cubicBezTo>
                    <a:pt x="428" y="15"/>
                    <a:pt x="428" y="16"/>
                    <a:pt x="429" y="17"/>
                  </a:cubicBezTo>
                  <a:cubicBezTo>
                    <a:pt x="430" y="18"/>
                    <a:pt x="432" y="20"/>
                    <a:pt x="434" y="21"/>
                  </a:cubicBezTo>
                  <a:cubicBezTo>
                    <a:pt x="437" y="23"/>
                    <a:pt x="437" y="23"/>
                    <a:pt x="437" y="23"/>
                  </a:cubicBezTo>
                  <a:cubicBezTo>
                    <a:pt x="438" y="23"/>
                    <a:pt x="438" y="23"/>
                    <a:pt x="439" y="24"/>
                  </a:cubicBezTo>
                  <a:cubicBezTo>
                    <a:pt x="439" y="24"/>
                    <a:pt x="439" y="24"/>
                    <a:pt x="439" y="24"/>
                  </a:cubicBezTo>
                  <a:cubicBezTo>
                    <a:pt x="441" y="24"/>
                    <a:pt x="443" y="25"/>
                    <a:pt x="445" y="25"/>
                  </a:cubicBezTo>
                  <a:cubicBezTo>
                    <a:pt x="445" y="25"/>
                    <a:pt x="446" y="25"/>
                    <a:pt x="446" y="25"/>
                  </a:cubicBezTo>
                  <a:cubicBezTo>
                    <a:pt x="447" y="26"/>
                    <a:pt x="448" y="27"/>
                    <a:pt x="449" y="28"/>
                  </a:cubicBezTo>
                  <a:cubicBezTo>
                    <a:pt x="450" y="29"/>
                    <a:pt x="451" y="30"/>
                    <a:pt x="452" y="31"/>
                  </a:cubicBezTo>
                  <a:cubicBezTo>
                    <a:pt x="454" y="32"/>
                    <a:pt x="456" y="33"/>
                    <a:pt x="457" y="34"/>
                  </a:cubicBezTo>
                  <a:cubicBezTo>
                    <a:pt x="458" y="35"/>
                    <a:pt x="458" y="35"/>
                    <a:pt x="458" y="35"/>
                  </a:cubicBezTo>
                  <a:cubicBezTo>
                    <a:pt x="460" y="38"/>
                    <a:pt x="461" y="38"/>
                    <a:pt x="463" y="38"/>
                  </a:cubicBezTo>
                  <a:cubicBezTo>
                    <a:pt x="463" y="38"/>
                    <a:pt x="463" y="38"/>
                    <a:pt x="463" y="38"/>
                  </a:cubicBezTo>
                  <a:cubicBezTo>
                    <a:pt x="464" y="38"/>
                    <a:pt x="466" y="37"/>
                    <a:pt x="467" y="36"/>
                  </a:cubicBezTo>
                  <a:cubicBezTo>
                    <a:pt x="470" y="35"/>
                    <a:pt x="472" y="33"/>
                    <a:pt x="475" y="33"/>
                  </a:cubicBezTo>
                  <a:cubicBezTo>
                    <a:pt x="477" y="33"/>
                    <a:pt x="479" y="34"/>
                    <a:pt x="480" y="35"/>
                  </a:cubicBezTo>
                  <a:cubicBezTo>
                    <a:pt x="484" y="38"/>
                    <a:pt x="488" y="39"/>
                    <a:pt x="491" y="39"/>
                  </a:cubicBezTo>
                  <a:cubicBezTo>
                    <a:pt x="495" y="39"/>
                    <a:pt x="497" y="37"/>
                    <a:pt x="498" y="37"/>
                  </a:cubicBezTo>
                  <a:cubicBezTo>
                    <a:pt x="498" y="37"/>
                    <a:pt x="498" y="36"/>
                    <a:pt x="498" y="36"/>
                  </a:cubicBezTo>
                  <a:cubicBezTo>
                    <a:pt x="500" y="35"/>
                    <a:pt x="501" y="35"/>
                    <a:pt x="503" y="35"/>
                  </a:cubicBezTo>
                  <a:cubicBezTo>
                    <a:pt x="503" y="35"/>
                    <a:pt x="503" y="35"/>
                    <a:pt x="503" y="35"/>
                  </a:cubicBezTo>
                  <a:cubicBezTo>
                    <a:pt x="503" y="34"/>
                    <a:pt x="504" y="34"/>
                    <a:pt x="505" y="33"/>
                  </a:cubicBezTo>
                  <a:cubicBezTo>
                    <a:pt x="506" y="33"/>
                    <a:pt x="507" y="32"/>
                    <a:pt x="509" y="32"/>
                  </a:cubicBezTo>
                  <a:cubicBezTo>
                    <a:pt x="511" y="33"/>
                    <a:pt x="512" y="33"/>
                    <a:pt x="514" y="34"/>
                  </a:cubicBezTo>
                  <a:cubicBezTo>
                    <a:pt x="516" y="34"/>
                    <a:pt x="518" y="35"/>
                    <a:pt x="520" y="35"/>
                  </a:cubicBezTo>
                  <a:cubicBezTo>
                    <a:pt x="526" y="34"/>
                    <a:pt x="532" y="33"/>
                    <a:pt x="537" y="31"/>
                  </a:cubicBezTo>
                  <a:cubicBezTo>
                    <a:pt x="542" y="28"/>
                    <a:pt x="546" y="26"/>
                    <a:pt x="551" y="22"/>
                  </a:cubicBezTo>
                  <a:cubicBezTo>
                    <a:pt x="553" y="21"/>
                    <a:pt x="556" y="21"/>
                    <a:pt x="558" y="23"/>
                  </a:cubicBezTo>
                  <a:cubicBezTo>
                    <a:pt x="560" y="25"/>
                    <a:pt x="561" y="28"/>
                    <a:pt x="562" y="31"/>
                  </a:cubicBezTo>
                  <a:cubicBezTo>
                    <a:pt x="562" y="31"/>
                    <a:pt x="562" y="32"/>
                    <a:pt x="563" y="33"/>
                  </a:cubicBezTo>
                  <a:cubicBezTo>
                    <a:pt x="564" y="36"/>
                    <a:pt x="565" y="38"/>
                    <a:pt x="566" y="41"/>
                  </a:cubicBezTo>
                  <a:cubicBezTo>
                    <a:pt x="568" y="46"/>
                    <a:pt x="569" y="50"/>
                    <a:pt x="571" y="54"/>
                  </a:cubicBezTo>
                  <a:cubicBezTo>
                    <a:pt x="572" y="55"/>
                    <a:pt x="572" y="56"/>
                    <a:pt x="573" y="57"/>
                  </a:cubicBezTo>
                  <a:cubicBezTo>
                    <a:pt x="574" y="59"/>
                    <a:pt x="574" y="59"/>
                    <a:pt x="574" y="59"/>
                  </a:cubicBezTo>
                  <a:cubicBezTo>
                    <a:pt x="576" y="63"/>
                    <a:pt x="578" y="68"/>
                    <a:pt x="580" y="74"/>
                  </a:cubicBezTo>
                  <a:cubicBezTo>
                    <a:pt x="580" y="74"/>
                    <a:pt x="580" y="75"/>
                    <a:pt x="581" y="75"/>
                  </a:cubicBezTo>
                  <a:cubicBezTo>
                    <a:pt x="581" y="76"/>
                    <a:pt x="582" y="77"/>
                    <a:pt x="582" y="78"/>
                  </a:cubicBezTo>
                  <a:cubicBezTo>
                    <a:pt x="583" y="80"/>
                    <a:pt x="582" y="81"/>
                    <a:pt x="582" y="82"/>
                  </a:cubicBezTo>
                  <a:cubicBezTo>
                    <a:pt x="583" y="83"/>
                    <a:pt x="584" y="84"/>
                    <a:pt x="585" y="86"/>
                  </a:cubicBezTo>
                  <a:cubicBezTo>
                    <a:pt x="590" y="96"/>
                    <a:pt x="595" y="107"/>
                    <a:pt x="599" y="117"/>
                  </a:cubicBezTo>
                  <a:cubicBezTo>
                    <a:pt x="600" y="120"/>
                    <a:pt x="600" y="120"/>
                    <a:pt x="600" y="120"/>
                  </a:cubicBezTo>
                  <a:cubicBezTo>
                    <a:pt x="602" y="125"/>
                    <a:pt x="604" y="129"/>
                    <a:pt x="605" y="134"/>
                  </a:cubicBezTo>
                  <a:cubicBezTo>
                    <a:pt x="605" y="135"/>
                    <a:pt x="605" y="136"/>
                    <a:pt x="605" y="136"/>
                  </a:cubicBezTo>
                  <a:cubicBezTo>
                    <a:pt x="605" y="139"/>
                    <a:pt x="606" y="140"/>
                    <a:pt x="607" y="142"/>
                  </a:cubicBezTo>
                  <a:cubicBezTo>
                    <a:pt x="608" y="143"/>
                    <a:pt x="608" y="145"/>
                    <a:pt x="607" y="146"/>
                  </a:cubicBezTo>
                  <a:cubicBezTo>
                    <a:pt x="606" y="148"/>
                    <a:pt x="604" y="149"/>
                    <a:pt x="603" y="149"/>
                  </a:cubicBezTo>
                  <a:cubicBezTo>
                    <a:pt x="602" y="149"/>
                    <a:pt x="599" y="156"/>
                    <a:pt x="599" y="158"/>
                  </a:cubicBezTo>
                  <a:cubicBezTo>
                    <a:pt x="599" y="161"/>
                    <a:pt x="598" y="164"/>
                    <a:pt x="597" y="166"/>
                  </a:cubicBezTo>
                  <a:cubicBezTo>
                    <a:pt x="596" y="167"/>
                    <a:pt x="596" y="169"/>
                    <a:pt x="596" y="170"/>
                  </a:cubicBezTo>
                  <a:cubicBezTo>
                    <a:pt x="596" y="170"/>
                    <a:pt x="596" y="170"/>
                    <a:pt x="596" y="170"/>
                  </a:cubicBezTo>
                  <a:cubicBezTo>
                    <a:pt x="596" y="170"/>
                    <a:pt x="596" y="171"/>
                    <a:pt x="596" y="171"/>
                  </a:cubicBezTo>
                  <a:cubicBezTo>
                    <a:pt x="596" y="172"/>
                    <a:pt x="597" y="174"/>
                    <a:pt x="597" y="175"/>
                  </a:cubicBezTo>
                  <a:cubicBezTo>
                    <a:pt x="596" y="177"/>
                    <a:pt x="595" y="179"/>
                    <a:pt x="594" y="179"/>
                  </a:cubicBezTo>
                  <a:cubicBezTo>
                    <a:pt x="594" y="180"/>
                    <a:pt x="594" y="183"/>
                    <a:pt x="594" y="185"/>
                  </a:cubicBezTo>
                  <a:cubicBezTo>
                    <a:pt x="594" y="188"/>
                    <a:pt x="595" y="192"/>
                    <a:pt x="593" y="195"/>
                  </a:cubicBezTo>
                  <a:cubicBezTo>
                    <a:pt x="593" y="197"/>
                    <a:pt x="592" y="199"/>
                    <a:pt x="591" y="200"/>
                  </a:cubicBezTo>
                  <a:cubicBezTo>
                    <a:pt x="590" y="202"/>
                    <a:pt x="590" y="203"/>
                    <a:pt x="589" y="204"/>
                  </a:cubicBezTo>
                  <a:cubicBezTo>
                    <a:pt x="589" y="206"/>
                    <a:pt x="589" y="207"/>
                    <a:pt x="589" y="209"/>
                  </a:cubicBezTo>
                  <a:cubicBezTo>
                    <a:pt x="588" y="211"/>
                    <a:pt x="587" y="212"/>
                    <a:pt x="586" y="213"/>
                  </a:cubicBezTo>
                  <a:cubicBezTo>
                    <a:pt x="585" y="215"/>
                    <a:pt x="584" y="219"/>
                    <a:pt x="584" y="221"/>
                  </a:cubicBezTo>
                  <a:cubicBezTo>
                    <a:pt x="584" y="221"/>
                    <a:pt x="584" y="222"/>
                    <a:pt x="584" y="223"/>
                  </a:cubicBezTo>
                  <a:cubicBezTo>
                    <a:pt x="585" y="224"/>
                    <a:pt x="585" y="224"/>
                    <a:pt x="586" y="225"/>
                  </a:cubicBezTo>
                  <a:cubicBezTo>
                    <a:pt x="587" y="229"/>
                    <a:pt x="587" y="232"/>
                    <a:pt x="586" y="235"/>
                  </a:cubicBezTo>
                  <a:cubicBezTo>
                    <a:pt x="586" y="237"/>
                    <a:pt x="586" y="237"/>
                    <a:pt x="586" y="237"/>
                  </a:cubicBezTo>
                  <a:cubicBezTo>
                    <a:pt x="586" y="241"/>
                    <a:pt x="584" y="244"/>
                    <a:pt x="582" y="246"/>
                  </a:cubicBezTo>
                  <a:cubicBezTo>
                    <a:pt x="582" y="246"/>
                    <a:pt x="581" y="247"/>
                    <a:pt x="581" y="248"/>
                  </a:cubicBezTo>
                  <a:cubicBezTo>
                    <a:pt x="581" y="248"/>
                    <a:pt x="580" y="248"/>
                    <a:pt x="580" y="248"/>
                  </a:cubicBezTo>
                  <a:cubicBezTo>
                    <a:pt x="580" y="250"/>
                    <a:pt x="578" y="251"/>
                    <a:pt x="577" y="252"/>
                  </a:cubicBezTo>
                  <a:cubicBezTo>
                    <a:pt x="577" y="252"/>
                    <a:pt x="576" y="253"/>
                    <a:pt x="576" y="253"/>
                  </a:cubicBezTo>
                  <a:cubicBezTo>
                    <a:pt x="577" y="256"/>
                    <a:pt x="577" y="258"/>
                    <a:pt x="576" y="258"/>
                  </a:cubicBezTo>
                  <a:cubicBezTo>
                    <a:pt x="576" y="260"/>
                    <a:pt x="575" y="261"/>
                    <a:pt x="574" y="261"/>
                  </a:cubicBezTo>
                  <a:cubicBezTo>
                    <a:pt x="573" y="262"/>
                    <a:pt x="571" y="262"/>
                    <a:pt x="570" y="261"/>
                  </a:cubicBezTo>
                  <a:cubicBezTo>
                    <a:pt x="568" y="260"/>
                    <a:pt x="567" y="259"/>
                    <a:pt x="566" y="258"/>
                  </a:cubicBezTo>
                  <a:cubicBezTo>
                    <a:pt x="565" y="257"/>
                    <a:pt x="565" y="257"/>
                    <a:pt x="564" y="257"/>
                  </a:cubicBezTo>
                  <a:cubicBezTo>
                    <a:pt x="564" y="257"/>
                    <a:pt x="563" y="257"/>
                    <a:pt x="563" y="257"/>
                  </a:cubicBezTo>
                  <a:cubicBezTo>
                    <a:pt x="560" y="257"/>
                    <a:pt x="559" y="256"/>
                    <a:pt x="556" y="254"/>
                  </a:cubicBezTo>
                  <a:cubicBezTo>
                    <a:pt x="553" y="251"/>
                    <a:pt x="551" y="250"/>
                    <a:pt x="548" y="248"/>
                  </a:cubicBezTo>
                  <a:cubicBezTo>
                    <a:pt x="546" y="247"/>
                    <a:pt x="544" y="245"/>
                    <a:pt x="542" y="244"/>
                  </a:cubicBezTo>
                  <a:cubicBezTo>
                    <a:pt x="540" y="242"/>
                    <a:pt x="539" y="241"/>
                    <a:pt x="537" y="239"/>
                  </a:cubicBezTo>
                  <a:cubicBezTo>
                    <a:pt x="536" y="238"/>
                    <a:pt x="536" y="238"/>
                    <a:pt x="536" y="238"/>
                  </a:cubicBezTo>
                  <a:cubicBezTo>
                    <a:pt x="536" y="238"/>
                    <a:pt x="535" y="236"/>
                    <a:pt x="534" y="235"/>
                  </a:cubicBezTo>
                  <a:cubicBezTo>
                    <a:pt x="534" y="234"/>
                    <a:pt x="533" y="233"/>
                    <a:pt x="533" y="233"/>
                  </a:cubicBezTo>
                  <a:cubicBezTo>
                    <a:pt x="533" y="233"/>
                    <a:pt x="533" y="233"/>
                    <a:pt x="533" y="233"/>
                  </a:cubicBezTo>
                  <a:cubicBezTo>
                    <a:pt x="530" y="231"/>
                    <a:pt x="529" y="229"/>
                    <a:pt x="528" y="227"/>
                  </a:cubicBezTo>
                  <a:cubicBezTo>
                    <a:pt x="527" y="226"/>
                    <a:pt x="527" y="224"/>
                    <a:pt x="526" y="224"/>
                  </a:cubicBezTo>
                  <a:cubicBezTo>
                    <a:pt x="525" y="223"/>
                    <a:pt x="524" y="223"/>
                    <a:pt x="523" y="222"/>
                  </a:cubicBezTo>
                  <a:cubicBezTo>
                    <a:pt x="522" y="222"/>
                    <a:pt x="522" y="222"/>
                    <a:pt x="522" y="222"/>
                  </a:cubicBezTo>
                  <a:cubicBezTo>
                    <a:pt x="519" y="220"/>
                    <a:pt x="517" y="218"/>
                    <a:pt x="516" y="216"/>
                  </a:cubicBezTo>
                  <a:cubicBezTo>
                    <a:pt x="514" y="214"/>
                    <a:pt x="514" y="214"/>
                    <a:pt x="514" y="214"/>
                  </a:cubicBezTo>
                  <a:cubicBezTo>
                    <a:pt x="513" y="214"/>
                    <a:pt x="513" y="213"/>
                    <a:pt x="512" y="213"/>
                  </a:cubicBezTo>
                  <a:cubicBezTo>
                    <a:pt x="510" y="211"/>
                    <a:pt x="509" y="210"/>
                    <a:pt x="507" y="208"/>
                  </a:cubicBezTo>
                  <a:cubicBezTo>
                    <a:pt x="502" y="205"/>
                    <a:pt x="502" y="195"/>
                    <a:pt x="502" y="193"/>
                  </a:cubicBezTo>
                  <a:cubicBezTo>
                    <a:pt x="502" y="192"/>
                    <a:pt x="502" y="192"/>
                    <a:pt x="502" y="191"/>
                  </a:cubicBezTo>
                  <a:cubicBezTo>
                    <a:pt x="502" y="191"/>
                    <a:pt x="502" y="191"/>
                    <a:pt x="502" y="191"/>
                  </a:cubicBezTo>
                  <a:cubicBezTo>
                    <a:pt x="501" y="189"/>
                    <a:pt x="501" y="189"/>
                    <a:pt x="501" y="189"/>
                  </a:cubicBezTo>
                  <a:cubicBezTo>
                    <a:pt x="499" y="186"/>
                    <a:pt x="499" y="183"/>
                    <a:pt x="499" y="181"/>
                  </a:cubicBezTo>
                  <a:cubicBezTo>
                    <a:pt x="499" y="178"/>
                    <a:pt x="499" y="177"/>
                    <a:pt x="498" y="177"/>
                  </a:cubicBezTo>
                  <a:cubicBezTo>
                    <a:pt x="497" y="176"/>
                    <a:pt x="497" y="176"/>
                    <a:pt x="497" y="176"/>
                  </a:cubicBezTo>
                  <a:cubicBezTo>
                    <a:pt x="495" y="174"/>
                    <a:pt x="494" y="173"/>
                    <a:pt x="492" y="171"/>
                  </a:cubicBezTo>
                  <a:cubicBezTo>
                    <a:pt x="491" y="170"/>
                    <a:pt x="490" y="168"/>
                    <a:pt x="488" y="167"/>
                  </a:cubicBezTo>
                  <a:cubicBezTo>
                    <a:pt x="487" y="167"/>
                    <a:pt x="486" y="166"/>
                    <a:pt x="485" y="165"/>
                  </a:cubicBezTo>
                  <a:cubicBezTo>
                    <a:pt x="482" y="162"/>
                    <a:pt x="480" y="159"/>
                    <a:pt x="479" y="156"/>
                  </a:cubicBezTo>
                  <a:cubicBezTo>
                    <a:pt x="477" y="154"/>
                    <a:pt x="477" y="152"/>
                    <a:pt x="475" y="150"/>
                  </a:cubicBezTo>
                  <a:cubicBezTo>
                    <a:pt x="475" y="150"/>
                    <a:pt x="475" y="150"/>
                    <a:pt x="475" y="150"/>
                  </a:cubicBezTo>
                  <a:cubicBezTo>
                    <a:pt x="473" y="150"/>
                    <a:pt x="471" y="149"/>
                    <a:pt x="471" y="147"/>
                  </a:cubicBezTo>
                  <a:cubicBezTo>
                    <a:pt x="471" y="147"/>
                    <a:pt x="471" y="146"/>
                    <a:pt x="471" y="146"/>
                  </a:cubicBezTo>
                  <a:cubicBezTo>
                    <a:pt x="471" y="146"/>
                    <a:pt x="471" y="146"/>
                    <a:pt x="471" y="146"/>
                  </a:cubicBezTo>
                  <a:cubicBezTo>
                    <a:pt x="471" y="146"/>
                    <a:pt x="471" y="146"/>
                    <a:pt x="471" y="146"/>
                  </a:cubicBezTo>
                  <a:cubicBezTo>
                    <a:pt x="471" y="146"/>
                    <a:pt x="471" y="146"/>
                    <a:pt x="471" y="146"/>
                  </a:cubicBezTo>
                  <a:cubicBezTo>
                    <a:pt x="471" y="145"/>
                    <a:pt x="471" y="145"/>
                    <a:pt x="471" y="145"/>
                  </a:cubicBezTo>
                  <a:cubicBezTo>
                    <a:pt x="471" y="145"/>
                    <a:pt x="471" y="145"/>
                    <a:pt x="471" y="145"/>
                  </a:cubicBezTo>
                  <a:cubicBezTo>
                    <a:pt x="471" y="145"/>
                    <a:pt x="471" y="145"/>
                    <a:pt x="471" y="145"/>
                  </a:cubicBezTo>
                  <a:cubicBezTo>
                    <a:pt x="471" y="144"/>
                    <a:pt x="471" y="143"/>
                    <a:pt x="471" y="143"/>
                  </a:cubicBezTo>
                  <a:cubicBezTo>
                    <a:pt x="471" y="143"/>
                    <a:pt x="470" y="142"/>
                    <a:pt x="470" y="141"/>
                  </a:cubicBezTo>
                  <a:cubicBezTo>
                    <a:pt x="469" y="140"/>
                    <a:pt x="469" y="140"/>
                    <a:pt x="468" y="139"/>
                  </a:cubicBezTo>
                  <a:cubicBezTo>
                    <a:pt x="467" y="136"/>
                    <a:pt x="468" y="134"/>
                    <a:pt x="468" y="132"/>
                  </a:cubicBezTo>
                  <a:cubicBezTo>
                    <a:pt x="468" y="130"/>
                    <a:pt x="468" y="130"/>
                    <a:pt x="468" y="129"/>
                  </a:cubicBezTo>
                  <a:cubicBezTo>
                    <a:pt x="467" y="129"/>
                    <a:pt x="467" y="129"/>
                    <a:pt x="467" y="129"/>
                  </a:cubicBezTo>
                  <a:cubicBezTo>
                    <a:pt x="465" y="127"/>
                    <a:pt x="464" y="126"/>
                    <a:pt x="463" y="125"/>
                  </a:cubicBezTo>
                  <a:cubicBezTo>
                    <a:pt x="463" y="125"/>
                    <a:pt x="463" y="125"/>
                    <a:pt x="463" y="125"/>
                  </a:cubicBezTo>
                  <a:cubicBezTo>
                    <a:pt x="463" y="125"/>
                    <a:pt x="463" y="125"/>
                    <a:pt x="463" y="126"/>
                  </a:cubicBezTo>
                  <a:cubicBezTo>
                    <a:pt x="457" y="134"/>
                    <a:pt x="456" y="136"/>
                    <a:pt x="459" y="139"/>
                  </a:cubicBezTo>
                  <a:cubicBezTo>
                    <a:pt x="460" y="140"/>
                    <a:pt x="462" y="141"/>
                    <a:pt x="463" y="141"/>
                  </a:cubicBezTo>
                  <a:cubicBezTo>
                    <a:pt x="465" y="143"/>
                    <a:pt x="467" y="145"/>
                    <a:pt x="469" y="147"/>
                  </a:cubicBezTo>
                  <a:cubicBezTo>
                    <a:pt x="474" y="152"/>
                    <a:pt x="480" y="166"/>
                    <a:pt x="477" y="173"/>
                  </a:cubicBezTo>
                  <a:cubicBezTo>
                    <a:pt x="477" y="174"/>
                    <a:pt x="477" y="174"/>
                    <a:pt x="476" y="174"/>
                  </a:cubicBezTo>
                  <a:cubicBezTo>
                    <a:pt x="477" y="177"/>
                    <a:pt x="480" y="181"/>
                    <a:pt x="480" y="182"/>
                  </a:cubicBezTo>
                  <a:cubicBezTo>
                    <a:pt x="481" y="182"/>
                    <a:pt x="482" y="183"/>
                    <a:pt x="482" y="183"/>
                  </a:cubicBezTo>
                  <a:cubicBezTo>
                    <a:pt x="483" y="184"/>
                    <a:pt x="484" y="184"/>
                    <a:pt x="485" y="185"/>
                  </a:cubicBezTo>
                  <a:cubicBezTo>
                    <a:pt x="488" y="188"/>
                    <a:pt x="489" y="192"/>
                    <a:pt x="490" y="195"/>
                  </a:cubicBezTo>
                  <a:cubicBezTo>
                    <a:pt x="491" y="196"/>
                    <a:pt x="491" y="197"/>
                    <a:pt x="491" y="198"/>
                  </a:cubicBezTo>
                  <a:cubicBezTo>
                    <a:pt x="491" y="198"/>
                    <a:pt x="492" y="199"/>
                    <a:pt x="492" y="199"/>
                  </a:cubicBezTo>
                  <a:cubicBezTo>
                    <a:pt x="492" y="199"/>
                    <a:pt x="493" y="200"/>
                    <a:pt x="494" y="200"/>
                  </a:cubicBezTo>
                  <a:cubicBezTo>
                    <a:pt x="497" y="202"/>
                    <a:pt x="498" y="205"/>
                    <a:pt x="500" y="208"/>
                  </a:cubicBezTo>
                  <a:cubicBezTo>
                    <a:pt x="501" y="209"/>
                    <a:pt x="502" y="210"/>
                    <a:pt x="503" y="211"/>
                  </a:cubicBezTo>
                  <a:cubicBezTo>
                    <a:pt x="505" y="214"/>
                    <a:pt x="507" y="216"/>
                    <a:pt x="508" y="219"/>
                  </a:cubicBezTo>
                  <a:cubicBezTo>
                    <a:pt x="510" y="221"/>
                    <a:pt x="512" y="224"/>
                    <a:pt x="514" y="226"/>
                  </a:cubicBezTo>
                  <a:cubicBezTo>
                    <a:pt x="515" y="226"/>
                    <a:pt x="515" y="227"/>
                    <a:pt x="516" y="227"/>
                  </a:cubicBezTo>
                  <a:cubicBezTo>
                    <a:pt x="517" y="228"/>
                    <a:pt x="518" y="229"/>
                    <a:pt x="519" y="231"/>
                  </a:cubicBezTo>
                  <a:cubicBezTo>
                    <a:pt x="520" y="231"/>
                    <a:pt x="520" y="232"/>
                    <a:pt x="521" y="233"/>
                  </a:cubicBezTo>
                  <a:cubicBezTo>
                    <a:pt x="521" y="233"/>
                    <a:pt x="522" y="233"/>
                    <a:pt x="523" y="233"/>
                  </a:cubicBezTo>
                  <a:cubicBezTo>
                    <a:pt x="530" y="236"/>
                    <a:pt x="533" y="243"/>
                    <a:pt x="535" y="248"/>
                  </a:cubicBezTo>
                  <a:cubicBezTo>
                    <a:pt x="536" y="248"/>
                    <a:pt x="536" y="249"/>
                    <a:pt x="536" y="250"/>
                  </a:cubicBezTo>
                  <a:cubicBezTo>
                    <a:pt x="537" y="250"/>
                    <a:pt x="538" y="252"/>
                    <a:pt x="538" y="253"/>
                  </a:cubicBezTo>
                  <a:cubicBezTo>
                    <a:pt x="538" y="254"/>
                    <a:pt x="537" y="256"/>
                    <a:pt x="536" y="257"/>
                  </a:cubicBezTo>
                  <a:cubicBezTo>
                    <a:pt x="536" y="257"/>
                    <a:pt x="536" y="257"/>
                    <a:pt x="535" y="257"/>
                  </a:cubicBezTo>
                  <a:cubicBezTo>
                    <a:pt x="535" y="257"/>
                    <a:pt x="535" y="257"/>
                    <a:pt x="535" y="257"/>
                  </a:cubicBezTo>
                  <a:cubicBezTo>
                    <a:pt x="536" y="258"/>
                    <a:pt x="536" y="258"/>
                    <a:pt x="537" y="259"/>
                  </a:cubicBezTo>
                  <a:cubicBezTo>
                    <a:pt x="538" y="260"/>
                    <a:pt x="538" y="261"/>
                    <a:pt x="538" y="262"/>
                  </a:cubicBezTo>
                  <a:cubicBezTo>
                    <a:pt x="538" y="264"/>
                    <a:pt x="538" y="265"/>
                    <a:pt x="536" y="266"/>
                  </a:cubicBezTo>
                  <a:cubicBezTo>
                    <a:pt x="537" y="266"/>
                    <a:pt x="537" y="266"/>
                    <a:pt x="537" y="267"/>
                  </a:cubicBezTo>
                  <a:cubicBezTo>
                    <a:pt x="541" y="269"/>
                    <a:pt x="542" y="273"/>
                    <a:pt x="544" y="276"/>
                  </a:cubicBezTo>
                  <a:cubicBezTo>
                    <a:pt x="545" y="279"/>
                    <a:pt x="545" y="280"/>
                    <a:pt x="547" y="281"/>
                  </a:cubicBezTo>
                  <a:cubicBezTo>
                    <a:pt x="548" y="281"/>
                    <a:pt x="548" y="281"/>
                    <a:pt x="548" y="281"/>
                  </a:cubicBezTo>
                  <a:cubicBezTo>
                    <a:pt x="549" y="282"/>
                    <a:pt x="551" y="283"/>
                    <a:pt x="552" y="284"/>
                  </a:cubicBezTo>
                  <a:cubicBezTo>
                    <a:pt x="554" y="287"/>
                    <a:pt x="554" y="290"/>
                    <a:pt x="554" y="292"/>
                  </a:cubicBezTo>
                  <a:cubicBezTo>
                    <a:pt x="554" y="293"/>
                    <a:pt x="554" y="294"/>
                    <a:pt x="554" y="294"/>
                  </a:cubicBezTo>
                  <a:cubicBezTo>
                    <a:pt x="554" y="294"/>
                    <a:pt x="555" y="294"/>
                    <a:pt x="556" y="295"/>
                  </a:cubicBezTo>
                  <a:cubicBezTo>
                    <a:pt x="558" y="298"/>
                    <a:pt x="558" y="300"/>
                    <a:pt x="558" y="301"/>
                  </a:cubicBezTo>
                  <a:cubicBezTo>
                    <a:pt x="558" y="301"/>
                    <a:pt x="559" y="302"/>
                    <a:pt x="559" y="302"/>
                  </a:cubicBezTo>
                  <a:cubicBezTo>
                    <a:pt x="559" y="302"/>
                    <a:pt x="560" y="303"/>
                    <a:pt x="561" y="304"/>
                  </a:cubicBezTo>
                  <a:cubicBezTo>
                    <a:pt x="563" y="307"/>
                    <a:pt x="567" y="311"/>
                    <a:pt x="565" y="316"/>
                  </a:cubicBezTo>
                  <a:cubicBezTo>
                    <a:pt x="564" y="317"/>
                    <a:pt x="563" y="318"/>
                    <a:pt x="562" y="318"/>
                  </a:cubicBezTo>
                  <a:cubicBezTo>
                    <a:pt x="562" y="319"/>
                    <a:pt x="562" y="319"/>
                    <a:pt x="562" y="320"/>
                  </a:cubicBezTo>
                  <a:cubicBezTo>
                    <a:pt x="562" y="322"/>
                    <a:pt x="562" y="322"/>
                    <a:pt x="562" y="322"/>
                  </a:cubicBezTo>
                  <a:cubicBezTo>
                    <a:pt x="562" y="323"/>
                    <a:pt x="562" y="323"/>
                    <a:pt x="563" y="324"/>
                  </a:cubicBezTo>
                  <a:cubicBezTo>
                    <a:pt x="564" y="325"/>
                    <a:pt x="565" y="326"/>
                    <a:pt x="566" y="328"/>
                  </a:cubicBezTo>
                  <a:cubicBezTo>
                    <a:pt x="568" y="330"/>
                    <a:pt x="570" y="333"/>
                    <a:pt x="571" y="336"/>
                  </a:cubicBezTo>
                  <a:cubicBezTo>
                    <a:pt x="572" y="338"/>
                    <a:pt x="573" y="340"/>
                    <a:pt x="574" y="341"/>
                  </a:cubicBezTo>
                  <a:cubicBezTo>
                    <a:pt x="577" y="345"/>
                    <a:pt x="579" y="350"/>
                    <a:pt x="581" y="354"/>
                  </a:cubicBezTo>
                  <a:cubicBezTo>
                    <a:pt x="585" y="359"/>
                    <a:pt x="588" y="365"/>
                    <a:pt x="591" y="370"/>
                  </a:cubicBezTo>
                  <a:cubicBezTo>
                    <a:pt x="593" y="373"/>
                    <a:pt x="593" y="373"/>
                    <a:pt x="593" y="373"/>
                  </a:cubicBezTo>
                  <a:cubicBezTo>
                    <a:pt x="598" y="381"/>
                    <a:pt x="604" y="389"/>
                    <a:pt x="608" y="397"/>
                  </a:cubicBezTo>
                  <a:cubicBezTo>
                    <a:pt x="611" y="405"/>
                    <a:pt x="616" y="413"/>
                    <a:pt x="621" y="422"/>
                  </a:cubicBezTo>
                  <a:cubicBezTo>
                    <a:pt x="623" y="424"/>
                    <a:pt x="624" y="426"/>
                    <a:pt x="625" y="428"/>
                  </a:cubicBezTo>
                  <a:cubicBezTo>
                    <a:pt x="625" y="429"/>
                    <a:pt x="626" y="431"/>
                    <a:pt x="627" y="432"/>
                  </a:cubicBezTo>
                  <a:cubicBezTo>
                    <a:pt x="628" y="433"/>
                    <a:pt x="628" y="433"/>
                    <a:pt x="628" y="433"/>
                  </a:cubicBezTo>
                  <a:cubicBezTo>
                    <a:pt x="628" y="434"/>
                    <a:pt x="630" y="435"/>
                    <a:pt x="630" y="438"/>
                  </a:cubicBezTo>
                  <a:cubicBezTo>
                    <a:pt x="630" y="439"/>
                    <a:pt x="630" y="439"/>
                    <a:pt x="630" y="439"/>
                  </a:cubicBezTo>
                  <a:cubicBezTo>
                    <a:pt x="630" y="440"/>
                    <a:pt x="630" y="441"/>
                    <a:pt x="631" y="442"/>
                  </a:cubicBezTo>
                  <a:cubicBezTo>
                    <a:pt x="631" y="442"/>
                    <a:pt x="632" y="443"/>
                    <a:pt x="632" y="444"/>
                  </a:cubicBezTo>
                  <a:cubicBezTo>
                    <a:pt x="634" y="446"/>
                    <a:pt x="636" y="447"/>
                    <a:pt x="637" y="450"/>
                  </a:cubicBezTo>
                  <a:cubicBezTo>
                    <a:pt x="637" y="451"/>
                    <a:pt x="637" y="451"/>
                    <a:pt x="638" y="452"/>
                  </a:cubicBezTo>
                  <a:cubicBezTo>
                    <a:pt x="640" y="456"/>
                    <a:pt x="642" y="459"/>
                    <a:pt x="641" y="462"/>
                  </a:cubicBezTo>
                  <a:cubicBezTo>
                    <a:pt x="642" y="464"/>
                    <a:pt x="646" y="467"/>
                    <a:pt x="648" y="469"/>
                  </a:cubicBezTo>
                  <a:cubicBezTo>
                    <a:pt x="649" y="469"/>
                    <a:pt x="650" y="470"/>
                    <a:pt x="650" y="470"/>
                  </a:cubicBezTo>
                  <a:cubicBezTo>
                    <a:pt x="653" y="473"/>
                    <a:pt x="654" y="476"/>
                    <a:pt x="656" y="478"/>
                  </a:cubicBezTo>
                  <a:cubicBezTo>
                    <a:pt x="657" y="480"/>
                    <a:pt x="658" y="481"/>
                    <a:pt x="659" y="482"/>
                  </a:cubicBezTo>
                  <a:cubicBezTo>
                    <a:pt x="659" y="482"/>
                    <a:pt x="659" y="482"/>
                    <a:pt x="659" y="483"/>
                  </a:cubicBezTo>
                  <a:cubicBezTo>
                    <a:pt x="664" y="484"/>
                    <a:pt x="666" y="487"/>
                    <a:pt x="667" y="489"/>
                  </a:cubicBezTo>
                  <a:cubicBezTo>
                    <a:pt x="668" y="490"/>
                    <a:pt x="668" y="491"/>
                    <a:pt x="669" y="491"/>
                  </a:cubicBezTo>
                  <a:cubicBezTo>
                    <a:pt x="671" y="491"/>
                    <a:pt x="673" y="491"/>
                    <a:pt x="675" y="492"/>
                  </a:cubicBezTo>
                  <a:cubicBezTo>
                    <a:pt x="677" y="494"/>
                    <a:pt x="680" y="496"/>
                    <a:pt x="681" y="499"/>
                  </a:cubicBezTo>
                  <a:cubicBezTo>
                    <a:pt x="681" y="500"/>
                    <a:pt x="682" y="501"/>
                    <a:pt x="682" y="502"/>
                  </a:cubicBezTo>
                  <a:cubicBezTo>
                    <a:pt x="682" y="505"/>
                    <a:pt x="680" y="507"/>
                    <a:pt x="677" y="507"/>
                  </a:cubicBezTo>
                  <a:cubicBezTo>
                    <a:pt x="677" y="507"/>
                    <a:pt x="677" y="507"/>
                    <a:pt x="677" y="507"/>
                  </a:cubicBezTo>
                  <a:cubicBezTo>
                    <a:pt x="676" y="507"/>
                    <a:pt x="675" y="506"/>
                    <a:pt x="674" y="505"/>
                  </a:cubicBezTo>
                  <a:cubicBezTo>
                    <a:pt x="673" y="505"/>
                    <a:pt x="673" y="505"/>
                    <a:pt x="673" y="505"/>
                  </a:cubicBezTo>
                  <a:cubicBezTo>
                    <a:pt x="672" y="505"/>
                    <a:pt x="671" y="505"/>
                    <a:pt x="670" y="505"/>
                  </a:cubicBezTo>
                  <a:cubicBezTo>
                    <a:pt x="670" y="505"/>
                    <a:pt x="670" y="505"/>
                    <a:pt x="670" y="505"/>
                  </a:cubicBezTo>
                  <a:cubicBezTo>
                    <a:pt x="667" y="505"/>
                    <a:pt x="665" y="505"/>
                    <a:pt x="663" y="504"/>
                  </a:cubicBezTo>
                  <a:cubicBezTo>
                    <a:pt x="663" y="505"/>
                    <a:pt x="663" y="505"/>
                    <a:pt x="663" y="506"/>
                  </a:cubicBezTo>
                  <a:cubicBezTo>
                    <a:pt x="663" y="507"/>
                    <a:pt x="664" y="507"/>
                    <a:pt x="664" y="508"/>
                  </a:cubicBezTo>
                  <a:cubicBezTo>
                    <a:pt x="665" y="512"/>
                    <a:pt x="665" y="517"/>
                    <a:pt x="665" y="520"/>
                  </a:cubicBezTo>
                  <a:cubicBezTo>
                    <a:pt x="664" y="523"/>
                    <a:pt x="664" y="525"/>
                    <a:pt x="664" y="527"/>
                  </a:cubicBezTo>
                  <a:cubicBezTo>
                    <a:pt x="664" y="527"/>
                    <a:pt x="665" y="528"/>
                    <a:pt x="666" y="529"/>
                  </a:cubicBezTo>
                  <a:cubicBezTo>
                    <a:pt x="666" y="531"/>
                    <a:pt x="667" y="532"/>
                    <a:pt x="668" y="534"/>
                  </a:cubicBezTo>
                  <a:cubicBezTo>
                    <a:pt x="668" y="536"/>
                    <a:pt x="668" y="538"/>
                    <a:pt x="669" y="540"/>
                  </a:cubicBezTo>
                  <a:cubicBezTo>
                    <a:pt x="669" y="540"/>
                    <a:pt x="669" y="541"/>
                    <a:pt x="669" y="542"/>
                  </a:cubicBezTo>
                  <a:cubicBezTo>
                    <a:pt x="669" y="543"/>
                    <a:pt x="670" y="544"/>
                    <a:pt x="671" y="546"/>
                  </a:cubicBezTo>
                  <a:cubicBezTo>
                    <a:pt x="671" y="547"/>
                    <a:pt x="671" y="547"/>
                    <a:pt x="671" y="547"/>
                  </a:cubicBezTo>
                  <a:cubicBezTo>
                    <a:pt x="673" y="550"/>
                    <a:pt x="674" y="553"/>
                    <a:pt x="670" y="558"/>
                  </a:cubicBezTo>
                  <a:cubicBezTo>
                    <a:pt x="667" y="560"/>
                    <a:pt x="665" y="563"/>
                    <a:pt x="662" y="565"/>
                  </a:cubicBezTo>
                  <a:cubicBezTo>
                    <a:pt x="660" y="567"/>
                    <a:pt x="658" y="570"/>
                    <a:pt x="655" y="572"/>
                  </a:cubicBezTo>
                  <a:cubicBezTo>
                    <a:pt x="652" y="575"/>
                    <a:pt x="652" y="575"/>
                    <a:pt x="652" y="575"/>
                  </a:cubicBezTo>
                  <a:cubicBezTo>
                    <a:pt x="648" y="579"/>
                    <a:pt x="643" y="579"/>
                    <a:pt x="639" y="577"/>
                  </a:cubicBezTo>
                  <a:cubicBezTo>
                    <a:pt x="637" y="577"/>
                    <a:pt x="637" y="577"/>
                    <a:pt x="637" y="577"/>
                  </a:cubicBezTo>
                  <a:cubicBezTo>
                    <a:pt x="636" y="577"/>
                    <a:pt x="635" y="576"/>
                    <a:pt x="634" y="576"/>
                  </a:cubicBezTo>
                  <a:cubicBezTo>
                    <a:pt x="634" y="576"/>
                    <a:pt x="633" y="576"/>
                    <a:pt x="633" y="575"/>
                  </a:cubicBezTo>
                  <a:cubicBezTo>
                    <a:pt x="632" y="577"/>
                    <a:pt x="632" y="579"/>
                    <a:pt x="631" y="581"/>
                  </a:cubicBezTo>
                  <a:cubicBezTo>
                    <a:pt x="631" y="582"/>
                    <a:pt x="630" y="583"/>
                    <a:pt x="630" y="585"/>
                  </a:cubicBezTo>
                  <a:cubicBezTo>
                    <a:pt x="628" y="589"/>
                    <a:pt x="627" y="593"/>
                    <a:pt x="625" y="597"/>
                  </a:cubicBezTo>
                  <a:cubicBezTo>
                    <a:pt x="622" y="604"/>
                    <a:pt x="622" y="604"/>
                    <a:pt x="622" y="604"/>
                  </a:cubicBezTo>
                  <a:cubicBezTo>
                    <a:pt x="620" y="611"/>
                    <a:pt x="610" y="612"/>
                    <a:pt x="603" y="613"/>
                  </a:cubicBezTo>
                  <a:cubicBezTo>
                    <a:pt x="601" y="614"/>
                    <a:pt x="600" y="614"/>
                    <a:pt x="599" y="614"/>
                  </a:cubicBezTo>
                  <a:cubicBezTo>
                    <a:pt x="595" y="614"/>
                    <a:pt x="595" y="614"/>
                    <a:pt x="595" y="614"/>
                  </a:cubicBezTo>
                  <a:cubicBezTo>
                    <a:pt x="593" y="615"/>
                    <a:pt x="591" y="615"/>
                    <a:pt x="589" y="616"/>
                  </a:cubicBezTo>
                  <a:cubicBezTo>
                    <a:pt x="588" y="616"/>
                    <a:pt x="588" y="618"/>
                    <a:pt x="588" y="619"/>
                  </a:cubicBezTo>
                  <a:cubicBezTo>
                    <a:pt x="587" y="621"/>
                    <a:pt x="587" y="624"/>
                    <a:pt x="585" y="626"/>
                  </a:cubicBezTo>
                  <a:cubicBezTo>
                    <a:pt x="585" y="628"/>
                    <a:pt x="584" y="629"/>
                    <a:pt x="584" y="631"/>
                  </a:cubicBezTo>
                  <a:cubicBezTo>
                    <a:pt x="583" y="635"/>
                    <a:pt x="583" y="635"/>
                    <a:pt x="583" y="635"/>
                  </a:cubicBezTo>
                  <a:cubicBezTo>
                    <a:pt x="580" y="643"/>
                    <a:pt x="574" y="644"/>
                    <a:pt x="568" y="645"/>
                  </a:cubicBezTo>
                  <a:cubicBezTo>
                    <a:pt x="567" y="645"/>
                    <a:pt x="567" y="645"/>
                    <a:pt x="567" y="645"/>
                  </a:cubicBezTo>
                  <a:cubicBezTo>
                    <a:pt x="566" y="645"/>
                    <a:pt x="564" y="645"/>
                    <a:pt x="563" y="645"/>
                  </a:cubicBezTo>
                  <a:cubicBezTo>
                    <a:pt x="560" y="646"/>
                    <a:pt x="557" y="647"/>
                    <a:pt x="554" y="647"/>
                  </a:cubicBezTo>
                  <a:close/>
                  <a:moveTo>
                    <a:pt x="438" y="620"/>
                  </a:moveTo>
                  <a:cubicBezTo>
                    <a:pt x="526" y="620"/>
                    <a:pt x="526" y="620"/>
                    <a:pt x="526" y="620"/>
                  </a:cubicBezTo>
                  <a:cubicBezTo>
                    <a:pt x="527" y="620"/>
                    <a:pt x="528" y="620"/>
                    <a:pt x="529" y="621"/>
                  </a:cubicBezTo>
                  <a:cubicBezTo>
                    <a:pt x="550" y="636"/>
                    <a:pt x="550" y="636"/>
                    <a:pt x="550" y="636"/>
                  </a:cubicBezTo>
                  <a:cubicBezTo>
                    <a:pt x="552" y="638"/>
                    <a:pt x="556" y="637"/>
                    <a:pt x="561" y="636"/>
                  </a:cubicBezTo>
                  <a:cubicBezTo>
                    <a:pt x="563" y="636"/>
                    <a:pt x="564" y="636"/>
                    <a:pt x="566" y="636"/>
                  </a:cubicBezTo>
                  <a:cubicBezTo>
                    <a:pt x="567" y="635"/>
                    <a:pt x="567" y="635"/>
                    <a:pt x="567" y="635"/>
                  </a:cubicBezTo>
                  <a:cubicBezTo>
                    <a:pt x="573" y="635"/>
                    <a:pt x="573" y="634"/>
                    <a:pt x="574" y="632"/>
                  </a:cubicBezTo>
                  <a:cubicBezTo>
                    <a:pt x="575" y="629"/>
                    <a:pt x="575" y="629"/>
                    <a:pt x="575" y="629"/>
                  </a:cubicBezTo>
                  <a:cubicBezTo>
                    <a:pt x="575" y="628"/>
                    <a:pt x="575" y="628"/>
                    <a:pt x="575" y="627"/>
                  </a:cubicBezTo>
                  <a:cubicBezTo>
                    <a:pt x="575" y="626"/>
                    <a:pt x="574" y="625"/>
                    <a:pt x="574" y="624"/>
                  </a:cubicBezTo>
                  <a:cubicBezTo>
                    <a:pt x="574" y="622"/>
                    <a:pt x="576" y="620"/>
                    <a:pt x="578" y="620"/>
                  </a:cubicBezTo>
                  <a:cubicBezTo>
                    <a:pt x="578" y="619"/>
                    <a:pt x="579" y="618"/>
                    <a:pt x="579" y="617"/>
                  </a:cubicBezTo>
                  <a:cubicBezTo>
                    <a:pt x="579" y="614"/>
                    <a:pt x="580" y="608"/>
                    <a:pt x="587" y="607"/>
                  </a:cubicBezTo>
                  <a:cubicBezTo>
                    <a:pt x="589" y="606"/>
                    <a:pt x="591" y="606"/>
                    <a:pt x="594" y="605"/>
                  </a:cubicBezTo>
                  <a:cubicBezTo>
                    <a:pt x="597" y="605"/>
                    <a:pt x="597" y="605"/>
                    <a:pt x="597" y="605"/>
                  </a:cubicBezTo>
                  <a:cubicBezTo>
                    <a:pt x="599" y="605"/>
                    <a:pt x="600" y="604"/>
                    <a:pt x="602" y="604"/>
                  </a:cubicBezTo>
                  <a:cubicBezTo>
                    <a:pt x="605" y="604"/>
                    <a:pt x="613" y="603"/>
                    <a:pt x="614" y="601"/>
                  </a:cubicBezTo>
                  <a:cubicBezTo>
                    <a:pt x="617" y="594"/>
                    <a:pt x="617" y="594"/>
                    <a:pt x="617" y="594"/>
                  </a:cubicBezTo>
                  <a:cubicBezTo>
                    <a:pt x="618" y="590"/>
                    <a:pt x="620" y="586"/>
                    <a:pt x="621" y="581"/>
                  </a:cubicBezTo>
                  <a:cubicBezTo>
                    <a:pt x="621" y="580"/>
                    <a:pt x="622" y="579"/>
                    <a:pt x="622" y="578"/>
                  </a:cubicBezTo>
                  <a:cubicBezTo>
                    <a:pt x="623" y="576"/>
                    <a:pt x="624" y="572"/>
                    <a:pt x="626" y="570"/>
                  </a:cubicBezTo>
                  <a:cubicBezTo>
                    <a:pt x="628" y="567"/>
                    <a:pt x="630" y="566"/>
                    <a:pt x="632" y="566"/>
                  </a:cubicBezTo>
                  <a:cubicBezTo>
                    <a:pt x="634" y="566"/>
                    <a:pt x="636" y="567"/>
                    <a:pt x="638" y="567"/>
                  </a:cubicBezTo>
                  <a:cubicBezTo>
                    <a:pt x="638" y="568"/>
                    <a:pt x="639" y="568"/>
                    <a:pt x="640" y="568"/>
                  </a:cubicBezTo>
                  <a:cubicBezTo>
                    <a:pt x="642" y="569"/>
                    <a:pt x="642" y="569"/>
                    <a:pt x="642" y="569"/>
                  </a:cubicBezTo>
                  <a:cubicBezTo>
                    <a:pt x="643" y="569"/>
                    <a:pt x="644" y="570"/>
                    <a:pt x="644" y="570"/>
                  </a:cubicBezTo>
                  <a:cubicBezTo>
                    <a:pt x="644" y="570"/>
                    <a:pt x="644" y="570"/>
                    <a:pt x="644" y="570"/>
                  </a:cubicBezTo>
                  <a:cubicBezTo>
                    <a:pt x="644" y="570"/>
                    <a:pt x="645" y="569"/>
                    <a:pt x="645" y="569"/>
                  </a:cubicBezTo>
                  <a:cubicBezTo>
                    <a:pt x="649" y="565"/>
                    <a:pt x="649" y="565"/>
                    <a:pt x="649" y="565"/>
                  </a:cubicBezTo>
                  <a:cubicBezTo>
                    <a:pt x="651" y="563"/>
                    <a:pt x="653" y="561"/>
                    <a:pt x="656" y="559"/>
                  </a:cubicBezTo>
                  <a:cubicBezTo>
                    <a:pt x="658" y="556"/>
                    <a:pt x="660" y="554"/>
                    <a:pt x="663" y="551"/>
                  </a:cubicBezTo>
                  <a:cubicBezTo>
                    <a:pt x="663" y="551"/>
                    <a:pt x="663" y="551"/>
                    <a:pt x="663" y="551"/>
                  </a:cubicBezTo>
                  <a:cubicBezTo>
                    <a:pt x="662" y="550"/>
                    <a:pt x="662" y="550"/>
                    <a:pt x="662" y="550"/>
                  </a:cubicBezTo>
                  <a:cubicBezTo>
                    <a:pt x="661" y="548"/>
                    <a:pt x="661" y="547"/>
                    <a:pt x="660" y="544"/>
                  </a:cubicBezTo>
                  <a:cubicBezTo>
                    <a:pt x="660" y="543"/>
                    <a:pt x="660" y="542"/>
                    <a:pt x="660" y="541"/>
                  </a:cubicBezTo>
                  <a:cubicBezTo>
                    <a:pt x="659" y="539"/>
                    <a:pt x="659" y="538"/>
                    <a:pt x="659" y="537"/>
                  </a:cubicBezTo>
                  <a:cubicBezTo>
                    <a:pt x="659" y="536"/>
                    <a:pt x="658" y="535"/>
                    <a:pt x="658" y="534"/>
                  </a:cubicBezTo>
                  <a:cubicBezTo>
                    <a:pt x="657" y="532"/>
                    <a:pt x="655" y="530"/>
                    <a:pt x="655" y="527"/>
                  </a:cubicBezTo>
                  <a:cubicBezTo>
                    <a:pt x="655" y="525"/>
                    <a:pt x="655" y="522"/>
                    <a:pt x="655" y="519"/>
                  </a:cubicBezTo>
                  <a:cubicBezTo>
                    <a:pt x="656" y="516"/>
                    <a:pt x="656" y="513"/>
                    <a:pt x="655" y="511"/>
                  </a:cubicBezTo>
                  <a:cubicBezTo>
                    <a:pt x="654" y="510"/>
                    <a:pt x="653" y="508"/>
                    <a:pt x="653" y="505"/>
                  </a:cubicBezTo>
                  <a:cubicBezTo>
                    <a:pt x="654" y="504"/>
                    <a:pt x="653" y="503"/>
                    <a:pt x="653" y="502"/>
                  </a:cubicBezTo>
                  <a:cubicBezTo>
                    <a:pt x="653" y="499"/>
                    <a:pt x="654" y="496"/>
                    <a:pt x="657" y="494"/>
                  </a:cubicBezTo>
                  <a:cubicBezTo>
                    <a:pt x="657" y="494"/>
                    <a:pt x="657" y="494"/>
                    <a:pt x="658" y="493"/>
                  </a:cubicBezTo>
                  <a:cubicBezTo>
                    <a:pt x="657" y="493"/>
                    <a:pt x="657" y="493"/>
                    <a:pt x="657" y="493"/>
                  </a:cubicBezTo>
                  <a:cubicBezTo>
                    <a:pt x="653" y="491"/>
                    <a:pt x="650" y="487"/>
                    <a:pt x="648" y="483"/>
                  </a:cubicBezTo>
                  <a:cubicBezTo>
                    <a:pt x="647" y="481"/>
                    <a:pt x="645" y="479"/>
                    <a:pt x="644" y="477"/>
                  </a:cubicBezTo>
                  <a:cubicBezTo>
                    <a:pt x="644" y="477"/>
                    <a:pt x="643" y="477"/>
                    <a:pt x="642" y="476"/>
                  </a:cubicBezTo>
                  <a:cubicBezTo>
                    <a:pt x="636" y="471"/>
                    <a:pt x="632" y="467"/>
                    <a:pt x="631" y="463"/>
                  </a:cubicBezTo>
                  <a:cubicBezTo>
                    <a:pt x="631" y="462"/>
                    <a:pt x="631" y="461"/>
                    <a:pt x="631" y="460"/>
                  </a:cubicBezTo>
                  <a:cubicBezTo>
                    <a:pt x="631" y="459"/>
                    <a:pt x="630" y="457"/>
                    <a:pt x="630" y="457"/>
                  </a:cubicBezTo>
                  <a:cubicBezTo>
                    <a:pt x="629" y="455"/>
                    <a:pt x="628" y="454"/>
                    <a:pt x="628" y="454"/>
                  </a:cubicBezTo>
                  <a:cubicBezTo>
                    <a:pt x="628" y="453"/>
                    <a:pt x="627" y="452"/>
                    <a:pt x="626" y="451"/>
                  </a:cubicBezTo>
                  <a:cubicBezTo>
                    <a:pt x="625" y="449"/>
                    <a:pt x="623" y="448"/>
                    <a:pt x="622" y="446"/>
                  </a:cubicBezTo>
                  <a:cubicBezTo>
                    <a:pt x="621" y="444"/>
                    <a:pt x="621" y="442"/>
                    <a:pt x="621" y="440"/>
                  </a:cubicBezTo>
                  <a:cubicBezTo>
                    <a:pt x="620" y="438"/>
                    <a:pt x="620" y="438"/>
                    <a:pt x="619" y="437"/>
                  </a:cubicBezTo>
                  <a:cubicBezTo>
                    <a:pt x="618" y="435"/>
                    <a:pt x="617" y="434"/>
                    <a:pt x="616" y="432"/>
                  </a:cubicBezTo>
                  <a:cubicBezTo>
                    <a:pt x="616" y="430"/>
                    <a:pt x="615" y="429"/>
                    <a:pt x="614" y="427"/>
                  </a:cubicBezTo>
                  <a:cubicBezTo>
                    <a:pt x="608" y="418"/>
                    <a:pt x="603" y="409"/>
                    <a:pt x="599" y="401"/>
                  </a:cubicBezTo>
                  <a:cubicBezTo>
                    <a:pt x="596" y="393"/>
                    <a:pt x="591" y="386"/>
                    <a:pt x="586" y="378"/>
                  </a:cubicBezTo>
                  <a:cubicBezTo>
                    <a:pt x="583" y="375"/>
                    <a:pt x="583" y="375"/>
                    <a:pt x="583" y="375"/>
                  </a:cubicBezTo>
                  <a:cubicBezTo>
                    <a:pt x="580" y="370"/>
                    <a:pt x="576" y="364"/>
                    <a:pt x="573" y="358"/>
                  </a:cubicBezTo>
                  <a:cubicBezTo>
                    <a:pt x="571" y="354"/>
                    <a:pt x="569" y="350"/>
                    <a:pt x="566" y="346"/>
                  </a:cubicBezTo>
                  <a:cubicBezTo>
                    <a:pt x="565" y="344"/>
                    <a:pt x="564" y="342"/>
                    <a:pt x="563" y="340"/>
                  </a:cubicBezTo>
                  <a:cubicBezTo>
                    <a:pt x="562" y="338"/>
                    <a:pt x="560" y="335"/>
                    <a:pt x="559" y="333"/>
                  </a:cubicBezTo>
                  <a:cubicBezTo>
                    <a:pt x="558" y="332"/>
                    <a:pt x="558" y="331"/>
                    <a:pt x="557" y="331"/>
                  </a:cubicBezTo>
                  <a:cubicBezTo>
                    <a:pt x="555" y="329"/>
                    <a:pt x="553" y="327"/>
                    <a:pt x="553" y="321"/>
                  </a:cubicBezTo>
                  <a:cubicBezTo>
                    <a:pt x="553" y="320"/>
                    <a:pt x="553" y="320"/>
                    <a:pt x="553" y="320"/>
                  </a:cubicBezTo>
                  <a:cubicBezTo>
                    <a:pt x="553" y="318"/>
                    <a:pt x="553" y="316"/>
                    <a:pt x="553" y="314"/>
                  </a:cubicBezTo>
                  <a:cubicBezTo>
                    <a:pt x="554" y="313"/>
                    <a:pt x="554" y="312"/>
                    <a:pt x="555" y="311"/>
                  </a:cubicBezTo>
                  <a:cubicBezTo>
                    <a:pt x="554" y="311"/>
                    <a:pt x="554" y="311"/>
                    <a:pt x="554" y="310"/>
                  </a:cubicBezTo>
                  <a:cubicBezTo>
                    <a:pt x="552" y="309"/>
                    <a:pt x="551" y="307"/>
                    <a:pt x="550" y="305"/>
                  </a:cubicBezTo>
                  <a:cubicBezTo>
                    <a:pt x="549" y="304"/>
                    <a:pt x="549" y="303"/>
                    <a:pt x="549" y="302"/>
                  </a:cubicBezTo>
                  <a:cubicBezTo>
                    <a:pt x="549" y="301"/>
                    <a:pt x="549" y="301"/>
                    <a:pt x="549" y="301"/>
                  </a:cubicBezTo>
                  <a:cubicBezTo>
                    <a:pt x="548" y="300"/>
                    <a:pt x="546" y="299"/>
                    <a:pt x="545" y="296"/>
                  </a:cubicBezTo>
                  <a:cubicBezTo>
                    <a:pt x="545" y="294"/>
                    <a:pt x="545" y="293"/>
                    <a:pt x="545" y="292"/>
                  </a:cubicBezTo>
                  <a:cubicBezTo>
                    <a:pt x="545" y="291"/>
                    <a:pt x="545" y="291"/>
                    <a:pt x="545" y="290"/>
                  </a:cubicBezTo>
                  <a:cubicBezTo>
                    <a:pt x="545" y="290"/>
                    <a:pt x="545" y="290"/>
                    <a:pt x="544" y="290"/>
                  </a:cubicBezTo>
                  <a:cubicBezTo>
                    <a:pt x="544" y="290"/>
                    <a:pt x="543" y="289"/>
                    <a:pt x="543" y="289"/>
                  </a:cubicBezTo>
                  <a:cubicBezTo>
                    <a:pt x="538" y="287"/>
                    <a:pt x="536" y="283"/>
                    <a:pt x="535" y="280"/>
                  </a:cubicBezTo>
                  <a:cubicBezTo>
                    <a:pt x="534" y="277"/>
                    <a:pt x="533" y="275"/>
                    <a:pt x="532" y="275"/>
                  </a:cubicBezTo>
                  <a:cubicBezTo>
                    <a:pt x="530" y="273"/>
                    <a:pt x="528" y="272"/>
                    <a:pt x="528" y="268"/>
                  </a:cubicBezTo>
                  <a:cubicBezTo>
                    <a:pt x="527" y="269"/>
                    <a:pt x="527" y="268"/>
                    <a:pt x="527" y="268"/>
                  </a:cubicBezTo>
                  <a:cubicBezTo>
                    <a:pt x="525" y="266"/>
                    <a:pt x="524" y="265"/>
                    <a:pt x="524" y="263"/>
                  </a:cubicBezTo>
                  <a:cubicBezTo>
                    <a:pt x="524" y="261"/>
                    <a:pt x="524" y="259"/>
                    <a:pt x="525" y="258"/>
                  </a:cubicBezTo>
                  <a:cubicBezTo>
                    <a:pt x="524" y="257"/>
                    <a:pt x="522" y="256"/>
                    <a:pt x="522" y="253"/>
                  </a:cubicBezTo>
                  <a:cubicBezTo>
                    <a:pt x="521" y="250"/>
                    <a:pt x="522" y="249"/>
                    <a:pt x="523" y="247"/>
                  </a:cubicBezTo>
                  <a:cubicBezTo>
                    <a:pt x="523" y="247"/>
                    <a:pt x="524" y="246"/>
                    <a:pt x="524" y="246"/>
                  </a:cubicBezTo>
                  <a:cubicBezTo>
                    <a:pt x="523" y="244"/>
                    <a:pt x="522" y="243"/>
                    <a:pt x="519" y="242"/>
                  </a:cubicBezTo>
                  <a:cubicBezTo>
                    <a:pt x="519" y="242"/>
                    <a:pt x="517" y="242"/>
                    <a:pt x="515" y="240"/>
                  </a:cubicBezTo>
                  <a:cubicBezTo>
                    <a:pt x="514" y="239"/>
                    <a:pt x="513" y="238"/>
                    <a:pt x="513" y="237"/>
                  </a:cubicBezTo>
                  <a:cubicBezTo>
                    <a:pt x="511" y="236"/>
                    <a:pt x="511" y="235"/>
                    <a:pt x="510" y="234"/>
                  </a:cubicBezTo>
                  <a:cubicBezTo>
                    <a:pt x="509" y="234"/>
                    <a:pt x="508" y="233"/>
                    <a:pt x="508" y="232"/>
                  </a:cubicBezTo>
                  <a:cubicBezTo>
                    <a:pt x="505" y="230"/>
                    <a:pt x="503" y="227"/>
                    <a:pt x="501" y="224"/>
                  </a:cubicBezTo>
                  <a:cubicBezTo>
                    <a:pt x="499" y="222"/>
                    <a:pt x="498" y="220"/>
                    <a:pt x="496" y="218"/>
                  </a:cubicBezTo>
                  <a:cubicBezTo>
                    <a:pt x="494" y="216"/>
                    <a:pt x="493" y="214"/>
                    <a:pt x="492" y="213"/>
                  </a:cubicBezTo>
                  <a:cubicBezTo>
                    <a:pt x="491" y="211"/>
                    <a:pt x="490" y="209"/>
                    <a:pt x="488" y="208"/>
                  </a:cubicBezTo>
                  <a:cubicBezTo>
                    <a:pt x="488" y="207"/>
                    <a:pt x="487" y="207"/>
                    <a:pt x="487" y="207"/>
                  </a:cubicBezTo>
                  <a:cubicBezTo>
                    <a:pt x="485" y="206"/>
                    <a:pt x="484" y="204"/>
                    <a:pt x="483" y="201"/>
                  </a:cubicBezTo>
                  <a:cubicBezTo>
                    <a:pt x="482" y="200"/>
                    <a:pt x="482" y="199"/>
                    <a:pt x="482" y="198"/>
                  </a:cubicBezTo>
                  <a:cubicBezTo>
                    <a:pt x="481" y="196"/>
                    <a:pt x="480" y="193"/>
                    <a:pt x="479" y="192"/>
                  </a:cubicBezTo>
                  <a:cubicBezTo>
                    <a:pt x="478" y="191"/>
                    <a:pt x="478" y="191"/>
                    <a:pt x="477" y="191"/>
                  </a:cubicBezTo>
                  <a:cubicBezTo>
                    <a:pt x="476" y="190"/>
                    <a:pt x="474" y="189"/>
                    <a:pt x="473" y="187"/>
                  </a:cubicBezTo>
                  <a:cubicBezTo>
                    <a:pt x="473" y="187"/>
                    <a:pt x="464" y="176"/>
                    <a:pt x="467" y="170"/>
                  </a:cubicBezTo>
                  <a:cubicBezTo>
                    <a:pt x="467" y="169"/>
                    <a:pt x="468" y="169"/>
                    <a:pt x="468" y="168"/>
                  </a:cubicBezTo>
                  <a:cubicBezTo>
                    <a:pt x="468" y="164"/>
                    <a:pt x="465" y="156"/>
                    <a:pt x="462" y="153"/>
                  </a:cubicBezTo>
                  <a:cubicBezTo>
                    <a:pt x="461" y="152"/>
                    <a:pt x="459" y="150"/>
                    <a:pt x="457" y="149"/>
                  </a:cubicBezTo>
                  <a:cubicBezTo>
                    <a:pt x="456" y="148"/>
                    <a:pt x="455" y="147"/>
                    <a:pt x="453" y="146"/>
                  </a:cubicBezTo>
                  <a:cubicBezTo>
                    <a:pt x="443" y="137"/>
                    <a:pt x="451" y="126"/>
                    <a:pt x="455" y="120"/>
                  </a:cubicBezTo>
                  <a:cubicBezTo>
                    <a:pt x="455" y="120"/>
                    <a:pt x="456" y="120"/>
                    <a:pt x="456" y="119"/>
                  </a:cubicBezTo>
                  <a:cubicBezTo>
                    <a:pt x="455" y="118"/>
                    <a:pt x="455" y="116"/>
                    <a:pt x="456" y="114"/>
                  </a:cubicBezTo>
                  <a:cubicBezTo>
                    <a:pt x="457" y="112"/>
                    <a:pt x="458" y="110"/>
                    <a:pt x="460" y="109"/>
                  </a:cubicBezTo>
                  <a:cubicBezTo>
                    <a:pt x="460" y="109"/>
                    <a:pt x="461" y="108"/>
                    <a:pt x="462" y="107"/>
                  </a:cubicBezTo>
                  <a:cubicBezTo>
                    <a:pt x="463" y="106"/>
                    <a:pt x="465" y="106"/>
                    <a:pt x="467" y="107"/>
                  </a:cubicBezTo>
                  <a:cubicBezTo>
                    <a:pt x="469" y="108"/>
                    <a:pt x="469" y="110"/>
                    <a:pt x="469" y="112"/>
                  </a:cubicBezTo>
                  <a:cubicBezTo>
                    <a:pt x="469" y="112"/>
                    <a:pt x="469" y="113"/>
                    <a:pt x="469" y="114"/>
                  </a:cubicBezTo>
                  <a:cubicBezTo>
                    <a:pt x="469" y="114"/>
                    <a:pt x="469" y="114"/>
                    <a:pt x="470" y="114"/>
                  </a:cubicBezTo>
                  <a:cubicBezTo>
                    <a:pt x="471" y="115"/>
                    <a:pt x="472" y="117"/>
                    <a:pt x="473" y="119"/>
                  </a:cubicBezTo>
                  <a:cubicBezTo>
                    <a:pt x="473" y="120"/>
                    <a:pt x="473" y="121"/>
                    <a:pt x="473" y="122"/>
                  </a:cubicBezTo>
                  <a:cubicBezTo>
                    <a:pt x="473" y="122"/>
                    <a:pt x="473" y="122"/>
                    <a:pt x="474" y="122"/>
                  </a:cubicBezTo>
                  <a:cubicBezTo>
                    <a:pt x="474" y="123"/>
                    <a:pt x="475" y="123"/>
                    <a:pt x="475" y="124"/>
                  </a:cubicBezTo>
                  <a:cubicBezTo>
                    <a:pt x="478" y="127"/>
                    <a:pt x="477" y="131"/>
                    <a:pt x="477" y="133"/>
                  </a:cubicBezTo>
                  <a:cubicBezTo>
                    <a:pt x="477" y="134"/>
                    <a:pt x="477" y="135"/>
                    <a:pt x="477" y="135"/>
                  </a:cubicBezTo>
                  <a:cubicBezTo>
                    <a:pt x="477" y="135"/>
                    <a:pt x="477" y="136"/>
                    <a:pt x="477" y="136"/>
                  </a:cubicBezTo>
                  <a:cubicBezTo>
                    <a:pt x="478" y="137"/>
                    <a:pt x="479" y="139"/>
                    <a:pt x="480" y="141"/>
                  </a:cubicBezTo>
                  <a:cubicBezTo>
                    <a:pt x="480" y="142"/>
                    <a:pt x="480" y="142"/>
                    <a:pt x="480" y="143"/>
                  </a:cubicBezTo>
                  <a:cubicBezTo>
                    <a:pt x="480" y="143"/>
                    <a:pt x="480" y="143"/>
                    <a:pt x="480" y="143"/>
                  </a:cubicBezTo>
                  <a:cubicBezTo>
                    <a:pt x="484" y="146"/>
                    <a:pt x="486" y="149"/>
                    <a:pt x="487" y="152"/>
                  </a:cubicBezTo>
                  <a:cubicBezTo>
                    <a:pt x="488" y="154"/>
                    <a:pt x="489" y="156"/>
                    <a:pt x="491" y="158"/>
                  </a:cubicBezTo>
                  <a:cubicBezTo>
                    <a:pt x="492" y="159"/>
                    <a:pt x="493" y="159"/>
                    <a:pt x="493" y="160"/>
                  </a:cubicBezTo>
                  <a:cubicBezTo>
                    <a:pt x="495" y="161"/>
                    <a:pt x="497" y="163"/>
                    <a:pt x="499" y="165"/>
                  </a:cubicBezTo>
                  <a:cubicBezTo>
                    <a:pt x="500" y="166"/>
                    <a:pt x="501" y="167"/>
                    <a:pt x="503" y="168"/>
                  </a:cubicBezTo>
                  <a:cubicBezTo>
                    <a:pt x="505" y="170"/>
                    <a:pt x="505" y="170"/>
                    <a:pt x="505" y="170"/>
                  </a:cubicBezTo>
                  <a:cubicBezTo>
                    <a:pt x="509" y="173"/>
                    <a:pt x="509" y="178"/>
                    <a:pt x="509" y="181"/>
                  </a:cubicBezTo>
                  <a:cubicBezTo>
                    <a:pt x="508" y="182"/>
                    <a:pt x="508" y="184"/>
                    <a:pt x="509" y="185"/>
                  </a:cubicBezTo>
                  <a:cubicBezTo>
                    <a:pt x="510" y="186"/>
                    <a:pt x="510" y="186"/>
                    <a:pt x="510" y="186"/>
                  </a:cubicBezTo>
                  <a:cubicBezTo>
                    <a:pt x="511" y="189"/>
                    <a:pt x="512" y="190"/>
                    <a:pt x="511" y="194"/>
                  </a:cubicBezTo>
                  <a:cubicBezTo>
                    <a:pt x="511" y="195"/>
                    <a:pt x="511" y="197"/>
                    <a:pt x="512" y="198"/>
                  </a:cubicBezTo>
                  <a:cubicBezTo>
                    <a:pt x="514" y="199"/>
                    <a:pt x="515" y="201"/>
                    <a:pt x="516" y="204"/>
                  </a:cubicBezTo>
                  <a:cubicBezTo>
                    <a:pt x="516" y="204"/>
                    <a:pt x="517" y="205"/>
                    <a:pt x="518" y="205"/>
                  </a:cubicBezTo>
                  <a:cubicBezTo>
                    <a:pt x="519" y="206"/>
                    <a:pt x="520" y="207"/>
                    <a:pt x="521" y="208"/>
                  </a:cubicBezTo>
                  <a:cubicBezTo>
                    <a:pt x="522" y="210"/>
                    <a:pt x="522" y="210"/>
                    <a:pt x="522" y="210"/>
                  </a:cubicBezTo>
                  <a:cubicBezTo>
                    <a:pt x="524" y="211"/>
                    <a:pt x="525" y="213"/>
                    <a:pt x="526" y="213"/>
                  </a:cubicBezTo>
                  <a:cubicBezTo>
                    <a:pt x="527" y="214"/>
                    <a:pt x="527" y="214"/>
                    <a:pt x="527" y="214"/>
                  </a:cubicBezTo>
                  <a:cubicBezTo>
                    <a:pt x="529" y="215"/>
                    <a:pt x="531" y="216"/>
                    <a:pt x="532" y="217"/>
                  </a:cubicBezTo>
                  <a:cubicBezTo>
                    <a:pt x="534" y="219"/>
                    <a:pt x="535" y="221"/>
                    <a:pt x="536" y="222"/>
                  </a:cubicBezTo>
                  <a:cubicBezTo>
                    <a:pt x="537" y="223"/>
                    <a:pt x="537" y="225"/>
                    <a:pt x="538" y="225"/>
                  </a:cubicBezTo>
                  <a:cubicBezTo>
                    <a:pt x="538" y="225"/>
                    <a:pt x="538" y="225"/>
                    <a:pt x="538" y="225"/>
                  </a:cubicBezTo>
                  <a:cubicBezTo>
                    <a:pt x="539" y="226"/>
                    <a:pt x="540" y="228"/>
                    <a:pt x="542" y="230"/>
                  </a:cubicBezTo>
                  <a:cubicBezTo>
                    <a:pt x="543" y="231"/>
                    <a:pt x="543" y="232"/>
                    <a:pt x="543" y="232"/>
                  </a:cubicBezTo>
                  <a:cubicBezTo>
                    <a:pt x="544" y="233"/>
                    <a:pt x="544" y="233"/>
                    <a:pt x="544" y="233"/>
                  </a:cubicBezTo>
                  <a:cubicBezTo>
                    <a:pt x="546" y="235"/>
                    <a:pt x="546" y="236"/>
                    <a:pt x="548" y="237"/>
                  </a:cubicBezTo>
                  <a:cubicBezTo>
                    <a:pt x="550" y="238"/>
                    <a:pt x="551" y="239"/>
                    <a:pt x="553" y="240"/>
                  </a:cubicBezTo>
                  <a:cubicBezTo>
                    <a:pt x="556" y="242"/>
                    <a:pt x="559" y="244"/>
                    <a:pt x="562" y="247"/>
                  </a:cubicBezTo>
                  <a:cubicBezTo>
                    <a:pt x="563" y="247"/>
                    <a:pt x="563" y="248"/>
                    <a:pt x="563" y="248"/>
                  </a:cubicBezTo>
                  <a:cubicBezTo>
                    <a:pt x="564" y="248"/>
                    <a:pt x="565" y="248"/>
                    <a:pt x="566" y="248"/>
                  </a:cubicBezTo>
                  <a:cubicBezTo>
                    <a:pt x="567" y="248"/>
                    <a:pt x="567" y="248"/>
                    <a:pt x="568" y="249"/>
                  </a:cubicBezTo>
                  <a:cubicBezTo>
                    <a:pt x="568" y="248"/>
                    <a:pt x="568" y="248"/>
                    <a:pt x="568" y="248"/>
                  </a:cubicBezTo>
                  <a:cubicBezTo>
                    <a:pt x="569" y="247"/>
                    <a:pt x="570" y="246"/>
                    <a:pt x="570" y="245"/>
                  </a:cubicBezTo>
                  <a:cubicBezTo>
                    <a:pt x="571" y="245"/>
                    <a:pt x="571" y="245"/>
                    <a:pt x="571" y="244"/>
                  </a:cubicBezTo>
                  <a:cubicBezTo>
                    <a:pt x="572" y="243"/>
                    <a:pt x="572" y="242"/>
                    <a:pt x="573" y="242"/>
                  </a:cubicBezTo>
                  <a:cubicBezTo>
                    <a:pt x="573" y="241"/>
                    <a:pt x="574" y="241"/>
                    <a:pt x="575" y="241"/>
                  </a:cubicBezTo>
                  <a:cubicBezTo>
                    <a:pt x="575" y="240"/>
                    <a:pt x="575" y="240"/>
                    <a:pt x="575" y="240"/>
                  </a:cubicBezTo>
                  <a:cubicBezTo>
                    <a:pt x="577" y="238"/>
                    <a:pt x="577" y="238"/>
                    <a:pt x="577" y="237"/>
                  </a:cubicBezTo>
                  <a:cubicBezTo>
                    <a:pt x="577" y="235"/>
                    <a:pt x="577" y="235"/>
                    <a:pt x="577" y="235"/>
                  </a:cubicBezTo>
                  <a:cubicBezTo>
                    <a:pt x="577" y="232"/>
                    <a:pt x="577" y="230"/>
                    <a:pt x="577" y="228"/>
                  </a:cubicBezTo>
                  <a:cubicBezTo>
                    <a:pt x="577" y="228"/>
                    <a:pt x="577" y="228"/>
                    <a:pt x="576" y="227"/>
                  </a:cubicBezTo>
                  <a:cubicBezTo>
                    <a:pt x="576" y="226"/>
                    <a:pt x="574" y="224"/>
                    <a:pt x="574" y="221"/>
                  </a:cubicBezTo>
                  <a:cubicBezTo>
                    <a:pt x="574" y="217"/>
                    <a:pt x="576" y="210"/>
                    <a:pt x="578" y="207"/>
                  </a:cubicBezTo>
                  <a:cubicBezTo>
                    <a:pt x="579" y="206"/>
                    <a:pt x="580" y="206"/>
                    <a:pt x="580" y="205"/>
                  </a:cubicBezTo>
                  <a:cubicBezTo>
                    <a:pt x="580" y="204"/>
                    <a:pt x="580" y="203"/>
                    <a:pt x="580" y="202"/>
                  </a:cubicBezTo>
                  <a:cubicBezTo>
                    <a:pt x="581" y="200"/>
                    <a:pt x="582" y="198"/>
                    <a:pt x="583" y="196"/>
                  </a:cubicBezTo>
                  <a:cubicBezTo>
                    <a:pt x="584" y="195"/>
                    <a:pt x="584" y="194"/>
                    <a:pt x="585" y="192"/>
                  </a:cubicBezTo>
                  <a:cubicBezTo>
                    <a:pt x="585" y="190"/>
                    <a:pt x="585" y="188"/>
                    <a:pt x="585" y="185"/>
                  </a:cubicBezTo>
                  <a:cubicBezTo>
                    <a:pt x="585" y="182"/>
                    <a:pt x="585" y="179"/>
                    <a:pt x="586" y="176"/>
                  </a:cubicBezTo>
                  <a:cubicBezTo>
                    <a:pt x="586" y="175"/>
                    <a:pt x="587" y="174"/>
                    <a:pt x="587" y="174"/>
                  </a:cubicBezTo>
                  <a:cubicBezTo>
                    <a:pt x="587" y="172"/>
                    <a:pt x="587" y="171"/>
                    <a:pt x="587" y="170"/>
                  </a:cubicBezTo>
                  <a:cubicBezTo>
                    <a:pt x="587" y="167"/>
                    <a:pt x="588" y="164"/>
                    <a:pt x="588" y="162"/>
                  </a:cubicBezTo>
                  <a:cubicBezTo>
                    <a:pt x="589" y="161"/>
                    <a:pt x="590" y="159"/>
                    <a:pt x="590" y="158"/>
                  </a:cubicBezTo>
                  <a:cubicBezTo>
                    <a:pt x="590" y="155"/>
                    <a:pt x="592" y="146"/>
                    <a:pt x="597" y="142"/>
                  </a:cubicBezTo>
                  <a:cubicBezTo>
                    <a:pt x="596" y="140"/>
                    <a:pt x="596" y="139"/>
                    <a:pt x="596" y="137"/>
                  </a:cubicBezTo>
                  <a:cubicBezTo>
                    <a:pt x="596" y="137"/>
                    <a:pt x="596" y="136"/>
                    <a:pt x="596" y="135"/>
                  </a:cubicBezTo>
                  <a:cubicBezTo>
                    <a:pt x="595" y="132"/>
                    <a:pt x="593" y="128"/>
                    <a:pt x="592" y="124"/>
                  </a:cubicBezTo>
                  <a:cubicBezTo>
                    <a:pt x="590" y="121"/>
                    <a:pt x="590" y="121"/>
                    <a:pt x="590" y="121"/>
                  </a:cubicBezTo>
                  <a:cubicBezTo>
                    <a:pt x="586" y="110"/>
                    <a:pt x="582" y="100"/>
                    <a:pt x="577" y="90"/>
                  </a:cubicBezTo>
                  <a:cubicBezTo>
                    <a:pt x="576" y="89"/>
                    <a:pt x="574" y="88"/>
                    <a:pt x="573" y="84"/>
                  </a:cubicBezTo>
                  <a:cubicBezTo>
                    <a:pt x="572" y="83"/>
                    <a:pt x="573" y="81"/>
                    <a:pt x="573" y="80"/>
                  </a:cubicBezTo>
                  <a:cubicBezTo>
                    <a:pt x="573" y="80"/>
                    <a:pt x="573" y="80"/>
                    <a:pt x="573" y="80"/>
                  </a:cubicBezTo>
                  <a:cubicBezTo>
                    <a:pt x="572" y="79"/>
                    <a:pt x="571" y="77"/>
                    <a:pt x="571" y="76"/>
                  </a:cubicBezTo>
                  <a:cubicBezTo>
                    <a:pt x="570" y="71"/>
                    <a:pt x="568" y="67"/>
                    <a:pt x="566" y="63"/>
                  </a:cubicBezTo>
                  <a:cubicBezTo>
                    <a:pt x="565" y="61"/>
                    <a:pt x="565" y="61"/>
                    <a:pt x="565" y="61"/>
                  </a:cubicBezTo>
                  <a:cubicBezTo>
                    <a:pt x="564" y="60"/>
                    <a:pt x="564" y="59"/>
                    <a:pt x="563" y="58"/>
                  </a:cubicBezTo>
                  <a:cubicBezTo>
                    <a:pt x="561" y="54"/>
                    <a:pt x="559" y="49"/>
                    <a:pt x="557" y="44"/>
                  </a:cubicBezTo>
                  <a:cubicBezTo>
                    <a:pt x="556" y="42"/>
                    <a:pt x="555" y="39"/>
                    <a:pt x="554" y="37"/>
                  </a:cubicBezTo>
                  <a:cubicBezTo>
                    <a:pt x="554" y="36"/>
                    <a:pt x="553" y="35"/>
                    <a:pt x="553" y="34"/>
                  </a:cubicBezTo>
                  <a:cubicBezTo>
                    <a:pt x="553" y="33"/>
                    <a:pt x="553" y="33"/>
                    <a:pt x="553" y="33"/>
                  </a:cubicBezTo>
                  <a:cubicBezTo>
                    <a:pt x="549" y="35"/>
                    <a:pt x="545" y="37"/>
                    <a:pt x="540" y="39"/>
                  </a:cubicBezTo>
                  <a:cubicBezTo>
                    <a:pt x="534" y="42"/>
                    <a:pt x="527" y="44"/>
                    <a:pt x="522" y="44"/>
                  </a:cubicBezTo>
                  <a:cubicBezTo>
                    <a:pt x="517" y="44"/>
                    <a:pt x="514" y="43"/>
                    <a:pt x="512" y="43"/>
                  </a:cubicBezTo>
                  <a:cubicBezTo>
                    <a:pt x="511" y="42"/>
                    <a:pt x="511" y="42"/>
                    <a:pt x="510" y="42"/>
                  </a:cubicBezTo>
                  <a:cubicBezTo>
                    <a:pt x="508" y="44"/>
                    <a:pt x="505" y="44"/>
                    <a:pt x="504" y="44"/>
                  </a:cubicBezTo>
                  <a:cubicBezTo>
                    <a:pt x="504" y="44"/>
                    <a:pt x="503" y="44"/>
                    <a:pt x="503" y="44"/>
                  </a:cubicBezTo>
                  <a:cubicBezTo>
                    <a:pt x="501" y="46"/>
                    <a:pt x="497" y="48"/>
                    <a:pt x="491" y="48"/>
                  </a:cubicBezTo>
                  <a:cubicBezTo>
                    <a:pt x="486" y="48"/>
                    <a:pt x="480" y="46"/>
                    <a:pt x="475" y="42"/>
                  </a:cubicBezTo>
                  <a:cubicBezTo>
                    <a:pt x="475" y="42"/>
                    <a:pt x="473" y="43"/>
                    <a:pt x="472" y="44"/>
                  </a:cubicBezTo>
                  <a:cubicBezTo>
                    <a:pt x="470" y="46"/>
                    <a:pt x="467" y="48"/>
                    <a:pt x="463" y="48"/>
                  </a:cubicBezTo>
                  <a:cubicBezTo>
                    <a:pt x="463" y="48"/>
                    <a:pt x="462" y="48"/>
                    <a:pt x="462" y="48"/>
                  </a:cubicBezTo>
                  <a:cubicBezTo>
                    <a:pt x="456" y="47"/>
                    <a:pt x="454" y="44"/>
                    <a:pt x="451" y="42"/>
                  </a:cubicBezTo>
                  <a:cubicBezTo>
                    <a:pt x="450" y="40"/>
                    <a:pt x="450" y="40"/>
                    <a:pt x="450" y="40"/>
                  </a:cubicBezTo>
                  <a:cubicBezTo>
                    <a:pt x="450" y="40"/>
                    <a:pt x="448" y="39"/>
                    <a:pt x="447" y="38"/>
                  </a:cubicBezTo>
                  <a:cubicBezTo>
                    <a:pt x="447" y="38"/>
                    <a:pt x="446" y="38"/>
                    <a:pt x="446" y="37"/>
                  </a:cubicBezTo>
                  <a:cubicBezTo>
                    <a:pt x="445" y="38"/>
                    <a:pt x="445" y="38"/>
                    <a:pt x="444" y="38"/>
                  </a:cubicBezTo>
                  <a:cubicBezTo>
                    <a:pt x="440" y="39"/>
                    <a:pt x="436" y="39"/>
                    <a:pt x="433" y="39"/>
                  </a:cubicBezTo>
                  <a:cubicBezTo>
                    <a:pt x="414" y="39"/>
                    <a:pt x="410" y="29"/>
                    <a:pt x="409" y="27"/>
                  </a:cubicBezTo>
                  <a:cubicBezTo>
                    <a:pt x="409" y="26"/>
                    <a:pt x="409" y="25"/>
                    <a:pt x="409" y="24"/>
                  </a:cubicBezTo>
                  <a:cubicBezTo>
                    <a:pt x="410" y="23"/>
                    <a:pt x="410" y="22"/>
                    <a:pt x="411" y="21"/>
                  </a:cubicBezTo>
                  <a:cubicBezTo>
                    <a:pt x="411" y="21"/>
                    <a:pt x="411" y="21"/>
                    <a:pt x="411" y="21"/>
                  </a:cubicBezTo>
                  <a:cubicBezTo>
                    <a:pt x="403" y="24"/>
                    <a:pt x="396" y="23"/>
                    <a:pt x="389" y="20"/>
                  </a:cubicBezTo>
                  <a:cubicBezTo>
                    <a:pt x="387" y="19"/>
                    <a:pt x="387" y="19"/>
                    <a:pt x="387" y="19"/>
                  </a:cubicBezTo>
                  <a:cubicBezTo>
                    <a:pt x="385" y="17"/>
                    <a:pt x="382" y="16"/>
                    <a:pt x="379" y="14"/>
                  </a:cubicBezTo>
                  <a:cubicBezTo>
                    <a:pt x="379" y="15"/>
                    <a:pt x="379" y="15"/>
                    <a:pt x="379" y="15"/>
                  </a:cubicBezTo>
                  <a:cubicBezTo>
                    <a:pt x="379" y="15"/>
                    <a:pt x="379" y="16"/>
                    <a:pt x="379" y="16"/>
                  </a:cubicBezTo>
                  <a:cubicBezTo>
                    <a:pt x="378" y="18"/>
                    <a:pt x="376" y="19"/>
                    <a:pt x="374" y="19"/>
                  </a:cubicBezTo>
                  <a:cubicBezTo>
                    <a:pt x="373" y="19"/>
                    <a:pt x="372" y="19"/>
                    <a:pt x="371" y="19"/>
                  </a:cubicBezTo>
                  <a:cubicBezTo>
                    <a:pt x="371" y="20"/>
                    <a:pt x="370" y="21"/>
                    <a:pt x="369" y="22"/>
                  </a:cubicBezTo>
                  <a:cubicBezTo>
                    <a:pt x="368" y="23"/>
                    <a:pt x="367" y="23"/>
                    <a:pt x="365" y="23"/>
                  </a:cubicBezTo>
                  <a:cubicBezTo>
                    <a:pt x="364" y="24"/>
                    <a:pt x="363" y="24"/>
                    <a:pt x="362" y="24"/>
                  </a:cubicBezTo>
                  <a:cubicBezTo>
                    <a:pt x="361" y="25"/>
                    <a:pt x="359" y="24"/>
                    <a:pt x="357" y="23"/>
                  </a:cubicBezTo>
                  <a:cubicBezTo>
                    <a:pt x="357" y="23"/>
                    <a:pt x="356" y="23"/>
                    <a:pt x="356" y="23"/>
                  </a:cubicBezTo>
                  <a:cubicBezTo>
                    <a:pt x="356" y="24"/>
                    <a:pt x="355" y="24"/>
                    <a:pt x="355" y="24"/>
                  </a:cubicBezTo>
                  <a:cubicBezTo>
                    <a:pt x="354" y="26"/>
                    <a:pt x="353" y="26"/>
                    <a:pt x="351" y="26"/>
                  </a:cubicBezTo>
                  <a:cubicBezTo>
                    <a:pt x="350" y="26"/>
                    <a:pt x="349" y="26"/>
                    <a:pt x="349" y="26"/>
                  </a:cubicBezTo>
                  <a:cubicBezTo>
                    <a:pt x="347" y="26"/>
                    <a:pt x="346" y="27"/>
                    <a:pt x="344" y="27"/>
                  </a:cubicBezTo>
                  <a:cubicBezTo>
                    <a:pt x="344" y="27"/>
                    <a:pt x="343" y="27"/>
                    <a:pt x="343" y="27"/>
                  </a:cubicBezTo>
                  <a:cubicBezTo>
                    <a:pt x="338" y="26"/>
                    <a:pt x="336" y="24"/>
                    <a:pt x="336" y="22"/>
                  </a:cubicBezTo>
                  <a:cubicBezTo>
                    <a:pt x="336" y="22"/>
                    <a:pt x="336" y="22"/>
                    <a:pt x="335" y="22"/>
                  </a:cubicBezTo>
                  <a:cubicBezTo>
                    <a:pt x="333" y="28"/>
                    <a:pt x="328" y="35"/>
                    <a:pt x="319" y="34"/>
                  </a:cubicBezTo>
                  <a:cubicBezTo>
                    <a:pt x="317" y="34"/>
                    <a:pt x="316" y="34"/>
                    <a:pt x="315" y="33"/>
                  </a:cubicBezTo>
                  <a:cubicBezTo>
                    <a:pt x="314" y="33"/>
                    <a:pt x="314" y="33"/>
                    <a:pt x="313" y="32"/>
                  </a:cubicBezTo>
                  <a:cubicBezTo>
                    <a:pt x="313" y="32"/>
                    <a:pt x="313" y="32"/>
                    <a:pt x="313" y="32"/>
                  </a:cubicBezTo>
                  <a:cubicBezTo>
                    <a:pt x="313" y="32"/>
                    <a:pt x="313" y="32"/>
                    <a:pt x="313" y="32"/>
                  </a:cubicBezTo>
                  <a:cubicBezTo>
                    <a:pt x="311" y="34"/>
                    <a:pt x="309" y="36"/>
                    <a:pt x="307" y="37"/>
                  </a:cubicBezTo>
                  <a:cubicBezTo>
                    <a:pt x="306" y="39"/>
                    <a:pt x="302" y="41"/>
                    <a:pt x="299" y="43"/>
                  </a:cubicBezTo>
                  <a:cubicBezTo>
                    <a:pt x="296" y="45"/>
                    <a:pt x="294" y="47"/>
                    <a:pt x="291" y="49"/>
                  </a:cubicBezTo>
                  <a:cubicBezTo>
                    <a:pt x="289" y="51"/>
                    <a:pt x="286" y="53"/>
                    <a:pt x="283" y="55"/>
                  </a:cubicBezTo>
                  <a:cubicBezTo>
                    <a:pt x="279" y="57"/>
                    <a:pt x="274" y="59"/>
                    <a:pt x="269" y="61"/>
                  </a:cubicBezTo>
                  <a:cubicBezTo>
                    <a:pt x="260" y="64"/>
                    <a:pt x="253" y="63"/>
                    <a:pt x="245" y="59"/>
                  </a:cubicBezTo>
                  <a:cubicBezTo>
                    <a:pt x="243" y="58"/>
                    <a:pt x="241" y="56"/>
                    <a:pt x="240" y="55"/>
                  </a:cubicBezTo>
                  <a:cubicBezTo>
                    <a:pt x="240" y="55"/>
                    <a:pt x="239" y="54"/>
                    <a:pt x="239" y="54"/>
                  </a:cubicBezTo>
                  <a:cubicBezTo>
                    <a:pt x="237" y="53"/>
                    <a:pt x="234" y="52"/>
                    <a:pt x="232" y="51"/>
                  </a:cubicBezTo>
                  <a:cubicBezTo>
                    <a:pt x="229" y="51"/>
                    <a:pt x="227" y="50"/>
                    <a:pt x="225" y="49"/>
                  </a:cubicBezTo>
                  <a:cubicBezTo>
                    <a:pt x="221" y="48"/>
                    <a:pt x="218" y="46"/>
                    <a:pt x="215" y="47"/>
                  </a:cubicBezTo>
                  <a:cubicBezTo>
                    <a:pt x="211" y="48"/>
                    <a:pt x="207" y="47"/>
                    <a:pt x="203" y="47"/>
                  </a:cubicBezTo>
                  <a:cubicBezTo>
                    <a:pt x="201" y="46"/>
                    <a:pt x="200" y="46"/>
                    <a:pt x="199" y="46"/>
                  </a:cubicBezTo>
                  <a:cubicBezTo>
                    <a:pt x="198" y="46"/>
                    <a:pt x="198" y="46"/>
                    <a:pt x="197" y="46"/>
                  </a:cubicBezTo>
                  <a:cubicBezTo>
                    <a:pt x="192" y="46"/>
                    <a:pt x="188" y="46"/>
                    <a:pt x="185" y="43"/>
                  </a:cubicBezTo>
                  <a:cubicBezTo>
                    <a:pt x="183" y="41"/>
                    <a:pt x="183" y="39"/>
                    <a:pt x="183" y="38"/>
                  </a:cubicBezTo>
                  <a:cubicBezTo>
                    <a:pt x="182" y="38"/>
                    <a:pt x="182" y="38"/>
                    <a:pt x="182" y="38"/>
                  </a:cubicBezTo>
                  <a:cubicBezTo>
                    <a:pt x="179" y="39"/>
                    <a:pt x="176" y="40"/>
                    <a:pt x="174" y="40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72" y="40"/>
                    <a:pt x="171" y="40"/>
                    <a:pt x="169" y="39"/>
                  </a:cubicBezTo>
                  <a:cubicBezTo>
                    <a:pt x="169" y="39"/>
                    <a:pt x="168" y="39"/>
                    <a:pt x="168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5" y="38"/>
                    <a:pt x="163" y="38"/>
                    <a:pt x="162" y="38"/>
                  </a:cubicBezTo>
                  <a:cubicBezTo>
                    <a:pt x="156" y="36"/>
                    <a:pt x="154" y="33"/>
                    <a:pt x="152" y="30"/>
                  </a:cubicBezTo>
                  <a:cubicBezTo>
                    <a:pt x="152" y="29"/>
                    <a:pt x="152" y="28"/>
                    <a:pt x="151" y="27"/>
                  </a:cubicBezTo>
                  <a:cubicBezTo>
                    <a:pt x="151" y="27"/>
                    <a:pt x="151" y="27"/>
                    <a:pt x="151" y="27"/>
                  </a:cubicBezTo>
                  <a:cubicBezTo>
                    <a:pt x="151" y="27"/>
                    <a:pt x="151" y="27"/>
                    <a:pt x="151" y="27"/>
                  </a:cubicBezTo>
                  <a:cubicBezTo>
                    <a:pt x="150" y="27"/>
                    <a:pt x="149" y="27"/>
                    <a:pt x="147" y="27"/>
                  </a:cubicBezTo>
                  <a:cubicBezTo>
                    <a:pt x="145" y="27"/>
                    <a:pt x="143" y="27"/>
                    <a:pt x="140" y="26"/>
                  </a:cubicBezTo>
                  <a:cubicBezTo>
                    <a:pt x="139" y="26"/>
                    <a:pt x="138" y="26"/>
                    <a:pt x="137" y="25"/>
                  </a:cubicBezTo>
                  <a:cubicBezTo>
                    <a:pt x="135" y="24"/>
                    <a:pt x="135" y="24"/>
                    <a:pt x="135" y="24"/>
                  </a:cubicBezTo>
                  <a:cubicBezTo>
                    <a:pt x="134" y="24"/>
                    <a:pt x="133" y="23"/>
                    <a:pt x="132" y="23"/>
                  </a:cubicBezTo>
                  <a:cubicBezTo>
                    <a:pt x="132" y="23"/>
                    <a:pt x="131" y="23"/>
                    <a:pt x="131" y="23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6" y="23"/>
                    <a:pt x="124" y="23"/>
                    <a:pt x="121" y="22"/>
                  </a:cubicBezTo>
                  <a:cubicBezTo>
                    <a:pt x="116" y="20"/>
                    <a:pt x="110" y="20"/>
                    <a:pt x="104" y="19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4" y="18"/>
                    <a:pt x="89" y="16"/>
                    <a:pt x="85" y="15"/>
                  </a:cubicBezTo>
                  <a:cubicBezTo>
                    <a:pt x="82" y="14"/>
                    <a:pt x="79" y="13"/>
                    <a:pt x="76" y="12"/>
                  </a:cubicBezTo>
                  <a:cubicBezTo>
                    <a:pt x="71" y="11"/>
                    <a:pt x="67" y="12"/>
                    <a:pt x="61" y="14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57" y="15"/>
                    <a:pt x="55" y="15"/>
                    <a:pt x="53" y="16"/>
                  </a:cubicBezTo>
                  <a:cubicBezTo>
                    <a:pt x="50" y="17"/>
                    <a:pt x="46" y="19"/>
                    <a:pt x="42" y="19"/>
                  </a:cubicBezTo>
                  <a:cubicBezTo>
                    <a:pt x="37" y="19"/>
                    <a:pt x="32" y="18"/>
                    <a:pt x="28" y="17"/>
                  </a:cubicBezTo>
                  <a:cubicBezTo>
                    <a:pt x="27" y="17"/>
                    <a:pt x="26" y="16"/>
                    <a:pt x="25" y="15"/>
                  </a:cubicBezTo>
                  <a:cubicBezTo>
                    <a:pt x="24" y="17"/>
                    <a:pt x="23" y="18"/>
                    <a:pt x="22" y="20"/>
                  </a:cubicBezTo>
                  <a:cubicBezTo>
                    <a:pt x="21" y="21"/>
                    <a:pt x="20" y="21"/>
                    <a:pt x="19" y="22"/>
                  </a:cubicBezTo>
                  <a:cubicBezTo>
                    <a:pt x="17" y="24"/>
                    <a:pt x="16" y="25"/>
                    <a:pt x="16" y="26"/>
                  </a:cubicBezTo>
                  <a:cubicBezTo>
                    <a:pt x="16" y="27"/>
                    <a:pt x="16" y="28"/>
                    <a:pt x="16" y="29"/>
                  </a:cubicBezTo>
                  <a:cubicBezTo>
                    <a:pt x="16" y="31"/>
                    <a:pt x="17" y="33"/>
                    <a:pt x="17" y="34"/>
                  </a:cubicBezTo>
                  <a:cubicBezTo>
                    <a:pt x="17" y="36"/>
                    <a:pt x="17" y="38"/>
                    <a:pt x="18" y="41"/>
                  </a:cubicBezTo>
                  <a:cubicBezTo>
                    <a:pt x="19" y="44"/>
                    <a:pt x="20" y="47"/>
                    <a:pt x="22" y="50"/>
                  </a:cubicBezTo>
                  <a:cubicBezTo>
                    <a:pt x="23" y="52"/>
                    <a:pt x="24" y="54"/>
                    <a:pt x="24" y="55"/>
                  </a:cubicBezTo>
                  <a:cubicBezTo>
                    <a:pt x="28" y="63"/>
                    <a:pt x="24" y="73"/>
                    <a:pt x="22" y="79"/>
                  </a:cubicBezTo>
                  <a:cubicBezTo>
                    <a:pt x="20" y="83"/>
                    <a:pt x="18" y="85"/>
                    <a:pt x="16" y="87"/>
                  </a:cubicBezTo>
                  <a:cubicBezTo>
                    <a:pt x="15" y="89"/>
                    <a:pt x="14" y="91"/>
                    <a:pt x="13" y="93"/>
                  </a:cubicBezTo>
                  <a:cubicBezTo>
                    <a:pt x="13" y="94"/>
                    <a:pt x="12" y="95"/>
                    <a:pt x="12" y="96"/>
                  </a:cubicBezTo>
                  <a:cubicBezTo>
                    <a:pt x="11" y="98"/>
                    <a:pt x="10" y="100"/>
                    <a:pt x="10" y="101"/>
                  </a:cubicBezTo>
                  <a:cubicBezTo>
                    <a:pt x="10" y="101"/>
                    <a:pt x="11" y="103"/>
                    <a:pt x="12" y="104"/>
                  </a:cubicBezTo>
                  <a:cubicBezTo>
                    <a:pt x="12" y="105"/>
                    <a:pt x="13" y="106"/>
                    <a:pt x="14" y="107"/>
                  </a:cubicBezTo>
                  <a:cubicBezTo>
                    <a:pt x="14" y="108"/>
                    <a:pt x="14" y="109"/>
                    <a:pt x="15" y="110"/>
                  </a:cubicBezTo>
                  <a:cubicBezTo>
                    <a:pt x="16" y="112"/>
                    <a:pt x="16" y="113"/>
                    <a:pt x="17" y="115"/>
                  </a:cubicBezTo>
                  <a:cubicBezTo>
                    <a:pt x="18" y="118"/>
                    <a:pt x="18" y="120"/>
                    <a:pt x="17" y="122"/>
                  </a:cubicBezTo>
                  <a:cubicBezTo>
                    <a:pt x="17" y="123"/>
                    <a:pt x="17" y="124"/>
                    <a:pt x="17" y="124"/>
                  </a:cubicBezTo>
                  <a:cubicBezTo>
                    <a:pt x="17" y="125"/>
                    <a:pt x="18" y="126"/>
                    <a:pt x="18" y="126"/>
                  </a:cubicBezTo>
                  <a:cubicBezTo>
                    <a:pt x="19" y="127"/>
                    <a:pt x="20" y="128"/>
                    <a:pt x="21" y="130"/>
                  </a:cubicBezTo>
                  <a:cubicBezTo>
                    <a:pt x="22" y="133"/>
                    <a:pt x="22" y="136"/>
                    <a:pt x="22" y="138"/>
                  </a:cubicBezTo>
                  <a:cubicBezTo>
                    <a:pt x="22" y="140"/>
                    <a:pt x="22" y="142"/>
                    <a:pt x="22" y="143"/>
                  </a:cubicBezTo>
                  <a:cubicBezTo>
                    <a:pt x="23" y="145"/>
                    <a:pt x="23" y="145"/>
                    <a:pt x="23" y="145"/>
                  </a:cubicBezTo>
                  <a:cubicBezTo>
                    <a:pt x="26" y="152"/>
                    <a:pt x="29" y="159"/>
                    <a:pt x="30" y="167"/>
                  </a:cubicBezTo>
                  <a:cubicBezTo>
                    <a:pt x="32" y="211"/>
                    <a:pt x="34" y="257"/>
                    <a:pt x="35" y="304"/>
                  </a:cubicBezTo>
                  <a:cubicBezTo>
                    <a:pt x="37" y="375"/>
                    <a:pt x="39" y="446"/>
                    <a:pt x="41" y="518"/>
                  </a:cubicBezTo>
                  <a:cubicBezTo>
                    <a:pt x="44" y="620"/>
                    <a:pt x="44" y="620"/>
                    <a:pt x="44" y="620"/>
                  </a:cubicBezTo>
                  <a:cubicBezTo>
                    <a:pt x="45" y="620"/>
                    <a:pt x="46" y="620"/>
                    <a:pt x="47" y="620"/>
                  </a:cubicBezTo>
                  <a:cubicBezTo>
                    <a:pt x="409" y="620"/>
                    <a:pt x="409" y="620"/>
                    <a:pt x="409" y="620"/>
                  </a:cubicBezTo>
                  <a:cubicBezTo>
                    <a:pt x="409" y="620"/>
                    <a:pt x="409" y="620"/>
                    <a:pt x="410" y="620"/>
                  </a:cubicBezTo>
                  <a:cubicBezTo>
                    <a:pt x="410" y="620"/>
                    <a:pt x="410" y="619"/>
                    <a:pt x="410" y="619"/>
                  </a:cubicBezTo>
                  <a:cubicBezTo>
                    <a:pt x="412" y="614"/>
                    <a:pt x="414" y="609"/>
                    <a:pt x="418" y="606"/>
                  </a:cubicBezTo>
                  <a:cubicBezTo>
                    <a:pt x="423" y="603"/>
                    <a:pt x="429" y="606"/>
                    <a:pt x="431" y="611"/>
                  </a:cubicBezTo>
                  <a:cubicBezTo>
                    <a:pt x="432" y="614"/>
                    <a:pt x="431" y="617"/>
                    <a:pt x="430" y="620"/>
                  </a:cubicBezTo>
                  <a:cubicBezTo>
                    <a:pt x="432" y="620"/>
                    <a:pt x="433" y="620"/>
                    <a:pt x="435" y="620"/>
                  </a:cubicBezTo>
                  <a:cubicBezTo>
                    <a:pt x="436" y="620"/>
                    <a:pt x="437" y="620"/>
                    <a:pt x="438" y="620"/>
                  </a:cubicBezTo>
                  <a:close/>
                  <a:moveTo>
                    <a:pt x="421" y="27"/>
                  </a:moveTo>
                  <a:cubicBezTo>
                    <a:pt x="422" y="28"/>
                    <a:pt x="425" y="29"/>
                    <a:pt x="429" y="30"/>
                  </a:cubicBezTo>
                  <a:cubicBezTo>
                    <a:pt x="429" y="29"/>
                    <a:pt x="428" y="29"/>
                    <a:pt x="428" y="29"/>
                  </a:cubicBezTo>
                  <a:cubicBezTo>
                    <a:pt x="427" y="28"/>
                    <a:pt x="427" y="28"/>
                    <a:pt x="427" y="28"/>
                  </a:cubicBezTo>
                  <a:cubicBezTo>
                    <a:pt x="426" y="27"/>
                    <a:pt x="425" y="27"/>
                    <a:pt x="424" y="26"/>
                  </a:cubicBezTo>
                  <a:cubicBezTo>
                    <a:pt x="423" y="26"/>
                    <a:pt x="422" y="26"/>
                    <a:pt x="422" y="25"/>
                  </a:cubicBezTo>
                  <a:cubicBezTo>
                    <a:pt x="422" y="26"/>
                    <a:pt x="421" y="26"/>
                    <a:pt x="421" y="27"/>
                  </a:cubicBezTo>
                  <a:close/>
                  <a:moveTo>
                    <a:pt x="464" y="104"/>
                  </a:moveTo>
                  <a:cubicBezTo>
                    <a:pt x="462" y="104"/>
                    <a:pt x="460" y="103"/>
                    <a:pt x="460" y="102"/>
                  </a:cubicBezTo>
                  <a:cubicBezTo>
                    <a:pt x="459" y="101"/>
                    <a:pt x="458" y="101"/>
                    <a:pt x="458" y="100"/>
                  </a:cubicBezTo>
                  <a:cubicBezTo>
                    <a:pt x="457" y="100"/>
                    <a:pt x="456" y="100"/>
                    <a:pt x="456" y="100"/>
                  </a:cubicBezTo>
                  <a:cubicBezTo>
                    <a:pt x="456" y="100"/>
                    <a:pt x="445" y="97"/>
                    <a:pt x="443" y="91"/>
                  </a:cubicBezTo>
                  <a:cubicBezTo>
                    <a:pt x="442" y="89"/>
                    <a:pt x="442" y="86"/>
                    <a:pt x="443" y="83"/>
                  </a:cubicBezTo>
                  <a:cubicBezTo>
                    <a:pt x="444" y="81"/>
                    <a:pt x="446" y="80"/>
                    <a:pt x="448" y="80"/>
                  </a:cubicBezTo>
                  <a:cubicBezTo>
                    <a:pt x="449" y="80"/>
                    <a:pt x="450" y="80"/>
                    <a:pt x="450" y="80"/>
                  </a:cubicBezTo>
                  <a:cubicBezTo>
                    <a:pt x="454" y="80"/>
                    <a:pt x="456" y="82"/>
                    <a:pt x="457" y="84"/>
                  </a:cubicBezTo>
                  <a:cubicBezTo>
                    <a:pt x="458" y="85"/>
                    <a:pt x="458" y="85"/>
                    <a:pt x="458" y="85"/>
                  </a:cubicBezTo>
                  <a:cubicBezTo>
                    <a:pt x="460" y="86"/>
                    <a:pt x="460" y="88"/>
                    <a:pt x="460" y="89"/>
                  </a:cubicBezTo>
                  <a:cubicBezTo>
                    <a:pt x="465" y="90"/>
                    <a:pt x="467" y="93"/>
                    <a:pt x="468" y="97"/>
                  </a:cubicBezTo>
                  <a:cubicBezTo>
                    <a:pt x="468" y="98"/>
                    <a:pt x="469" y="100"/>
                    <a:pt x="467" y="102"/>
                  </a:cubicBezTo>
                  <a:cubicBezTo>
                    <a:pt x="466" y="103"/>
                    <a:pt x="465" y="104"/>
                    <a:pt x="464" y="104"/>
                  </a:cubicBezTo>
                  <a:close/>
                  <a:moveTo>
                    <a:pt x="447" y="80"/>
                  </a:moveTo>
                  <a:cubicBezTo>
                    <a:pt x="444" y="80"/>
                    <a:pt x="441" y="78"/>
                    <a:pt x="440" y="75"/>
                  </a:cubicBezTo>
                  <a:cubicBezTo>
                    <a:pt x="440" y="74"/>
                    <a:pt x="440" y="73"/>
                    <a:pt x="440" y="71"/>
                  </a:cubicBezTo>
                  <a:cubicBezTo>
                    <a:pt x="441" y="70"/>
                    <a:pt x="442" y="69"/>
                    <a:pt x="443" y="69"/>
                  </a:cubicBezTo>
                  <a:cubicBezTo>
                    <a:pt x="444" y="69"/>
                    <a:pt x="446" y="69"/>
                    <a:pt x="447" y="69"/>
                  </a:cubicBezTo>
                  <a:cubicBezTo>
                    <a:pt x="448" y="69"/>
                    <a:pt x="449" y="70"/>
                    <a:pt x="449" y="70"/>
                  </a:cubicBezTo>
                  <a:cubicBezTo>
                    <a:pt x="450" y="70"/>
                    <a:pt x="450" y="71"/>
                    <a:pt x="450" y="71"/>
                  </a:cubicBezTo>
                  <a:cubicBezTo>
                    <a:pt x="451" y="72"/>
                    <a:pt x="452" y="74"/>
                    <a:pt x="452" y="75"/>
                  </a:cubicBezTo>
                  <a:cubicBezTo>
                    <a:pt x="452" y="77"/>
                    <a:pt x="451" y="79"/>
                    <a:pt x="449" y="79"/>
                  </a:cubicBezTo>
                  <a:cubicBezTo>
                    <a:pt x="448" y="79"/>
                    <a:pt x="447" y="80"/>
                    <a:pt x="447" y="8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5" name="Freeform 95">
              <a:extLst>
                <a:ext uri="{FF2B5EF4-FFF2-40B4-BE49-F238E27FC236}">
                  <a16:creationId xmlns:a16="http://schemas.microsoft.com/office/drawing/2014/main" id="{E033A3E4-4CF4-433C-849D-242445969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7463" y="1058863"/>
              <a:ext cx="760413" cy="722313"/>
            </a:xfrm>
            <a:custGeom>
              <a:avLst/>
              <a:gdLst>
                <a:gd name="T0" fmla="*/ 440 w 672"/>
                <a:gd name="T1" fmla="*/ 25 h 639"/>
                <a:gd name="T2" fmla="*/ 438 w 672"/>
                <a:gd name="T3" fmla="*/ 29 h 639"/>
                <a:gd name="T4" fmla="*/ 411 w 672"/>
                <a:gd name="T5" fmla="*/ 12 h 639"/>
                <a:gd name="T6" fmla="*/ 420 w 672"/>
                <a:gd name="T7" fmla="*/ 14 h 639"/>
                <a:gd name="T8" fmla="*/ 426 w 672"/>
                <a:gd name="T9" fmla="*/ 20 h 639"/>
                <a:gd name="T10" fmla="*/ 429 w 672"/>
                <a:gd name="T11" fmla="*/ 21 h 639"/>
                <a:gd name="T12" fmla="*/ 386 w 672"/>
                <a:gd name="T13" fmla="*/ 10 h 639"/>
                <a:gd name="T14" fmla="*/ 363 w 672"/>
                <a:gd name="T15" fmla="*/ 9 h 639"/>
                <a:gd name="T16" fmla="*/ 350 w 672"/>
                <a:gd name="T17" fmla="*/ 13 h 639"/>
                <a:gd name="T18" fmla="*/ 349 w 672"/>
                <a:gd name="T19" fmla="*/ 9 h 639"/>
                <a:gd name="T20" fmla="*/ 324 w 672"/>
                <a:gd name="T21" fmla="*/ 9 h 639"/>
                <a:gd name="T22" fmla="*/ 308 w 672"/>
                <a:gd name="T23" fmla="*/ 22 h 639"/>
                <a:gd name="T24" fmla="*/ 276 w 672"/>
                <a:gd name="T25" fmla="*/ 46 h 639"/>
                <a:gd name="T26" fmla="*/ 228 w 672"/>
                <a:gd name="T27" fmla="*/ 42 h 639"/>
                <a:gd name="T28" fmla="*/ 182 w 672"/>
                <a:gd name="T29" fmla="*/ 31 h 639"/>
                <a:gd name="T30" fmla="*/ 164 w 672"/>
                <a:gd name="T31" fmla="*/ 30 h 639"/>
                <a:gd name="T32" fmla="*/ 136 w 672"/>
                <a:gd name="T33" fmla="*/ 17 h 639"/>
                <a:gd name="T34" fmla="*/ 95 w 672"/>
                <a:gd name="T35" fmla="*/ 9 h 639"/>
                <a:gd name="T36" fmla="*/ 25 w 672"/>
                <a:gd name="T37" fmla="*/ 8 h 639"/>
                <a:gd name="T38" fmla="*/ 7 w 672"/>
                <a:gd name="T39" fmla="*/ 29 h 639"/>
                <a:gd name="T40" fmla="*/ 4 w 672"/>
                <a:gd name="T41" fmla="*/ 86 h 639"/>
                <a:gd name="T42" fmla="*/ 8 w 672"/>
                <a:gd name="T43" fmla="*/ 120 h 639"/>
                <a:gd name="T44" fmla="*/ 25 w 672"/>
                <a:gd name="T45" fmla="*/ 299 h 639"/>
                <a:gd name="T46" fmla="*/ 404 w 672"/>
                <a:gd name="T47" fmla="*/ 619 h 639"/>
                <a:gd name="T48" fmla="*/ 420 w 672"/>
                <a:gd name="T49" fmla="*/ 617 h 639"/>
                <a:gd name="T50" fmla="*/ 562 w 672"/>
                <a:gd name="T51" fmla="*/ 635 h 639"/>
                <a:gd name="T52" fmla="*/ 583 w 672"/>
                <a:gd name="T53" fmla="*/ 606 h 639"/>
                <a:gd name="T54" fmla="*/ 624 w 672"/>
                <a:gd name="T55" fmla="*/ 567 h 639"/>
                <a:gd name="T56" fmla="*/ 661 w 672"/>
                <a:gd name="T57" fmla="*/ 549 h 639"/>
                <a:gd name="T58" fmla="*/ 655 w 672"/>
                <a:gd name="T59" fmla="*/ 522 h 639"/>
                <a:gd name="T60" fmla="*/ 654 w 672"/>
                <a:gd name="T61" fmla="*/ 493 h 639"/>
                <a:gd name="T62" fmla="*/ 667 w 672"/>
                <a:gd name="T63" fmla="*/ 491 h 639"/>
                <a:gd name="T64" fmla="*/ 642 w 672"/>
                <a:gd name="T65" fmla="*/ 469 h 639"/>
                <a:gd name="T66" fmla="*/ 621 w 672"/>
                <a:gd name="T67" fmla="*/ 434 h 639"/>
                <a:gd name="T68" fmla="*/ 582 w 672"/>
                <a:gd name="T69" fmla="*/ 368 h 639"/>
                <a:gd name="T70" fmla="*/ 553 w 672"/>
                <a:gd name="T71" fmla="*/ 311 h 639"/>
                <a:gd name="T72" fmla="*/ 545 w 672"/>
                <a:gd name="T73" fmla="*/ 290 h 639"/>
                <a:gd name="T74" fmla="*/ 527 w 672"/>
                <a:gd name="T75" fmla="*/ 262 h 639"/>
                <a:gd name="T76" fmla="*/ 528 w 672"/>
                <a:gd name="T77" fmla="*/ 257 h 639"/>
                <a:gd name="T78" fmla="*/ 527 w 672"/>
                <a:gd name="T79" fmla="*/ 248 h 639"/>
                <a:gd name="T80" fmla="*/ 513 w 672"/>
                <a:gd name="T81" fmla="*/ 232 h 639"/>
                <a:gd name="T82" fmla="*/ 486 w 672"/>
                <a:gd name="T83" fmla="*/ 199 h 639"/>
                <a:gd name="T84" fmla="*/ 468 w 672"/>
                <a:gd name="T85" fmla="*/ 167 h 639"/>
                <a:gd name="T86" fmla="*/ 459 w 672"/>
                <a:gd name="T87" fmla="*/ 110 h 639"/>
                <a:gd name="T88" fmla="*/ 463 w 672"/>
                <a:gd name="T89" fmla="*/ 118 h 639"/>
                <a:gd name="T90" fmla="*/ 470 w 672"/>
                <a:gd name="T91" fmla="*/ 141 h 639"/>
                <a:gd name="T92" fmla="*/ 491 w 672"/>
                <a:gd name="T93" fmla="*/ 163 h 639"/>
                <a:gd name="T94" fmla="*/ 505 w 672"/>
                <a:gd name="T95" fmla="*/ 199 h 639"/>
                <a:gd name="T96" fmla="*/ 512 w 672"/>
                <a:gd name="T97" fmla="*/ 206 h 639"/>
                <a:gd name="T98" fmla="*/ 535 w 672"/>
                <a:gd name="T99" fmla="*/ 230 h 639"/>
                <a:gd name="T100" fmla="*/ 567 w 672"/>
                <a:gd name="T101" fmla="*/ 252 h 639"/>
                <a:gd name="T102" fmla="*/ 571 w 672"/>
                <a:gd name="T103" fmla="*/ 240 h 639"/>
                <a:gd name="T104" fmla="*/ 574 w 672"/>
                <a:gd name="T105" fmla="*/ 216 h 639"/>
                <a:gd name="T106" fmla="*/ 584 w 672"/>
                <a:gd name="T107" fmla="*/ 189 h 639"/>
                <a:gd name="T108" fmla="*/ 589 w 672"/>
                <a:gd name="T109" fmla="*/ 153 h 639"/>
                <a:gd name="T110" fmla="*/ 576 w 672"/>
                <a:gd name="T111" fmla="*/ 83 h 639"/>
                <a:gd name="T112" fmla="*/ 565 w 672"/>
                <a:gd name="T113" fmla="*/ 56 h 639"/>
                <a:gd name="T114" fmla="*/ 534 w 672"/>
                <a:gd name="T115" fmla="*/ 30 h 639"/>
                <a:gd name="T116" fmla="*/ 496 w 672"/>
                <a:gd name="T117" fmla="*/ 35 h 639"/>
                <a:gd name="T118" fmla="*/ 441 w 672"/>
                <a:gd name="T119" fmla="*/ 70 h 639"/>
                <a:gd name="T120" fmla="*/ 444 w 672"/>
                <a:gd name="T121" fmla="*/ 80 h 639"/>
                <a:gd name="T122" fmla="*/ 457 w 672"/>
                <a:gd name="T123" fmla="*/ 93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72" h="639">
                  <a:moveTo>
                    <a:pt x="473" y="33"/>
                  </a:moveTo>
                  <a:cubicBezTo>
                    <a:pt x="468" y="30"/>
                    <a:pt x="463" y="39"/>
                    <a:pt x="457" y="38"/>
                  </a:cubicBezTo>
                  <a:cubicBezTo>
                    <a:pt x="453" y="38"/>
                    <a:pt x="451" y="35"/>
                    <a:pt x="449" y="32"/>
                  </a:cubicBezTo>
                  <a:cubicBezTo>
                    <a:pt x="447" y="30"/>
                    <a:pt x="440" y="27"/>
                    <a:pt x="440" y="25"/>
                  </a:cubicBezTo>
                  <a:cubicBezTo>
                    <a:pt x="439" y="25"/>
                    <a:pt x="439" y="26"/>
                    <a:pt x="438" y="26"/>
                  </a:cubicBezTo>
                  <a:cubicBezTo>
                    <a:pt x="439" y="26"/>
                    <a:pt x="439" y="25"/>
                    <a:pt x="439" y="25"/>
                  </a:cubicBezTo>
                  <a:cubicBezTo>
                    <a:pt x="437" y="24"/>
                    <a:pt x="435" y="24"/>
                    <a:pt x="433" y="23"/>
                  </a:cubicBezTo>
                  <a:cubicBezTo>
                    <a:pt x="435" y="25"/>
                    <a:pt x="438" y="25"/>
                    <a:pt x="438" y="29"/>
                  </a:cubicBezTo>
                  <a:cubicBezTo>
                    <a:pt x="413" y="33"/>
                    <a:pt x="409" y="21"/>
                    <a:pt x="409" y="21"/>
                  </a:cubicBezTo>
                  <a:cubicBezTo>
                    <a:pt x="409" y="19"/>
                    <a:pt x="408" y="19"/>
                    <a:pt x="412" y="19"/>
                  </a:cubicBezTo>
                  <a:cubicBezTo>
                    <a:pt x="409" y="19"/>
                    <a:pt x="411" y="15"/>
                    <a:pt x="413" y="15"/>
                  </a:cubicBezTo>
                  <a:cubicBezTo>
                    <a:pt x="412" y="15"/>
                    <a:pt x="410" y="13"/>
                    <a:pt x="411" y="12"/>
                  </a:cubicBezTo>
                  <a:cubicBezTo>
                    <a:pt x="411" y="13"/>
                    <a:pt x="412" y="14"/>
                    <a:pt x="413" y="14"/>
                  </a:cubicBezTo>
                  <a:cubicBezTo>
                    <a:pt x="413" y="13"/>
                    <a:pt x="412" y="11"/>
                    <a:pt x="412" y="10"/>
                  </a:cubicBezTo>
                  <a:cubicBezTo>
                    <a:pt x="410" y="9"/>
                    <a:pt x="414" y="7"/>
                    <a:pt x="416" y="9"/>
                  </a:cubicBezTo>
                  <a:cubicBezTo>
                    <a:pt x="417" y="11"/>
                    <a:pt x="418" y="13"/>
                    <a:pt x="420" y="14"/>
                  </a:cubicBezTo>
                  <a:cubicBezTo>
                    <a:pt x="419" y="14"/>
                    <a:pt x="419" y="14"/>
                    <a:pt x="418" y="14"/>
                  </a:cubicBezTo>
                  <a:cubicBezTo>
                    <a:pt x="419" y="15"/>
                    <a:pt x="419" y="15"/>
                    <a:pt x="420" y="17"/>
                  </a:cubicBezTo>
                  <a:cubicBezTo>
                    <a:pt x="420" y="17"/>
                    <a:pt x="420" y="16"/>
                    <a:pt x="420" y="16"/>
                  </a:cubicBezTo>
                  <a:cubicBezTo>
                    <a:pt x="421" y="18"/>
                    <a:pt x="423" y="19"/>
                    <a:pt x="426" y="20"/>
                  </a:cubicBezTo>
                  <a:cubicBezTo>
                    <a:pt x="426" y="20"/>
                    <a:pt x="426" y="20"/>
                    <a:pt x="426" y="20"/>
                  </a:cubicBezTo>
                  <a:cubicBezTo>
                    <a:pt x="425" y="20"/>
                    <a:pt x="425" y="20"/>
                    <a:pt x="425" y="20"/>
                  </a:cubicBezTo>
                  <a:cubicBezTo>
                    <a:pt x="427" y="21"/>
                    <a:pt x="430" y="23"/>
                    <a:pt x="432" y="23"/>
                  </a:cubicBezTo>
                  <a:cubicBezTo>
                    <a:pt x="431" y="23"/>
                    <a:pt x="430" y="22"/>
                    <a:pt x="429" y="21"/>
                  </a:cubicBezTo>
                  <a:cubicBezTo>
                    <a:pt x="426" y="19"/>
                    <a:pt x="423" y="17"/>
                    <a:pt x="420" y="15"/>
                  </a:cubicBezTo>
                  <a:cubicBezTo>
                    <a:pt x="419" y="13"/>
                    <a:pt x="417" y="9"/>
                    <a:pt x="415" y="8"/>
                  </a:cubicBezTo>
                  <a:cubicBezTo>
                    <a:pt x="412" y="6"/>
                    <a:pt x="408" y="10"/>
                    <a:pt x="405" y="11"/>
                  </a:cubicBezTo>
                  <a:cubicBezTo>
                    <a:pt x="399" y="14"/>
                    <a:pt x="393" y="14"/>
                    <a:pt x="386" y="10"/>
                  </a:cubicBezTo>
                  <a:cubicBezTo>
                    <a:pt x="380" y="7"/>
                    <a:pt x="368" y="0"/>
                    <a:pt x="360" y="4"/>
                  </a:cubicBezTo>
                  <a:cubicBezTo>
                    <a:pt x="364" y="5"/>
                    <a:pt x="367" y="6"/>
                    <a:pt x="369" y="9"/>
                  </a:cubicBezTo>
                  <a:cubicBezTo>
                    <a:pt x="369" y="9"/>
                    <a:pt x="368" y="9"/>
                    <a:pt x="368" y="9"/>
                  </a:cubicBezTo>
                  <a:cubicBezTo>
                    <a:pt x="371" y="11"/>
                    <a:pt x="363" y="9"/>
                    <a:pt x="363" y="9"/>
                  </a:cubicBezTo>
                  <a:cubicBezTo>
                    <a:pt x="363" y="10"/>
                    <a:pt x="362" y="12"/>
                    <a:pt x="362" y="13"/>
                  </a:cubicBezTo>
                  <a:cubicBezTo>
                    <a:pt x="360" y="14"/>
                    <a:pt x="360" y="12"/>
                    <a:pt x="358" y="13"/>
                  </a:cubicBezTo>
                  <a:cubicBezTo>
                    <a:pt x="358" y="13"/>
                    <a:pt x="357" y="15"/>
                    <a:pt x="356" y="15"/>
                  </a:cubicBezTo>
                  <a:cubicBezTo>
                    <a:pt x="355" y="15"/>
                    <a:pt x="352" y="13"/>
                    <a:pt x="350" y="13"/>
                  </a:cubicBezTo>
                  <a:cubicBezTo>
                    <a:pt x="349" y="14"/>
                    <a:pt x="347" y="16"/>
                    <a:pt x="346" y="17"/>
                  </a:cubicBezTo>
                  <a:cubicBezTo>
                    <a:pt x="343" y="12"/>
                    <a:pt x="342" y="18"/>
                    <a:pt x="338" y="17"/>
                  </a:cubicBezTo>
                  <a:cubicBezTo>
                    <a:pt x="332" y="17"/>
                    <a:pt x="338" y="15"/>
                    <a:pt x="340" y="14"/>
                  </a:cubicBezTo>
                  <a:cubicBezTo>
                    <a:pt x="343" y="13"/>
                    <a:pt x="346" y="11"/>
                    <a:pt x="349" y="9"/>
                  </a:cubicBezTo>
                  <a:cubicBezTo>
                    <a:pt x="352" y="8"/>
                    <a:pt x="356" y="7"/>
                    <a:pt x="359" y="5"/>
                  </a:cubicBezTo>
                  <a:cubicBezTo>
                    <a:pt x="354" y="7"/>
                    <a:pt x="349" y="8"/>
                    <a:pt x="344" y="10"/>
                  </a:cubicBezTo>
                  <a:cubicBezTo>
                    <a:pt x="340" y="11"/>
                    <a:pt x="334" y="14"/>
                    <a:pt x="330" y="12"/>
                  </a:cubicBezTo>
                  <a:cubicBezTo>
                    <a:pt x="329" y="12"/>
                    <a:pt x="325" y="9"/>
                    <a:pt x="324" y="9"/>
                  </a:cubicBezTo>
                  <a:cubicBezTo>
                    <a:pt x="323" y="10"/>
                    <a:pt x="326" y="13"/>
                    <a:pt x="327" y="14"/>
                  </a:cubicBezTo>
                  <a:cubicBezTo>
                    <a:pt x="327" y="14"/>
                    <a:pt x="323" y="26"/>
                    <a:pt x="314" y="25"/>
                  </a:cubicBezTo>
                  <a:cubicBezTo>
                    <a:pt x="314" y="25"/>
                    <a:pt x="312" y="25"/>
                    <a:pt x="312" y="24"/>
                  </a:cubicBezTo>
                  <a:cubicBezTo>
                    <a:pt x="311" y="24"/>
                    <a:pt x="309" y="22"/>
                    <a:pt x="308" y="22"/>
                  </a:cubicBezTo>
                  <a:cubicBezTo>
                    <a:pt x="305" y="23"/>
                    <a:pt x="305" y="23"/>
                    <a:pt x="305" y="23"/>
                  </a:cubicBezTo>
                  <a:cubicBezTo>
                    <a:pt x="302" y="26"/>
                    <a:pt x="300" y="28"/>
                    <a:pt x="297" y="29"/>
                  </a:cubicBezTo>
                  <a:cubicBezTo>
                    <a:pt x="300" y="30"/>
                    <a:pt x="292" y="34"/>
                    <a:pt x="291" y="34"/>
                  </a:cubicBezTo>
                  <a:cubicBezTo>
                    <a:pt x="286" y="37"/>
                    <a:pt x="281" y="43"/>
                    <a:pt x="276" y="46"/>
                  </a:cubicBezTo>
                  <a:cubicBezTo>
                    <a:pt x="271" y="48"/>
                    <a:pt x="267" y="50"/>
                    <a:pt x="262" y="52"/>
                  </a:cubicBezTo>
                  <a:cubicBezTo>
                    <a:pt x="255" y="54"/>
                    <a:pt x="249" y="54"/>
                    <a:pt x="242" y="50"/>
                  </a:cubicBezTo>
                  <a:cubicBezTo>
                    <a:pt x="240" y="49"/>
                    <a:pt x="239" y="47"/>
                    <a:pt x="237" y="45"/>
                  </a:cubicBezTo>
                  <a:cubicBezTo>
                    <a:pt x="235" y="43"/>
                    <a:pt x="231" y="42"/>
                    <a:pt x="228" y="42"/>
                  </a:cubicBezTo>
                  <a:cubicBezTo>
                    <a:pt x="221" y="40"/>
                    <a:pt x="216" y="36"/>
                    <a:pt x="209" y="37"/>
                  </a:cubicBezTo>
                  <a:cubicBezTo>
                    <a:pt x="204" y="38"/>
                    <a:pt x="199" y="37"/>
                    <a:pt x="194" y="36"/>
                  </a:cubicBezTo>
                  <a:cubicBezTo>
                    <a:pt x="192" y="36"/>
                    <a:pt x="185" y="37"/>
                    <a:pt x="183" y="35"/>
                  </a:cubicBezTo>
                  <a:cubicBezTo>
                    <a:pt x="182" y="34"/>
                    <a:pt x="182" y="32"/>
                    <a:pt x="182" y="31"/>
                  </a:cubicBezTo>
                  <a:cubicBezTo>
                    <a:pt x="182" y="30"/>
                    <a:pt x="180" y="27"/>
                    <a:pt x="180" y="27"/>
                  </a:cubicBezTo>
                  <a:cubicBezTo>
                    <a:pt x="178" y="26"/>
                    <a:pt x="179" y="28"/>
                    <a:pt x="177" y="28"/>
                  </a:cubicBezTo>
                  <a:cubicBezTo>
                    <a:pt x="175" y="29"/>
                    <a:pt x="171" y="31"/>
                    <a:pt x="169" y="31"/>
                  </a:cubicBezTo>
                  <a:cubicBezTo>
                    <a:pt x="168" y="31"/>
                    <a:pt x="165" y="30"/>
                    <a:pt x="164" y="30"/>
                  </a:cubicBezTo>
                  <a:cubicBezTo>
                    <a:pt x="162" y="29"/>
                    <a:pt x="160" y="28"/>
                    <a:pt x="158" y="28"/>
                  </a:cubicBezTo>
                  <a:cubicBezTo>
                    <a:pt x="154" y="27"/>
                    <a:pt x="153" y="25"/>
                    <a:pt x="152" y="23"/>
                  </a:cubicBezTo>
                  <a:cubicBezTo>
                    <a:pt x="150" y="19"/>
                    <a:pt x="150" y="18"/>
                    <a:pt x="146" y="18"/>
                  </a:cubicBezTo>
                  <a:cubicBezTo>
                    <a:pt x="143" y="17"/>
                    <a:pt x="140" y="18"/>
                    <a:pt x="136" y="17"/>
                  </a:cubicBezTo>
                  <a:cubicBezTo>
                    <a:pt x="135" y="16"/>
                    <a:pt x="134" y="16"/>
                    <a:pt x="132" y="15"/>
                  </a:cubicBezTo>
                  <a:cubicBezTo>
                    <a:pt x="131" y="15"/>
                    <a:pt x="129" y="14"/>
                    <a:pt x="128" y="14"/>
                  </a:cubicBezTo>
                  <a:cubicBezTo>
                    <a:pt x="125" y="13"/>
                    <a:pt x="122" y="14"/>
                    <a:pt x="118" y="13"/>
                  </a:cubicBezTo>
                  <a:cubicBezTo>
                    <a:pt x="111" y="10"/>
                    <a:pt x="103" y="10"/>
                    <a:pt x="95" y="9"/>
                  </a:cubicBezTo>
                  <a:cubicBezTo>
                    <a:pt x="87" y="8"/>
                    <a:pt x="80" y="5"/>
                    <a:pt x="72" y="3"/>
                  </a:cubicBezTo>
                  <a:cubicBezTo>
                    <a:pt x="65" y="1"/>
                    <a:pt x="59" y="3"/>
                    <a:pt x="52" y="5"/>
                  </a:cubicBezTo>
                  <a:cubicBezTo>
                    <a:pt x="47" y="6"/>
                    <a:pt x="42" y="9"/>
                    <a:pt x="36" y="9"/>
                  </a:cubicBezTo>
                  <a:cubicBezTo>
                    <a:pt x="32" y="10"/>
                    <a:pt x="28" y="9"/>
                    <a:pt x="25" y="8"/>
                  </a:cubicBezTo>
                  <a:cubicBezTo>
                    <a:pt x="23" y="7"/>
                    <a:pt x="22" y="2"/>
                    <a:pt x="22" y="0"/>
                  </a:cubicBezTo>
                  <a:cubicBezTo>
                    <a:pt x="18" y="4"/>
                    <a:pt x="17" y="8"/>
                    <a:pt x="14" y="11"/>
                  </a:cubicBezTo>
                  <a:cubicBezTo>
                    <a:pt x="11" y="14"/>
                    <a:pt x="6" y="16"/>
                    <a:pt x="6" y="20"/>
                  </a:cubicBezTo>
                  <a:cubicBezTo>
                    <a:pt x="6" y="23"/>
                    <a:pt x="7" y="26"/>
                    <a:pt x="7" y="29"/>
                  </a:cubicBezTo>
                  <a:cubicBezTo>
                    <a:pt x="7" y="32"/>
                    <a:pt x="8" y="35"/>
                    <a:pt x="9" y="38"/>
                  </a:cubicBezTo>
                  <a:cubicBezTo>
                    <a:pt x="10" y="43"/>
                    <a:pt x="13" y="47"/>
                    <a:pt x="15" y="52"/>
                  </a:cubicBezTo>
                  <a:cubicBezTo>
                    <a:pt x="18" y="58"/>
                    <a:pt x="14" y="67"/>
                    <a:pt x="12" y="73"/>
                  </a:cubicBezTo>
                  <a:cubicBezTo>
                    <a:pt x="10" y="78"/>
                    <a:pt x="5" y="81"/>
                    <a:pt x="4" y="86"/>
                  </a:cubicBezTo>
                  <a:cubicBezTo>
                    <a:pt x="3" y="90"/>
                    <a:pt x="0" y="93"/>
                    <a:pt x="0" y="97"/>
                  </a:cubicBezTo>
                  <a:cubicBezTo>
                    <a:pt x="1" y="99"/>
                    <a:pt x="3" y="102"/>
                    <a:pt x="4" y="104"/>
                  </a:cubicBezTo>
                  <a:cubicBezTo>
                    <a:pt x="5" y="107"/>
                    <a:pt x="7" y="109"/>
                    <a:pt x="8" y="111"/>
                  </a:cubicBezTo>
                  <a:cubicBezTo>
                    <a:pt x="9" y="115"/>
                    <a:pt x="7" y="117"/>
                    <a:pt x="8" y="120"/>
                  </a:cubicBezTo>
                  <a:cubicBezTo>
                    <a:pt x="8" y="123"/>
                    <a:pt x="11" y="124"/>
                    <a:pt x="12" y="127"/>
                  </a:cubicBezTo>
                  <a:cubicBezTo>
                    <a:pt x="13" y="131"/>
                    <a:pt x="11" y="136"/>
                    <a:pt x="13" y="140"/>
                  </a:cubicBezTo>
                  <a:cubicBezTo>
                    <a:pt x="17" y="148"/>
                    <a:pt x="20" y="154"/>
                    <a:pt x="20" y="163"/>
                  </a:cubicBezTo>
                  <a:cubicBezTo>
                    <a:pt x="22" y="208"/>
                    <a:pt x="24" y="253"/>
                    <a:pt x="25" y="299"/>
                  </a:cubicBezTo>
                  <a:cubicBezTo>
                    <a:pt x="27" y="373"/>
                    <a:pt x="30" y="447"/>
                    <a:pt x="32" y="520"/>
                  </a:cubicBezTo>
                  <a:cubicBezTo>
                    <a:pt x="33" y="552"/>
                    <a:pt x="34" y="584"/>
                    <a:pt x="35" y="616"/>
                  </a:cubicBezTo>
                  <a:cubicBezTo>
                    <a:pt x="35" y="621"/>
                    <a:pt x="37" y="619"/>
                    <a:pt x="42" y="619"/>
                  </a:cubicBezTo>
                  <a:cubicBezTo>
                    <a:pt x="404" y="619"/>
                    <a:pt x="404" y="619"/>
                    <a:pt x="404" y="619"/>
                  </a:cubicBezTo>
                  <a:cubicBezTo>
                    <a:pt x="405" y="619"/>
                    <a:pt x="408" y="620"/>
                    <a:pt x="408" y="619"/>
                  </a:cubicBezTo>
                  <a:cubicBezTo>
                    <a:pt x="410" y="615"/>
                    <a:pt x="412" y="607"/>
                    <a:pt x="415" y="605"/>
                  </a:cubicBezTo>
                  <a:cubicBezTo>
                    <a:pt x="418" y="604"/>
                    <a:pt x="421" y="605"/>
                    <a:pt x="422" y="608"/>
                  </a:cubicBezTo>
                  <a:cubicBezTo>
                    <a:pt x="423" y="610"/>
                    <a:pt x="420" y="615"/>
                    <a:pt x="420" y="617"/>
                  </a:cubicBezTo>
                  <a:cubicBezTo>
                    <a:pt x="418" y="621"/>
                    <a:pt x="430" y="619"/>
                    <a:pt x="433" y="619"/>
                  </a:cubicBezTo>
                  <a:cubicBezTo>
                    <a:pt x="521" y="619"/>
                    <a:pt x="521" y="619"/>
                    <a:pt x="521" y="619"/>
                  </a:cubicBezTo>
                  <a:cubicBezTo>
                    <a:pt x="528" y="624"/>
                    <a:pt x="535" y="629"/>
                    <a:pt x="542" y="635"/>
                  </a:cubicBezTo>
                  <a:cubicBezTo>
                    <a:pt x="548" y="639"/>
                    <a:pt x="554" y="636"/>
                    <a:pt x="562" y="635"/>
                  </a:cubicBezTo>
                  <a:cubicBezTo>
                    <a:pt x="567" y="634"/>
                    <a:pt x="572" y="634"/>
                    <a:pt x="573" y="629"/>
                  </a:cubicBezTo>
                  <a:cubicBezTo>
                    <a:pt x="574" y="626"/>
                    <a:pt x="575" y="622"/>
                    <a:pt x="576" y="619"/>
                  </a:cubicBezTo>
                  <a:cubicBezTo>
                    <a:pt x="574" y="619"/>
                    <a:pt x="574" y="619"/>
                    <a:pt x="574" y="619"/>
                  </a:cubicBezTo>
                  <a:cubicBezTo>
                    <a:pt x="580" y="619"/>
                    <a:pt x="576" y="608"/>
                    <a:pt x="583" y="606"/>
                  </a:cubicBezTo>
                  <a:cubicBezTo>
                    <a:pt x="586" y="606"/>
                    <a:pt x="590" y="605"/>
                    <a:pt x="593" y="604"/>
                  </a:cubicBezTo>
                  <a:cubicBezTo>
                    <a:pt x="599" y="603"/>
                    <a:pt x="611" y="603"/>
                    <a:pt x="613" y="598"/>
                  </a:cubicBezTo>
                  <a:cubicBezTo>
                    <a:pt x="615" y="591"/>
                    <a:pt x="618" y="585"/>
                    <a:pt x="620" y="578"/>
                  </a:cubicBezTo>
                  <a:cubicBezTo>
                    <a:pt x="622" y="575"/>
                    <a:pt x="622" y="570"/>
                    <a:pt x="624" y="567"/>
                  </a:cubicBezTo>
                  <a:cubicBezTo>
                    <a:pt x="627" y="564"/>
                    <a:pt x="629" y="566"/>
                    <a:pt x="633" y="567"/>
                  </a:cubicBezTo>
                  <a:cubicBezTo>
                    <a:pt x="638" y="569"/>
                    <a:pt x="640" y="571"/>
                    <a:pt x="644" y="567"/>
                  </a:cubicBezTo>
                  <a:cubicBezTo>
                    <a:pt x="647" y="564"/>
                    <a:pt x="650" y="560"/>
                    <a:pt x="654" y="557"/>
                  </a:cubicBezTo>
                  <a:cubicBezTo>
                    <a:pt x="656" y="554"/>
                    <a:pt x="659" y="552"/>
                    <a:pt x="661" y="549"/>
                  </a:cubicBezTo>
                  <a:cubicBezTo>
                    <a:pt x="664" y="546"/>
                    <a:pt x="663" y="546"/>
                    <a:pt x="661" y="543"/>
                  </a:cubicBezTo>
                  <a:cubicBezTo>
                    <a:pt x="661" y="541"/>
                    <a:pt x="660" y="540"/>
                    <a:pt x="660" y="538"/>
                  </a:cubicBezTo>
                  <a:cubicBezTo>
                    <a:pt x="659" y="536"/>
                    <a:pt x="659" y="533"/>
                    <a:pt x="658" y="531"/>
                  </a:cubicBezTo>
                  <a:cubicBezTo>
                    <a:pt x="657" y="527"/>
                    <a:pt x="655" y="525"/>
                    <a:pt x="655" y="522"/>
                  </a:cubicBezTo>
                  <a:cubicBezTo>
                    <a:pt x="654" y="516"/>
                    <a:pt x="656" y="510"/>
                    <a:pt x="655" y="505"/>
                  </a:cubicBezTo>
                  <a:cubicBezTo>
                    <a:pt x="654" y="504"/>
                    <a:pt x="653" y="503"/>
                    <a:pt x="653" y="500"/>
                  </a:cubicBezTo>
                  <a:cubicBezTo>
                    <a:pt x="653" y="499"/>
                    <a:pt x="653" y="497"/>
                    <a:pt x="653" y="496"/>
                  </a:cubicBezTo>
                  <a:cubicBezTo>
                    <a:pt x="653" y="495"/>
                    <a:pt x="653" y="494"/>
                    <a:pt x="654" y="493"/>
                  </a:cubicBezTo>
                  <a:cubicBezTo>
                    <a:pt x="656" y="491"/>
                    <a:pt x="656" y="493"/>
                    <a:pt x="657" y="494"/>
                  </a:cubicBezTo>
                  <a:cubicBezTo>
                    <a:pt x="659" y="495"/>
                    <a:pt x="662" y="496"/>
                    <a:pt x="665" y="496"/>
                  </a:cubicBezTo>
                  <a:cubicBezTo>
                    <a:pt x="668" y="496"/>
                    <a:pt x="669" y="494"/>
                    <a:pt x="672" y="497"/>
                  </a:cubicBezTo>
                  <a:cubicBezTo>
                    <a:pt x="671" y="495"/>
                    <a:pt x="670" y="492"/>
                    <a:pt x="667" y="491"/>
                  </a:cubicBezTo>
                  <a:cubicBezTo>
                    <a:pt x="666" y="490"/>
                    <a:pt x="664" y="491"/>
                    <a:pt x="662" y="490"/>
                  </a:cubicBezTo>
                  <a:cubicBezTo>
                    <a:pt x="658" y="489"/>
                    <a:pt x="658" y="483"/>
                    <a:pt x="653" y="482"/>
                  </a:cubicBezTo>
                  <a:cubicBezTo>
                    <a:pt x="653" y="482"/>
                    <a:pt x="653" y="483"/>
                    <a:pt x="654" y="484"/>
                  </a:cubicBezTo>
                  <a:cubicBezTo>
                    <a:pt x="649" y="481"/>
                    <a:pt x="647" y="473"/>
                    <a:pt x="642" y="469"/>
                  </a:cubicBezTo>
                  <a:cubicBezTo>
                    <a:pt x="640" y="467"/>
                    <a:pt x="628" y="459"/>
                    <a:pt x="631" y="456"/>
                  </a:cubicBezTo>
                  <a:cubicBezTo>
                    <a:pt x="632" y="455"/>
                    <a:pt x="628" y="448"/>
                    <a:pt x="627" y="447"/>
                  </a:cubicBezTo>
                  <a:cubicBezTo>
                    <a:pt x="626" y="443"/>
                    <a:pt x="623" y="442"/>
                    <a:pt x="621" y="439"/>
                  </a:cubicBezTo>
                  <a:cubicBezTo>
                    <a:pt x="621" y="437"/>
                    <a:pt x="621" y="435"/>
                    <a:pt x="621" y="434"/>
                  </a:cubicBezTo>
                  <a:cubicBezTo>
                    <a:pt x="620" y="432"/>
                    <a:pt x="619" y="431"/>
                    <a:pt x="618" y="430"/>
                  </a:cubicBezTo>
                  <a:cubicBezTo>
                    <a:pt x="616" y="426"/>
                    <a:pt x="615" y="423"/>
                    <a:pt x="613" y="419"/>
                  </a:cubicBezTo>
                  <a:cubicBezTo>
                    <a:pt x="607" y="411"/>
                    <a:pt x="602" y="403"/>
                    <a:pt x="599" y="394"/>
                  </a:cubicBezTo>
                  <a:cubicBezTo>
                    <a:pt x="594" y="385"/>
                    <a:pt x="588" y="376"/>
                    <a:pt x="582" y="368"/>
                  </a:cubicBezTo>
                  <a:cubicBezTo>
                    <a:pt x="576" y="358"/>
                    <a:pt x="571" y="348"/>
                    <a:pt x="565" y="339"/>
                  </a:cubicBezTo>
                  <a:cubicBezTo>
                    <a:pt x="563" y="334"/>
                    <a:pt x="561" y="330"/>
                    <a:pt x="558" y="325"/>
                  </a:cubicBezTo>
                  <a:cubicBezTo>
                    <a:pt x="555" y="322"/>
                    <a:pt x="552" y="321"/>
                    <a:pt x="552" y="316"/>
                  </a:cubicBezTo>
                  <a:cubicBezTo>
                    <a:pt x="552" y="315"/>
                    <a:pt x="552" y="312"/>
                    <a:pt x="553" y="311"/>
                  </a:cubicBezTo>
                  <a:cubicBezTo>
                    <a:pt x="554" y="308"/>
                    <a:pt x="555" y="310"/>
                    <a:pt x="555" y="309"/>
                  </a:cubicBezTo>
                  <a:cubicBezTo>
                    <a:pt x="557" y="306"/>
                    <a:pt x="550" y="301"/>
                    <a:pt x="549" y="298"/>
                  </a:cubicBezTo>
                  <a:cubicBezTo>
                    <a:pt x="549" y="296"/>
                    <a:pt x="549" y="295"/>
                    <a:pt x="548" y="293"/>
                  </a:cubicBezTo>
                  <a:cubicBezTo>
                    <a:pt x="546" y="292"/>
                    <a:pt x="545" y="292"/>
                    <a:pt x="545" y="290"/>
                  </a:cubicBezTo>
                  <a:cubicBezTo>
                    <a:pt x="544" y="288"/>
                    <a:pt x="545" y="284"/>
                    <a:pt x="544" y="282"/>
                  </a:cubicBezTo>
                  <a:cubicBezTo>
                    <a:pt x="543" y="281"/>
                    <a:pt x="541" y="281"/>
                    <a:pt x="540" y="280"/>
                  </a:cubicBezTo>
                  <a:cubicBezTo>
                    <a:pt x="534" y="277"/>
                    <a:pt x="535" y="269"/>
                    <a:pt x="529" y="265"/>
                  </a:cubicBezTo>
                  <a:cubicBezTo>
                    <a:pt x="526" y="264"/>
                    <a:pt x="528" y="264"/>
                    <a:pt x="527" y="262"/>
                  </a:cubicBezTo>
                  <a:cubicBezTo>
                    <a:pt x="526" y="261"/>
                    <a:pt x="523" y="258"/>
                    <a:pt x="523" y="257"/>
                  </a:cubicBezTo>
                  <a:cubicBezTo>
                    <a:pt x="523" y="256"/>
                    <a:pt x="525" y="254"/>
                    <a:pt x="526" y="256"/>
                  </a:cubicBezTo>
                  <a:cubicBezTo>
                    <a:pt x="526" y="256"/>
                    <a:pt x="526" y="255"/>
                    <a:pt x="526" y="255"/>
                  </a:cubicBezTo>
                  <a:cubicBezTo>
                    <a:pt x="527" y="256"/>
                    <a:pt x="528" y="256"/>
                    <a:pt x="528" y="257"/>
                  </a:cubicBezTo>
                  <a:cubicBezTo>
                    <a:pt x="528" y="255"/>
                    <a:pt x="526" y="255"/>
                    <a:pt x="525" y="253"/>
                  </a:cubicBezTo>
                  <a:cubicBezTo>
                    <a:pt x="525" y="252"/>
                    <a:pt x="526" y="251"/>
                    <a:pt x="526" y="251"/>
                  </a:cubicBezTo>
                  <a:cubicBezTo>
                    <a:pt x="526" y="250"/>
                    <a:pt x="522" y="250"/>
                    <a:pt x="521" y="247"/>
                  </a:cubicBezTo>
                  <a:cubicBezTo>
                    <a:pt x="520" y="243"/>
                    <a:pt x="526" y="246"/>
                    <a:pt x="527" y="248"/>
                  </a:cubicBezTo>
                  <a:cubicBezTo>
                    <a:pt x="528" y="248"/>
                    <a:pt x="527" y="248"/>
                    <a:pt x="527" y="247"/>
                  </a:cubicBezTo>
                  <a:cubicBezTo>
                    <a:pt x="527" y="247"/>
                    <a:pt x="528" y="248"/>
                    <a:pt x="528" y="248"/>
                  </a:cubicBezTo>
                  <a:cubicBezTo>
                    <a:pt x="525" y="242"/>
                    <a:pt x="523" y="235"/>
                    <a:pt x="516" y="233"/>
                  </a:cubicBezTo>
                  <a:cubicBezTo>
                    <a:pt x="515" y="232"/>
                    <a:pt x="515" y="233"/>
                    <a:pt x="513" y="232"/>
                  </a:cubicBezTo>
                  <a:cubicBezTo>
                    <a:pt x="512" y="231"/>
                    <a:pt x="512" y="230"/>
                    <a:pt x="511" y="229"/>
                  </a:cubicBezTo>
                  <a:cubicBezTo>
                    <a:pt x="509" y="227"/>
                    <a:pt x="507" y="225"/>
                    <a:pt x="506" y="224"/>
                  </a:cubicBezTo>
                  <a:cubicBezTo>
                    <a:pt x="501" y="220"/>
                    <a:pt x="499" y="214"/>
                    <a:pt x="494" y="210"/>
                  </a:cubicBezTo>
                  <a:cubicBezTo>
                    <a:pt x="491" y="206"/>
                    <a:pt x="490" y="202"/>
                    <a:pt x="486" y="199"/>
                  </a:cubicBezTo>
                  <a:cubicBezTo>
                    <a:pt x="483" y="197"/>
                    <a:pt x="483" y="198"/>
                    <a:pt x="482" y="195"/>
                  </a:cubicBezTo>
                  <a:cubicBezTo>
                    <a:pt x="481" y="191"/>
                    <a:pt x="480" y="186"/>
                    <a:pt x="477" y="183"/>
                  </a:cubicBezTo>
                  <a:cubicBezTo>
                    <a:pt x="475" y="182"/>
                    <a:pt x="473" y="181"/>
                    <a:pt x="472" y="180"/>
                  </a:cubicBezTo>
                  <a:cubicBezTo>
                    <a:pt x="471" y="178"/>
                    <a:pt x="463" y="166"/>
                    <a:pt x="468" y="167"/>
                  </a:cubicBezTo>
                  <a:cubicBezTo>
                    <a:pt x="469" y="162"/>
                    <a:pt x="465" y="149"/>
                    <a:pt x="461" y="145"/>
                  </a:cubicBezTo>
                  <a:cubicBezTo>
                    <a:pt x="458" y="142"/>
                    <a:pt x="454" y="140"/>
                    <a:pt x="451" y="137"/>
                  </a:cubicBezTo>
                  <a:cubicBezTo>
                    <a:pt x="443" y="130"/>
                    <a:pt x="452" y="121"/>
                    <a:pt x="456" y="115"/>
                  </a:cubicBezTo>
                  <a:cubicBezTo>
                    <a:pt x="453" y="112"/>
                    <a:pt x="458" y="105"/>
                    <a:pt x="459" y="110"/>
                  </a:cubicBezTo>
                  <a:cubicBezTo>
                    <a:pt x="459" y="109"/>
                    <a:pt x="458" y="107"/>
                    <a:pt x="459" y="106"/>
                  </a:cubicBezTo>
                  <a:cubicBezTo>
                    <a:pt x="459" y="107"/>
                    <a:pt x="459" y="110"/>
                    <a:pt x="460" y="111"/>
                  </a:cubicBezTo>
                  <a:cubicBezTo>
                    <a:pt x="460" y="112"/>
                    <a:pt x="463" y="113"/>
                    <a:pt x="463" y="115"/>
                  </a:cubicBezTo>
                  <a:cubicBezTo>
                    <a:pt x="464" y="116"/>
                    <a:pt x="462" y="117"/>
                    <a:pt x="463" y="118"/>
                  </a:cubicBezTo>
                  <a:cubicBezTo>
                    <a:pt x="463" y="119"/>
                    <a:pt x="466" y="121"/>
                    <a:pt x="466" y="122"/>
                  </a:cubicBezTo>
                  <a:cubicBezTo>
                    <a:pt x="469" y="125"/>
                    <a:pt x="466" y="128"/>
                    <a:pt x="468" y="132"/>
                  </a:cubicBezTo>
                  <a:cubicBezTo>
                    <a:pt x="468" y="133"/>
                    <a:pt x="470" y="135"/>
                    <a:pt x="470" y="137"/>
                  </a:cubicBezTo>
                  <a:cubicBezTo>
                    <a:pt x="471" y="139"/>
                    <a:pt x="470" y="140"/>
                    <a:pt x="470" y="141"/>
                  </a:cubicBezTo>
                  <a:cubicBezTo>
                    <a:pt x="470" y="140"/>
                    <a:pt x="471" y="140"/>
                    <a:pt x="471" y="140"/>
                  </a:cubicBezTo>
                  <a:cubicBezTo>
                    <a:pt x="471" y="141"/>
                    <a:pt x="472" y="141"/>
                    <a:pt x="472" y="142"/>
                  </a:cubicBezTo>
                  <a:cubicBezTo>
                    <a:pt x="478" y="146"/>
                    <a:pt x="478" y="152"/>
                    <a:pt x="483" y="156"/>
                  </a:cubicBezTo>
                  <a:cubicBezTo>
                    <a:pt x="485" y="159"/>
                    <a:pt x="488" y="160"/>
                    <a:pt x="491" y="163"/>
                  </a:cubicBezTo>
                  <a:cubicBezTo>
                    <a:pt x="493" y="165"/>
                    <a:pt x="494" y="166"/>
                    <a:pt x="497" y="168"/>
                  </a:cubicBezTo>
                  <a:cubicBezTo>
                    <a:pt x="501" y="172"/>
                    <a:pt x="497" y="177"/>
                    <a:pt x="500" y="182"/>
                  </a:cubicBezTo>
                  <a:cubicBezTo>
                    <a:pt x="502" y="186"/>
                    <a:pt x="502" y="185"/>
                    <a:pt x="502" y="189"/>
                  </a:cubicBezTo>
                  <a:cubicBezTo>
                    <a:pt x="501" y="191"/>
                    <a:pt x="503" y="198"/>
                    <a:pt x="505" y="199"/>
                  </a:cubicBezTo>
                  <a:cubicBezTo>
                    <a:pt x="503" y="196"/>
                    <a:pt x="506" y="197"/>
                    <a:pt x="506" y="199"/>
                  </a:cubicBezTo>
                  <a:cubicBezTo>
                    <a:pt x="506" y="199"/>
                    <a:pt x="506" y="199"/>
                    <a:pt x="506" y="199"/>
                  </a:cubicBezTo>
                  <a:cubicBezTo>
                    <a:pt x="506" y="199"/>
                    <a:pt x="506" y="199"/>
                    <a:pt x="506" y="200"/>
                  </a:cubicBezTo>
                  <a:cubicBezTo>
                    <a:pt x="507" y="203"/>
                    <a:pt x="510" y="204"/>
                    <a:pt x="512" y="206"/>
                  </a:cubicBezTo>
                  <a:cubicBezTo>
                    <a:pt x="515" y="209"/>
                    <a:pt x="516" y="211"/>
                    <a:pt x="519" y="212"/>
                  </a:cubicBezTo>
                  <a:cubicBezTo>
                    <a:pt x="521" y="213"/>
                    <a:pt x="523" y="214"/>
                    <a:pt x="524" y="215"/>
                  </a:cubicBezTo>
                  <a:cubicBezTo>
                    <a:pt x="527" y="218"/>
                    <a:pt x="528" y="222"/>
                    <a:pt x="530" y="224"/>
                  </a:cubicBezTo>
                  <a:cubicBezTo>
                    <a:pt x="531" y="224"/>
                    <a:pt x="534" y="229"/>
                    <a:pt x="535" y="230"/>
                  </a:cubicBezTo>
                  <a:cubicBezTo>
                    <a:pt x="537" y="232"/>
                    <a:pt x="538" y="234"/>
                    <a:pt x="540" y="235"/>
                  </a:cubicBezTo>
                  <a:cubicBezTo>
                    <a:pt x="545" y="239"/>
                    <a:pt x="549" y="241"/>
                    <a:pt x="554" y="245"/>
                  </a:cubicBezTo>
                  <a:cubicBezTo>
                    <a:pt x="556" y="247"/>
                    <a:pt x="557" y="247"/>
                    <a:pt x="560" y="248"/>
                  </a:cubicBezTo>
                  <a:cubicBezTo>
                    <a:pt x="563" y="248"/>
                    <a:pt x="564" y="250"/>
                    <a:pt x="567" y="252"/>
                  </a:cubicBezTo>
                  <a:cubicBezTo>
                    <a:pt x="568" y="250"/>
                    <a:pt x="566" y="250"/>
                    <a:pt x="565" y="249"/>
                  </a:cubicBezTo>
                  <a:cubicBezTo>
                    <a:pt x="564" y="246"/>
                    <a:pt x="565" y="249"/>
                    <a:pt x="566" y="248"/>
                  </a:cubicBezTo>
                  <a:cubicBezTo>
                    <a:pt x="567" y="247"/>
                    <a:pt x="568" y="244"/>
                    <a:pt x="569" y="243"/>
                  </a:cubicBezTo>
                  <a:cubicBezTo>
                    <a:pt x="569" y="243"/>
                    <a:pt x="571" y="243"/>
                    <a:pt x="571" y="240"/>
                  </a:cubicBezTo>
                  <a:cubicBezTo>
                    <a:pt x="571" y="240"/>
                    <a:pt x="572" y="240"/>
                    <a:pt x="572" y="240"/>
                  </a:cubicBezTo>
                  <a:cubicBezTo>
                    <a:pt x="574" y="237"/>
                    <a:pt x="576" y="236"/>
                    <a:pt x="577" y="232"/>
                  </a:cubicBezTo>
                  <a:cubicBezTo>
                    <a:pt x="577" y="229"/>
                    <a:pt x="577" y="225"/>
                    <a:pt x="576" y="222"/>
                  </a:cubicBezTo>
                  <a:cubicBezTo>
                    <a:pt x="576" y="220"/>
                    <a:pt x="574" y="218"/>
                    <a:pt x="574" y="216"/>
                  </a:cubicBezTo>
                  <a:cubicBezTo>
                    <a:pt x="574" y="213"/>
                    <a:pt x="576" y="207"/>
                    <a:pt x="577" y="204"/>
                  </a:cubicBezTo>
                  <a:cubicBezTo>
                    <a:pt x="578" y="203"/>
                    <a:pt x="579" y="204"/>
                    <a:pt x="580" y="202"/>
                  </a:cubicBezTo>
                  <a:cubicBezTo>
                    <a:pt x="580" y="201"/>
                    <a:pt x="579" y="199"/>
                    <a:pt x="580" y="198"/>
                  </a:cubicBezTo>
                  <a:cubicBezTo>
                    <a:pt x="581" y="195"/>
                    <a:pt x="583" y="192"/>
                    <a:pt x="584" y="189"/>
                  </a:cubicBezTo>
                  <a:cubicBezTo>
                    <a:pt x="586" y="183"/>
                    <a:pt x="584" y="177"/>
                    <a:pt x="585" y="172"/>
                  </a:cubicBezTo>
                  <a:cubicBezTo>
                    <a:pt x="586" y="171"/>
                    <a:pt x="587" y="171"/>
                    <a:pt x="587" y="169"/>
                  </a:cubicBezTo>
                  <a:cubicBezTo>
                    <a:pt x="587" y="169"/>
                    <a:pt x="586" y="166"/>
                    <a:pt x="586" y="165"/>
                  </a:cubicBezTo>
                  <a:cubicBezTo>
                    <a:pt x="586" y="160"/>
                    <a:pt x="589" y="158"/>
                    <a:pt x="589" y="153"/>
                  </a:cubicBezTo>
                  <a:cubicBezTo>
                    <a:pt x="589" y="150"/>
                    <a:pt x="593" y="139"/>
                    <a:pt x="598" y="139"/>
                  </a:cubicBezTo>
                  <a:cubicBezTo>
                    <a:pt x="595" y="135"/>
                    <a:pt x="596" y="133"/>
                    <a:pt x="595" y="130"/>
                  </a:cubicBezTo>
                  <a:cubicBezTo>
                    <a:pt x="595" y="124"/>
                    <a:pt x="592" y="119"/>
                    <a:pt x="590" y="114"/>
                  </a:cubicBezTo>
                  <a:cubicBezTo>
                    <a:pt x="586" y="103"/>
                    <a:pt x="581" y="93"/>
                    <a:pt x="576" y="83"/>
                  </a:cubicBezTo>
                  <a:cubicBezTo>
                    <a:pt x="575" y="81"/>
                    <a:pt x="573" y="81"/>
                    <a:pt x="572" y="78"/>
                  </a:cubicBezTo>
                  <a:cubicBezTo>
                    <a:pt x="572" y="77"/>
                    <a:pt x="573" y="76"/>
                    <a:pt x="573" y="74"/>
                  </a:cubicBezTo>
                  <a:cubicBezTo>
                    <a:pt x="572" y="73"/>
                    <a:pt x="571" y="71"/>
                    <a:pt x="570" y="70"/>
                  </a:cubicBezTo>
                  <a:cubicBezTo>
                    <a:pt x="569" y="65"/>
                    <a:pt x="567" y="60"/>
                    <a:pt x="565" y="56"/>
                  </a:cubicBezTo>
                  <a:cubicBezTo>
                    <a:pt x="564" y="54"/>
                    <a:pt x="563" y="53"/>
                    <a:pt x="562" y="51"/>
                  </a:cubicBezTo>
                  <a:cubicBezTo>
                    <a:pt x="559" y="44"/>
                    <a:pt x="556" y="37"/>
                    <a:pt x="553" y="30"/>
                  </a:cubicBezTo>
                  <a:cubicBezTo>
                    <a:pt x="552" y="27"/>
                    <a:pt x="551" y="23"/>
                    <a:pt x="549" y="21"/>
                  </a:cubicBezTo>
                  <a:cubicBezTo>
                    <a:pt x="544" y="25"/>
                    <a:pt x="540" y="27"/>
                    <a:pt x="534" y="30"/>
                  </a:cubicBezTo>
                  <a:cubicBezTo>
                    <a:pt x="529" y="32"/>
                    <a:pt x="522" y="34"/>
                    <a:pt x="516" y="34"/>
                  </a:cubicBezTo>
                  <a:cubicBezTo>
                    <a:pt x="511" y="35"/>
                    <a:pt x="508" y="33"/>
                    <a:pt x="503" y="32"/>
                  </a:cubicBezTo>
                  <a:cubicBezTo>
                    <a:pt x="503" y="33"/>
                    <a:pt x="503" y="33"/>
                    <a:pt x="501" y="33"/>
                  </a:cubicBezTo>
                  <a:cubicBezTo>
                    <a:pt x="502" y="36"/>
                    <a:pt x="498" y="34"/>
                    <a:pt x="496" y="35"/>
                  </a:cubicBezTo>
                  <a:cubicBezTo>
                    <a:pt x="496" y="35"/>
                    <a:pt x="486" y="44"/>
                    <a:pt x="473" y="33"/>
                  </a:cubicBezTo>
                  <a:close/>
                  <a:moveTo>
                    <a:pt x="439" y="68"/>
                  </a:moveTo>
                  <a:cubicBezTo>
                    <a:pt x="440" y="68"/>
                    <a:pt x="441" y="68"/>
                    <a:pt x="441" y="68"/>
                  </a:cubicBezTo>
                  <a:cubicBezTo>
                    <a:pt x="442" y="69"/>
                    <a:pt x="442" y="69"/>
                    <a:pt x="441" y="70"/>
                  </a:cubicBezTo>
                  <a:cubicBezTo>
                    <a:pt x="442" y="70"/>
                    <a:pt x="442" y="70"/>
                    <a:pt x="442" y="70"/>
                  </a:cubicBezTo>
                  <a:cubicBezTo>
                    <a:pt x="441" y="70"/>
                    <a:pt x="440" y="70"/>
                    <a:pt x="439" y="68"/>
                  </a:cubicBezTo>
                  <a:close/>
                  <a:moveTo>
                    <a:pt x="442" y="84"/>
                  </a:moveTo>
                  <a:cubicBezTo>
                    <a:pt x="442" y="83"/>
                    <a:pt x="442" y="80"/>
                    <a:pt x="444" y="80"/>
                  </a:cubicBezTo>
                  <a:cubicBezTo>
                    <a:pt x="447" y="79"/>
                    <a:pt x="447" y="80"/>
                    <a:pt x="450" y="83"/>
                  </a:cubicBezTo>
                  <a:cubicBezTo>
                    <a:pt x="452" y="85"/>
                    <a:pt x="450" y="88"/>
                    <a:pt x="454" y="88"/>
                  </a:cubicBezTo>
                  <a:cubicBezTo>
                    <a:pt x="457" y="89"/>
                    <a:pt x="458" y="91"/>
                    <a:pt x="459" y="93"/>
                  </a:cubicBezTo>
                  <a:cubicBezTo>
                    <a:pt x="459" y="95"/>
                    <a:pt x="458" y="94"/>
                    <a:pt x="457" y="93"/>
                  </a:cubicBezTo>
                  <a:cubicBezTo>
                    <a:pt x="456" y="93"/>
                    <a:pt x="455" y="89"/>
                    <a:pt x="454" y="89"/>
                  </a:cubicBezTo>
                  <a:cubicBezTo>
                    <a:pt x="453" y="89"/>
                    <a:pt x="452" y="91"/>
                    <a:pt x="452" y="91"/>
                  </a:cubicBezTo>
                  <a:cubicBezTo>
                    <a:pt x="450" y="90"/>
                    <a:pt x="443" y="87"/>
                    <a:pt x="442" y="8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6" name="Freeform 96">
              <a:extLst>
                <a:ext uri="{FF2B5EF4-FFF2-40B4-BE49-F238E27FC236}">
                  <a16:creationId xmlns:a16="http://schemas.microsoft.com/office/drawing/2014/main" id="{6F69D791-261C-46A4-AB4C-70DF28FBC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5440" y="4743486"/>
              <a:ext cx="93103" cy="114265"/>
            </a:xfrm>
            <a:custGeom>
              <a:avLst/>
              <a:gdLst>
                <a:gd name="T0" fmla="*/ 18 w 30"/>
                <a:gd name="T1" fmla="*/ 4 h 38"/>
                <a:gd name="T2" fmla="*/ 25 w 30"/>
                <a:gd name="T3" fmla="*/ 9 h 38"/>
                <a:gd name="T4" fmla="*/ 28 w 30"/>
                <a:gd name="T5" fmla="*/ 15 h 38"/>
                <a:gd name="T6" fmla="*/ 29 w 30"/>
                <a:gd name="T7" fmla="*/ 23 h 38"/>
                <a:gd name="T8" fmla="*/ 25 w 30"/>
                <a:gd name="T9" fmla="*/ 29 h 38"/>
                <a:gd name="T10" fmla="*/ 22 w 30"/>
                <a:gd name="T11" fmla="*/ 35 h 38"/>
                <a:gd name="T12" fmla="*/ 14 w 30"/>
                <a:gd name="T13" fmla="*/ 37 h 38"/>
                <a:gd name="T14" fmla="*/ 0 w 30"/>
                <a:gd name="T15" fmla="*/ 34 h 38"/>
                <a:gd name="T16" fmla="*/ 3 w 30"/>
                <a:gd name="T17" fmla="*/ 32 h 38"/>
                <a:gd name="T18" fmla="*/ 3 w 30"/>
                <a:gd name="T19" fmla="*/ 27 h 38"/>
                <a:gd name="T20" fmla="*/ 6 w 30"/>
                <a:gd name="T21" fmla="*/ 18 h 38"/>
                <a:gd name="T22" fmla="*/ 13 w 30"/>
                <a:gd name="T23" fmla="*/ 12 h 38"/>
                <a:gd name="T24" fmla="*/ 18 w 30"/>
                <a:gd name="T2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38">
                  <a:moveTo>
                    <a:pt x="18" y="4"/>
                  </a:moveTo>
                  <a:cubicBezTo>
                    <a:pt x="22" y="0"/>
                    <a:pt x="24" y="7"/>
                    <a:pt x="25" y="9"/>
                  </a:cubicBezTo>
                  <a:cubicBezTo>
                    <a:pt x="27" y="11"/>
                    <a:pt x="27" y="13"/>
                    <a:pt x="28" y="15"/>
                  </a:cubicBezTo>
                  <a:cubicBezTo>
                    <a:pt x="29" y="18"/>
                    <a:pt x="30" y="20"/>
                    <a:pt x="29" y="23"/>
                  </a:cubicBezTo>
                  <a:cubicBezTo>
                    <a:pt x="28" y="26"/>
                    <a:pt x="26" y="26"/>
                    <a:pt x="25" y="29"/>
                  </a:cubicBezTo>
                  <a:cubicBezTo>
                    <a:pt x="23" y="31"/>
                    <a:pt x="25" y="33"/>
                    <a:pt x="22" y="35"/>
                  </a:cubicBezTo>
                  <a:cubicBezTo>
                    <a:pt x="20" y="36"/>
                    <a:pt x="17" y="37"/>
                    <a:pt x="14" y="37"/>
                  </a:cubicBezTo>
                  <a:cubicBezTo>
                    <a:pt x="12" y="38"/>
                    <a:pt x="0" y="38"/>
                    <a:pt x="0" y="34"/>
                  </a:cubicBezTo>
                  <a:cubicBezTo>
                    <a:pt x="0" y="31"/>
                    <a:pt x="2" y="33"/>
                    <a:pt x="3" y="32"/>
                  </a:cubicBezTo>
                  <a:cubicBezTo>
                    <a:pt x="4" y="30"/>
                    <a:pt x="3" y="29"/>
                    <a:pt x="3" y="27"/>
                  </a:cubicBezTo>
                  <a:cubicBezTo>
                    <a:pt x="4" y="24"/>
                    <a:pt x="4" y="21"/>
                    <a:pt x="6" y="18"/>
                  </a:cubicBezTo>
                  <a:cubicBezTo>
                    <a:pt x="8" y="15"/>
                    <a:pt x="11" y="15"/>
                    <a:pt x="13" y="12"/>
                  </a:cubicBezTo>
                  <a:cubicBezTo>
                    <a:pt x="14" y="9"/>
                    <a:pt x="14" y="5"/>
                    <a:pt x="18" y="4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7" name="Freeform 97">
              <a:extLst>
                <a:ext uri="{FF2B5EF4-FFF2-40B4-BE49-F238E27FC236}">
                  <a16:creationId xmlns:a16="http://schemas.microsoft.com/office/drawing/2014/main" id="{F12FA97C-3037-47A4-AAE1-77A4A8B27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875" y="3864119"/>
              <a:ext cx="83241" cy="102162"/>
            </a:xfrm>
            <a:custGeom>
              <a:avLst/>
              <a:gdLst>
                <a:gd name="T0" fmla="*/ 19 w 31"/>
                <a:gd name="T1" fmla="*/ 4 h 38"/>
                <a:gd name="T2" fmla="*/ 26 w 31"/>
                <a:gd name="T3" fmla="*/ 9 h 38"/>
                <a:gd name="T4" fmla="*/ 29 w 31"/>
                <a:gd name="T5" fmla="*/ 15 h 38"/>
                <a:gd name="T6" fmla="*/ 30 w 31"/>
                <a:gd name="T7" fmla="*/ 23 h 38"/>
                <a:gd name="T8" fmla="*/ 25 w 31"/>
                <a:gd name="T9" fmla="*/ 29 h 38"/>
                <a:gd name="T10" fmla="*/ 23 w 31"/>
                <a:gd name="T11" fmla="*/ 35 h 38"/>
                <a:gd name="T12" fmla="*/ 15 w 31"/>
                <a:gd name="T13" fmla="*/ 37 h 38"/>
                <a:gd name="T14" fmla="*/ 1 w 31"/>
                <a:gd name="T15" fmla="*/ 34 h 38"/>
                <a:gd name="T16" fmla="*/ 4 w 31"/>
                <a:gd name="T17" fmla="*/ 32 h 38"/>
                <a:gd name="T18" fmla="*/ 4 w 31"/>
                <a:gd name="T19" fmla="*/ 27 h 38"/>
                <a:gd name="T20" fmla="*/ 7 w 31"/>
                <a:gd name="T21" fmla="*/ 18 h 38"/>
                <a:gd name="T22" fmla="*/ 14 w 31"/>
                <a:gd name="T23" fmla="*/ 12 h 38"/>
                <a:gd name="T24" fmla="*/ 19 w 31"/>
                <a:gd name="T2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38">
                  <a:moveTo>
                    <a:pt x="19" y="4"/>
                  </a:moveTo>
                  <a:cubicBezTo>
                    <a:pt x="23" y="0"/>
                    <a:pt x="25" y="7"/>
                    <a:pt x="26" y="9"/>
                  </a:cubicBezTo>
                  <a:cubicBezTo>
                    <a:pt x="27" y="11"/>
                    <a:pt x="28" y="13"/>
                    <a:pt x="29" y="15"/>
                  </a:cubicBezTo>
                  <a:cubicBezTo>
                    <a:pt x="30" y="18"/>
                    <a:pt x="31" y="20"/>
                    <a:pt x="30" y="23"/>
                  </a:cubicBezTo>
                  <a:cubicBezTo>
                    <a:pt x="29" y="26"/>
                    <a:pt x="27" y="26"/>
                    <a:pt x="25" y="29"/>
                  </a:cubicBezTo>
                  <a:cubicBezTo>
                    <a:pt x="24" y="31"/>
                    <a:pt x="26" y="33"/>
                    <a:pt x="23" y="35"/>
                  </a:cubicBezTo>
                  <a:cubicBezTo>
                    <a:pt x="21" y="36"/>
                    <a:pt x="18" y="37"/>
                    <a:pt x="15" y="37"/>
                  </a:cubicBezTo>
                  <a:cubicBezTo>
                    <a:pt x="12" y="38"/>
                    <a:pt x="1" y="38"/>
                    <a:pt x="1" y="34"/>
                  </a:cubicBezTo>
                  <a:cubicBezTo>
                    <a:pt x="0" y="31"/>
                    <a:pt x="3" y="33"/>
                    <a:pt x="4" y="32"/>
                  </a:cubicBezTo>
                  <a:cubicBezTo>
                    <a:pt x="5" y="30"/>
                    <a:pt x="4" y="29"/>
                    <a:pt x="4" y="27"/>
                  </a:cubicBezTo>
                  <a:cubicBezTo>
                    <a:pt x="4" y="24"/>
                    <a:pt x="5" y="21"/>
                    <a:pt x="7" y="18"/>
                  </a:cubicBezTo>
                  <a:cubicBezTo>
                    <a:pt x="9" y="15"/>
                    <a:pt x="12" y="15"/>
                    <a:pt x="14" y="12"/>
                  </a:cubicBezTo>
                  <a:cubicBezTo>
                    <a:pt x="15" y="9"/>
                    <a:pt x="14" y="5"/>
                    <a:pt x="19" y="4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8" name="Freeform 99">
              <a:extLst>
                <a:ext uri="{FF2B5EF4-FFF2-40B4-BE49-F238E27FC236}">
                  <a16:creationId xmlns:a16="http://schemas.microsoft.com/office/drawing/2014/main" id="{F648180E-A237-4CD2-87D6-6DF670D09E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32663" y="4637088"/>
              <a:ext cx="642938" cy="671513"/>
            </a:xfrm>
            <a:custGeom>
              <a:avLst/>
              <a:gdLst>
                <a:gd name="T0" fmla="*/ 34 w 569"/>
                <a:gd name="T1" fmla="*/ 570 h 595"/>
                <a:gd name="T2" fmla="*/ 43 w 569"/>
                <a:gd name="T3" fmla="*/ 523 h 595"/>
                <a:gd name="T4" fmla="*/ 36 w 569"/>
                <a:gd name="T5" fmla="*/ 499 h 595"/>
                <a:gd name="T6" fmla="*/ 20 w 569"/>
                <a:gd name="T7" fmla="*/ 471 h 595"/>
                <a:gd name="T8" fmla="*/ 62 w 569"/>
                <a:gd name="T9" fmla="*/ 269 h 595"/>
                <a:gd name="T10" fmla="*/ 208 w 569"/>
                <a:gd name="T11" fmla="*/ 15 h 595"/>
                <a:gd name="T12" fmla="*/ 243 w 569"/>
                <a:gd name="T13" fmla="*/ 28 h 595"/>
                <a:gd name="T14" fmla="*/ 268 w 569"/>
                <a:gd name="T15" fmla="*/ 15 h 595"/>
                <a:gd name="T16" fmla="*/ 309 w 569"/>
                <a:gd name="T17" fmla="*/ 1 h 595"/>
                <a:gd name="T18" fmla="*/ 330 w 569"/>
                <a:gd name="T19" fmla="*/ 12 h 595"/>
                <a:gd name="T20" fmla="*/ 357 w 569"/>
                <a:gd name="T21" fmla="*/ 54 h 595"/>
                <a:gd name="T22" fmla="*/ 383 w 569"/>
                <a:gd name="T23" fmla="*/ 115 h 595"/>
                <a:gd name="T24" fmla="*/ 415 w 569"/>
                <a:gd name="T25" fmla="*/ 139 h 595"/>
                <a:gd name="T26" fmla="*/ 466 w 569"/>
                <a:gd name="T27" fmla="*/ 174 h 595"/>
                <a:gd name="T28" fmla="*/ 487 w 569"/>
                <a:gd name="T29" fmla="*/ 242 h 595"/>
                <a:gd name="T30" fmla="*/ 551 w 569"/>
                <a:gd name="T31" fmla="*/ 268 h 595"/>
                <a:gd name="T32" fmla="*/ 559 w 569"/>
                <a:gd name="T33" fmla="*/ 293 h 595"/>
                <a:gd name="T34" fmla="*/ 502 w 569"/>
                <a:gd name="T35" fmla="*/ 320 h 595"/>
                <a:gd name="T36" fmla="*/ 475 w 569"/>
                <a:gd name="T37" fmla="*/ 350 h 595"/>
                <a:gd name="T38" fmla="*/ 460 w 569"/>
                <a:gd name="T39" fmla="*/ 361 h 595"/>
                <a:gd name="T40" fmla="*/ 439 w 569"/>
                <a:gd name="T41" fmla="*/ 374 h 595"/>
                <a:gd name="T42" fmla="*/ 416 w 569"/>
                <a:gd name="T43" fmla="*/ 415 h 595"/>
                <a:gd name="T44" fmla="*/ 367 w 569"/>
                <a:gd name="T45" fmla="*/ 453 h 595"/>
                <a:gd name="T46" fmla="*/ 295 w 569"/>
                <a:gd name="T47" fmla="*/ 524 h 595"/>
                <a:gd name="T48" fmla="*/ 249 w 569"/>
                <a:gd name="T49" fmla="*/ 513 h 595"/>
                <a:gd name="T50" fmla="*/ 214 w 569"/>
                <a:gd name="T51" fmla="*/ 497 h 595"/>
                <a:gd name="T52" fmla="*/ 186 w 569"/>
                <a:gd name="T53" fmla="*/ 493 h 595"/>
                <a:gd name="T54" fmla="*/ 175 w 569"/>
                <a:gd name="T55" fmla="*/ 508 h 595"/>
                <a:gd name="T56" fmla="*/ 163 w 569"/>
                <a:gd name="T57" fmla="*/ 537 h 595"/>
                <a:gd name="T58" fmla="*/ 134 w 569"/>
                <a:gd name="T59" fmla="*/ 563 h 595"/>
                <a:gd name="T60" fmla="*/ 85 w 569"/>
                <a:gd name="T61" fmla="*/ 590 h 595"/>
                <a:gd name="T62" fmla="*/ 42 w 569"/>
                <a:gd name="T63" fmla="*/ 595 h 595"/>
                <a:gd name="T64" fmla="*/ 43 w 569"/>
                <a:gd name="T65" fmla="*/ 567 h 595"/>
                <a:gd name="T66" fmla="*/ 66 w 569"/>
                <a:gd name="T67" fmla="*/ 583 h 595"/>
                <a:gd name="T68" fmla="*/ 108 w 569"/>
                <a:gd name="T69" fmla="*/ 570 h 595"/>
                <a:gd name="T70" fmla="*/ 148 w 569"/>
                <a:gd name="T71" fmla="*/ 541 h 595"/>
                <a:gd name="T72" fmla="*/ 165 w 569"/>
                <a:gd name="T73" fmla="*/ 510 h 595"/>
                <a:gd name="T74" fmla="*/ 173 w 569"/>
                <a:gd name="T75" fmla="*/ 490 h 595"/>
                <a:gd name="T76" fmla="*/ 208 w 569"/>
                <a:gd name="T77" fmla="*/ 482 h 595"/>
                <a:gd name="T78" fmla="*/ 251 w 569"/>
                <a:gd name="T79" fmla="*/ 504 h 595"/>
                <a:gd name="T80" fmla="*/ 286 w 569"/>
                <a:gd name="T81" fmla="*/ 517 h 595"/>
                <a:gd name="T82" fmla="*/ 344 w 569"/>
                <a:gd name="T83" fmla="*/ 470 h 595"/>
                <a:gd name="T84" fmla="*/ 389 w 569"/>
                <a:gd name="T85" fmla="*/ 429 h 595"/>
                <a:gd name="T86" fmla="*/ 424 w 569"/>
                <a:gd name="T87" fmla="*/ 374 h 595"/>
                <a:gd name="T88" fmla="*/ 443 w 569"/>
                <a:gd name="T89" fmla="*/ 361 h 595"/>
                <a:gd name="T90" fmla="*/ 463 w 569"/>
                <a:gd name="T91" fmla="*/ 348 h 595"/>
                <a:gd name="T92" fmla="*/ 480 w 569"/>
                <a:gd name="T93" fmla="*/ 332 h 595"/>
                <a:gd name="T94" fmla="*/ 530 w 569"/>
                <a:gd name="T95" fmla="*/ 302 h 595"/>
                <a:gd name="T96" fmla="*/ 521 w 569"/>
                <a:gd name="T97" fmla="*/ 258 h 595"/>
                <a:gd name="T98" fmla="*/ 462 w 569"/>
                <a:gd name="T99" fmla="*/ 210 h 595"/>
                <a:gd name="T100" fmla="*/ 439 w 569"/>
                <a:gd name="T101" fmla="*/ 173 h 595"/>
                <a:gd name="T102" fmla="*/ 407 w 569"/>
                <a:gd name="T103" fmla="*/ 144 h 595"/>
                <a:gd name="T104" fmla="*/ 366 w 569"/>
                <a:gd name="T105" fmla="*/ 97 h 595"/>
                <a:gd name="T106" fmla="*/ 343 w 569"/>
                <a:gd name="T107" fmla="*/ 52 h 595"/>
                <a:gd name="T108" fmla="*/ 314 w 569"/>
                <a:gd name="T109" fmla="*/ 12 h 595"/>
                <a:gd name="T110" fmla="*/ 267 w 569"/>
                <a:gd name="T111" fmla="*/ 24 h 595"/>
                <a:gd name="T112" fmla="*/ 237 w 569"/>
                <a:gd name="T113" fmla="*/ 49 h 595"/>
                <a:gd name="T114" fmla="*/ 184 w 569"/>
                <a:gd name="T115" fmla="*/ 27 h 595"/>
                <a:gd name="T116" fmla="*/ 60 w 569"/>
                <a:gd name="T117" fmla="*/ 279 h 595"/>
                <a:gd name="T118" fmla="*/ 28 w 569"/>
                <a:gd name="T119" fmla="*/ 466 h 595"/>
                <a:gd name="T120" fmla="*/ 46 w 569"/>
                <a:gd name="T121" fmla="*/ 494 h 595"/>
                <a:gd name="T122" fmla="*/ 52 w 569"/>
                <a:gd name="T123" fmla="*/ 519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69" h="595">
                  <a:moveTo>
                    <a:pt x="42" y="595"/>
                  </a:moveTo>
                  <a:cubicBezTo>
                    <a:pt x="42" y="595"/>
                    <a:pt x="42" y="595"/>
                    <a:pt x="41" y="595"/>
                  </a:cubicBezTo>
                  <a:cubicBezTo>
                    <a:pt x="39" y="594"/>
                    <a:pt x="38" y="593"/>
                    <a:pt x="38" y="591"/>
                  </a:cubicBezTo>
                  <a:cubicBezTo>
                    <a:pt x="37" y="591"/>
                    <a:pt x="37" y="590"/>
                    <a:pt x="37" y="590"/>
                  </a:cubicBezTo>
                  <a:cubicBezTo>
                    <a:pt x="36" y="589"/>
                    <a:pt x="36" y="588"/>
                    <a:pt x="36" y="588"/>
                  </a:cubicBezTo>
                  <a:cubicBezTo>
                    <a:pt x="34" y="586"/>
                    <a:pt x="34" y="583"/>
                    <a:pt x="34" y="582"/>
                  </a:cubicBezTo>
                  <a:cubicBezTo>
                    <a:pt x="34" y="581"/>
                    <a:pt x="34" y="580"/>
                    <a:pt x="34" y="579"/>
                  </a:cubicBezTo>
                  <a:cubicBezTo>
                    <a:pt x="33" y="577"/>
                    <a:pt x="34" y="574"/>
                    <a:pt x="34" y="572"/>
                  </a:cubicBezTo>
                  <a:cubicBezTo>
                    <a:pt x="34" y="572"/>
                    <a:pt x="34" y="571"/>
                    <a:pt x="34" y="571"/>
                  </a:cubicBezTo>
                  <a:cubicBezTo>
                    <a:pt x="34" y="570"/>
                    <a:pt x="34" y="570"/>
                    <a:pt x="34" y="570"/>
                  </a:cubicBezTo>
                  <a:cubicBezTo>
                    <a:pt x="33" y="568"/>
                    <a:pt x="32" y="565"/>
                    <a:pt x="34" y="561"/>
                  </a:cubicBezTo>
                  <a:cubicBezTo>
                    <a:pt x="35" y="558"/>
                    <a:pt x="36" y="557"/>
                    <a:pt x="38" y="556"/>
                  </a:cubicBezTo>
                  <a:cubicBezTo>
                    <a:pt x="38" y="555"/>
                    <a:pt x="39" y="555"/>
                    <a:pt x="39" y="554"/>
                  </a:cubicBezTo>
                  <a:cubicBezTo>
                    <a:pt x="42" y="550"/>
                    <a:pt x="46" y="545"/>
                    <a:pt x="48" y="541"/>
                  </a:cubicBezTo>
                  <a:cubicBezTo>
                    <a:pt x="48" y="541"/>
                    <a:pt x="47" y="540"/>
                    <a:pt x="47" y="538"/>
                  </a:cubicBezTo>
                  <a:cubicBezTo>
                    <a:pt x="47" y="537"/>
                    <a:pt x="46" y="535"/>
                    <a:pt x="46" y="533"/>
                  </a:cubicBezTo>
                  <a:cubicBezTo>
                    <a:pt x="46" y="532"/>
                    <a:pt x="46" y="531"/>
                    <a:pt x="46" y="530"/>
                  </a:cubicBezTo>
                  <a:cubicBezTo>
                    <a:pt x="46" y="529"/>
                    <a:pt x="46" y="528"/>
                    <a:pt x="46" y="526"/>
                  </a:cubicBezTo>
                  <a:cubicBezTo>
                    <a:pt x="46" y="526"/>
                    <a:pt x="45" y="525"/>
                    <a:pt x="45" y="525"/>
                  </a:cubicBezTo>
                  <a:cubicBezTo>
                    <a:pt x="45" y="524"/>
                    <a:pt x="44" y="524"/>
                    <a:pt x="43" y="523"/>
                  </a:cubicBezTo>
                  <a:cubicBezTo>
                    <a:pt x="43" y="522"/>
                    <a:pt x="43" y="521"/>
                    <a:pt x="43" y="520"/>
                  </a:cubicBezTo>
                  <a:cubicBezTo>
                    <a:pt x="43" y="520"/>
                    <a:pt x="43" y="520"/>
                    <a:pt x="43" y="519"/>
                  </a:cubicBezTo>
                  <a:cubicBezTo>
                    <a:pt x="43" y="518"/>
                    <a:pt x="42" y="518"/>
                    <a:pt x="42" y="517"/>
                  </a:cubicBezTo>
                  <a:cubicBezTo>
                    <a:pt x="42" y="517"/>
                    <a:pt x="41" y="516"/>
                    <a:pt x="41" y="516"/>
                  </a:cubicBezTo>
                  <a:cubicBezTo>
                    <a:pt x="40" y="514"/>
                    <a:pt x="40" y="513"/>
                    <a:pt x="40" y="512"/>
                  </a:cubicBezTo>
                  <a:cubicBezTo>
                    <a:pt x="39" y="512"/>
                    <a:pt x="38" y="511"/>
                    <a:pt x="38" y="510"/>
                  </a:cubicBezTo>
                  <a:cubicBezTo>
                    <a:pt x="38" y="509"/>
                    <a:pt x="37" y="508"/>
                    <a:pt x="38" y="506"/>
                  </a:cubicBezTo>
                  <a:cubicBezTo>
                    <a:pt x="38" y="506"/>
                    <a:pt x="38" y="505"/>
                    <a:pt x="37" y="505"/>
                  </a:cubicBezTo>
                  <a:cubicBezTo>
                    <a:pt x="37" y="503"/>
                    <a:pt x="36" y="502"/>
                    <a:pt x="36" y="500"/>
                  </a:cubicBezTo>
                  <a:cubicBezTo>
                    <a:pt x="36" y="500"/>
                    <a:pt x="36" y="499"/>
                    <a:pt x="36" y="499"/>
                  </a:cubicBezTo>
                  <a:cubicBezTo>
                    <a:pt x="36" y="499"/>
                    <a:pt x="36" y="499"/>
                    <a:pt x="36" y="499"/>
                  </a:cubicBezTo>
                  <a:cubicBezTo>
                    <a:pt x="35" y="498"/>
                    <a:pt x="34" y="497"/>
                    <a:pt x="34" y="496"/>
                  </a:cubicBezTo>
                  <a:cubicBezTo>
                    <a:pt x="33" y="494"/>
                    <a:pt x="32" y="492"/>
                    <a:pt x="31" y="491"/>
                  </a:cubicBezTo>
                  <a:cubicBezTo>
                    <a:pt x="31" y="490"/>
                    <a:pt x="30" y="489"/>
                    <a:pt x="30" y="488"/>
                  </a:cubicBezTo>
                  <a:cubicBezTo>
                    <a:pt x="30" y="487"/>
                    <a:pt x="29" y="487"/>
                    <a:pt x="29" y="487"/>
                  </a:cubicBezTo>
                  <a:cubicBezTo>
                    <a:pt x="28" y="486"/>
                    <a:pt x="27" y="485"/>
                    <a:pt x="27" y="483"/>
                  </a:cubicBezTo>
                  <a:cubicBezTo>
                    <a:pt x="26" y="482"/>
                    <a:pt x="26" y="481"/>
                    <a:pt x="26" y="480"/>
                  </a:cubicBezTo>
                  <a:cubicBezTo>
                    <a:pt x="25" y="479"/>
                    <a:pt x="25" y="477"/>
                    <a:pt x="24" y="476"/>
                  </a:cubicBezTo>
                  <a:cubicBezTo>
                    <a:pt x="24" y="475"/>
                    <a:pt x="23" y="473"/>
                    <a:pt x="22" y="472"/>
                  </a:cubicBezTo>
                  <a:cubicBezTo>
                    <a:pt x="20" y="471"/>
                    <a:pt x="20" y="471"/>
                    <a:pt x="20" y="471"/>
                  </a:cubicBezTo>
                  <a:cubicBezTo>
                    <a:pt x="18" y="469"/>
                    <a:pt x="16" y="467"/>
                    <a:pt x="13" y="466"/>
                  </a:cubicBezTo>
                  <a:cubicBezTo>
                    <a:pt x="10" y="464"/>
                    <a:pt x="0" y="460"/>
                    <a:pt x="0" y="452"/>
                  </a:cubicBezTo>
                  <a:cubicBezTo>
                    <a:pt x="3" y="296"/>
                    <a:pt x="3" y="296"/>
                    <a:pt x="3" y="296"/>
                  </a:cubicBezTo>
                  <a:cubicBezTo>
                    <a:pt x="3" y="289"/>
                    <a:pt x="3" y="282"/>
                    <a:pt x="3" y="276"/>
                  </a:cubicBezTo>
                  <a:cubicBezTo>
                    <a:pt x="3" y="271"/>
                    <a:pt x="3" y="271"/>
                    <a:pt x="26" y="271"/>
                  </a:cubicBezTo>
                  <a:cubicBezTo>
                    <a:pt x="29" y="271"/>
                    <a:pt x="31" y="271"/>
                    <a:pt x="31" y="271"/>
                  </a:cubicBezTo>
                  <a:cubicBezTo>
                    <a:pt x="35" y="271"/>
                    <a:pt x="37" y="271"/>
                    <a:pt x="40" y="271"/>
                  </a:cubicBezTo>
                  <a:cubicBezTo>
                    <a:pt x="46" y="272"/>
                    <a:pt x="52" y="272"/>
                    <a:pt x="56" y="271"/>
                  </a:cubicBezTo>
                  <a:cubicBezTo>
                    <a:pt x="58" y="270"/>
                    <a:pt x="58" y="270"/>
                    <a:pt x="58" y="270"/>
                  </a:cubicBezTo>
                  <a:cubicBezTo>
                    <a:pt x="59" y="270"/>
                    <a:pt x="61" y="269"/>
                    <a:pt x="62" y="269"/>
                  </a:cubicBezTo>
                  <a:cubicBezTo>
                    <a:pt x="64" y="170"/>
                    <a:pt x="64" y="170"/>
                    <a:pt x="64" y="170"/>
                  </a:cubicBezTo>
                  <a:cubicBezTo>
                    <a:pt x="64" y="154"/>
                    <a:pt x="65" y="138"/>
                    <a:pt x="65" y="121"/>
                  </a:cubicBezTo>
                  <a:cubicBezTo>
                    <a:pt x="65" y="108"/>
                    <a:pt x="65" y="94"/>
                    <a:pt x="65" y="81"/>
                  </a:cubicBezTo>
                  <a:cubicBezTo>
                    <a:pt x="66" y="72"/>
                    <a:pt x="66" y="64"/>
                    <a:pt x="66" y="56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6" y="35"/>
                    <a:pt x="68" y="35"/>
                    <a:pt x="79" y="34"/>
                  </a:cubicBezTo>
                  <a:cubicBezTo>
                    <a:pt x="81" y="34"/>
                    <a:pt x="82" y="34"/>
                    <a:pt x="82" y="34"/>
                  </a:cubicBezTo>
                  <a:cubicBezTo>
                    <a:pt x="100" y="33"/>
                    <a:pt x="117" y="30"/>
                    <a:pt x="132" y="27"/>
                  </a:cubicBezTo>
                  <a:cubicBezTo>
                    <a:pt x="149" y="24"/>
                    <a:pt x="166" y="21"/>
                    <a:pt x="182" y="18"/>
                  </a:cubicBezTo>
                  <a:cubicBezTo>
                    <a:pt x="190" y="16"/>
                    <a:pt x="199" y="15"/>
                    <a:pt x="208" y="15"/>
                  </a:cubicBezTo>
                  <a:cubicBezTo>
                    <a:pt x="208" y="15"/>
                    <a:pt x="208" y="15"/>
                    <a:pt x="208" y="15"/>
                  </a:cubicBezTo>
                  <a:cubicBezTo>
                    <a:pt x="212" y="15"/>
                    <a:pt x="214" y="18"/>
                    <a:pt x="219" y="28"/>
                  </a:cubicBezTo>
                  <a:cubicBezTo>
                    <a:pt x="219" y="28"/>
                    <a:pt x="220" y="29"/>
                    <a:pt x="220" y="29"/>
                  </a:cubicBezTo>
                  <a:cubicBezTo>
                    <a:pt x="222" y="30"/>
                    <a:pt x="224" y="31"/>
                    <a:pt x="225" y="33"/>
                  </a:cubicBezTo>
                  <a:cubicBezTo>
                    <a:pt x="227" y="36"/>
                    <a:pt x="228" y="38"/>
                    <a:pt x="228" y="40"/>
                  </a:cubicBezTo>
                  <a:cubicBezTo>
                    <a:pt x="228" y="41"/>
                    <a:pt x="228" y="42"/>
                    <a:pt x="228" y="42"/>
                  </a:cubicBezTo>
                  <a:cubicBezTo>
                    <a:pt x="228" y="43"/>
                    <a:pt x="229" y="43"/>
                    <a:pt x="229" y="44"/>
                  </a:cubicBezTo>
                  <a:cubicBezTo>
                    <a:pt x="229" y="44"/>
                    <a:pt x="230" y="43"/>
                    <a:pt x="231" y="43"/>
                  </a:cubicBezTo>
                  <a:cubicBezTo>
                    <a:pt x="241" y="33"/>
                    <a:pt x="241" y="33"/>
                    <a:pt x="241" y="33"/>
                  </a:cubicBezTo>
                  <a:cubicBezTo>
                    <a:pt x="241" y="31"/>
                    <a:pt x="242" y="30"/>
                    <a:pt x="243" y="28"/>
                  </a:cubicBezTo>
                  <a:cubicBezTo>
                    <a:pt x="245" y="27"/>
                    <a:pt x="246" y="26"/>
                    <a:pt x="247" y="26"/>
                  </a:cubicBezTo>
                  <a:cubicBezTo>
                    <a:pt x="248" y="26"/>
                    <a:pt x="249" y="25"/>
                    <a:pt x="249" y="25"/>
                  </a:cubicBezTo>
                  <a:cubicBezTo>
                    <a:pt x="251" y="24"/>
                    <a:pt x="252" y="23"/>
                    <a:pt x="254" y="22"/>
                  </a:cubicBezTo>
                  <a:cubicBezTo>
                    <a:pt x="254" y="22"/>
                    <a:pt x="255" y="21"/>
                    <a:pt x="256" y="21"/>
                  </a:cubicBezTo>
                  <a:cubicBezTo>
                    <a:pt x="256" y="21"/>
                    <a:pt x="256" y="20"/>
                    <a:pt x="257" y="20"/>
                  </a:cubicBezTo>
                  <a:cubicBezTo>
                    <a:pt x="258" y="19"/>
                    <a:pt x="259" y="18"/>
                    <a:pt x="260" y="17"/>
                  </a:cubicBezTo>
                  <a:cubicBezTo>
                    <a:pt x="262" y="16"/>
                    <a:pt x="264" y="15"/>
                    <a:pt x="265" y="15"/>
                  </a:cubicBezTo>
                  <a:cubicBezTo>
                    <a:pt x="266" y="20"/>
                    <a:pt x="266" y="20"/>
                    <a:pt x="266" y="20"/>
                  </a:cubicBezTo>
                  <a:cubicBezTo>
                    <a:pt x="266" y="15"/>
                    <a:pt x="266" y="15"/>
                    <a:pt x="266" y="15"/>
                  </a:cubicBezTo>
                  <a:cubicBezTo>
                    <a:pt x="267" y="15"/>
                    <a:pt x="267" y="15"/>
                    <a:pt x="268" y="15"/>
                  </a:cubicBezTo>
                  <a:cubicBezTo>
                    <a:pt x="268" y="15"/>
                    <a:pt x="268" y="15"/>
                    <a:pt x="268" y="15"/>
                  </a:cubicBezTo>
                  <a:cubicBezTo>
                    <a:pt x="269" y="13"/>
                    <a:pt x="271" y="11"/>
                    <a:pt x="274" y="11"/>
                  </a:cubicBezTo>
                  <a:cubicBezTo>
                    <a:pt x="276" y="11"/>
                    <a:pt x="277" y="12"/>
                    <a:pt x="279" y="12"/>
                  </a:cubicBezTo>
                  <a:cubicBezTo>
                    <a:pt x="281" y="14"/>
                    <a:pt x="282" y="16"/>
                    <a:pt x="283" y="18"/>
                  </a:cubicBezTo>
                  <a:cubicBezTo>
                    <a:pt x="283" y="18"/>
                    <a:pt x="283" y="18"/>
                    <a:pt x="283" y="18"/>
                  </a:cubicBezTo>
                  <a:cubicBezTo>
                    <a:pt x="283" y="18"/>
                    <a:pt x="284" y="17"/>
                    <a:pt x="284" y="17"/>
                  </a:cubicBezTo>
                  <a:cubicBezTo>
                    <a:pt x="288" y="12"/>
                    <a:pt x="292" y="9"/>
                    <a:pt x="298" y="5"/>
                  </a:cubicBezTo>
                  <a:cubicBezTo>
                    <a:pt x="300" y="4"/>
                    <a:pt x="302" y="4"/>
                    <a:pt x="303" y="3"/>
                  </a:cubicBezTo>
                  <a:cubicBezTo>
                    <a:pt x="304" y="3"/>
                    <a:pt x="305" y="3"/>
                    <a:pt x="305" y="3"/>
                  </a:cubicBezTo>
                  <a:cubicBezTo>
                    <a:pt x="306" y="2"/>
                    <a:pt x="308" y="1"/>
                    <a:pt x="309" y="1"/>
                  </a:cubicBezTo>
                  <a:cubicBezTo>
                    <a:pt x="311" y="1"/>
                    <a:pt x="312" y="2"/>
                    <a:pt x="313" y="4"/>
                  </a:cubicBezTo>
                  <a:cubicBezTo>
                    <a:pt x="313" y="3"/>
                    <a:pt x="313" y="3"/>
                    <a:pt x="313" y="3"/>
                  </a:cubicBezTo>
                  <a:cubicBezTo>
                    <a:pt x="313" y="3"/>
                    <a:pt x="314" y="3"/>
                    <a:pt x="314" y="3"/>
                  </a:cubicBezTo>
                  <a:cubicBezTo>
                    <a:pt x="314" y="3"/>
                    <a:pt x="314" y="3"/>
                    <a:pt x="314" y="3"/>
                  </a:cubicBezTo>
                  <a:cubicBezTo>
                    <a:pt x="314" y="3"/>
                    <a:pt x="314" y="3"/>
                    <a:pt x="314" y="3"/>
                  </a:cubicBezTo>
                  <a:cubicBezTo>
                    <a:pt x="315" y="3"/>
                    <a:pt x="315" y="3"/>
                    <a:pt x="316" y="2"/>
                  </a:cubicBezTo>
                  <a:cubicBezTo>
                    <a:pt x="317" y="2"/>
                    <a:pt x="319" y="1"/>
                    <a:pt x="321" y="1"/>
                  </a:cubicBezTo>
                  <a:cubicBezTo>
                    <a:pt x="322" y="0"/>
                    <a:pt x="328" y="1"/>
                    <a:pt x="330" y="3"/>
                  </a:cubicBezTo>
                  <a:cubicBezTo>
                    <a:pt x="333" y="6"/>
                    <a:pt x="331" y="10"/>
                    <a:pt x="330" y="11"/>
                  </a:cubicBezTo>
                  <a:cubicBezTo>
                    <a:pt x="330" y="12"/>
                    <a:pt x="330" y="12"/>
                    <a:pt x="330" y="12"/>
                  </a:cubicBezTo>
                  <a:cubicBezTo>
                    <a:pt x="330" y="13"/>
                    <a:pt x="331" y="16"/>
                    <a:pt x="332" y="18"/>
                  </a:cubicBezTo>
                  <a:cubicBezTo>
                    <a:pt x="333" y="20"/>
                    <a:pt x="333" y="21"/>
                    <a:pt x="336" y="22"/>
                  </a:cubicBezTo>
                  <a:cubicBezTo>
                    <a:pt x="339" y="25"/>
                    <a:pt x="340" y="28"/>
                    <a:pt x="341" y="31"/>
                  </a:cubicBezTo>
                  <a:cubicBezTo>
                    <a:pt x="342" y="33"/>
                    <a:pt x="342" y="33"/>
                    <a:pt x="342" y="33"/>
                  </a:cubicBezTo>
                  <a:cubicBezTo>
                    <a:pt x="343" y="35"/>
                    <a:pt x="344" y="36"/>
                    <a:pt x="344" y="38"/>
                  </a:cubicBezTo>
                  <a:cubicBezTo>
                    <a:pt x="345" y="40"/>
                    <a:pt x="345" y="42"/>
                    <a:pt x="346" y="43"/>
                  </a:cubicBezTo>
                  <a:cubicBezTo>
                    <a:pt x="347" y="43"/>
                    <a:pt x="348" y="44"/>
                    <a:pt x="349" y="45"/>
                  </a:cubicBezTo>
                  <a:cubicBezTo>
                    <a:pt x="350" y="46"/>
                    <a:pt x="351" y="47"/>
                    <a:pt x="351" y="48"/>
                  </a:cubicBezTo>
                  <a:cubicBezTo>
                    <a:pt x="352" y="49"/>
                    <a:pt x="353" y="49"/>
                    <a:pt x="354" y="50"/>
                  </a:cubicBezTo>
                  <a:cubicBezTo>
                    <a:pt x="355" y="52"/>
                    <a:pt x="356" y="53"/>
                    <a:pt x="357" y="54"/>
                  </a:cubicBezTo>
                  <a:cubicBezTo>
                    <a:pt x="361" y="57"/>
                    <a:pt x="362" y="60"/>
                    <a:pt x="362" y="63"/>
                  </a:cubicBezTo>
                  <a:cubicBezTo>
                    <a:pt x="362" y="65"/>
                    <a:pt x="362" y="65"/>
                    <a:pt x="362" y="65"/>
                  </a:cubicBezTo>
                  <a:cubicBezTo>
                    <a:pt x="363" y="67"/>
                    <a:pt x="364" y="68"/>
                    <a:pt x="366" y="70"/>
                  </a:cubicBezTo>
                  <a:cubicBezTo>
                    <a:pt x="368" y="72"/>
                    <a:pt x="370" y="74"/>
                    <a:pt x="372" y="77"/>
                  </a:cubicBezTo>
                  <a:cubicBezTo>
                    <a:pt x="374" y="81"/>
                    <a:pt x="373" y="85"/>
                    <a:pt x="372" y="87"/>
                  </a:cubicBezTo>
                  <a:cubicBezTo>
                    <a:pt x="372" y="88"/>
                    <a:pt x="371" y="89"/>
                    <a:pt x="372" y="89"/>
                  </a:cubicBezTo>
                  <a:cubicBezTo>
                    <a:pt x="372" y="90"/>
                    <a:pt x="373" y="91"/>
                    <a:pt x="373" y="91"/>
                  </a:cubicBezTo>
                  <a:cubicBezTo>
                    <a:pt x="374" y="92"/>
                    <a:pt x="374" y="93"/>
                    <a:pt x="375" y="94"/>
                  </a:cubicBezTo>
                  <a:cubicBezTo>
                    <a:pt x="377" y="97"/>
                    <a:pt x="378" y="101"/>
                    <a:pt x="378" y="104"/>
                  </a:cubicBezTo>
                  <a:cubicBezTo>
                    <a:pt x="379" y="109"/>
                    <a:pt x="380" y="113"/>
                    <a:pt x="383" y="115"/>
                  </a:cubicBezTo>
                  <a:cubicBezTo>
                    <a:pt x="383" y="115"/>
                    <a:pt x="384" y="115"/>
                    <a:pt x="385" y="115"/>
                  </a:cubicBezTo>
                  <a:cubicBezTo>
                    <a:pt x="386" y="115"/>
                    <a:pt x="389" y="115"/>
                    <a:pt x="391" y="117"/>
                  </a:cubicBezTo>
                  <a:cubicBezTo>
                    <a:pt x="392" y="118"/>
                    <a:pt x="394" y="120"/>
                    <a:pt x="394" y="123"/>
                  </a:cubicBezTo>
                  <a:cubicBezTo>
                    <a:pt x="394" y="123"/>
                    <a:pt x="394" y="123"/>
                    <a:pt x="394" y="123"/>
                  </a:cubicBezTo>
                  <a:cubicBezTo>
                    <a:pt x="396" y="125"/>
                    <a:pt x="397" y="126"/>
                    <a:pt x="400" y="127"/>
                  </a:cubicBezTo>
                  <a:cubicBezTo>
                    <a:pt x="403" y="129"/>
                    <a:pt x="406" y="131"/>
                    <a:pt x="408" y="134"/>
                  </a:cubicBezTo>
                  <a:cubicBezTo>
                    <a:pt x="408" y="134"/>
                    <a:pt x="409" y="135"/>
                    <a:pt x="410" y="135"/>
                  </a:cubicBezTo>
                  <a:cubicBezTo>
                    <a:pt x="412" y="136"/>
                    <a:pt x="413" y="137"/>
                    <a:pt x="414" y="139"/>
                  </a:cubicBezTo>
                  <a:cubicBezTo>
                    <a:pt x="414" y="139"/>
                    <a:pt x="414" y="139"/>
                    <a:pt x="414" y="139"/>
                  </a:cubicBezTo>
                  <a:cubicBezTo>
                    <a:pt x="415" y="139"/>
                    <a:pt x="415" y="139"/>
                    <a:pt x="415" y="139"/>
                  </a:cubicBezTo>
                  <a:cubicBezTo>
                    <a:pt x="416" y="139"/>
                    <a:pt x="417" y="139"/>
                    <a:pt x="418" y="140"/>
                  </a:cubicBezTo>
                  <a:cubicBezTo>
                    <a:pt x="420" y="140"/>
                    <a:pt x="421" y="141"/>
                    <a:pt x="422" y="141"/>
                  </a:cubicBezTo>
                  <a:cubicBezTo>
                    <a:pt x="423" y="142"/>
                    <a:pt x="424" y="143"/>
                    <a:pt x="425" y="143"/>
                  </a:cubicBezTo>
                  <a:cubicBezTo>
                    <a:pt x="426" y="143"/>
                    <a:pt x="427" y="143"/>
                    <a:pt x="428" y="144"/>
                  </a:cubicBezTo>
                  <a:cubicBezTo>
                    <a:pt x="430" y="144"/>
                    <a:pt x="432" y="144"/>
                    <a:pt x="435" y="146"/>
                  </a:cubicBezTo>
                  <a:cubicBezTo>
                    <a:pt x="436" y="147"/>
                    <a:pt x="437" y="147"/>
                    <a:pt x="438" y="147"/>
                  </a:cubicBezTo>
                  <a:cubicBezTo>
                    <a:pt x="440" y="148"/>
                    <a:pt x="443" y="149"/>
                    <a:pt x="445" y="152"/>
                  </a:cubicBezTo>
                  <a:cubicBezTo>
                    <a:pt x="450" y="159"/>
                    <a:pt x="449" y="167"/>
                    <a:pt x="449" y="173"/>
                  </a:cubicBezTo>
                  <a:cubicBezTo>
                    <a:pt x="452" y="173"/>
                    <a:pt x="456" y="173"/>
                    <a:pt x="460" y="174"/>
                  </a:cubicBezTo>
                  <a:cubicBezTo>
                    <a:pt x="462" y="174"/>
                    <a:pt x="464" y="174"/>
                    <a:pt x="466" y="174"/>
                  </a:cubicBezTo>
                  <a:cubicBezTo>
                    <a:pt x="469" y="174"/>
                    <a:pt x="471" y="175"/>
                    <a:pt x="473" y="177"/>
                  </a:cubicBezTo>
                  <a:cubicBezTo>
                    <a:pt x="475" y="180"/>
                    <a:pt x="474" y="184"/>
                    <a:pt x="473" y="186"/>
                  </a:cubicBezTo>
                  <a:cubicBezTo>
                    <a:pt x="473" y="187"/>
                    <a:pt x="473" y="189"/>
                    <a:pt x="473" y="189"/>
                  </a:cubicBezTo>
                  <a:cubicBezTo>
                    <a:pt x="475" y="194"/>
                    <a:pt x="474" y="199"/>
                    <a:pt x="473" y="202"/>
                  </a:cubicBezTo>
                  <a:cubicBezTo>
                    <a:pt x="472" y="204"/>
                    <a:pt x="472" y="206"/>
                    <a:pt x="472" y="209"/>
                  </a:cubicBezTo>
                  <a:cubicBezTo>
                    <a:pt x="472" y="209"/>
                    <a:pt x="472" y="211"/>
                    <a:pt x="472" y="212"/>
                  </a:cubicBezTo>
                  <a:cubicBezTo>
                    <a:pt x="471" y="213"/>
                    <a:pt x="471" y="214"/>
                    <a:pt x="471" y="215"/>
                  </a:cubicBezTo>
                  <a:cubicBezTo>
                    <a:pt x="472" y="216"/>
                    <a:pt x="473" y="217"/>
                    <a:pt x="474" y="218"/>
                  </a:cubicBezTo>
                  <a:cubicBezTo>
                    <a:pt x="475" y="219"/>
                    <a:pt x="476" y="220"/>
                    <a:pt x="477" y="221"/>
                  </a:cubicBezTo>
                  <a:cubicBezTo>
                    <a:pt x="483" y="228"/>
                    <a:pt x="486" y="236"/>
                    <a:pt x="487" y="242"/>
                  </a:cubicBezTo>
                  <a:cubicBezTo>
                    <a:pt x="488" y="244"/>
                    <a:pt x="489" y="245"/>
                    <a:pt x="496" y="245"/>
                  </a:cubicBezTo>
                  <a:cubicBezTo>
                    <a:pt x="498" y="245"/>
                    <a:pt x="501" y="245"/>
                    <a:pt x="503" y="245"/>
                  </a:cubicBezTo>
                  <a:cubicBezTo>
                    <a:pt x="506" y="246"/>
                    <a:pt x="508" y="247"/>
                    <a:pt x="511" y="248"/>
                  </a:cubicBezTo>
                  <a:cubicBezTo>
                    <a:pt x="512" y="248"/>
                    <a:pt x="513" y="249"/>
                    <a:pt x="514" y="249"/>
                  </a:cubicBezTo>
                  <a:cubicBezTo>
                    <a:pt x="514" y="249"/>
                    <a:pt x="515" y="249"/>
                    <a:pt x="516" y="249"/>
                  </a:cubicBezTo>
                  <a:cubicBezTo>
                    <a:pt x="518" y="248"/>
                    <a:pt x="522" y="248"/>
                    <a:pt x="525" y="249"/>
                  </a:cubicBezTo>
                  <a:cubicBezTo>
                    <a:pt x="526" y="250"/>
                    <a:pt x="528" y="251"/>
                    <a:pt x="530" y="252"/>
                  </a:cubicBezTo>
                  <a:cubicBezTo>
                    <a:pt x="534" y="254"/>
                    <a:pt x="537" y="256"/>
                    <a:pt x="540" y="256"/>
                  </a:cubicBezTo>
                  <a:cubicBezTo>
                    <a:pt x="545" y="256"/>
                    <a:pt x="549" y="258"/>
                    <a:pt x="550" y="260"/>
                  </a:cubicBezTo>
                  <a:cubicBezTo>
                    <a:pt x="553" y="263"/>
                    <a:pt x="553" y="265"/>
                    <a:pt x="551" y="268"/>
                  </a:cubicBezTo>
                  <a:cubicBezTo>
                    <a:pt x="549" y="272"/>
                    <a:pt x="549" y="273"/>
                    <a:pt x="550" y="274"/>
                  </a:cubicBezTo>
                  <a:cubicBezTo>
                    <a:pt x="551" y="275"/>
                    <a:pt x="552" y="276"/>
                    <a:pt x="553" y="276"/>
                  </a:cubicBezTo>
                  <a:cubicBezTo>
                    <a:pt x="553" y="276"/>
                    <a:pt x="554" y="276"/>
                    <a:pt x="554" y="276"/>
                  </a:cubicBezTo>
                  <a:cubicBezTo>
                    <a:pt x="555" y="276"/>
                    <a:pt x="556" y="276"/>
                    <a:pt x="557" y="276"/>
                  </a:cubicBezTo>
                  <a:cubicBezTo>
                    <a:pt x="557" y="276"/>
                    <a:pt x="558" y="276"/>
                    <a:pt x="559" y="276"/>
                  </a:cubicBezTo>
                  <a:cubicBezTo>
                    <a:pt x="562" y="277"/>
                    <a:pt x="563" y="279"/>
                    <a:pt x="563" y="280"/>
                  </a:cubicBezTo>
                  <a:cubicBezTo>
                    <a:pt x="565" y="281"/>
                    <a:pt x="567" y="283"/>
                    <a:pt x="568" y="286"/>
                  </a:cubicBezTo>
                  <a:cubicBezTo>
                    <a:pt x="569" y="287"/>
                    <a:pt x="569" y="289"/>
                    <a:pt x="569" y="290"/>
                  </a:cubicBezTo>
                  <a:cubicBezTo>
                    <a:pt x="568" y="291"/>
                    <a:pt x="567" y="292"/>
                    <a:pt x="565" y="293"/>
                  </a:cubicBezTo>
                  <a:cubicBezTo>
                    <a:pt x="564" y="293"/>
                    <a:pt x="561" y="293"/>
                    <a:pt x="559" y="293"/>
                  </a:cubicBezTo>
                  <a:cubicBezTo>
                    <a:pt x="558" y="292"/>
                    <a:pt x="557" y="292"/>
                    <a:pt x="557" y="292"/>
                  </a:cubicBezTo>
                  <a:cubicBezTo>
                    <a:pt x="554" y="294"/>
                    <a:pt x="551" y="294"/>
                    <a:pt x="549" y="294"/>
                  </a:cubicBezTo>
                  <a:cubicBezTo>
                    <a:pt x="548" y="294"/>
                    <a:pt x="547" y="294"/>
                    <a:pt x="546" y="294"/>
                  </a:cubicBezTo>
                  <a:cubicBezTo>
                    <a:pt x="546" y="295"/>
                    <a:pt x="545" y="297"/>
                    <a:pt x="544" y="298"/>
                  </a:cubicBezTo>
                  <a:cubicBezTo>
                    <a:pt x="544" y="300"/>
                    <a:pt x="544" y="301"/>
                    <a:pt x="544" y="303"/>
                  </a:cubicBezTo>
                  <a:cubicBezTo>
                    <a:pt x="542" y="307"/>
                    <a:pt x="540" y="308"/>
                    <a:pt x="538" y="309"/>
                  </a:cubicBezTo>
                  <a:cubicBezTo>
                    <a:pt x="534" y="310"/>
                    <a:pt x="534" y="310"/>
                    <a:pt x="534" y="310"/>
                  </a:cubicBezTo>
                  <a:cubicBezTo>
                    <a:pt x="529" y="312"/>
                    <a:pt x="524" y="315"/>
                    <a:pt x="518" y="316"/>
                  </a:cubicBezTo>
                  <a:cubicBezTo>
                    <a:pt x="515" y="317"/>
                    <a:pt x="513" y="317"/>
                    <a:pt x="510" y="317"/>
                  </a:cubicBezTo>
                  <a:cubicBezTo>
                    <a:pt x="506" y="317"/>
                    <a:pt x="504" y="318"/>
                    <a:pt x="502" y="320"/>
                  </a:cubicBezTo>
                  <a:cubicBezTo>
                    <a:pt x="500" y="321"/>
                    <a:pt x="499" y="322"/>
                    <a:pt x="498" y="322"/>
                  </a:cubicBezTo>
                  <a:cubicBezTo>
                    <a:pt x="497" y="323"/>
                    <a:pt x="496" y="324"/>
                    <a:pt x="495" y="325"/>
                  </a:cubicBezTo>
                  <a:cubicBezTo>
                    <a:pt x="494" y="328"/>
                    <a:pt x="494" y="328"/>
                    <a:pt x="492" y="330"/>
                  </a:cubicBezTo>
                  <a:cubicBezTo>
                    <a:pt x="491" y="331"/>
                    <a:pt x="490" y="331"/>
                    <a:pt x="489" y="332"/>
                  </a:cubicBezTo>
                  <a:cubicBezTo>
                    <a:pt x="489" y="332"/>
                    <a:pt x="489" y="332"/>
                    <a:pt x="489" y="332"/>
                  </a:cubicBezTo>
                  <a:cubicBezTo>
                    <a:pt x="489" y="333"/>
                    <a:pt x="489" y="335"/>
                    <a:pt x="488" y="336"/>
                  </a:cubicBezTo>
                  <a:cubicBezTo>
                    <a:pt x="487" y="338"/>
                    <a:pt x="485" y="339"/>
                    <a:pt x="484" y="340"/>
                  </a:cubicBezTo>
                  <a:cubicBezTo>
                    <a:pt x="483" y="340"/>
                    <a:pt x="483" y="341"/>
                    <a:pt x="482" y="341"/>
                  </a:cubicBezTo>
                  <a:cubicBezTo>
                    <a:pt x="482" y="342"/>
                    <a:pt x="482" y="343"/>
                    <a:pt x="482" y="345"/>
                  </a:cubicBezTo>
                  <a:cubicBezTo>
                    <a:pt x="480" y="347"/>
                    <a:pt x="477" y="349"/>
                    <a:pt x="475" y="350"/>
                  </a:cubicBezTo>
                  <a:cubicBezTo>
                    <a:pt x="475" y="350"/>
                    <a:pt x="474" y="350"/>
                    <a:pt x="474" y="350"/>
                  </a:cubicBezTo>
                  <a:cubicBezTo>
                    <a:pt x="473" y="351"/>
                    <a:pt x="473" y="351"/>
                    <a:pt x="473" y="351"/>
                  </a:cubicBezTo>
                  <a:cubicBezTo>
                    <a:pt x="472" y="351"/>
                    <a:pt x="472" y="351"/>
                    <a:pt x="472" y="352"/>
                  </a:cubicBezTo>
                  <a:cubicBezTo>
                    <a:pt x="472" y="352"/>
                    <a:pt x="472" y="353"/>
                    <a:pt x="471" y="354"/>
                  </a:cubicBezTo>
                  <a:cubicBezTo>
                    <a:pt x="470" y="356"/>
                    <a:pt x="469" y="359"/>
                    <a:pt x="466" y="359"/>
                  </a:cubicBezTo>
                  <a:cubicBezTo>
                    <a:pt x="465" y="359"/>
                    <a:pt x="465" y="358"/>
                    <a:pt x="464" y="358"/>
                  </a:cubicBezTo>
                  <a:cubicBezTo>
                    <a:pt x="463" y="358"/>
                    <a:pt x="463" y="358"/>
                    <a:pt x="462" y="358"/>
                  </a:cubicBezTo>
                  <a:cubicBezTo>
                    <a:pt x="462" y="358"/>
                    <a:pt x="462" y="358"/>
                    <a:pt x="462" y="359"/>
                  </a:cubicBezTo>
                  <a:cubicBezTo>
                    <a:pt x="461" y="359"/>
                    <a:pt x="461" y="359"/>
                    <a:pt x="460" y="359"/>
                  </a:cubicBezTo>
                  <a:cubicBezTo>
                    <a:pt x="460" y="359"/>
                    <a:pt x="460" y="360"/>
                    <a:pt x="460" y="361"/>
                  </a:cubicBezTo>
                  <a:cubicBezTo>
                    <a:pt x="459" y="362"/>
                    <a:pt x="459" y="365"/>
                    <a:pt x="456" y="367"/>
                  </a:cubicBezTo>
                  <a:cubicBezTo>
                    <a:pt x="454" y="369"/>
                    <a:pt x="452" y="369"/>
                    <a:pt x="451" y="369"/>
                  </a:cubicBezTo>
                  <a:cubicBezTo>
                    <a:pt x="450" y="369"/>
                    <a:pt x="450" y="369"/>
                    <a:pt x="450" y="369"/>
                  </a:cubicBezTo>
                  <a:cubicBezTo>
                    <a:pt x="450" y="369"/>
                    <a:pt x="450" y="369"/>
                    <a:pt x="450" y="369"/>
                  </a:cubicBezTo>
                  <a:cubicBezTo>
                    <a:pt x="449" y="370"/>
                    <a:pt x="448" y="370"/>
                    <a:pt x="447" y="370"/>
                  </a:cubicBezTo>
                  <a:cubicBezTo>
                    <a:pt x="447" y="370"/>
                    <a:pt x="447" y="370"/>
                    <a:pt x="447" y="370"/>
                  </a:cubicBezTo>
                  <a:cubicBezTo>
                    <a:pt x="446" y="370"/>
                    <a:pt x="446" y="370"/>
                    <a:pt x="446" y="370"/>
                  </a:cubicBezTo>
                  <a:cubicBezTo>
                    <a:pt x="445" y="371"/>
                    <a:pt x="445" y="371"/>
                    <a:pt x="445" y="371"/>
                  </a:cubicBezTo>
                  <a:cubicBezTo>
                    <a:pt x="444" y="371"/>
                    <a:pt x="443" y="371"/>
                    <a:pt x="443" y="371"/>
                  </a:cubicBezTo>
                  <a:cubicBezTo>
                    <a:pt x="442" y="373"/>
                    <a:pt x="440" y="373"/>
                    <a:pt x="439" y="374"/>
                  </a:cubicBezTo>
                  <a:cubicBezTo>
                    <a:pt x="438" y="375"/>
                    <a:pt x="437" y="375"/>
                    <a:pt x="437" y="375"/>
                  </a:cubicBezTo>
                  <a:cubicBezTo>
                    <a:pt x="436" y="377"/>
                    <a:pt x="434" y="377"/>
                    <a:pt x="433" y="378"/>
                  </a:cubicBezTo>
                  <a:cubicBezTo>
                    <a:pt x="432" y="378"/>
                    <a:pt x="432" y="379"/>
                    <a:pt x="432" y="379"/>
                  </a:cubicBezTo>
                  <a:cubicBezTo>
                    <a:pt x="431" y="380"/>
                    <a:pt x="430" y="381"/>
                    <a:pt x="429" y="381"/>
                  </a:cubicBezTo>
                  <a:cubicBezTo>
                    <a:pt x="429" y="381"/>
                    <a:pt x="429" y="382"/>
                    <a:pt x="428" y="382"/>
                  </a:cubicBezTo>
                  <a:cubicBezTo>
                    <a:pt x="428" y="383"/>
                    <a:pt x="428" y="383"/>
                    <a:pt x="427" y="383"/>
                  </a:cubicBezTo>
                  <a:cubicBezTo>
                    <a:pt x="424" y="385"/>
                    <a:pt x="424" y="385"/>
                    <a:pt x="424" y="385"/>
                  </a:cubicBezTo>
                  <a:cubicBezTo>
                    <a:pt x="423" y="386"/>
                    <a:pt x="423" y="388"/>
                    <a:pt x="423" y="389"/>
                  </a:cubicBezTo>
                  <a:cubicBezTo>
                    <a:pt x="418" y="407"/>
                    <a:pt x="418" y="407"/>
                    <a:pt x="418" y="407"/>
                  </a:cubicBezTo>
                  <a:cubicBezTo>
                    <a:pt x="417" y="409"/>
                    <a:pt x="417" y="412"/>
                    <a:pt x="416" y="415"/>
                  </a:cubicBezTo>
                  <a:cubicBezTo>
                    <a:pt x="416" y="418"/>
                    <a:pt x="416" y="423"/>
                    <a:pt x="411" y="426"/>
                  </a:cubicBezTo>
                  <a:cubicBezTo>
                    <a:pt x="409" y="427"/>
                    <a:pt x="407" y="428"/>
                    <a:pt x="406" y="428"/>
                  </a:cubicBezTo>
                  <a:cubicBezTo>
                    <a:pt x="404" y="429"/>
                    <a:pt x="404" y="429"/>
                    <a:pt x="403" y="430"/>
                  </a:cubicBezTo>
                  <a:cubicBezTo>
                    <a:pt x="401" y="431"/>
                    <a:pt x="400" y="432"/>
                    <a:pt x="399" y="433"/>
                  </a:cubicBezTo>
                  <a:cubicBezTo>
                    <a:pt x="398" y="434"/>
                    <a:pt x="397" y="435"/>
                    <a:pt x="396" y="436"/>
                  </a:cubicBezTo>
                  <a:cubicBezTo>
                    <a:pt x="395" y="437"/>
                    <a:pt x="394" y="438"/>
                    <a:pt x="394" y="439"/>
                  </a:cubicBezTo>
                  <a:cubicBezTo>
                    <a:pt x="392" y="441"/>
                    <a:pt x="391" y="444"/>
                    <a:pt x="389" y="446"/>
                  </a:cubicBezTo>
                  <a:cubicBezTo>
                    <a:pt x="385" y="449"/>
                    <a:pt x="383" y="448"/>
                    <a:pt x="380" y="449"/>
                  </a:cubicBezTo>
                  <a:cubicBezTo>
                    <a:pt x="378" y="449"/>
                    <a:pt x="376" y="450"/>
                    <a:pt x="375" y="450"/>
                  </a:cubicBezTo>
                  <a:cubicBezTo>
                    <a:pt x="372" y="451"/>
                    <a:pt x="369" y="452"/>
                    <a:pt x="367" y="453"/>
                  </a:cubicBezTo>
                  <a:cubicBezTo>
                    <a:pt x="364" y="454"/>
                    <a:pt x="361" y="455"/>
                    <a:pt x="359" y="456"/>
                  </a:cubicBezTo>
                  <a:cubicBezTo>
                    <a:pt x="358" y="456"/>
                    <a:pt x="357" y="456"/>
                    <a:pt x="356" y="456"/>
                  </a:cubicBezTo>
                  <a:cubicBezTo>
                    <a:pt x="355" y="463"/>
                    <a:pt x="354" y="468"/>
                    <a:pt x="353" y="473"/>
                  </a:cubicBezTo>
                  <a:cubicBezTo>
                    <a:pt x="351" y="476"/>
                    <a:pt x="350" y="480"/>
                    <a:pt x="349" y="483"/>
                  </a:cubicBezTo>
                  <a:cubicBezTo>
                    <a:pt x="347" y="487"/>
                    <a:pt x="345" y="491"/>
                    <a:pt x="344" y="495"/>
                  </a:cubicBezTo>
                  <a:cubicBezTo>
                    <a:pt x="339" y="513"/>
                    <a:pt x="324" y="524"/>
                    <a:pt x="307" y="522"/>
                  </a:cubicBezTo>
                  <a:cubicBezTo>
                    <a:pt x="306" y="522"/>
                    <a:pt x="304" y="521"/>
                    <a:pt x="303" y="520"/>
                  </a:cubicBezTo>
                  <a:cubicBezTo>
                    <a:pt x="302" y="520"/>
                    <a:pt x="302" y="520"/>
                    <a:pt x="301" y="520"/>
                  </a:cubicBezTo>
                  <a:cubicBezTo>
                    <a:pt x="300" y="520"/>
                    <a:pt x="300" y="520"/>
                    <a:pt x="298" y="522"/>
                  </a:cubicBezTo>
                  <a:cubicBezTo>
                    <a:pt x="297" y="522"/>
                    <a:pt x="296" y="523"/>
                    <a:pt x="295" y="524"/>
                  </a:cubicBezTo>
                  <a:cubicBezTo>
                    <a:pt x="291" y="525"/>
                    <a:pt x="289" y="526"/>
                    <a:pt x="287" y="526"/>
                  </a:cubicBezTo>
                  <a:cubicBezTo>
                    <a:pt x="287" y="526"/>
                    <a:pt x="287" y="526"/>
                    <a:pt x="287" y="526"/>
                  </a:cubicBezTo>
                  <a:cubicBezTo>
                    <a:pt x="285" y="526"/>
                    <a:pt x="284" y="526"/>
                    <a:pt x="283" y="526"/>
                  </a:cubicBezTo>
                  <a:cubicBezTo>
                    <a:pt x="278" y="526"/>
                    <a:pt x="276" y="525"/>
                    <a:pt x="273" y="524"/>
                  </a:cubicBezTo>
                  <a:cubicBezTo>
                    <a:pt x="273" y="524"/>
                    <a:pt x="272" y="523"/>
                    <a:pt x="272" y="523"/>
                  </a:cubicBezTo>
                  <a:cubicBezTo>
                    <a:pt x="270" y="522"/>
                    <a:pt x="266" y="521"/>
                    <a:pt x="265" y="521"/>
                  </a:cubicBezTo>
                  <a:cubicBezTo>
                    <a:pt x="262" y="521"/>
                    <a:pt x="262" y="521"/>
                    <a:pt x="262" y="521"/>
                  </a:cubicBezTo>
                  <a:cubicBezTo>
                    <a:pt x="259" y="521"/>
                    <a:pt x="256" y="521"/>
                    <a:pt x="253" y="518"/>
                  </a:cubicBezTo>
                  <a:cubicBezTo>
                    <a:pt x="252" y="517"/>
                    <a:pt x="251" y="515"/>
                    <a:pt x="250" y="514"/>
                  </a:cubicBezTo>
                  <a:cubicBezTo>
                    <a:pt x="250" y="514"/>
                    <a:pt x="249" y="513"/>
                    <a:pt x="249" y="513"/>
                  </a:cubicBezTo>
                  <a:cubicBezTo>
                    <a:pt x="248" y="513"/>
                    <a:pt x="247" y="513"/>
                    <a:pt x="247" y="514"/>
                  </a:cubicBezTo>
                  <a:cubicBezTo>
                    <a:pt x="245" y="514"/>
                    <a:pt x="243" y="515"/>
                    <a:pt x="241" y="515"/>
                  </a:cubicBezTo>
                  <a:cubicBezTo>
                    <a:pt x="241" y="515"/>
                    <a:pt x="241" y="515"/>
                    <a:pt x="241" y="515"/>
                  </a:cubicBezTo>
                  <a:cubicBezTo>
                    <a:pt x="241" y="515"/>
                    <a:pt x="240" y="515"/>
                    <a:pt x="240" y="515"/>
                  </a:cubicBezTo>
                  <a:cubicBezTo>
                    <a:pt x="238" y="515"/>
                    <a:pt x="236" y="515"/>
                    <a:pt x="235" y="513"/>
                  </a:cubicBezTo>
                  <a:cubicBezTo>
                    <a:pt x="235" y="513"/>
                    <a:pt x="235" y="513"/>
                    <a:pt x="235" y="513"/>
                  </a:cubicBezTo>
                  <a:cubicBezTo>
                    <a:pt x="234" y="513"/>
                    <a:pt x="233" y="513"/>
                    <a:pt x="231" y="512"/>
                  </a:cubicBezTo>
                  <a:cubicBezTo>
                    <a:pt x="229" y="511"/>
                    <a:pt x="227" y="509"/>
                    <a:pt x="224" y="506"/>
                  </a:cubicBezTo>
                  <a:cubicBezTo>
                    <a:pt x="224" y="505"/>
                    <a:pt x="223" y="504"/>
                    <a:pt x="222" y="504"/>
                  </a:cubicBezTo>
                  <a:cubicBezTo>
                    <a:pt x="220" y="501"/>
                    <a:pt x="217" y="499"/>
                    <a:pt x="214" y="497"/>
                  </a:cubicBezTo>
                  <a:cubicBezTo>
                    <a:pt x="213" y="496"/>
                    <a:pt x="212" y="495"/>
                    <a:pt x="210" y="494"/>
                  </a:cubicBezTo>
                  <a:cubicBezTo>
                    <a:pt x="210" y="494"/>
                    <a:pt x="208" y="494"/>
                    <a:pt x="207" y="493"/>
                  </a:cubicBezTo>
                  <a:cubicBezTo>
                    <a:pt x="206" y="493"/>
                    <a:pt x="206" y="492"/>
                    <a:pt x="206" y="492"/>
                  </a:cubicBezTo>
                  <a:cubicBezTo>
                    <a:pt x="205" y="492"/>
                    <a:pt x="205" y="492"/>
                    <a:pt x="204" y="492"/>
                  </a:cubicBezTo>
                  <a:cubicBezTo>
                    <a:pt x="204" y="492"/>
                    <a:pt x="203" y="492"/>
                    <a:pt x="202" y="491"/>
                  </a:cubicBezTo>
                  <a:cubicBezTo>
                    <a:pt x="201" y="491"/>
                    <a:pt x="201" y="491"/>
                    <a:pt x="201" y="491"/>
                  </a:cubicBezTo>
                  <a:cubicBezTo>
                    <a:pt x="200" y="491"/>
                    <a:pt x="199" y="490"/>
                    <a:pt x="198" y="490"/>
                  </a:cubicBezTo>
                  <a:cubicBezTo>
                    <a:pt x="195" y="490"/>
                    <a:pt x="195" y="490"/>
                    <a:pt x="191" y="491"/>
                  </a:cubicBezTo>
                  <a:cubicBezTo>
                    <a:pt x="190" y="492"/>
                    <a:pt x="188" y="493"/>
                    <a:pt x="188" y="493"/>
                  </a:cubicBezTo>
                  <a:cubicBezTo>
                    <a:pt x="187" y="493"/>
                    <a:pt x="187" y="493"/>
                    <a:pt x="186" y="493"/>
                  </a:cubicBezTo>
                  <a:cubicBezTo>
                    <a:pt x="185" y="494"/>
                    <a:pt x="184" y="493"/>
                    <a:pt x="183" y="493"/>
                  </a:cubicBezTo>
                  <a:cubicBezTo>
                    <a:pt x="183" y="494"/>
                    <a:pt x="182" y="495"/>
                    <a:pt x="182" y="495"/>
                  </a:cubicBezTo>
                  <a:cubicBezTo>
                    <a:pt x="181" y="496"/>
                    <a:pt x="180" y="496"/>
                    <a:pt x="180" y="497"/>
                  </a:cubicBezTo>
                  <a:cubicBezTo>
                    <a:pt x="180" y="497"/>
                    <a:pt x="180" y="497"/>
                    <a:pt x="179" y="497"/>
                  </a:cubicBezTo>
                  <a:cubicBezTo>
                    <a:pt x="179" y="498"/>
                    <a:pt x="179" y="498"/>
                    <a:pt x="178" y="499"/>
                  </a:cubicBezTo>
                  <a:cubicBezTo>
                    <a:pt x="177" y="501"/>
                    <a:pt x="176" y="501"/>
                    <a:pt x="175" y="502"/>
                  </a:cubicBezTo>
                  <a:cubicBezTo>
                    <a:pt x="175" y="502"/>
                    <a:pt x="175" y="502"/>
                    <a:pt x="175" y="502"/>
                  </a:cubicBezTo>
                  <a:cubicBezTo>
                    <a:pt x="175" y="502"/>
                    <a:pt x="175" y="503"/>
                    <a:pt x="174" y="504"/>
                  </a:cubicBezTo>
                  <a:cubicBezTo>
                    <a:pt x="175" y="505"/>
                    <a:pt x="175" y="507"/>
                    <a:pt x="175" y="508"/>
                  </a:cubicBezTo>
                  <a:cubicBezTo>
                    <a:pt x="175" y="508"/>
                    <a:pt x="175" y="508"/>
                    <a:pt x="175" y="508"/>
                  </a:cubicBezTo>
                  <a:cubicBezTo>
                    <a:pt x="175" y="508"/>
                    <a:pt x="174" y="509"/>
                    <a:pt x="174" y="510"/>
                  </a:cubicBezTo>
                  <a:cubicBezTo>
                    <a:pt x="174" y="511"/>
                    <a:pt x="174" y="512"/>
                    <a:pt x="174" y="513"/>
                  </a:cubicBezTo>
                  <a:cubicBezTo>
                    <a:pt x="173" y="516"/>
                    <a:pt x="171" y="517"/>
                    <a:pt x="170" y="518"/>
                  </a:cubicBezTo>
                  <a:cubicBezTo>
                    <a:pt x="170" y="518"/>
                    <a:pt x="170" y="518"/>
                    <a:pt x="170" y="518"/>
                  </a:cubicBezTo>
                  <a:cubicBezTo>
                    <a:pt x="170" y="519"/>
                    <a:pt x="171" y="520"/>
                    <a:pt x="171" y="521"/>
                  </a:cubicBezTo>
                  <a:cubicBezTo>
                    <a:pt x="170" y="524"/>
                    <a:pt x="169" y="525"/>
                    <a:pt x="168" y="526"/>
                  </a:cubicBezTo>
                  <a:cubicBezTo>
                    <a:pt x="168" y="526"/>
                    <a:pt x="168" y="527"/>
                    <a:pt x="168" y="527"/>
                  </a:cubicBezTo>
                  <a:cubicBezTo>
                    <a:pt x="168" y="529"/>
                    <a:pt x="168" y="532"/>
                    <a:pt x="167" y="534"/>
                  </a:cubicBezTo>
                  <a:cubicBezTo>
                    <a:pt x="166" y="536"/>
                    <a:pt x="165" y="536"/>
                    <a:pt x="164" y="537"/>
                  </a:cubicBezTo>
                  <a:cubicBezTo>
                    <a:pt x="164" y="537"/>
                    <a:pt x="163" y="537"/>
                    <a:pt x="163" y="537"/>
                  </a:cubicBezTo>
                  <a:cubicBezTo>
                    <a:pt x="163" y="538"/>
                    <a:pt x="163" y="539"/>
                    <a:pt x="163" y="539"/>
                  </a:cubicBezTo>
                  <a:cubicBezTo>
                    <a:pt x="162" y="542"/>
                    <a:pt x="159" y="545"/>
                    <a:pt x="157" y="547"/>
                  </a:cubicBezTo>
                  <a:cubicBezTo>
                    <a:pt x="155" y="549"/>
                    <a:pt x="155" y="549"/>
                    <a:pt x="155" y="549"/>
                  </a:cubicBezTo>
                  <a:cubicBezTo>
                    <a:pt x="153" y="552"/>
                    <a:pt x="151" y="552"/>
                    <a:pt x="149" y="551"/>
                  </a:cubicBezTo>
                  <a:cubicBezTo>
                    <a:pt x="148" y="551"/>
                    <a:pt x="148" y="551"/>
                    <a:pt x="147" y="552"/>
                  </a:cubicBezTo>
                  <a:cubicBezTo>
                    <a:pt x="147" y="552"/>
                    <a:pt x="147" y="552"/>
                    <a:pt x="147" y="553"/>
                  </a:cubicBezTo>
                  <a:cubicBezTo>
                    <a:pt x="146" y="553"/>
                    <a:pt x="145" y="554"/>
                    <a:pt x="145" y="555"/>
                  </a:cubicBezTo>
                  <a:cubicBezTo>
                    <a:pt x="143" y="557"/>
                    <a:pt x="141" y="557"/>
                    <a:pt x="140" y="558"/>
                  </a:cubicBezTo>
                  <a:cubicBezTo>
                    <a:pt x="139" y="558"/>
                    <a:pt x="139" y="558"/>
                    <a:pt x="139" y="558"/>
                  </a:cubicBezTo>
                  <a:cubicBezTo>
                    <a:pt x="136" y="559"/>
                    <a:pt x="135" y="560"/>
                    <a:pt x="134" y="563"/>
                  </a:cubicBezTo>
                  <a:cubicBezTo>
                    <a:pt x="132" y="568"/>
                    <a:pt x="128" y="576"/>
                    <a:pt x="120" y="579"/>
                  </a:cubicBezTo>
                  <a:cubicBezTo>
                    <a:pt x="118" y="579"/>
                    <a:pt x="115" y="579"/>
                    <a:pt x="114" y="579"/>
                  </a:cubicBezTo>
                  <a:cubicBezTo>
                    <a:pt x="112" y="579"/>
                    <a:pt x="112" y="579"/>
                    <a:pt x="112" y="579"/>
                  </a:cubicBezTo>
                  <a:cubicBezTo>
                    <a:pt x="112" y="579"/>
                    <a:pt x="111" y="579"/>
                    <a:pt x="111" y="579"/>
                  </a:cubicBezTo>
                  <a:cubicBezTo>
                    <a:pt x="111" y="581"/>
                    <a:pt x="111" y="582"/>
                    <a:pt x="111" y="583"/>
                  </a:cubicBezTo>
                  <a:cubicBezTo>
                    <a:pt x="110" y="588"/>
                    <a:pt x="103" y="592"/>
                    <a:pt x="98" y="592"/>
                  </a:cubicBezTo>
                  <a:cubicBezTo>
                    <a:pt x="96" y="592"/>
                    <a:pt x="95" y="592"/>
                    <a:pt x="94" y="591"/>
                  </a:cubicBezTo>
                  <a:cubicBezTo>
                    <a:pt x="92" y="591"/>
                    <a:pt x="92" y="592"/>
                    <a:pt x="90" y="592"/>
                  </a:cubicBezTo>
                  <a:cubicBezTo>
                    <a:pt x="90" y="592"/>
                    <a:pt x="89" y="592"/>
                    <a:pt x="89" y="592"/>
                  </a:cubicBezTo>
                  <a:cubicBezTo>
                    <a:pt x="88" y="591"/>
                    <a:pt x="86" y="591"/>
                    <a:pt x="85" y="590"/>
                  </a:cubicBezTo>
                  <a:cubicBezTo>
                    <a:pt x="84" y="590"/>
                    <a:pt x="84" y="590"/>
                    <a:pt x="83" y="590"/>
                  </a:cubicBezTo>
                  <a:cubicBezTo>
                    <a:pt x="73" y="592"/>
                    <a:pt x="73" y="592"/>
                    <a:pt x="73" y="592"/>
                  </a:cubicBezTo>
                  <a:cubicBezTo>
                    <a:pt x="70" y="592"/>
                    <a:pt x="68" y="592"/>
                    <a:pt x="64" y="592"/>
                  </a:cubicBezTo>
                  <a:cubicBezTo>
                    <a:pt x="61" y="591"/>
                    <a:pt x="59" y="590"/>
                    <a:pt x="57" y="590"/>
                  </a:cubicBezTo>
                  <a:cubicBezTo>
                    <a:pt x="57" y="589"/>
                    <a:pt x="56" y="589"/>
                    <a:pt x="56" y="589"/>
                  </a:cubicBezTo>
                  <a:cubicBezTo>
                    <a:pt x="55" y="588"/>
                    <a:pt x="54" y="588"/>
                    <a:pt x="54" y="588"/>
                  </a:cubicBezTo>
                  <a:cubicBezTo>
                    <a:pt x="54" y="588"/>
                    <a:pt x="53" y="589"/>
                    <a:pt x="52" y="590"/>
                  </a:cubicBezTo>
                  <a:cubicBezTo>
                    <a:pt x="51" y="590"/>
                    <a:pt x="50" y="590"/>
                    <a:pt x="49" y="591"/>
                  </a:cubicBezTo>
                  <a:cubicBezTo>
                    <a:pt x="48" y="591"/>
                    <a:pt x="46" y="592"/>
                    <a:pt x="46" y="593"/>
                  </a:cubicBezTo>
                  <a:cubicBezTo>
                    <a:pt x="45" y="594"/>
                    <a:pt x="44" y="595"/>
                    <a:pt x="42" y="595"/>
                  </a:cubicBezTo>
                  <a:close/>
                  <a:moveTo>
                    <a:pt x="52" y="519"/>
                  </a:moveTo>
                  <a:cubicBezTo>
                    <a:pt x="53" y="520"/>
                    <a:pt x="54" y="522"/>
                    <a:pt x="55" y="524"/>
                  </a:cubicBezTo>
                  <a:cubicBezTo>
                    <a:pt x="56" y="526"/>
                    <a:pt x="56" y="529"/>
                    <a:pt x="55" y="531"/>
                  </a:cubicBezTo>
                  <a:cubicBezTo>
                    <a:pt x="55" y="531"/>
                    <a:pt x="55" y="532"/>
                    <a:pt x="55" y="533"/>
                  </a:cubicBezTo>
                  <a:cubicBezTo>
                    <a:pt x="55" y="534"/>
                    <a:pt x="56" y="535"/>
                    <a:pt x="56" y="536"/>
                  </a:cubicBezTo>
                  <a:cubicBezTo>
                    <a:pt x="57" y="538"/>
                    <a:pt x="57" y="541"/>
                    <a:pt x="56" y="545"/>
                  </a:cubicBezTo>
                  <a:cubicBezTo>
                    <a:pt x="54" y="550"/>
                    <a:pt x="50" y="555"/>
                    <a:pt x="47" y="560"/>
                  </a:cubicBezTo>
                  <a:cubicBezTo>
                    <a:pt x="46" y="561"/>
                    <a:pt x="44" y="562"/>
                    <a:pt x="43" y="563"/>
                  </a:cubicBezTo>
                  <a:cubicBezTo>
                    <a:pt x="43" y="563"/>
                    <a:pt x="42" y="564"/>
                    <a:pt x="42" y="564"/>
                  </a:cubicBezTo>
                  <a:cubicBezTo>
                    <a:pt x="42" y="565"/>
                    <a:pt x="42" y="566"/>
                    <a:pt x="43" y="567"/>
                  </a:cubicBezTo>
                  <a:cubicBezTo>
                    <a:pt x="43" y="568"/>
                    <a:pt x="43" y="568"/>
                    <a:pt x="43" y="568"/>
                  </a:cubicBezTo>
                  <a:cubicBezTo>
                    <a:pt x="44" y="571"/>
                    <a:pt x="43" y="574"/>
                    <a:pt x="43" y="575"/>
                  </a:cubicBezTo>
                  <a:cubicBezTo>
                    <a:pt x="43" y="576"/>
                    <a:pt x="42" y="577"/>
                    <a:pt x="42" y="577"/>
                  </a:cubicBezTo>
                  <a:cubicBezTo>
                    <a:pt x="43" y="578"/>
                    <a:pt x="43" y="579"/>
                    <a:pt x="43" y="581"/>
                  </a:cubicBezTo>
                  <a:cubicBezTo>
                    <a:pt x="43" y="582"/>
                    <a:pt x="43" y="583"/>
                    <a:pt x="44" y="583"/>
                  </a:cubicBezTo>
                  <a:cubicBezTo>
                    <a:pt x="44" y="583"/>
                    <a:pt x="45" y="583"/>
                    <a:pt x="45" y="582"/>
                  </a:cubicBezTo>
                  <a:cubicBezTo>
                    <a:pt x="46" y="582"/>
                    <a:pt x="46" y="582"/>
                    <a:pt x="47" y="582"/>
                  </a:cubicBezTo>
                  <a:cubicBezTo>
                    <a:pt x="50" y="580"/>
                    <a:pt x="55" y="578"/>
                    <a:pt x="59" y="580"/>
                  </a:cubicBezTo>
                  <a:cubicBezTo>
                    <a:pt x="60" y="581"/>
                    <a:pt x="61" y="581"/>
                    <a:pt x="62" y="581"/>
                  </a:cubicBezTo>
                  <a:cubicBezTo>
                    <a:pt x="63" y="582"/>
                    <a:pt x="64" y="582"/>
                    <a:pt x="66" y="583"/>
                  </a:cubicBezTo>
                  <a:cubicBezTo>
                    <a:pt x="68" y="583"/>
                    <a:pt x="69" y="583"/>
                    <a:pt x="71" y="582"/>
                  </a:cubicBezTo>
                  <a:cubicBezTo>
                    <a:pt x="81" y="581"/>
                    <a:pt x="81" y="581"/>
                    <a:pt x="81" y="581"/>
                  </a:cubicBezTo>
                  <a:cubicBezTo>
                    <a:pt x="84" y="580"/>
                    <a:pt x="87" y="581"/>
                    <a:pt x="88" y="582"/>
                  </a:cubicBezTo>
                  <a:cubicBezTo>
                    <a:pt x="89" y="582"/>
                    <a:pt x="90" y="582"/>
                    <a:pt x="90" y="582"/>
                  </a:cubicBezTo>
                  <a:cubicBezTo>
                    <a:pt x="92" y="582"/>
                    <a:pt x="92" y="582"/>
                    <a:pt x="94" y="582"/>
                  </a:cubicBezTo>
                  <a:cubicBezTo>
                    <a:pt x="96" y="582"/>
                    <a:pt x="97" y="582"/>
                    <a:pt x="98" y="583"/>
                  </a:cubicBezTo>
                  <a:cubicBezTo>
                    <a:pt x="100" y="583"/>
                    <a:pt x="101" y="582"/>
                    <a:pt x="102" y="581"/>
                  </a:cubicBezTo>
                  <a:cubicBezTo>
                    <a:pt x="102" y="581"/>
                    <a:pt x="102" y="580"/>
                    <a:pt x="101" y="580"/>
                  </a:cubicBezTo>
                  <a:cubicBezTo>
                    <a:pt x="101" y="579"/>
                    <a:pt x="101" y="576"/>
                    <a:pt x="102" y="574"/>
                  </a:cubicBezTo>
                  <a:cubicBezTo>
                    <a:pt x="104" y="572"/>
                    <a:pt x="106" y="571"/>
                    <a:pt x="108" y="570"/>
                  </a:cubicBezTo>
                  <a:cubicBezTo>
                    <a:pt x="110" y="570"/>
                    <a:pt x="111" y="570"/>
                    <a:pt x="112" y="570"/>
                  </a:cubicBezTo>
                  <a:cubicBezTo>
                    <a:pt x="114" y="570"/>
                    <a:pt x="114" y="570"/>
                    <a:pt x="114" y="570"/>
                  </a:cubicBezTo>
                  <a:cubicBezTo>
                    <a:pt x="115" y="570"/>
                    <a:pt x="116" y="570"/>
                    <a:pt x="117" y="570"/>
                  </a:cubicBezTo>
                  <a:cubicBezTo>
                    <a:pt x="121" y="569"/>
                    <a:pt x="123" y="566"/>
                    <a:pt x="126" y="559"/>
                  </a:cubicBezTo>
                  <a:cubicBezTo>
                    <a:pt x="128" y="555"/>
                    <a:pt x="131" y="552"/>
                    <a:pt x="135" y="550"/>
                  </a:cubicBezTo>
                  <a:cubicBezTo>
                    <a:pt x="137" y="549"/>
                    <a:pt x="137" y="549"/>
                    <a:pt x="137" y="549"/>
                  </a:cubicBezTo>
                  <a:cubicBezTo>
                    <a:pt x="138" y="549"/>
                    <a:pt x="138" y="549"/>
                    <a:pt x="138" y="548"/>
                  </a:cubicBezTo>
                  <a:cubicBezTo>
                    <a:pt x="138" y="548"/>
                    <a:pt x="139" y="548"/>
                    <a:pt x="139" y="548"/>
                  </a:cubicBezTo>
                  <a:cubicBezTo>
                    <a:pt x="139" y="547"/>
                    <a:pt x="140" y="545"/>
                    <a:pt x="141" y="544"/>
                  </a:cubicBezTo>
                  <a:cubicBezTo>
                    <a:pt x="143" y="543"/>
                    <a:pt x="146" y="542"/>
                    <a:pt x="148" y="541"/>
                  </a:cubicBezTo>
                  <a:cubicBezTo>
                    <a:pt x="149" y="541"/>
                    <a:pt x="149" y="541"/>
                    <a:pt x="150" y="541"/>
                  </a:cubicBezTo>
                  <a:cubicBezTo>
                    <a:pt x="152" y="539"/>
                    <a:pt x="154" y="537"/>
                    <a:pt x="154" y="535"/>
                  </a:cubicBezTo>
                  <a:cubicBezTo>
                    <a:pt x="155" y="532"/>
                    <a:pt x="156" y="530"/>
                    <a:pt x="158" y="529"/>
                  </a:cubicBezTo>
                  <a:cubicBezTo>
                    <a:pt x="159" y="529"/>
                    <a:pt x="159" y="529"/>
                    <a:pt x="159" y="529"/>
                  </a:cubicBezTo>
                  <a:cubicBezTo>
                    <a:pt x="159" y="528"/>
                    <a:pt x="159" y="528"/>
                    <a:pt x="159" y="528"/>
                  </a:cubicBezTo>
                  <a:cubicBezTo>
                    <a:pt x="158" y="525"/>
                    <a:pt x="159" y="523"/>
                    <a:pt x="159" y="522"/>
                  </a:cubicBezTo>
                  <a:cubicBezTo>
                    <a:pt x="160" y="522"/>
                    <a:pt x="160" y="521"/>
                    <a:pt x="160" y="521"/>
                  </a:cubicBezTo>
                  <a:cubicBezTo>
                    <a:pt x="160" y="520"/>
                    <a:pt x="160" y="520"/>
                    <a:pt x="160" y="519"/>
                  </a:cubicBezTo>
                  <a:cubicBezTo>
                    <a:pt x="160" y="515"/>
                    <a:pt x="162" y="512"/>
                    <a:pt x="164" y="511"/>
                  </a:cubicBezTo>
                  <a:cubicBezTo>
                    <a:pt x="164" y="511"/>
                    <a:pt x="165" y="510"/>
                    <a:pt x="165" y="510"/>
                  </a:cubicBezTo>
                  <a:cubicBezTo>
                    <a:pt x="165" y="510"/>
                    <a:pt x="165" y="509"/>
                    <a:pt x="165" y="509"/>
                  </a:cubicBezTo>
                  <a:cubicBezTo>
                    <a:pt x="165" y="509"/>
                    <a:pt x="165" y="508"/>
                    <a:pt x="165" y="508"/>
                  </a:cubicBezTo>
                  <a:cubicBezTo>
                    <a:pt x="165" y="508"/>
                    <a:pt x="165" y="507"/>
                    <a:pt x="165" y="506"/>
                  </a:cubicBezTo>
                  <a:cubicBezTo>
                    <a:pt x="165" y="506"/>
                    <a:pt x="165" y="505"/>
                    <a:pt x="165" y="505"/>
                  </a:cubicBezTo>
                  <a:cubicBezTo>
                    <a:pt x="165" y="502"/>
                    <a:pt x="165" y="502"/>
                    <a:pt x="165" y="502"/>
                  </a:cubicBezTo>
                  <a:cubicBezTo>
                    <a:pt x="166" y="499"/>
                    <a:pt x="166" y="498"/>
                    <a:pt x="167" y="496"/>
                  </a:cubicBezTo>
                  <a:cubicBezTo>
                    <a:pt x="168" y="495"/>
                    <a:pt x="169" y="494"/>
                    <a:pt x="170" y="494"/>
                  </a:cubicBezTo>
                  <a:cubicBezTo>
                    <a:pt x="170" y="494"/>
                    <a:pt x="171" y="494"/>
                    <a:pt x="171" y="493"/>
                  </a:cubicBezTo>
                  <a:cubicBezTo>
                    <a:pt x="171" y="493"/>
                    <a:pt x="171" y="493"/>
                    <a:pt x="171" y="493"/>
                  </a:cubicBezTo>
                  <a:cubicBezTo>
                    <a:pt x="172" y="492"/>
                    <a:pt x="172" y="491"/>
                    <a:pt x="173" y="490"/>
                  </a:cubicBezTo>
                  <a:cubicBezTo>
                    <a:pt x="173" y="489"/>
                    <a:pt x="174" y="489"/>
                    <a:pt x="175" y="489"/>
                  </a:cubicBezTo>
                  <a:cubicBezTo>
                    <a:pt x="175" y="488"/>
                    <a:pt x="175" y="487"/>
                    <a:pt x="176" y="487"/>
                  </a:cubicBezTo>
                  <a:cubicBezTo>
                    <a:pt x="176" y="486"/>
                    <a:pt x="177" y="486"/>
                    <a:pt x="178" y="485"/>
                  </a:cubicBezTo>
                  <a:cubicBezTo>
                    <a:pt x="179" y="484"/>
                    <a:pt x="180" y="483"/>
                    <a:pt x="181" y="483"/>
                  </a:cubicBezTo>
                  <a:cubicBezTo>
                    <a:pt x="183" y="483"/>
                    <a:pt x="185" y="483"/>
                    <a:pt x="186" y="484"/>
                  </a:cubicBezTo>
                  <a:cubicBezTo>
                    <a:pt x="187" y="483"/>
                    <a:pt x="187" y="483"/>
                    <a:pt x="188" y="483"/>
                  </a:cubicBezTo>
                  <a:cubicBezTo>
                    <a:pt x="191" y="481"/>
                    <a:pt x="193" y="480"/>
                    <a:pt x="199" y="481"/>
                  </a:cubicBezTo>
                  <a:cubicBezTo>
                    <a:pt x="201" y="481"/>
                    <a:pt x="202" y="482"/>
                    <a:pt x="204" y="482"/>
                  </a:cubicBezTo>
                  <a:cubicBezTo>
                    <a:pt x="204" y="482"/>
                    <a:pt x="204" y="482"/>
                    <a:pt x="204" y="482"/>
                  </a:cubicBezTo>
                  <a:cubicBezTo>
                    <a:pt x="206" y="482"/>
                    <a:pt x="207" y="481"/>
                    <a:pt x="208" y="482"/>
                  </a:cubicBezTo>
                  <a:cubicBezTo>
                    <a:pt x="211" y="483"/>
                    <a:pt x="212" y="484"/>
                    <a:pt x="213" y="486"/>
                  </a:cubicBezTo>
                  <a:cubicBezTo>
                    <a:pt x="214" y="486"/>
                    <a:pt x="215" y="486"/>
                    <a:pt x="216" y="487"/>
                  </a:cubicBezTo>
                  <a:cubicBezTo>
                    <a:pt x="217" y="488"/>
                    <a:pt x="218" y="489"/>
                    <a:pt x="220" y="490"/>
                  </a:cubicBezTo>
                  <a:cubicBezTo>
                    <a:pt x="223" y="492"/>
                    <a:pt x="226" y="494"/>
                    <a:pt x="229" y="497"/>
                  </a:cubicBezTo>
                  <a:cubicBezTo>
                    <a:pt x="229" y="498"/>
                    <a:pt x="230" y="499"/>
                    <a:pt x="231" y="500"/>
                  </a:cubicBezTo>
                  <a:cubicBezTo>
                    <a:pt x="232" y="501"/>
                    <a:pt x="234" y="503"/>
                    <a:pt x="235" y="504"/>
                  </a:cubicBezTo>
                  <a:cubicBezTo>
                    <a:pt x="236" y="504"/>
                    <a:pt x="236" y="504"/>
                    <a:pt x="236" y="504"/>
                  </a:cubicBezTo>
                  <a:cubicBezTo>
                    <a:pt x="239" y="503"/>
                    <a:pt x="241" y="504"/>
                    <a:pt x="243" y="505"/>
                  </a:cubicBezTo>
                  <a:cubicBezTo>
                    <a:pt x="243" y="505"/>
                    <a:pt x="243" y="505"/>
                    <a:pt x="243" y="505"/>
                  </a:cubicBezTo>
                  <a:cubicBezTo>
                    <a:pt x="245" y="504"/>
                    <a:pt x="248" y="503"/>
                    <a:pt x="251" y="504"/>
                  </a:cubicBezTo>
                  <a:cubicBezTo>
                    <a:pt x="255" y="505"/>
                    <a:pt x="256" y="507"/>
                    <a:pt x="258" y="509"/>
                  </a:cubicBezTo>
                  <a:cubicBezTo>
                    <a:pt x="258" y="510"/>
                    <a:pt x="258" y="510"/>
                    <a:pt x="259" y="511"/>
                  </a:cubicBezTo>
                  <a:cubicBezTo>
                    <a:pt x="260" y="512"/>
                    <a:pt x="261" y="512"/>
                    <a:pt x="262" y="512"/>
                  </a:cubicBezTo>
                  <a:cubicBezTo>
                    <a:pt x="264" y="512"/>
                    <a:pt x="264" y="512"/>
                    <a:pt x="264" y="512"/>
                  </a:cubicBezTo>
                  <a:cubicBezTo>
                    <a:pt x="264" y="512"/>
                    <a:pt x="265" y="512"/>
                    <a:pt x="265" y="512"/>
                  </a:cubicBezTo>
                  <a:cubicBezTo>
                    <a:pt x="268" y="512"/>
                    <a:pt x="272" y="513"/>
                    <a:pt x="276" y="515"/>
                  </a:cubicBezTo>
                  <a:cubicBezTo>
                    <a:pt x="277" y="515"/>
                    <a:pt x="277" y="516"/>
                    <a:pt x="278" y="516"/>
                  </a:cubicBezTo>
                  <a:cubicBezTo>
                    <a:pt x="280" y="517"/>
                    <a:pt x="279" y="517"/>
                    <a:pt x="281" y="516"/>
                  </a:cubicBezTo>
                  <a:cubicBezTo>
                    <a:pt x="281" y="516"/>
                    <a:pt x="282" y="516"/>
                    <a:pt x="283" y="516"/>
                  </a:cubicBezTo>
                  <a:cubicBezTo>
                    <a:pt x="284" y="516"/>
                    <a:pt x="285" y="517"/>
                    <a:pt x="286" y="517"/>
                  </a:cubicBezTo>
                  <a:cubicBezTo>
                    <a:pt x="287" y="517"/>
                    <a:pt x="288" y="517"/>
                    <a:pt x="291" y="516"/>
                  </a:cubicBezTo>
                  <a:cubicBezTo>
                    <a:pt x="291" y="515"/>
                    <a:pt x="292" y="515"/>
                    <a:pt x="293" y="514"/>
                  </a:cubicBezTo>
                  <a:cubicBezTo>
                    <a:pt x="294" y="513"/>
                    <a:pt x="297" y="511"/>
                    <a:pt x="301" y="511"/>
                  </a:cubicBezTo>
                  <a:cubicBezTo>
                    <a:pt x="301" y="511"/>
                    <a:pt x="301" y="511"/>
                    <a:pt x="301" y="511"/>
                  </a:cubicBezTo>
                  <a:cubicBezTo>
                    <a:pt x="303" y="511"/>
                    <a:pt x="305" y="511"/>
                    <a:pt x="307" y="512"/>
                  </a:cubicBezTo>
                  <a:cubicBezTo>
                    <a:pt x="308" y="512"/>
                    <a:pt x="308" y="513"/>
                    <a:pt x="309" y="513"/>
                  </a:cubicBezTo>
                  <a:cubicBezTo>
                    <a:pt x="310" y="513"/>
                    <a:pt x="311" y="513"/>
                    <a:pt x="312" y="513"/>
                  </a:cubicBezTo>
                  <a:cubicBezTo>
                    <a:pt x="325" y="513"/>
                    <a:pt x="333" y="502"/>
                    <a:pt x="335" y="492"/>
                  </a:cubicBezTo>
                  <a:cubicBezTo>
                    <a:pt x="337" y="488"/>
                    <a:pt x="338" y="484"/>
                    <a:pt x="340" y="480"/>
                  </a:cubicBezTo>
                  <a:cubicBezTo>
                    <a:pt x="341" y="477"/>
                    <a:pt x="343" y="473"/>
                    <a:pt x="344" y="470"/>
                  </a:cubicBezTo>
                  <a:cubicBezTo>
                    <a:pt x="345" y="465"/>
                    <a:pt x="346" y="461"/>
                    <a:pt x="347" y="455"/>
                  </a:cubicBezTo>
                  <a:cubicBezTo>
                    <a:pt x="347" y="447"/>
                    <a:pt x="352" y="447"/>
                    <a:pt x="354" y="447"/>
                  </a:cubicBezTo>
                  <a:cubicBezTo>
                    <a:pt x="355" y="447"/>
                    <a:pt x="356" y="447"/>
                    <a:pt x="356" y="447"/>
                  </a:cubicBezTo>
                  <a:cubicBezTo>
                    <a:pt x="359" y="446"/>
                    <a:pt x="361" y="445"/>
                    <a:pt x="363" y="444"/>
                  </a:cubicBezTo>
                  <a:cubicBezTo>
                    <a:pt x="366" y="443"/>
                    <a:pt x="369" y="442"/>
                    <a:pt x="372" y="441"/>
                  </a:cubicBezTo>
                  <a:cubicBezTo>
                    <a:pt x="374" y="441"/>
                    <a:pt x="376" y="440"/>
                    <a:pt x="378" y="440"/>
                  </a:cubicBezTo>
                  <a:cubicBezTo>
                    <a:pt x="379" y="439"/>
                    <a:pt x="381" y="439"/>
                    <a:pt x="382" y="439"/>
                  </a:cubicBezTo>
                  <a:cubicBezTo>
                    <a:pt x="382" y="439"/>
                    <a:pt x="382" y="439"/>
                    <a:pt x="383" y="439"/>
                  </a:cubicBezTo>
                  <a:cubicBezTo>
                    <a:pt x="384" y="438"/>
                    <a:pt x="385" y="437"/>
                    <a:pt x="385" y="435"/>
                  </a:cubicBezTo>
                  <a:cubicBezTo>
                    <a:pt x="386" y="433"/>
                    <a:pt x="387" y="431"/>
                    <a:pt x="389" y="429"/>
                  </a:cubicBezTo>
                  <a:cubicBezTo>
                    <a:pt x="391" y="428"/>
                    <a:pt x="392" y="427"/>
                    <a:pt x="393" y="426"/>
                  </a:cubicBezTo>
                  <a:cubicBezTo>
                    <a:pt x="394" y="425"/>
                    <a:pt x="395" y="424"/>
                    <a:pt x="396" y="423"/>
                  </a:cubicBezTo>
                  <a:cubicBezTo>
                    <a:pt x="399" y="421"/>
                    <a:pt x="401" y="420"/>
                    <a:pt x="403" y="420"/>
                  </a:cubicBezTo>
                  <a:cubicBezTo>
                    <a:pt x="404" y="419"/>
                    <a:pt x="405" y="419"/>
                    <a:pt x="406" y="418"/>
                  </a:cubicBezTo>
                  <a:cubicBezTo>
                    <a:pt x="407" y="418"/>
                    <a:pt x="407" y="417"/>
                    <a:pt x="407" y="414"/>
                  </a:cubicBezTo>
                  <a:cubicBezTo>
                    <a:pt x="408" y="411"/>
                    <a:pt x="408" y="408"/>
                    <a:pt x="409" y="404"/>
                  </a:cubicBezTo>
                  <a:cubicBezTo>
                    <a:pt x="414" y="387"/>
                    <a:pt x="414" y="387"/>
                    <a:pt x="414" y="387"/>
                  </a:cubicBezTo>
                  <a:cubicBezTo>
                    <a:pt x="414" y="386"/>
                    <a:pt x="415" y="380"/>
                    <a:pt x="418" y="378"/>
                  </a:cubicBezTo>
                  <a:cubicBezTo>
                    <a:pt x="421" y="376"/>
                    <a:pt x="421" y="376"/>
                    <a:pt x="421" y="376"/>
                  </a:cubicBezTo>
                  <a:cubicBezTo>
                    <a:pt x="422" y="375"/>
                    <a:pt x="423" y="374"/>
                    <a:pt x="424" y="374"/>
                  </a:cubicBezTo>
                  <a:cubicBezTo>
                    <a:pt x="424" y="374"/>
                    <a:pt x="424" y="374"/>
                    <a:pt x="424" y="374"/>
                  </a:cubicBezTo>
                  <a:cubicBezTo>
                    <a:pt x="424" y="374"/>
                    <a:pt x="424" y="374"/>
                    <a:pt x="424" y="374"/>
                  </a:cubicBezTo>
                  <a:cubicBezTo>
                    <a:pt x="425" y="372"/>
                    <a:pt x="425" y="371"/>
                    <a:pt x="426" y="370"/>
                  </a:cubicBezTo>
                  <a:cubicBezTo>
                    <a:pt x="427" y="369"/>
                    <a:pt x="428" y="369"/>
                    <a:pt x="429" y="369"/>
                  </a:cubicBezTo>
                  <a:cubicBezTo>
                    <a:pt x="429" y="369"/>
                    <a:pt x="430" y="369"/>
                    <a:pt x="430" y="369"/>
                  </a:cubicBezTo>
                  <a:cubicBezTo>
                    <a:pt x="430" y="368"/>
                    <a:pt x="431" y="368"/>
                    <a:pt x="431" y="367"/>
                  </a:cubicBezTo>
                  <a:cubicBezTo>
                    <a:pt x="432" y="367"/>
                    <a:pt x="434" y="366"/>
                    <a:pt x="434" y="366"/>
                  </a:cubicBezTo>
                  <a:cubicBezTo>
                    <a:pt x="435" y="366"/>
                    <a:pt x="436" y="365"/>
                    <a:pt x="436" y="365"/>
                  </a:cubicBezTo>
                  <a:cubicBezTo>
                    <a:pt x="438" y="361"/>
                    <a:pt x="441" y="361"/>
                    <a:pt x="443" y="362"/>
                  </a:cubicBezTo>
                  <a:cubicBezTo>
                    <a:pt x="443" y="361"/>
                    <a:pt x="443" y="361"/>
                    <a:pt x="443" y="361"/>
                  </a:cubicBezTo>
                  <a:cubicBezTo>
                    <a:pt x="443" y="361"/>
                    <a:pt x="443" y="361"/>
                    <a:pt x="443" y="361"/>
                  </a:cubicBezTo>
                  <a:cubicBezTo>
                    <a:pt x="444" y="361"/>
                    <a:pt x="444" y="361"/>
                    <a:pt x="444" y="361"/>
                  </a:cubicBezTo>
                  <a:cubicBezTo>
                    <a:pt x="444" y="362"/>
                    <a:pt x="444" y="362"/>
                    <a:pt x="444" y="362"/>
                  </a:cubicBezTo>
                  <a:cubicBezTo>
                    <a:pt x="444" y="362"/>
                    <a:pt x="445" y="362"/>
                    <a:pt x="445" y="362"/>
                  </a:cubicBezTo>
                  <a:cubicBezTo>
                    <a:pt x="447" y="361"/>
                    <a:pt x="447" y="360"/>
                    <a:pt x="448" y="360"/>
                  </a:cubicBezTo>
                  <a:cubicBezTo>
                    <a:pt x="449" y="360"/>
                    <a:pt x="450" y="360"/>
                    <a:pt x="451" y="360"/>
                  </a:cubicBezTo>
                  <a:cubicBezTo>
                    <a:pt x="450" y="360"/>
                    <a:pt x="451" y="359"/>
                    <a:pt x="451" y="359"/>
                  </a:cubicBezTo>
                  <a:cubicBezTo>
                    <a:pt x="451" y="357"/>
                    <a:pt x="451" y="355"/>
                    <a:pt x="453" y="353"/>
                  </a:cubicBezTo>
                  <a:cubicBezTo>
                    <a:pt x="454" y="352"/>
                    <a:pt x="455" y="350"/>
                    <a:pt x="458" y="350"/>
                  </a:cubicBezTo>
                  <a:cubicBezTo>
                    <a:pt x="459" y="349"/>
                    <a:pt x="461" y="348"/>
                    <a:pt x="463" y="348"/>
                  </a:cubicBezTo>
                  <a:cubicBezTo>
                    <a:pt x="463" y="348"/>
                    <a:pt x="463" y="348"/>
                    <a:pt x="463" y="348"/>
                  </a:cubicBezTo>
                  <a:cubicBezTo>
                    <a:pt x="463" y="347"/>
                    <a:pt x="463" y="347"/>
                    <a:pt x="464" y="346"/>
                  </a:cubicBezTo>
                  <a:cubicBezTo>
                    <a:pt x="465" y="345"/>
                    <a:pt x="466" y="344"/>
                    <a:pt x="469" y="343"/>
                  </a:cubicBezTo>
                  <a:cubicBezTo>
                    <a:pt x="469" y="342"/>
                    <a:pt x="469" y="342"/>
                    <a:pt x="469" y="342"/>
                  </a:cubicBezTo>
                  <a:cubicBezTo>
                    <a:pt x="470" y="342"/>
                    <a:pt x="471" y="342"/>
                    <a:pt x="471" y="341"/>
                  </a:cubicBezTo>
                  <a:cubicBezTo>
                    <a:pt x="472" y="341"/>
                    <a:pt x="473" y="341"/>
                    <a:pt x="473" y="341"/>
                  </a:cubicBezTo>
                  <a:cubicBezTo>
                    <a:pt x="473" y="340"/>
                    <a:pt x="473" y="339"/>
                    <a:pt x="473" y="337"/>
                  </a:cubicBezTo>
                  <a:cubicBezTo>
                    <a:pt x="474" y="336"/>
                    <a:pt x="475" y="334"/>
                    <a:pt x="477" y="333"/>
                  </a:cubicBezTo>
                  <a:cubicBezTo>
                    <a:pt x="478" y="332"/>
                    <a:pt x="479" y="332"/>
                    <a:pt x="479" y="332"/>
                  </a:cubicBezTo>
                  <a:cubicBezTo>
                    <a:pt x="480" y="332"/>
                    <a:pt x="480" y="332"/>
                    <a:pt x="480" y="332"/>
                  </a:cubicBezTo>
                  <a:cubicBezTo>
                    <a:pt x="480" y="330"/>
                    <a:pt x="480" y="329"/>
                    <a:pt x="480" y="328"/>
                  </a:cubicBezTo>
                  <a:cubicBezTo>
                    <a:pt x="481" y="326"/>
                    <a:pt x="482" y="325"/>
                    <a:pt x="484" y="324"/>
                  </a:cubicBezTo>
                  <a:cubicBezTo>
                    <a:pt x="485" y="324"/>
                    <a:pt x="485" y="323"/>
                    <a:pt x="486" y="323"/>
                  </a:cubicBezTo>
                  <a:cubicBezTo>
                    <a:pt x="486" y="323"/>
                    <a:pt x="487" y="323"/>
                    <a:pt x="487" y="322"/>
                  </a:cubicBezTo>
                  <a:cubicBezTo>
                    <a:pt x="487" y="322"/>
                    <a:pt x="487" y="322"/>
                    <a:pt x="487" y="321"/>
                  </a:cubicBezTo>
                  <a:cubicBezTo>
                    <a:pt x="489" y="318"/>
                    <a:pt x="491" y="316"/>
                    <a:pt x="493" y="315"/>
                  </a:cubicBezTo>
                  <a:cubicBezTo>
                    <a:pt x="494" y="314"/>
                    <a:pt x="494" y="314"/>
                    <a:pt x="495" y="313"/>
                  </a:cubicBezTo>
                  <a:cubicBezTo>
                    <a:pt x="500" y="308"/>
                    <a:pt x="506" y="308"/>
                    <a:pt x="510" y="308"/>
                  </a:cubicBezTo>
                  <a:cubicBezTo>
                    <a:pt x="512" y="308"/>
                    <a:pt x="514" y="308"/>
                    <a:pt x="516" y="307"/>
                  </a:cubicBezTo>
                  <a:cubicBezTo>
                    <a:pt x="521" y="306"/>
                    <a:pt x="526" y="304"/>
                    <a:pt x="530" y="302"/>
                  </a:cubicBezTo>
                  <a:cubicBezTo>
                    <a:pt x="535" y="300"/>
                    <a:pt x="535" y="300"/>
                    <a:pt x="535" y="300"/>
                  </a:cubicBezTo>
                  <a:cubicBezTo>
                    <a:pt x="535" y="298"/>
                    <a:pt x="535" y="297"/>
                    <a:pt x="535" y="296"/>
                  </a:cubicBezTo>
                  <a:cubicBezTo>
                    <a:pt x="536" y="294"/>
                    <a:pt x="539" y="288"/>
                    <a:pt x="542" y="286"/>
                  </a:cubicBezTo>
                  <a:cubicBezTo>
                    <a:pt x="544" y="285"/>
                    <a:pt x="547" y="285"/>
                    <a:pt x="548" y="285"/>
                  </a:cubicBezTo>
                  <a:cubicBezTo>
                    <a:pt x="549" y="285"/>
                    <a:pt x="549" y="285"/>
                    <a:pt x="549" y="285"/>
                  </a:cubicBezTo>
                  <a:cubicBezTo>
                    <a:pt x="547" y="284"/>
                    <a:pt x="544" y="282"/>
                    <a:pt x="543" y="280"/>
                  </a:cubicBezTo>
                  <a:cubicBezTo>
                    <a:pt x="539" y="275"/>
                    <a:pt x="541" y="269"/>
                    <a:pt x="542" y="266"/>
                  </a:cubicBezTo>
                  <a:cubicBezTo>
                    <a:pt x="541" y="266"/>
                    <a:pt x="541" y="266"/>
                    <a:pt x="540" y="266"/>
                  </a:cubicBezTo>
                  <a:cubicBezTo>
                    <a:pt x="535" y="266"/>
                    <a:pt x="530" y="263"/>
                    <a:pt x="526" y="260"/>
                  </a:cubicBezTo>
                  <a:cubicBezTo>
                    <a:pt x="524" y="259"/>
                    <a:pt x="522" y="258"/>
                    <a:pt x="521" y="258"/>
                  </a:cubicBezTo>
                  <a:cubicBezTo>
                    <a:pt x="520" y="257"/>
                    <a:pt x="519" y="258"/>
                    <a:pt x="518" y="258"/>
                  </a:cubicBezTo>
                  <a:cubicBezTo>
                    <a:pt x="516" y="258"/>
                    <a:pt x="513" y="259"/>
                    <a:pt x="510" y="258"/>
                  </a:cubicBezTo>
                  <a:cubicBezTo>
                    <a:pt x="509" y="257"/>
                    <a:pt x="508" y="257"/>
                    <a:pt x="507" y="256"/>
                  </a:cubicBezTo>
                  <a:cubicBezTo>
                    <a:pt x="505" y="255"/>
                    <a:pt x="503" y="255"/>
                    <a:pt x="501" y="254"/>
                  </a:cubicBezTo>
                  <a:cubicBezTo>
                    <a:pt x="500" y="254"/>
                    <a:pt x="498" y="254"/>
                    <a:pt x="496" y="254"/>
                  </a:cubicBezTo>
                  <a:cubicBezTo>
                    <a:pt x="490" y="254"/>
                    <a:pt x="480" y="254"/>
                    <a:pt x="478" y="244"/>
                  </a:cubicBezTo>
                  <a:cubicBezTo>
                    <a:pt x="477" y="239"/>
                    <a:pt x="475" y="233"/>
                    <a:pt x="470" y="228"/>
                  </a:cubicBezTo>
                  <a:cubicBezTo>
                    <a:pt x="469" y="227"/>
                    <a:pt x="469" y="226"/>
                    <a:pt x="468" y="225"/>
                  </a:cubicBezTo>
                  <a:cubicBezTo>
                    <a:pt x="466" y="224"/>
                    <a:pt x="464" y="222"/>
                    <a:pt x="462" y="217"/>
                  </a:cubicBezTo>
                  <a:cubicBezTo>
                    <a:pt x="462" y="215"/>
                    <a:pt x="462" y="212"/>
                    <a:pt x="462" y="210"/>
                  </a:cubicBezTo>
                  <a:cubicBezTo>
                    <a:pt x="463" y="209"/>
                    <a:pt x="463" y="209"/>
                    <a:pt x="463" y="208"/>
                  </a:cubicBezTo>
                  <a:cubicBezTo>
                    <a:pt x="463" y="205"/>
                    <a:pt x="463" y="202"/>
                    <a:pt x="464" y="199"/>
                  </a:cubicBezTo>
                  <a:cubicBezTo>
                    <a:pt x="465" y="196"/>
                    <a:pt x="465" y="194"/>
                    <a:pt x="465" y="193"/>
                  </a:cubicBezTo>
                  <a:cubicBezTo>
                    <a:pt x="463" y="190"/>
                    <a:pt x="464" y="187"/>
                    <a:pt x="464" y="184"/>
                  </a:cubicBezTo>
                  <a:cubicBezTo>
                    <a:pt x="464" y="184"/>
                    <a:pt x="464" y="184"/>
                    <a:pt x="465" y="183"/>
                  </a:cubicBezTo>
                  <a:cubicBezTo>
                    <a:pt x="462" y="183"/>
                    <a:pt x="461" y="183"/>
                    <a:pt x="459" y="183"/>
                  </a:cubicBezTo>
                  <a:cubicBezTo>
                    <a:pt x="454" y="182"/>
                    <a:pt x="449" y="182"/>
                    <a:pt x="445" y="183"/>
                  </a:cubicBezTo>
                  <a:cubicBezTo>
                    <a:pt x="444" y="184"/>
                    <a:pt x="442" y="184"/>
                    <a:pt x="441" y="183"/>
                  </a:cubicBezTo>
                  <a:cubicBezTo>
                    <a:pt x="440" y="182"/>
                    <a:pt x="439" y="181"/>
                    <a:pt x="439" y="179"/>
                  </a:cubicBezTo>
                  <a:cubicBezTo>
                    <a:pt x="439" y="177"/>
                    <a:pt x="439" y="175"/>
                    <a:pt x="439" y="173"/>
                  </a:cubicBezTo>
                  <a:cubicBezTo>
                    <a:pt x="440" y="167"/>
                    <a:pt x="440" y="161"/>
                    <a:pt x="437" y="157"/>
                  </a:cubicBezTo>
                  <a:cubicBezTo>
                    <a:pt x="437" y="157"/>
                    <a:pt x="436" y="156"/>
                    <a:pt x="435" y="156"/>
                  </a:cubicBezTo>
                  <a:cubicBezTo>
                    <a:pt x="433" y="156"/>
                    <a:pt x="432" y="155"/>
                    <a:pt x="430" y="154"/>
                  </a:cubicBezTo>
                  <a:cubicBezTo>
                    <a:pt x="429" y="153"/>
                    <a:pt x="428" y="153"/>
                    <a:pt x="426" y="153"/>
                  </a:cubicBezTo>
                  <a:cubicBezTo>
                    <a:pt x="425" y="153"/>
                    <a:pt x="424" y="152"/>
                    <a:pt x="423" y="152"/>
                  </a:cubicBezTo>
                  <a:cubicBezTo>
                    <a:pt x="421" y="152"/>
                    <a:pt x="419" y="151"/>
                    <a:pt x="417" y="150"/>
                  </a:cubicBezTo>
                  <a:cubicBezTo>
                    <a:pt x="417" y="149"/>
                    <a:pt x="416" y="149"/>
                    <a:pt x="415" y="148"/>
                  </a:cubicBezTo>
                  <a:cubicBezTo>
                    <a:pt x="415" y="148"/>
                    <a:pt x="414" y="148"/>
                    <a:pt x="414" y="148"/>
                  </a:cubicBezTo>
                  <a:cubicBezTo>
                    <a:pt x="412" y="148"/>
                    <a:pt x="410" y="148"/>
                    <a:pt x="408" y="146"/>
                  </a:cubicBezTo>
                  <a:cubicBezTo>
                    <a:pt x="407" y="145"/>
                    <a:pt x="407" y="145"/>
                    <a:pt x="407" y="144"/>
                  </a:cubicBezTo>
                  <a:cubicBezTo>
                    <a:pt x="406" y="144"/>
                    <a:pt x="406" y="144"/>
                    <a:pt x="405" y="143"/>
                  </a:cubicBezTo>
                  <a:cubicBezTo>
                    <a:pt x="404" y="143"/>
                    <a:pt x="401" y="143"/>
                    <a:pt x="400" y="139"/>
                  </a:cubicBezTo>
                  <a:cubicBezTo>
                    <a:pt x="399" y="137"/>
                    <a:pt x="398" y="136"/>
                    <a:pt x="396" y="135"/>
                  </a:cubicBezTo>
                  <a:cubicBezTo>
                    <a:pt x="392" y="134"/>
                    <a:pt x="391" y="132"/>
                    <a:pt x="388" y="130"/>
                  </a:cubicBezTo>
                  <a:cubicBezTo>
                    <a:pt x="386" y="130"/>
                    <a:pt x="385" y="129"/>
                    <a:pt x="384" y="127"/>
                  </a:cubicBezTo>
                  <a:cubicBezTo>
                    <a:pt x="383" y="126"/>
                    <a:pt x="383" y="125"/>
                    <a:pt x="383" y="124"/>
                  </a:cubicBezTo>
                  <a:cubicBezTo>
                    <a:pt x="382" y="124"/>
                    <a:pt x="379" y="124"/>
                    <a:pt x="377" y="122"/>
                  </a:cubicBezTo>
                  <a:cubicBezTo>
                    <a:pt x="372" y="118"/>
                    <a:pt x="371" y="112"/>
                    <a:pt x="369" y="106"/>
                  </a:cubicBezTo>
                  <a:cubicBezTo>
                    <a:pt x="369" y="103"/>
                    <a:pt x="368" y="100"/>
                    <a:pt x="367" y="98"/>
                  </a:cubicBezTo>
                  <a:cubicBezTo>
                    <a:pt x="367" y="98"/>
                    <a:pt x="366" y="98"/>
                    <a:pt x="366" y="97"/>
                  </a:cubicBezTo>
                  <a:cubicBezTo>
                    <a:pt x="365" y="96"/>
                    <a:pt x="363" y="94"/>
                    <a:pt x="363" y="91"/>
                  </a:cubicBezTo>
                  <a:cubicBezTo>
                    <a:pt x="362" y="88"/>
                    <a:pt x="363" y="86"/>
                    <a:pt x="363" y="84"/>
                  </a:cubicBezTo>
                  <a:cubicBezTo>
                    <a:pt x="364" y="82"/>
                    <a:pt x="364" y="82"/>
                    <a:pt x="363" y="82"/>
                  </a:cubicBezTo>
                  <a:cubicBezTo>
                    <a:pt x="363" y="80"/>
                    <a:pt x="361" y="79"/>
                    <a:pt x="360" y="77"/>
                  </a:cubicBezTo>
                  <a:cubicBezTo>
                    <a:pt x="357" y="75"/>
                    <a:pt x="354" y="72"/>
                    <a:pt x="353" y="66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2" y="62"/>
                    <a:pt x="352" y="62"/>
                    <a:pt x="351" y="61"/>
                  </a:cubicBezTo>
                  <a:cubicBezTo>
                    <a:pt x="349" y="60"/>
                    <a:pt x="348" y="58"/>
                    <a:pt x="346" y="56"/>
                  </a:cubicBezTo>
                  <a:cubicBezTo>
                    <a:pt x="346" y="55"/>
                    <a:pt x="345" y="55"/>
                    <a:pt x="344" y="54"/>
                  </a:cubicBezTo>
                  <a:cubicBezTo>
                    <a:pt x="344" y="53"/>
                    <a:pt x="343" y="53"/>
                    <a:pt x="343" y="52"/>
                  </a:cubicBezTo>
                  <a:cubicBezTo>
                    <a:pt x="341" y="51"/>
                    <a:pt x="340" y="50"/>
                    <a:pt x="338" y="48"/>
                  </a:cubicBezTo>
                  <a:cubicBezTo>
                    <a:pt x="337" y="46"/>
                    <a:pt x="336" y="43"/>
                    <a:pt x="336" y="41"/>
                  </a:cubicBezTo>
                  <a:cubicBezTo>
                    <a:pt x="335" y="40"/>
                    <a:pt x="335" y="38"/>
                    <a:pt x="334" y="37"/>
                  </a:cubicBezTo>
                  <a:cubicBezTo>
                    <a:pt x="333" y="35"/>
                    <a:pt x="333" y="35"/>
                    <a:pt x="333" y="35"/>
                  </a:cubicBezTo>
                  <a:cubicBezTo>
                    <a:pt x="332" y="32"/>
                    <a:pt x="331" y="31"/>
                    <a:pt x="329" y="29"/>
                  </a:cubicBezTo>
                  <a:cubicBezTo>
                    <a:pt x="327" y="27"/>
                    <a:pt x="325" y="25"/>
                    <a:pt x="323" y="21"/>
                  </a:cubicBezTo>
                  <a:cubicBezTo>
                    <a:pt x="322" y="19"/>
                    <a:pt x="321" y="15"/>
                    <a:pt x="321" y="12"/>
                  </a:cubicBezTo>
                  <a:cubicBezTo>
                    <a:pt x="321" y="11"/>
                    <a:pt x="321" y="11"/>
                    <a:pt x="321" y="10"/>
                  </a:cubicBezTo>
                  <a:cubicBezTo>
                    <a:pt x="321" y="10"/>
                    <a:pt x="321" y="10"/>
                    <a:pt x="321" y="11"/>
                  </a:cubicBezTo>
                  <a:cubicBezTo>
                    <a:pt x="319" y="11"/>
                    <a:pt x="317" y="12"/>
                    <a:pt x="314" y="12"/>
                  </a:cubicBezTo>
                  <a:cubicBezTo>
                    <a:pt x="312" y="12"/>
                    <a:pt x="312" y="12"/>
                    <a:pt x="312" y="12"/>
                  </a:cubicBezTo>
                  <a:cubicBezTo>
                    <a:pt x="311" y="12"/>
                    <a:pt x="309" y="12"/>
                    <a:pt x="308" y="12"/>
                  </a:cubicBezTo>
                  <a:cubicBezTo>
                    <a:pt x="307" y="12"/>
                    <a:pt x="306" y="12"/>
                    <a:pt x="305" y="12"/>
                  </a:cubicBezTo>
                  <a:cubicBezTo>
                    <a:pt x="304" y="13"/>
                    <a:pt x="303" y="13"/>
                    <a:pt x="303" y="13"/>
                  </a:cubicBezTo>
                  <a:cubicBezTo>
                    <a:pt x="298" y="16"/>
                    <a:pt x="294" y="19"/>
                    <a:pt x="292" y="22"/>
                  </a:cubicBezTo>
                  <a:cubicBezTo>
                    <a:pt x="290" y="24"/>
                    <a:pt x="287" y="28"/>
                    <a:pt x="282" y="28"/>
                  </a:cubicBezTo>
                  <a:cubicBezTo>
                    <a:pt x="281" y="28"/>
                    <a:pt x="279" y="27"/>
                    <a:pt x="278" y="26"/>
                  </a:cubicBezTo>
                  <a:cubicBezTo>
                    <a:pt x="276" y="25"/>
                    <a:pt x="275" y="23"/>
                    <a:pt x="274" y="22"/>
                  </a:cubicBezTo>
                  <a:cubicBezTo>
                    <a:pt x="274" y="22"/>
                    <a:pt x="273" y="23"/>
                    <a:pt x="273" y="23"/>
                  </a:cubicBezTo>
                  <a:cubicBezTo>
                    <a:pt x="271" y="24"/>
                    <a:pt x="269" y="25"/>
                    <a:pt x="267" y="24"/>
                  </a:cubicBezTo>
                  <a:cubicBezTo>
                    <a:pt x="266" y="25"/>
                    <a:pt x="266" y="25"/>
                    <a:pt x="266" y="25"/>
                  </a:cubicBezTo>
                  <a:cubicBezTo>
                    <a:pt x="265" y="25"/>
                    <a:pt x="265" y="25"/>
                    <a:pt x="265" y="25"/>
                  </a:cubicBezTo>
                  <a:cubicBezTo>
                    <a:pt x="265" y="25"/>
                    <a:pt x="264" y="25"/>
                    <a:pt x="264" y="26"/>
                  </a:cubicBezTo>
                  <a:cubicBezTo>
                    <a:pt x="263" y="27"/>
                    <a:pt x="262" y="28"/>
                    <a:pt x="261" y="29"/>
                  </a:cubicBezTo>
                  <a:cubicBezTo>
                    <a:pt x="260" y="29"/>
                    <a:pt x="259" y="30"/>
                    <a:pt x="258" y="30"/>
                  </a:cubicBezTo>
                  <a:cubicBezTo>
                    <a:pt x="257" y="31"/>
                    <a:pt x="256" y="32"/>
                    <a:pt x="255" y="32"/>
                  </a:cubicBezTo>
                  <a:cubicBezTo>
                    <a:pt x="253" y="33"/>
                    <a:pt x="252" y="34"/>
                    <a:pt x="251" y="34"/>
                  </a:cubicBezTo>
                  <a:cubicBezTo>
                    <a:pt x="251" y="35"/>
                    <a:pt x="250" y="35"/>
                    <a:pt x="249" y="35"/>
                  </a:cubicBezTo>
                  <a:cubicBezTo>
                    <a:pt x="249" y="36"/>
                    <a:pt x="249" y="38"/>
                    <a:pt x="247" y="40"/>
                  </a:cubicBezTo>
                  <a:cubicBezTo>
                    <a:pt x="237" y="49"/>
                    <a:pt x="237" y="49"/>
                    <a:pt x="237" y="49"/>
                  </a:cubicBezTo>
                  <a:cubicBezTo>
                    <a:pt x="236" y="50"/>
                    <a:pt x="231" y="54"/>
                    <a:pt x="228" y="55"/>
                  </a:cubicBezTo>
                  <a:cubicBezTo>
                    <a:pt x="228" y="55"/>
                    <a:pt x="228" y="55"/>
                    <a:pt x="228" y="55"/>
                  </a:cubicBezTo>
                  <a:cubicBezTo>
                    <a:pt x="221" y="55"/>
                    <a:pt x="220" y="49"/>
                    <a:pt x="220" y="47"/>
                  </a:cubicBezTo>
                  <a:cubicBezTo>
                    <a:pt x="220" y="46"/>
                    <a:pt x="220" y="46"/>
                    <a:pt x="220" y="46"/>
                  </a:cubicBezTo>
                  <a:cubicBezTo>
                    <a:pt x="219" y="44"/>
                    <a:pt x="219" y="43"/>
                    <a:pt x="219" y="42"/>
                  </a:cubicBezTo>
                  <a:cubicBezTo>
                    <a:pt x="218" y="40"/>
                    <a:pt x="218" y="39"/>
                    <a:pt x="218" y="39"/>
                  </a:cubicBezTo>
                  <a:cubicBezTo>
                    <a:pt x="217" y="38"/>
                    <a:pt x="216" y="37"/>
                    <a:pt x="215" y="37"/>
                  </a:cubicBezTo>
                  <a:cubicBezTo>
                    <a:pt x="214" y="36"/>
                    <a:pt x="211" y="34"/>
                    <a:pt x="210" y="32"/>
                  </a:cubicBezTo>
                  <a:cubicBezTo>
                    <a:pt x="208" y="27"/>
                    <a:pt x="207" y="25"/>
                    <a:pt x="207" y="24"/>
                  </a:cubicBezTo>
                  <a:cubicBezTo>
                    <a:pt x="199" y="24"/>
                    <a:pt x="191" y="25"/>
                    <a:pt x="184" y="27"/>
                  </a:cubicBezTo>
                  <a:cubicBezTo>
                    <a:pt x="167" y="30"/>
                    <a:pt x="151" y="33"/>
                    <a:pt x="134" y="36"/>
                  </a:cubicBezTo>
                  <a:cubicBezTo>
                    <a:pt x="118" y="39"/>
                    <a:pt x="101" y="43"/>
                    <a:pt x="83" y="44"/>
                  </a:cubicBezTo>
                  <a:cubicBezTo>
                    <a:pt x="83" y="44"/>
                    <a:pt x="82" y="44"/>
                    <a:pt x="80" y="44"/>
                  </a:cubicBezTo>
                  <a:cubicBezTo>
                    <a:pt x="78" y="44"/>
                    <a:pt x="77" y="44"/>
                    <a:pt x="75" y="44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64"/>
                    <a:pt x="75" y="73"/>
                    <a:pt x="75" y="81"/>
                  </a:cubicBezTo>
                  <a:cubicBezTo>
                    <a:pt x="74" y="94"/>
                    <a:pt x="74" y="108"/>
                    <a:pt x="74" y="121"/>
                  </a:cubicBezTo>
                  <a:cubicBezTo>
                    <a:pt x="74" y="138"/>
                    <a:pt x="74" y="154"/>
                    <a:pt x="73" y="170"/>
                  </a:cubicBezTo>
                  <a:cubicBezTo>
                    <a:pt x="72" y="270"/>
                    <a:pt x="72" y="270"/>
                    <a:pt x="72" y="270"/>
                  </a:cubicBezTo>
                  <a:cubicBezTo>
                    <a:pt x="72" y="277"/>
                    <a:pt x="64" y="278"/>
                    <a:pt x="60" y="279"/>
                  </a:cubicBezTo>
                  <a:cubicBezTo>
                    <a:pt x="59" y="280"/>
                    <a:pt x="59" y="280"/>
                    <a:pt x="59" y="280"/>
                  </a:cubicBezTo>
                  <a:cubicBezTo>
                    <a:pt x="54" y="281"/>
                    <a:pt x="46" y="281"/>
                    <a:pt x="39" y="280"/>
                  </a:cubicBezTo>
                  <a:cubicBezTo>
                    <a:pt x="37" y="280"/>
                    <a:pt x="34" y="280"/>
                    <a:pt x="32" y="280"/>
                  </a:cubicBezTo>
                  <a:cubicBezTo>
                    <a:pt x="31" y="280"/>
                    <a:pt x="29" y="280"/>
                    <a:pt x="26" y="280"/>
                  </a:cubicBezTo>
                  <a:cubicBezTo>
                    <a:pt x="22" y="280"/>
                    <a:pt x="16" y="280"/>
                    <a:pt x="12" y="280"/>
                  </a:cubicBezTo>
                  <a:cubicBezTo>
                    <a:pt x="12" y="286"/>
                    <a:pt x="12" y="291"/>
                    <a:pt x="12" y="296"/>
                  </a:cubicBezTo>
                  <a:cubicBezTo>
                    <a:pt x="9" y="452"/>
                    <a:pt x="9" y="452"/>
                    <a:pt x="9" y="452"/>
                  </a:cubicBezTo>
                  <a:cubicBezTo>
                    <a:pt x="9" y="453"/>
                    <a:pt x="13" y="456"/>
                    <a:pt x="16" y="457"/>
                  </a:cubicBezTo>
                  <a:cubicBezTo>
                    <a:pt x="21" y="459"/>
                    <a:pt x="24" y="461"/>
                    <a:pt x="26" y="464"/>
                  </a:cubicBezTo>
                  <a:cubicBezTo>
                    <a:pt x="28" y="466"/>
                    <a:pt x="28" y="466"/>
                    <a:pt x="28" y="466"/>
                  </a:cubicBezTo>
                  <a:cubicBezTo>
                    <a:pt x="30" y="468"/>
                    <a:pt x="32" y="470"/>
                    <a:pt x="33" y="472"/>
                  </a:cubicBezTo>
                  <a:cubicBezTo>
                    <a:pt x="33" y="473"/>
                    <a:pt x="34" y="474"/>
                    <a:pt x="34" y="475"/>
                  </a:cubicBezTo>
                  <a:cubicBezTo>
                    <a:pt x="36" y="477"/>
                    <a:pt x="36" y="479"/>
                    <a:pt x="36" y="480"/>
                  </a:cubicBezTo>
                  <a:cubicBezTo>
                    <a:pt x="37" y="481"/>
                    <a:pt x="38" y="482"/>
                    <a:pt x="38" y="483"/>
                  </a:cubicBezTo>
                  <a:cubicBezTo>
                    <a:pt x="39" y="485"/>
                    <a:pt x="39" y="486"/>
                    <a:pt x="40" y="487"/>
                  </a:cubicBezTo>
                  <a:cubicBezTo>
                    <a:pt x="40" y="489"/>
                    <a:pt x="41" y="490"/>
                    <a:pt x="41" y="491"/>
                  </a:cubicBezTo>
                  <a:cubicBezTo>
                    <a:pt x="42" y="491"/>
                    <a:pt x="42" y="492"/>
                    <a:pt x="43" y="492"/>
                  </a:cubicBezTo>
                  <a:cubicBezTo>
                    <a:pt x="44" y="493"/>
                    <a:pt x="44" y="493"/>
                    <a:pt x="44" y="493"/>
                  </a:cubicBezTo>
                  <a:cubicBezTo>
                    <a:pt x="44" y="493"/>
                    <a:pt x="44" y="493"/>
                    <a:pt x="44" y="494"/>
                  </a:cubicBezTo>
                  <a:cubicBezTo>
                    <a:pt x="45" y="494"/>
                    <a:pt x="45" y="494"/>
                    <a:pt x="46" y="494"/>
                  </a:cubicBezTo>
                  <a:cubicBezTo>
                    <a:pt x="47" y="495"/>
                    <a:pt x="47" y="496"/>
                    <a:pt x="48" y="498"/>
                  </a:cubicBezTo>
                  <a:cubicBezTo>
                    <a:pt x="48" y="500"/>
                    <a:pt x="47" y="501"/>
                    <a:pt x="46" y="502"/>
                  </a:cubicBezTo>
                  <a:cubicBezTo>
                    <a:pt x="46" y="502"/>
                    <a:pt x="46" y="502"/>
                    <a:pt x="47" y="502"/>
                  </a:cubicBezTo>
                  <a:cubicBezTo>
                    <a:pt x="47" y="503"/>
                    <a:pt x="48" y="504"/>
                    <a:pt x="48" y="506"/>
                  </a:cubicBezTo>
                  <a:cubicBezTo>
                    <a:pt x="48" y="507"/>
                    <a:pt x="48" y="507"/>
                    <a:pt x="48" y="508"/>
                  </a:cubicBezTo>
                  <a:cubicBezTo>
                    <a:pt x="48" y="508"/>
                    <a:pt x="48" y="508"/>
                    <a:pt x="48" y="509"/>
                  </a:cubicBezTo>
                  <a:cubicBezTo>
                    <a:pt x="49" y="510"/>
                    <a:pt x="49" y="510"/>
                    <a:pt x="49" y="511"/>
                  </a:cubicBezTo>
                  <a:cubicBezTo>
                    <a:pt x="50" y="512"/>
                    <a:pt x="50" y="512"/>
                    <a:pt x="50" y="512"/>
                  </a:cubicBezTo>
                  <a:cubicBezTo>
                    <a:pt x="50" y="514"/>
                    <a:pt x="51" y="515"/>
                    <a:pt x="52" y="517"/>
                  </a:cubicBezTo>
                  <a:cubicBezTo>
                    <a:pt x="52" y="518"/>
                    <a:pt x="52" y="518"/>
                    <a:pt x="52" y="519"/>
                  </a:cubicBezTo>
                  <a:close/>
                  <a:moveTo>
                    <a:pt x="312" y="3"/>
                  </a:moveTo>
                  <a:cubicBezTo>
                    <a:pt x="312" y="8"/>
                    <a:pt x="312" y="8"/>
                    <a:pt x="312" y="8"/>
                  </a:cubicBezTo>
                  <a:cubicBezTo>
                    <a:pt x="313" y="4"/>
                    <a:pt x="313" y="4"/>
                    <a:pt x="313" y="4"/>
                  </a:cubicBezTo>
                  <a:cubicBezTo>
                    <a:pt x="313" y="4"/>
                    <a:pt x="312" y="3"/>
                    <a:pt x="312" y="3"/>
                  </a:cubicBezTo>
                  <a:close/>
                  <a:moveTo>
                    <a:pt x="374" y="330"/>
                  </a:moveTo>
                  <a:cubicBezTo>
                    <a:pt x="372" y="330"/>
                    <a:pt x="370" y="328"/>
                    <a:pt x="370" y="326"/>
                  </a:cubicBezTo>
                  <a:cubicBezTo>
                    <a:pt x="370" y="323"/>
                    <a:pt x="372" y="321"/>
                    <a:pt x="374" y="321"/>
                  </a:cubicBezTo>
                  <a:cubicBezTo>
                    <a:pt x="377" y="321"/>
                    <a:pt x="379" y="323"/>
                    <a:pt x="379" y="326"/>
                  </a:cubicBezTo>
                  <a:cubicBezTo>
                    <a:pt x="379" y="328"/>
                    <a:pt x="377" y="330"/>
                    <a:pt x="374" y="33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09" name="Freeform 100">
              <a:extLst>
                <a:ext uri="{FF2B5EF4-FFF2-40B4-BE49-F238E27FC236}">
                  <a16:creationId xmlns:a16="http://schemas.microsoft.com/office/drawing/2014/main" id="{616630A7-D364-4A82-A765-AEF64EE8E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4251" y="4645026"/>
              <a:ext cx="631825" cy="660400"/>
            </a:xfrm>
            <a:custGeom>
              <a:avLst/>
              <a:gdLst>
                <a:gd name="T0" fmla="*/ 217 w 560"/>
                <a:gd name="T1" fmla="*/ 31 h 585"/>
                <a:gd name="T2" fmla="*/ 129 w 560"/>
                <a:gd name="T3" fmla="*/ 27 h 585"/>
                <a:gd name="T4" fmla="*/ 66 w 560"/>
                <a:gd name="T5" fmla="*/ 76 h 585"/>
                <a:gd name="T6" fmla="*/ 53 w 560"/>
                <a:gd name="T7" fmla="*/ 270 h 585"/>
                <a:gd name="T8" fmla="*/ 1 w 560"/>
                <a:gd name="T9" fmla="*/ 392 h 585"/>
                <a:gd name="T10" fmla="*/ 26 w 560"/>
                <a:gd name="T11" fmla="*/ 473 h 585"/>
                <a:gd name="T12" fmla="*/ 37 w 560"/>
                <a:gd name="T13" fmla="*/ 491 h 585"/>
                <a:gd name="T14" fmla="*/ 38 w 560"/>
                <a:gd name="T15" fmla="*/ 498 h 585"/>
                <a:gd name="T16" fmla="*/ 41 w 560"/>
                <a:gd name="T17" fmla="*/ 509 h 585"/>
                <a:gd name="T18" fmla="*/ 47 w 560"/>
                <a:gd name="T19" fmla="*/ 528 h 585"/>
                <a:gd name="T20" fmla="*/ 35 w 560"/>
                <a:gd name="T21" fmla="*/ 565 h 585"/>
                <a:gd name="T22" fmla="*/ 45 w 560"/>
                <a:gd name="T23" fmla="*/ 581 h 585"/>
                <a:gd name="T24" fmla="*/ 78 w 560"/>
                <a:gd name="T25" fmla="*/ 580 h 585"/>
                <a:gd name="T26" fmla="*/ 102 w 560"/>
                <a:gd name="T27" fmla="*/ 577 h 585"/>
                <a:gd name="T28" fmla="*/ 133 w 560"/>
                <a:gd name="T29" fmla="*/ 549 h 585"/>
                <a:gd name="T30" fmla="*/ 148 w 560"/>
                <a:gd name="T31" fmla="*/ 541 h 585"/>
                <a:gd name="T32" fmla="*/ 160 w 560"/>
                <a:gd name="T33" fmla="*/ 522 h 585"/>
                <a:gd name="T34" fmla="*/ 165 w 560"/>
                <a:gd name="T35" fmla="*/ 507 h 585"/>
                <a:gd name="T36" fmla="*/ 167 w 560"/>
                <a:gd name="T37" fmla="*/ 494 h 585"/>
                <a:gd name="T38" fmla="*/ 175 w 560"/>
                <a:gd name="T39" fmla="*/ 485 h 585"/>
                <a:gd name="T40" fmla="*/ 194 w 560"/>
                <a:gd name="T41" fmla="*/ 480 h 585"/>
                <a:gd name="T42" fmla="*/ 209 w 560"/>
                <a:gd name="T43" fmla="*/ 486 h 585"/>
                <a:gd name="T44" fmla="*/ 237 w 560"/>
                <a:gd name="T45" fmla="*/ 505 h 585"/>
                <a:gd name="T46" fmla="*/ 270 w 560"/>
                <a:gd name="T47" fmla="*/ 514 h 585"/>
                <a:gd name="T48" fmla="*/ 297 w 560"/>
                <a:gd name="T49" fmla="*/ 510 h 585"/>
                <a:gd name="T50" fmla="*/ 347 w 560"/>
                <a:gd name="T51" fmla="*/ 450 h 585"/>
                <a:gd name="T52" fmla="*/ 382 w 560"/>
                <a:gd name="T53" fmla="*/ 437 h 585"/>
                <a:gd name="T54" fmla="*/ 408 w 560"/>
                <a:gd name="T55" fmla="*/ 409 h 585"/>
                <a:gd name="T56" fmla="*/ 421 w 560"/>
                <a:gd name="T57" fmla="*/ 374 h 585"/>
                <a:gd name="T58" fmla="*/ 429 w 560"/>
                <a:gd name="T59" fmla="*/ 368 h 585"/>
                <a:gd name="T60" fmla="*/ 439 w 560"/>
                <a:gd name="T61" fmla="*/ 362 h 585"/>
                <a:gd name="T62" fmla="*/ 449 w 560"/>
                <a:gd name="T63" fmla="*/ 359 h 585"/>
                <a:gd name="T64" fmla="*/ 460 w 560"/>
                <a:gd name="T65" fmla="*/ 349 h 585"/>
                <a:gd name="T66" fmla="*/ 474 w 560"/>
                <a:gd name="T67" fmla="*/ 337 h 585"/>
                <a:gd name="T68" fmla="*/ 480 w 560"/>
                <a:gd name="T69" fmla="*/ 325 h 585"/>
                <a:gd name="T70" fmla="*/ 513 w 560"/>
                <a:gd name="T71" fmla="*/ 307 h 585"/>
                <a:gd name="T72" fmla="*/ 540 w 560"/>
                <a:gd name="T73" fmla="*/ 285 h 585"/>
                <a:gd name="T74" fmla="*/ 553 w 560"/>
                <a:gd name="T75" fmla="*/ 275 h 585"/>
                <a:gd name="T76" fmla="*/ 543 w 560"/>
                <a:gd name="T77" fmla="*/ 258 h 585"/>
                <a:gd name="T78" fmla="*/ 498 w 560"/>
                <a:gd name="T79" fmla="*/ 245 h 585"/>
                <a:gd name="T80" fmla="*/ 463 w 560"/>
                <a:gd name="T81" fmla="*/ 203 h 585"/>
                <a:gd name="T82" fmla="*/ 440 w 560"/>
                <a:gd name="T83" fmla="*/ 174 h 585"/>
                <a:gd name="T84" fmla="*/ 413 w 560"/>
                <a:gd name="T85" fmla="*/ 139 h 585"/>
                <a:gd name="T86" fmla="*/ 394 w 560"/>
                <a:gd name="T87" fmla="*/ 126 h 585"/>
                <a:gd name="T88" fmla="*/ 384 w 560"/>
                <a:gd name="T89" fmla="*/ 116 h 585"/>
                <a:gd name="T90" fmla="*/ 364 w 560"/>
                <a:gd name="T91" fmla="*/ 74 h 585"/>
                <a:gd name="T92" fmla="*/ 338 w 560"/>
                <a:gd name="T93" fmla="*/ 40 h 585"/>
                <a:gd name="T94" fmla="*/ 321 w 560"/>
                <a:gd name="T95" fmla="*/ 7 h 585"/>
                <a:gd name="T96" fmla="*/ 305 w 560"/>
                <a:gd name="T97" fmla="*/ 1 h 585"/>
                <a:gd name="T98" fmla="*/ 272 w 560"/>
                <a:gd name="T99" fmla="*/ 11 h 585"/>
                <a:gd name="T100" fmla="*/ 254 w 560"/>
                <a:gd name="T101" fmla="*/ 20 h 585"/>
                <a:gd name="T102" fmla="*/ 230 w 560"/>
                <a:gd name="T103" fmla="*/ 4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0" h="585">
                  <a:moveTo>
                    <a:pt x="230" y="41"/>
                  </a:moveTo>
                  <a:cubicBezTo>
                    <a:pt x="229" y="42"/>
                    <a:pt x="225" y="45"/>
                    <a:pt x="224" y="45"/>
                  </a:cubicBezTo>
                  <a:cubicBezTo>
                    <a:pt x="220" y="45"/>
                    <a:pt x="221" y="41"/>
                    <a:pt x="220" y="39"/>
                  </a:cubicBezTo>
                  <a:cubicBezTo>
                    <a:pt x="219" y="36"/>
                    <a:pt x="220" y="34"/>
                    <a:pt x="217" y="31"/>
                  </a:cubicBezTo>
                  <a:cubicBezTo>
                    <a:pt x="216" y="28"/>
                    <a:pt x="212" y="27"/>
                    <a:pt x="211" y="25"/>
                  </a:cubicBezTo>
                  <a:cubicBezTo>
                    <a:pt x="210" y="24"/>
                    <a:pt x="206" y="14"/>
                    <a:pt x="205" y="14"/>
                  </a:cubicBezTo>
                  <a:cubicBezTo>
                    <a:pt x="196" y="15"/>
                    <a:pt x="188" y="16"/>
                    <a:pt x="179" y="17"/>
                  </a:cubicBezTo>
                  <a:cubicBezTo>
                    <a:pt x="163" y="20"/>
                    <a:pt x="146" y="23"/>
                    <a:pt x="129" y="27"/>
                  </a:cubicBezTo>
                  <a:cubicBezTo>
                    <a:pt x="112" y="30"/>
                    <a:pt x="96" y="33"/>
                    <a:pt x="79" y="34"/>
                  </a:cubicBezTo>
                  <a:cubicBezTo>
                    <a:pt x="78" y="34"/>
                    <a:pt x="67" y="34"/>
                    <a:pt x="67" y="35"/>
                  </a:cubicBezTo>
                  <a:cubicBezTo>
                    <a:pt x="67" y="37"/>
                    <a:pt x="67" y="40"/>
                    <a:pt x="67" y="42"/>
                  </a:cubicBezTo>
                  <a:cubicBezTo>
                    <a:pt x="66" y="53"/>
                    <a:pt x="66" y="65"/>
                    <a:pt x="66" y="76"/>
                  </a:cubicBezTo>
                  <a:cubicBezTo>
                    <a:pt x="66" y="106"/>
                    <a:pt x="65" y="136"/>
                    <a:pt x="65" y="165"/>
                  </a:cubicBezTo>
                  <a:cubicBezTo>
                    <a:pt x="64" y="195"/>
                    <a:pt x="64" y="224"/>
                    <a:pt x="63" y="253"/>
                  </a:cubicBezTo>
                  <a:cubicBezTo>
                    <a:pt x="63" y="257"/>
                    <a:pt x="63" y="261"/>
                    <a:pt x="63" y="265"/>
                  </a:cubicBezTo>
                  <a:cubicBezTo>
                    <a:pt x="63" y="268"/>
                    <a:pt x="57" y="269"/>
                    <a:pt x="53" y="270"/>
                  </a:cubicBezTo>
                  <a:cubicBezTo>
                    <a:pt x="46" y="272"/>
                    <a:pt x="35" y="270"/>
                    <a:pt x="27" y="271"/>
                  </a:cubicBezTo>
                  <a:cubicBezTo>
                    <a:pt x="26" y="271"/>
                    <a:pt x="3" y="271"/>
                    <a:pt x="3" y="271"/>
                  </a:cubicBezTo>
                  <a:cubicBezTo>
                    <a:pt x="3" y="278"/>
                    <a:pt x="3" y="284"/>
                    <a:pt x="3" y="291"/>
                  </a:cubicBezTo>
                  <a:cubicBezTo>
                    <a:pt x="3" y="324"/>
                    <a:pt x="2" y="358"/>
                    <a:pt x="1" y="392"/>
                  </a:cubicBezTo>
                  <a:cubicBezTo>
                    <a:pt x="1" y="410"/>
                    <a:pt x="1" y="429"/>
                    <a:pt x="0" y="447"/>
                  </a:cubicBezTo>
                  <a:cubicBezTo>
                    <a:pt x="0" y="451"/>
                    <a:pt x="8" y="455"/>
                    <a:pt x="11" y="456"/>
                  </a:cubicBezTo>
                  <a:cubicBezTo>
                    <a:pt x="15" y="458"/>
                    <a:pt x="18" y="461"/>
                    <a:pt x="21" y="464"/>
                  </a:cubicBezTo>
                  <a:cubicBezTo>
                    <a:pt x="24" y="466"/>
                    <a:pt x="24" y="470"/>
                    <a:pt x="26" y="473"/>
                  </a:cubicBezTo>
                  <a:cubicBezTo>
                    <a:pt x="28" y="474"/>
                    <a:pt x="26" y="475"/>
                    <a:pt x="27" y="477"/>
                  </a:cubicBezTo>
                  <a:cubicBezTo>
                    <a:pt x="27" y="478"/>
                    <a:pt x="29" y="479"/>
                    <a:pt x="30" y="480"/>
                  </a:cubicBezTo>
                  <a:cubicBezTo>
                    <a:pt x="31" y="483"/>
                    <a:pt x="32" y="486"/>
                    <a:pt x="34" y="488"/>
                  </a:cubicBezTo>
                  <a:cubicBezTo>
                    <a:pt x="34" y="489"/>
                    <a:pt x="36" y="491"/>
                    <a:pt x="37" y="491"/>
                  </a:cubicBezTo>
                  <a:cubicBezTo>
                    <a:pt x="37" y="492"/>
                    <a:pt x="37" y="493"/>
                    <a:pt x="37" y="493"/>
                  </a:cubicBezTo>
                  <a:cubicBezTo>
                    <a:pt x="37" y="493"/>
                    <a:pt x="38" y="493"/>
                    <a:pt x="39" y="493"/>
                  </a:cubicBezTo>
                  <a:cubicBezTo>
                    <a:pt x="40" y="493"/>
                    <a:pt x="37" y="494"/>
                    <a:pt x="37" y="495"/>
                  </a:cubicBezTo>
                  <a:cubicBezTo>
                    <a:pt x="37" y="497"/>
                    <a:pt x="37" y="497"/>
                    <a:pt x="38" y="498"/>
                  </a:cubicBezTo>
                  <a:cubicBezTo>
                    <a:pt x="38" y="500"/>
                    <a:pt x="39" y="500"/>
                    <a:pt x="39" y="502"/>
                  </a:cubicBezTo>
                  <a:cubicBezTo>
                    <a:pt x="39" y="502"/>
                    <a:pt x="38" y="503"/>
                    <a:pt x="38" y="503"/>
                  </a:cubicBezTo>
                  <a:cubicBezTo>
                    <a:pt x="38" y="504"/>
                    <a:pt x="40" y="504"/>
                    <a:pt x="40" y="505"/>
                  </a:cubicBezTo>
                  <a:cubicBezTo>
                    <a:pt x="40" y="507"/>
                    <a:pt x="40" y="507"/>
                    <a:pt x="41" y="509"/>
                  </a:cubicBezTo>
                  <a:cubicBezTo>
                    <a:pt x="42" y="510"/>
                    <a:pt x="43" y="511"/>
                    <a:pt x="43" y="513"/>
                  </a:cubicBezTo>
                  <a:cubicBezTo>
                    <a:pt x="44" y="515"/>
                    <a:pt x="43" y="515"/>
                    <a:pt x="44" y="516"/>
                  </a:cubicBezTo>
                  <a:cubicBezTo>
                    <a:pt x="44" y="517"/>
                    <a:pt x="46" y="518"/>
                    <a:pt x="47" y="520"/>
                  </a:cubicBezTo>
                  <a:cubicBezTo>
                    <a:pt x="47" y="523"/>
                    <a:pt x="47" y="525"/>
                    <a:pt x="47" y="528"/>
                  </a:cubicBezTo>
                  <a:cubicBezTo>
                    <a:pt x="47" y="531"/>
                    <a:pt x="49" y="535"/>
                    <a:pt x="48" y="538"/>
                  </a:cubicBezTo>
                  <a:cubicBezTo>
                    <a:pt x="46" y="543"/>
                    <a:pt x="42" y="548"/>
                    <a:pt x="39" y="552"/>
                  </a:cubicBezTo>
                  <a:cubicBezTo>
                    <a:pt x="37" y="554"/>
                    <a:pt x="35" y="555"/>
                    <a:pt x="34" y="557"/>
                  </a:cubicBezTo>
                  <a:cubicBezTo>
                    <a:pt x="33" y="560"/>
                    <a:pt x="34" y="562"/>
                    <a:pt x="35" y="565"/>
                  </a:cubicBezTo>
                  <a:cubicBezTo>
                    <a:pt x="36" y="567"/>
                    <a:pt x="33" y="570"/>
                    <a:pt x="34" y="573"/>
                  </a:cubicBezTo>
                  <a:cubicBezTo>
                    <a:pt x="35" y="575"/>
                    <a:pt x="34" y="578"/>
                    <a:pt x="36" y="581"/>
                  </a:cubicBezTo>
                  <a:cubicBezTo>
                    <a:pt x="36" y="582"/>
                    <a:pt x="37" y="583"/>
                    <a:pt x="38" y="585"/>
                  </a:cubicBezTo>
                  <a:cubicBezTo>
                    <a:pt x="39" y="583"/>
                    <a:pt x="44" y="582"/>
                    <a:pt x="45" y="581"/>
                  </a:cubicBezTo>
                  <a:cubicBezTo>
                    <a:pt x="48" y="579"/>
                    <a:pt x="50" y="578"/>
                    <a:pt x="53" y="579"/>
                  </a:cubicBezTo>
                  <a:cubicBezTo>
                    <a:pt x="57" y="581"/>
                    <a:pt x="57" y="582"/>
                    <a:pt x="61" y="582"/>
                  </a:cubicBezTo>
                  <a:cubicBezTo>
                    <a:pt x="64" y="583"/>
                    <a:pt x="66" y="582"/>
                    <a:pt x="69" y="582"/>
                  </a:cubicBezTo>
                  <a:cubicBezTo>
                    <a:pt x="72" y="581"/>
                    <a:pt x="75" y="581"/>
                    <a:pt x="78" y="580"/>
                  </a:cubicBezTo>
                  <a:cubicBezTo>
                    <a:pt x="81" y="580"/>
                    <a:pt x="83" y="582"/>
                    <a:pt x="86" y="582"/>
                  </a:cubicBezTo>
                  <a:cubicBezTo>
                    <a:pt x="87" y="582"/>
                    <a:pt x="88" y="581"/>
                    <a:pt x="90" y="582"/>
                  </a:cubicBezTo>
                  <a:cubicBezTo>
                    <a:pt x="91" y="582"/>
                    <a:pt x="92" y="583"/>
                    <a:pt x="94" y="583"/>
                  </a:cubicBezTo>
                  <a:cubicBezTo>
                    <a:pt x="97" y="583"/>
                    <a:pt x="102" y="580"/>
                    <a:pt x="102" y="577"/>
                  </a:cubicBezTo>
                  <a:cubicBezTo>
                    <a:pt x="103" y="573"/>
                    <a:pt x="99" y="571"/>
                    <a:pt x="105" y="570"/>
                  </a:cubicBezTo>
                  <a:cubicBezTo>
                    <a:pt x="108" y="569"/>
                    <a:pt x="111" y="570"/>
                    <a:pt x="115" y="569"/>
                  </a:cubicBezTo>
                  <a:cubicBezTo>
                    <a:pt x="121" y="567"/>
                    <a:pt x="124" y="561"/>
                    <a:pt x="126" y="556"/>
                  </a:cubicBezTo>
                  <a:cubicBezTo>
                    <a:pt x="128" y="552"/>
                    <a:pt x="130" y="550"/>
                    <a:pt x="133" y="549"/>
                  </a:cubicBezTo>
                  <a:cubicBezTo>
                    <a:pt x="135" y="548"/>
                    <a:pt x="136" y="548"/>
                    <a:pt x="137" y="547"/>
                  </a:cubicBezTo>
                  <a:cubicBezTo>
                    <a:pt x="138" y="546"/>
                    <a:pt x="139" y="544"/>
                    <a:pt x="140" y="543"/>
                  </a:cubicBezTo>
                  <a:cubicBezTo>
                    <a:pt x="142" y="542"/>
                    <a:pt x="143" y="541"/>
                    <a:pt x="145" y="541"/>
                  </a:cubicBezTo>
                  <a:cubicBezTo>
                    <a:pt x="146" y="540"/>
                    <a:pt x="146" y="543"/>
                    <a:pt x="148" y="541"/>
                  </a:cubicBezTo>
                  <a:cubicBezTo>
                    <a:pt x="150" y="538"/>
                    <a:pt x="153" y="535"/>
                    <a:pt x="155" y="532"/>
                  </a:cubicBezTo>
                  <a:cubicBezTo>
                    <a:pt x="155" y="531"/>
                    <a:pt x="156" y="529"/>
                    <a:pt x="156" y="528"/>
                  </a:cubicBezTo>
                  <a:cubicBezTo>
                    <a:pt x="158" y="528"/>
                    <a:pt x="158" y="528"/>
                    <a:pt x="159" y="526"/>
                  </a:cubicBezTo>
                  <a:cubicBezTo>
                    <a:pt x="160" y="525"/>
                    <a:pt x="160" y="523"/>
                    <a:pt x="160" y="522"/>
                  </a:cubicBezTo>
                  <a:cubicBezTo>
                    <a:pt x="160" y="520"/>
                    <a:pt x="159" y="521"/>
                    <a:pt x="160" y="519"/>
                  </a:cubicBezTo>
                  <a:cubicBezTo>
                    <a:pt x="160" y="518"/>
                    <a:pt x="162" y="517"/>
                    <a:pt x="162" y="516"/>
                  </a:cubicBezTo>
                  <a:cubicBezTo>
                    <a:pt x="162" y="515"/>
                    <a:pt x="161" y="514"/>
                    <a:pt x="160" y="513"/>
                  </a:cubicBezTo>
                  <a:cubicBezTo>
                    <a:pt x="160" y="511"/>
                    <a:pt x="164" y="509"/>
                    <a:pt x="165" y="507"/>
                  </a:cubicBezTo>
                  <a:cubicBezTo>
                    <a:pt x="166" y="506"/>
                    <a:pt x="165" y="504"/>
                    <a:pt x="165" y="503"/>
                  </a:cubicBezTo>
                  <a:cubicBezTo>
                    <a:pt x="165" y="503"/>
                    <a:pt x="166" y="502"/>
                    <a:pt x="166" y="502"/>
                  </a:cubicBezTo>
                  <a:cubicBezTo>
                    <a:pt x="166" y="501"/>
                    <a:pt x="165" y="501"/>
                    <a:pt x="165" y="500"/>
                  </a:cubicBezTo>
                  <a:cubicBezTo>
                    <a:pt x="166" y="499"/>
                    <a:pt x="166" y="495"/>
                    <a:pt x="167" y="494"/>
                  </a:cubicBezTo>
                  <a:cubicBezTo>
                    <a:pt x="168" y="493"/>
                    <a:pt x="169" y="493"/>
                    <a:pt x="170" y="491"/>
                  </a:cubicBezTo>
                  <a:cubicBezTo>
                    <a:pt x="171" y="490"/>
                    <a:pt x="172" y="489"/>
                    <a:pt x="172" y="488"/>
                  </a:cubicBezTo>
                  <a:cubicBezTo>
                    <a:pt x="173" y="488"/>
                    <a:pt x="174" y="487"/>
                    <a:pt x="175" y="487"/>
                  </a:cubicBezTo>
                  <a:cubicBezTo>
                    <a:pt x="175" y="487"/>
                    <a:pt x="175" y="485"/>
                    <a:pt x="175" y="485"/>
                  </a:cubicBezTo>
                  <a:cubicBezTo>
                    <a:pt x="175" y="485"/>
                    <a:pt x="178" y="483"/>
                    <a:pt x="178" y="483"/>
                  </a:cubicBezTo>
                  <a:cubicBezTo>
                    <a:pt x="180" y="482"/>
                    <a:pt x="180" y="484"/>
                    <a:pt x="182" y="484"/>
                  </a:cubicBezTo>
                  <a:cubicBezTo>
                    <a:pt x="182" y="484"/>
                    <a:pt x="185" y="482"/>
                    <a:pt x="185" y="482"/>
                  </a:cubicBezTo>
                  <a:cubicBezTo>
                    <a:pt x="189" y="481"/>
                    <a:pt x="190" y="480"/>
                    <a:pt x="194" y="480"/>
                  </a:cubicBezTo>
                  <a:cubicBezTo>
                    <a:pt x="196" y="481"/>
                    <a:pt x="198" y="481"/>
                    <a:pt x="200" y="482"/>
                  </a:cubicBezTo>
                  <a:cubicBezTo>
                    <a:pt x="201" y="483"/>
                    <a:pt x="203" y="481"/>
                    <a:pt x="203" y="481"/>
                  </a:cubicBezTo>
                  <a:cubicBezTo>
                    <a:pt x="205" y="482"/>
                    <a:pt x="205" y="483"/>
                    <a:pt x="206" y="484"/>
                  </a:cubicBezTo>
                  <a:cubicBezTo>
                    <a:pt x="207" y="485"/>
                    <a:pt x="208" y="485"/>
                    <a:pt x="209" y="486"/>
                  </a:cubicBezTo>
                  <a:cubicBezTo>
                    <a:pt x="214" y="489"/>
                    <a:pt x="218" y="492"/>
                    <a:pt x="222" y="496"/>
                  </a:cubicBezTo>
                  <a:cubicBezTo>
                    <a:pt x="223" y="497"/>
                    <a:pt x="227" y="502"/>
                    <a:pt x="229" y="503"/>
                  </a:cubicBezTo>
                  <a:cubicBezTo>
                    <a:pt x="231" y="504"/>
                    <a:pt x="237" y="502"/>
                    <a:pt x="235" y="505"/>
                  </a:cubicBezTo>
                  <a:cubicBezTo>
                    <a:pt x="236" y="505"/>
                    <a:pt x="236" y="505"/>
                    <a:pt x="237" y="505"/>
                  </a:cubicBezTo>
                  <a:cubicBezTo>
                    <a:pt x="240" y="505"/>
                    <a:pt x="243" y="503"/>
                    <a:pt x="246" y="504"/>
                  </a:cubicBezTo>
                  <a:cubicBezTo>
                    <a:pt x="249" y="504"/>
                    <a:pt x="249" y="507"/>
                    <a:pt x="252" y="509"/>
                  </a:cubicBezTo>
                  <a:cubicBezTo>
                    <a:pt x="255" y="512"/>
                    <a:pt x="257" y="512"/>
                    <a:pt x="260" y="511"/>
                  </a:cubicBezTo>
                  <a:cubicBezTo>
                    <a:pt x="263" y="511"/>
                    <a:pt x="267" y="512"/>
                    <a:pt x="270" y="514"/>
                  </a:cubicBezTo>
                  <a:cubicBezTo>
                    <a:pt x="273" y="515"/>
                    <a:pt x="274" y="517"/>
                    <a:pt x="278" y="516"/>
                  </a:cubicBezTo>
                  <a:cubicBezTo>
                    <a:pt x="280" y="516"/>
                    <a:pt x="281" y="517"/>
                    <a:pt x="283" y="517"/>
                  </a:cubicBezTo>
                  <a:cubicBezTo>
                    <a:pt x="284" y="517"/>
                    <a:pt x="287" y="515"/>
                    <a:pt x="289" y="515"/>
                  </a:cubicBezTo>
                  <a:cubicBezTo>
                    <a:pt x="292" y="513"/>
                    <a:pt x="293" y="510"/>
                    <a:pt x="297" y="510"/>
                  </a:cubicBezTo>
                  <a:cubicBezTo>
                    <a:pt x="299" y="510"/>
                    <a:pt x="301" y="512"/>
                    <a:pt x="304" y="512"/>
                  </a:cubicBezTo>
                  <a:cubicBezTo>
                    <a:pt x="320" y="514"/>
                    <a:pt x="332" y="502"/>
                    <a:pt x="336" y="489"/>
                  </a:cubicBezTo>
                  <a:cubicBezTo>
                    <a:pt x="338" y="481"/>
                    <a:pt x="342" y="474"/>
                    <a:pt x="344" y="466"/>
                  </a:cubicBezTo>
                  <a:cubicBezTo>
                    <a:pt x="346" y="461"/>
                    <a:pt x="347" y="456"/>
                    <a:pt x="347" y="450"/>
                  </a:cubicBezTo>
                  <a:cubicBezTo>
                    <a:pt x="347" y="445"/>
                    <a:pt x="350" y="447"/>
                    <a:pt x="354" y="446"/>
                  </a:cubicBezTo>
                  <a:cubicBezTo>
                    <a:pt x="359" y="445"/>
                    <a:pt x="364" y="442"/>
                    <a:pt x="369" y="441"/>
                  </a:cubicBezTo>
                  <a:cubicBezTo>
                    <a:pt x="371" y="440"/>
                    <a:pt x="373" y="440"/>
                    <a:pt x="375" y="439"/>
                  </a:cubicBezTo>
                  <a:cubicBezTo>
                    <a:pt x="378" y="438"/>
                    <a:pt x="379" y="440"/>
                    <a:pt x="382" y="437"/>
                  </a:cubicBezTo>
                  <a:cubicBezTo>
                    <a:pt x="385" y="435"/>
                    <a:pt x="386" y="430"/>
                    <a:pt x="389" y="427"/>
                  </a:cubicBezTo>
                  <a:cubicBezTo>
                    <a:pt x="391" y="425"/>
                    <a:pt x="393" y="424"/>
                    <a:pt x="396" y="422"/>
                  </a:cubicBezTo>
                  <a:cubicBezTo>
                    <a:pt x="398" y="419"/>
                    <a:pt x="401" y="419"/>
                    <a:pt x="404" y="417"/>
                  </a:cubicBezTo>
                  <a:cubicBezTo>
                    <a:pt x="407" y="415"/>
                    <a:pt x="408" y="413"/>
                    <a:pt x="408" y="409"/>
                  </a:cubicBezTo>
                  <a:cubicBezTo>
                    <a:pt x="408" y="406"/>
                    <a:pt x="409" y="404"/>
                    <a:pt x="410" y="400"/>
                  </a:cubicBezTo>
                  <a:cubicBezTo>
                    <a:pt x="411" y="394"/>
                    <a:pt x="413" y="389"/>
                    <a:pt x="414" y="383"/>
                  </a:cubicBezTo>
                  <a:cubicBezTo>
                    <a:pt x="414" y="382"/>
                    <a:pt x="416" y="377"/>
                    <a:pt x="417" y="377"/>
                  </a:cubicBezTo>
                  <a:cubicBezTo>
                    <a:pt x="421" y="374"/>
                    <a:pt x="421" y="374"/>
                    <a:pt x="421" y="374"/>
                  </a:cubicBezTo>
                  <a:cubicBezTo>
                    <a:pt x="421" y="373"/>
                    <a:pt x="423" y="372"/>
                    <a:pt x="424" y="371"/>
                  </a:cubicBezTo>
                  <a:cubicBezTo>
                    <a:pt x="424" y="372"/>
                    <a:pt x="425" y="370"/>
                    <a:pt x="425" y="370"/>
                  </a:cubicBezTo>
                  <a:cubicBezTo>
                    <a:pt x="425" y="370"/>
                    <a:pt x="425" y="369"/>
                    <a:pt x="425" y="369"/>
                  </a:cubicBezTo>
                  <a:cubicBezTo>
                    <a:pt x="425" y="369"/>
                    <a:pt x="429" y="368"/>
                    <a:pt x="429" y="368"/>
                  </a:cubicBezTo>
                  <a:cubicBezTo>
                    <a:pt x="429" y="368"/>
                    <a:pt x="430" y="366"/>
                    <a:pt x="430" y="366"/>
                  </a:cubicBezTo>
                  <a:cubicBezTo>
                    <a:pt x="431" y="366"/>
                    <a:pt x="432" y="366"/>
                    <a:pt x="432" y="365"/>
                  </a:cubicBezTo>
                  <a:cubicBezTo>
                    <a:pt x="434" y="364"/>
                    <a:pt x="435" y="364"/>
                    <a:pt x="436" y="362"/>
                  </a:cubicBezTo>
                  <a:cubicBezTo>
                    <a:pt x="437" y="360"/>
                    <a:pt x="438" y="362"/>
                    <a:pt x="439" y="362"/>
                  </a:cubicBezTo>
                  <a:cubicBezTo>
                    <a:pt x="439" y="361"/>
                    <a:pt x="441" y="360"/>
                    <a:pt x="442" y="360"/>
                  </a:cubicBezTo>
                  <a:cubicBezTo>
                    <a:pt x="440" y="361"/>
                    <a:pt x="444" y="361"/>
                    <a:pt x="443" y="361"/>
                  </a:cubicBezTo>
                  <a:cubicBezTo>
                    <a:pt x="443" y="361"/>
                    <a:pt x="445" y="360"/>
                    <a:pt x="445" y="360"/>
                  </a:cubicBezTo>
                  <a:cubicBezTo>
                    <a:pt x="447" y="359"/>
                    <a:pt x="448" y="360"/>
                    <a:pt x="449" y="359"/>
                  </a:cubicBezTo>
                  <a:cubicBezTo>
                    <a:pt x="452" y="357"/>
                    <a:pt x="451" y="353"/>
                    <a:pt x="452" y="351"/>
                  </a:cubicBezTo>
                  <a:cubicBezTo>
                    <a:pt x="454" y="349"/>
                    <a:pt x="453" y="350"/>
                    <a:pt x="456" y="349"/>
                  </a:cubicBezTo>
                  <a:cubicBezTo>
                    <a:pt x="457" y="349"/>
                    <a:pt x="458" y="348"/>
                    <a:pt x="459" y="348"/>
                  </a:cubicBezTo>
                  <a:cubicBezTo>
                    <a:pt x="459" y="348"/>
                    <a:pt x="460" y="349"/>
                    <a:pt x="460" y="349"/>
                  </a:cubicBezTo>
                  <a:cubicBezTo>
                    <a:pt x="462" y="348"/>
                    <a:pt x="461" y="350"/>
                    <a:pt x="463" y="347"/>
                  </a:cubicBezTo>
                  <a:cubicBezTo>
                    <a:pt x="463" y="346"/>
                    <a:pt x="463" y="344"/>
                    <a:pt x="464" y="344"/>
                  </a:cubicBezTo>
                  <a:cubicBezTo>
                    <a:pt x="464" y="343"/>
                    <a:pt x="467" y="342"/>
                    <a:pt x="468" y="341"/>
                  </a:cubicBezTo>
                  <a:cubicBezTo>
                    <a:pt x="470" y="340"/>
                    <a:pt x="472" y="340"/>
                    <a:pt x="474" y="337"/>
                  </a:cubicBezTo>
                  <a:cubicBezTo>
                    <a:pt x="474" y="336"/>
                    <a:pt x="473" y="335"/>
                    <a:pt x="474" y="334"/>
                  </a:cubicBezTo>
                  <a:cubicBezTo>
                    <a:pt x="475" y="332"/>
                    <a:pt x="474" y="333"/>
                    <a:pt x="476" y="332"/>
                  </a:cubicBezTo>
                  <a:cubicBezTo>
                    <a:pt x="477" y="331"/>
                    <a:pt x="479" y="330"/>
                    <a:pt x="480" y="329"/>
                  </a:cubicBezTo>
                  <a:cubicBezTo>
                    <a:pt x="481" y="327"/>
                    <a:pt x="480" y="326"/>
                    <a:pt x="480" y="325"/>
                  </a:cubicBezTo>
                  <a:cubicBezTo>
                    <a:pt x="481" y="324"/>
                    <a:pt x="484" y="322"/>
                    <a:pt x="485" y="322"/>
                  </a:cubicBezTo>
                  <a:cubicBezTo>
                    <a:pt x="486" y="320"/>
                    <a:pt x="487" y="320"/>
                    <a:pt x="487" y="318"/>
                  </a:cubicBezTo>
                  <a:cubicBezTo>
                    <a:pt x="489" y="314"/>
                    <a:pt x="491" y="314"/>
                    <a:pt x="495" y="311"/>
                  </a:cubicBezTo>
                  <a:cubicBezTo>
                    <a:pt x="500" y="306"/>
                    <a:pt x="506" y="309"/>
                    <a:pt x="513" y="307"/>
                  </a:cubicBezTo>
                  <a:cubicBezTo>
                    <a:pt x="519" y="305"/>
                    <a:pt x="526" y="302"/>
                    <a:pt x="531" y="300"/>
                  </a:cubicBezTo>
                  <a:cubicBezTo>
                    <a:pt x="533" y="299"/>
                    <a:pt x="534" y="299"/>
                    <a:pt x="535" y="296"/>
                  </a:cubicBezTo>
                  <a:cubicBezTo>
                    <a:pt x="536" y="295"/>
                    <a:pt x="535" y="293"/>
                    <a:pt x="536" y="292"/>
                  </a:cubicBezTo>
                  <a:cubicBezTo>
                    <a:pt x="536" y="290"/>
                    <a:pt x="539" y="286"/>
                    <a:pt x="540" y="285"/>
                  </a:cubicBezTo>
                  <a:cubicBezTo>
                    <a:pt x="543" y="284"/>
                    <a:pt x="547" y="285"/>
                    <a:pt x="550" y="283"/>
                  </a:cubicBezTo>
                  <a:cubicBezTo>
                    <a:pt x="553" y="281"/>
                    <a:pt x="557" y="284"/>
                    <a:pt x="560" y="283"/>
                  </a:cubicBezTo>
                  <a:cubicBezTo>
                    <a:pt x="559" y="282"/>
                    <a:pt x="558" y="280"/>
                    <a:pt x="557" y="279"/>
                  </a:cubicBezTo>
                  <a:cubicBezTo>
                    <a:pt x="555" y="278"/>
                    <a:pt x="555" y="276"/>
                    <a:pt x="553" y="275"/>
                  </a:cubicBezTo>
                  <a:cubicBezTo>
                    <a:pt x="552" y="275"/>
                    <a:pt x="549" y="276"/>
                    <a:pt x="547" y="275"/>
                  </a:cubicBezTo>
                  <a:cubicBezTo>
                    <a:pt x="545" y="275"/>
                    <a:pt x="544" y="274"/>
                    <a:pt x="542" y="272"/>
                  </a:cubicBezTo>
                  <a:cubicBezTo>
                    <a:pt x="540" y="269"/>
                    <a:pt x="541" y="265"/>
                    <a:pt x="542" y="262"/>
                  </a:cubicBezTo>
                  <a:cubicBezTo>
                    <a:pt x="543" y="260"/>
                    <a:pt x="544" y="260"/>
                    <a:pt x="543" y="258"/>
                  </a:cubicBezTo>
                  <a:cubicBezTo>
                    <a:pt x="541" y="256"/>
                    <a:pt x="538" y="256"/>
                    <a:pt x="536" y="256"/>
                  </a:cubicBezTo>
                  <a:cubicBezTo>
                    <a:pt x="530" y="256"/>
                    <a:pt x="524" y="251"/>
                    <a:pt x="519" y="249"/>
                  </a:cubicBezTo>
                  <a:cubicBezTo>
                    <a:pt x="514" y="247"/>
                    <a:pt x="512" y="250"/>
                    <a:pt x="508" y="249"/>
                  </a:cubicBezTo>
                  <a:cubicBezTo>
                    <a:pt x="505" y="247"/>
                    <a:pt x="502" y="245"/>
                    <a:pt x="498" y="245"/>
                  </a:cubicBezTo>
                  <a:cubicBezTo>
                    <a:pt x="491" y="243"/>
                    <a:pt x="481" y="247"/>
                    <a:pt x="479" y="238"/>
                  </a:cubicBezTo>
                  <a:cubicBezTo>
                    <a:pt x="477" y="232"/>
                    <a:pt x="475" y="225"/>
                    <a:pt x="470" y="219"/>
                  </a:cubicBezTo>
                  <a:cubicBezTo>
                    <a:pt x="467" y="216"/>
                    <a:pt x="464" y="215"/>
                    <a:pt x="463" y="211"/>
                  </a:cubicBezTo>
                  <a:cubicBezTo>
                    <a:pt x="462" y="209"/>
                    <a:pt x="463" y="206"/>
                    <a:pt x="463" y="203"/>
                  </a:cubicBezTo>
                  <a:cubicBezTo>
                    <a:pt x="463" y="200"/>
                    <a:pt x="464" y="198"/>
                    <a:pt x="465" y="195"/>
                  </a:cubicBezTo>
                  <a:cubicBezTo>
                    <a:pt x="466" y="193"/>
                    <a:pt x="466" y="189"/>
                    <a:pt x="465" y="186"/>
                  </a:cubicBezTo>
                  <a:cubicBezTo>
                    <a:pt x="462" y="182"/>
                    <a:pt x="469" y="174"/>
                    <a:pt x="461" y="174"/>
                  </a:cubicBezTo>
                  <a:cubicBezTo>
                    <a:pt x="454" y="174"/>
                    <a:pt x="447" y="171"/>
                    <a:pt x="440" y="174"/>
                  </a:cubicBezTo>
                  <a:cubicBezTo>
                    <a:pt x="440" y="166"/>
                    <a:pt x="442" y="157"/>
                    <a:pt x="437" y="150"/>
                  </a:cubicBezTo>
                  <a:cubicBezTo>
                    <a:pt x="435" y="147"/>
                    <a:pt x="431" y="147"/>
                    <a:pt x="429" y="145"/>
                  </a:cubicBezTo>
                  <a:cubicBezTo>
                    <a:pt x="426" y="143"/>
                    <a:pt x="424" y="143"/>
                    <a:pt x="420" y="143"/>
                  </a:cubicBezTo>
                  <a:cubicBezTo>
                    <a:pt x="418" y="142"/>
                    <a:pt x="415" y="140"/>
                    <a:pt x="413" y="139"/>
                  </a:cubicBezTo>
                  <a:cubicBezTo>
                    <a:pt x="411" y="139"/>
                    <a:pt x="408" y="139"/>
                    <a:pt x="407" y="138"/>
                  </a:cubicBezTo>
                  <a:cubicBezTo>
                    <a:pt x="406" y="136"/>
                    <a:pt x="406" y="135"/>
                    <a:pt x="404" y="134"/>
                  </a:cubicBezTo>
                  <a:cubicBezTo>
                    <a:pt x="402" y="133"/>
                    <a:pt x="401" y="134"/>
                    <a:pt x="400" y="132"/>
                  </a:cubicBezTo>
                  <a:cubicBezTo>
                    <a:pt x="399" y="129"/>
                    <a:pt x="397" y="128"/>
                    <a:pt x="394" y="126"/>
                  </a:cubicBezTo>
                  <a:cubicBezTo>
                    <a:pt x="391" y="125"/>
                    <a:pt x="389" y="124"/>
                    <a:pt x="386" y="121"/>
                  </a:cubicBezTo>
                  <a:cubicBezTo>
                    <a:pt x="386" y="120"/>
                    <a:pt x="384" y="121"/>
                    <a:pt x="384" y="120"/>
                  </a:cubicBezTo>
                  <a:cubicBezTo>
                    <a:pt x="384" y="120"/>
                    <a:pt x="385" y="119"/>
                    <a:pt x="385" y="119"/>
                  </a:cubicBezTo>
                  <a:cubicBezTo>
                    <a:pt x="384" y="118"/>
                    <a:pt x="386" y="117"/>
                    <a:pt x="384" y="116"/>
                  </a:cubicBezTo>
                  <a:cubicBezTo>
                    <a:pt x="382" y="114"/>
                    <a:pt x="379" y="115"/>
                    <a:pt x="376" y="113"/>
                  </a:cubicBezTo>
                  <a:cubicBezTo>
                    <a:pt x="370" y="108"/>
                    <a:pt x="371" y="97"/>
                    <a:pt x="367" y="91"/>
                  </a:cubicBezTo>
                  <a:cubicBezTo>
                    <a:pt x="366" y="89"/>
                    <a:pt x="364" y="87"/>
                    <a:pt x="363" y="85"/>
                  </a:cubicBezTo>
                  <a:cubicBezTo>
                    <a:pt x="362" y="81"/>
                    <a:pt x="366" y="78"/>
                    <a:pt x="364" y="74"/>
                  </a:cubicBezTo>
                  <a:cubicBezTo>
                    <a:pt x="361" y="68"/>
                    <a:pt x="355" y="68"/>
                    <a:pt x="354" y="61"/>
                  </a:cubicBezTo>
                  <a:cubicBezTo>
                    <a:pt x="353" y="57"/>
                    <a:pt x="353" y="55"/>
                    <a:pt x="350" y="53"/>
                  </a:cubicBezTo>
                  <a:cubicBezTo>
                    <a:pt x="347" y="50"/>
                    <a:pt x="346" y="48"/>
                    <a:pt x="344" y="46"/>
                  </a:cubicBezTo>
                  <a:cubicBezTo>
                    <a:pt x="342" y="44"/>
                    <a:pt x="340" y="42"/>
                    <a:pt x="338" y="40"/>
                  </a:cubicBezTo>
                  <a:cubicBezTo>
                    <a:pt x="336" y="37"/>
                    <a:pt x="336" y="33"/>
                    <a:pt x="334" y="30"/>
                  </a:cubicBezTo>
                  <a:cubicBezTo>
                    <a:pt x="332" y="26"/>
                    <a:pt x="332" y="24"/>
                    <a:pt x="328" y="21"/>
                  </a:cubicBezTo>
                  <a:cubicBezTo>
                    <a:pt x="326" y="19"/>
                    <a:pt x="325" y="17"/>
                    <a:pt x="324" y="15"/>
                  </a:cubicBezTo>
                  <a:cubicBezTo>
                    <a:pt x="323" y="12"/>
                    <a:pt x="321" y="9"/>
                    <a:pt x="321" y="7"/>
                  </a:cubicBezTo>
                  <a:cubicBezTo>
                    <a:pt x="321" y="5"/>
                    <a:pt x="324" y="2"/>
                    <a:pt x="322" y="1"/>
                  </a:cubicBezTo>
                  <a:cubicBezTo>
                    <a:pt x="322" y="1"/>
                    <a:pt x="318" y="0"/>
                    <a:pt x="318" y="0"/>
                  </a:cubicBezTo>
                  <a:cubicBezTo>
                    <a:pt x="315" y="1"/>
                    <a:pt x="313" y="3"/>
                    <a:pt x="310" y="3"/>
                  </a:cubicBezTo>
                  <a:cubicBezTo>
                    <a:pt x="309" y="3"/>
                    <a:pt x="306" y="3"/>
                    <a:pt x="305" y="1"/>
                  </a:cubicBezTo>
                  <a:cubicBezTo>
                    <a:pt x="303" y="3"/>
                    <a:pt x="299" y="2"/>
                    <a:pt x="297" y="4"/>
                  </a:cubicBezTo>
                  <a:cubicBezTo>
                    <a:pt x="292" y="7"/>
                    <a:pt x="287" y="10"/>
                    <a:pt x="284" y="14"/>
                  </a:cubicBezTo>
                  <a:cubicBezTo>
                    <a:pt x="282" y="16"/>
                    <a:pt x="279" y="19"/>
                    <a:pt x="276" y="17"/>
                  </a:cubicBezTo>
                  <a:cubicBezTo>
                    <a:pt x="275" y="16"/>
                    <a:pt x="275" y="13"/>
                    <a:pt x="272" y="11"/>
                  </a:cubicBezTo>
                  <a:cubicBezTo>
                    <a:pt x="269" y="9"/>
                    <a:pt x="268" y="13"/>
                    <a:pt x="266" y="14"/>
                  </a:cubicBezTo>
                  <a:cubicBezTo>
                    <a:pt x="264" y="16"/>
                    <a:pt x="265" y="15"/>
                    <a:pt x="263" y="15"/>
                  </a:cubicBezTo>
                  <a:cubicBezTo>
                    <a:pt x="261" y="15"/>
                    <a:pt x="260" y="15"/>
                    <a:pt x="259" y="16"/>
                  </a:cubicBezTo>
                  <a:cubicBezTo>
                    <a:pt x="257" y="17"/>
                    <a:pt x="256" y="19"/>
                    <a:pt x="254" y="20"/>
                  </a:cubicBezTo>
                  <a:cubicBezTo>
                    <a:pt x="252" y="21"/>
                    <a:pt x="250" y="22"/>
                    <a:pt x="248" y="24"/>
                  </a:cubicBezTo>
                  <a:cubicBezTo>
                    <a:pt x="246" y="25"/>
                    <a:pt x="244" y="25"/>
                    <a:pt x="242" y="27"/>
                  </a:cubicBezTo>
                  <a:cubicBezTo>
                    <a:pt x="241" y="28"/>
                    <a:pt x="242" y="30"/>
                    <a:pt x="240" y="31"/>
                  </a:cubicBezTo>
                  <a:lnTo>
                    <a:pt x="230" y="41"/>
                  </a:ln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0" name="Freeform 101">
              <a:extLst>
                <a:ext uri="{FF2B5EF4-FFF2-40B4-BE49-F238E27FC236}">
                  <a16:creationId xmlns:a16="http://schemas.microsoft.com/office/drawing/2014/main" id="{573216B5-FD29-4A49-802F-2F0BA569BD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89775" y="4953000"/>
              <a:ext cx="1108075" cy="930275"/>
            </a:xfrm>
            <a:custGeom>
              <a:avLst/>
              <a:gdLst>
                <a:gd name="T0" fmla="*/ 143 w 979"/>
                <a:gd name="T1" fmla="*/ 793 h 823"/>
                <a:gd name="T2" fmla="*/ 91 w 979"/>
                <a:gd name="T3" fmla="*/ 723 h 823"/>
                <a:gd name="T4" fmla="*/ 105 w 979"/>
                <a:gd name="T5" fmla="*/ 651 h 823"/>
                <a:gd name="T6" fmla="*/ 22 w 979"/>
                <a:gd name="T7" fmla="*/ 456 h 823"/>
                <a:gd name="T8" fmla="*/ 26 w 979"/>
                <a:gd name="T9" fmla="*/ 387 h 823"/>
                <a:gd name="T10" fmla="*/ 102 w 979"/>
                <a:gd name="T11" fmla="*/ 433 h 823"/>
                <a:gd name="T12" fmla="*/ 202 w 979"/>
                <a:gd name="T13" fmla="*/ 406 h 823"/>
                <a:gd name="T14" fmla="*/ 269 w 979"/>
                <a:gd name="T15" fmla="*/ 245 h 823"/>
                <a:gd name="T16" fmla="*/ 295 w 979"/>
                <a:gd name="T17" fmla="*/ 301 h 823"/>
                <a:gd name="T18" fmla="*/ 373 w 979"/>
                <a:gd name="T19" fmla="*/ 248 h 823"/>
                <a:gd name="T20" fmla="*/ 418 w 979"/>
                <a:gd name="T21" fmla="*/ 202 h 823"/>
                <a:gd name="T22" fmla="*/ 494 w 979"/>
                <a:gd name="T23" fmla="*/ 237 h 823"/>
                <a:gd name="T24" fmla="*/ 598 w 979"/>
                <a:gd name="T25" fmla="*/ 156 h 823"/>
                <a:gd name="T26" fmla="*/ 660 w 979"/>
                <a:gd name="T27" fmla="*/ 81 h 823"/>
                <a:gd name="T28" fmla="*/ 702 w 979"/>
                <a:gd name="T29" fmla="*/ 39 h 823"/>
                <a:gd name="T30" fmla="*/ 797 w 979"/>
                <a:gd name="T31" fmla="*/ 0 h 823"/>
                <a:gd name="T32" fmla="*/ 902 w 979"/>
                <a:gd name="T33" fmla="*/ 40 h 823"/>
                <a:gd name="T34" fmla="*/ 930 w 979"/>
                <a:gd name="T35" fmla="*/ 221 h 823"/>
                <a:gd name="T36" fmla="*/ 866 w 979"/>
                <a:gd name="T37" fmla="*/ 311 h 823"/>
                <a:gd name="T38" fmla="*/ 936 w 979"/>
                <a:gd name="T39" fmla="*/ 302 h 823"/>
                <a:gd name="T40" fmla="*/ 903 w 979"/>
                <a:gd name="T41" fmla="*/ 445 h 823"/>
                <a:gd name="T42" fmla="*/ 765 w 979"/>
                <a:gd name="T43" fmla="*/ 617 h 823"/>
                <a:gd name="T44" fmla="*/ 657 w 979"/>
                <a:gd name="T45" fmla="*/ 711 h 823"/>
                <a:gd name="T46" fmla="*/ 517 w 979"/>
                <a:gd name="T47" fmla="*/ 773 h 823"/>
                <a:gd name="T48" fmla="*/ 388 w 979"/>
                <a:gd name="T49" fmla="*/ 777 h 823"/>
                <a:gd name="T50" fmla="*/ 301 w 979"/>
                <a:gd name="T51" fmla="*/ 795 h 823"/>
                <a:gd name="T52" fmla="*/ 200 w 979"/>
                <a:gd name="T53" fmla="*/ 814 h 823"/>
                <a:gd name="T54" fmla="*/ 307 w 979"/>
                <a:gd name="T55" fmla="*/ 784 h 823"/>
                <a:gd name="T56" fmla="*/ 391 w 979"/>
                <a:gd name="T57" fmla="*/ 768 h 823"/>
                <a:gd name="T58" fmla="*/ 521 w 979"/>
                <a:gd name="T59" fmla="*/ 764 h 823"/>
                <a:gd name="T60" fmla="*/ 669 w 979"/>
                <a:gd name="T61" fmla="*/ 690 h 823"/>
                <a:gd name="T62" fmla="*/ 776 w 979"/>
                <a:gd name="T63" fmla="*/ 596 h 823"/>
                <a:gd name="T64" fmla="*/ 910 w 979"/>
                <a:gd name="T65" fmla="*/ 434 h 823"/>
                <a:gd name="T66" fmla="*/ 930 w 979"/>
                <a:gd name="T67" fmla="*/ 311 h 823"/>
                <a:gd name="T68" fmla="*/ 857 w 979"/>
                <a:gd name="T69" fmla="*/ 267 h 823"/>
                <a:gd name="T70" fmla="*/ 924 w 979"/>
                <a:gd name="T71" fmla="*/ 150 h 823"/>
                <a:gd name="T72" fmla="*/ 877 w 979"/>
                <a:gd name="T73" fmla="*/ 21 h 823"/>
                <a:gd name="T74" fmla="*/ 754 w 979"/>
                <a:gd name="T75" fmla="*/ 28 h 823"/>
                <a:gd name="T76" fmla="*/ 686 w 979"/>
                <a:gd name="T77" fmla="*/ 73 h 823"/>
                <a:gd name="T78" fmla="*/ 636 w 979"/>
                <a:gd name="T79" fmla="*/ 112 h 823"/>
                <a:gd name="T80" fmla="*/ 559 w 979"/>
                <a:gd name="T81" fmla="*/ 213 h 823"/>
                <a:gd name="T82" fmla="*/ 445 w 979"/>
                <a:gd name="T83" fmla="*/ 232 h 823"/>
                <a:gd name="T84" fmla="*/ 389 w 979"/>
                <a:gd name="T85" fmla="*/ 223 h 823"/>
                <a:gd name="T86" fmla="*/ 348 w 979"/>
                <a:gd name="T87" fmla="*/ 282 h 823"/>
                <a:gd name="T88" fmla="*/ 255 w 979"/>
                <a:gd name="T89" fmla="*/ 315 h 823"/>
                <a:gd name="T90" fmla="*/ 253 w 979"/>
                <a:gd name="T91" fmla="*/ 233 h 823"/>
                <a:gd name="T92" fmla="*/ 180 w 979"/>
                <a:gd name="T93" fmla="*/ 431 h 823"/>
                <a:gd name="T94" fmla="*/ 79 w 979"/>
                <a:gd name="T95" fmla="*/ 434 h 823"/>
                <a:gd name="T96" fmla="*/ 35 w 979"/>
                <a:gd name="T97" fmla="*/ 391 h 823"/>
                <a:gd name="T98" fmla="*/ 34 w 979"/>
                <a:gd name="T99" fmla="*/ 463 h 823"/>
                <a:gd name="T100" fmla="*/ 114 w 979"/>
                <a:gd name="T101" fmla="*/ 654 h 823"/>
                <a:gd name="T102" fmla="*/ 101 w 979"/>
                <a:gd name="T103" fmla="*/ 722 h 823"/>
                <a:gd name="T104" fmla="*/ 142 w 979"/>
                <a:gd name="T105" fmla="*/ 783 h 823"/>
                <a:gd name="T106" fmla="*/ 651 w 979"/>
                <a:gd name="T107" fmla="*/ 545 h 823"/>
                <a:gd name="T108" fmla="*/ 638 w 979"/>
                <a:gd name="T109" fmla="*/ 471 h 823"/>
                <a:gd name="T110" fmla="*/ 695 w 979"/>
                <a:gd name="T111" fmla="*/ 422 h 823"/>
                <a:gd name="T112" fmla="*/ 759 w 979"/>
                <a:gd name="T113" fmla="*/ 446 h 823"/>
                <a:gd name="T114" fmla="*/ 706 w 979"/>
                <a:gd name="T115" fmla="*/ 523 h 823"/>
                <a:gd name="T116" fmla="*/ 670 w 979"/>
                <a:gd name="T117" fmla="*/ 545 h 823"/>
                <a:gd name="T118" fmla="*/ 740 w 979"/>
                <a:gd name="T119" fmla="*/ 502 h 823"/>
                <a:gd name="T120" fmla="*/ 733 w 979"/>
                <a:gd name="T121" fmla="*/ 441 h 823"/>
                <a:gd name="T122" fmla="*/ 663 w 979"/>
                <a:gd name="T123" fmla="*/ 451 h 823"/>
                <a:gd name="T124" fmla="*/ 644 w 979"/>
                <a:gd name="T125" fmla="*/ 524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79" h="823">
                  <a:moveTo>
                    <a:pt x="200" y="823"/>
                  </a:moveTo>
                  <a:cubicBezTo>
                    <a:pt x="200" y="823"/>
                    <a:pt x="200" y="823"/>
                    <a:pt x="200" y="823"/>
                  </a:cubicBezTo>
                  <a:cubicBezTo>
                    <a:pt x="196" y="823"/>
                    <a:pt x="194" y="821"/>
                    <a:pt x="192" y="820"/>
                  </a:cubicBezTo>
                  <a:cubicBezTo>
                    <a:pt x="192" y="819"/>
                    <a:pt x="191" y="819"/>
                    <a:pt x="191" y="819"/>
                  </a:cubicBezTo>
                  <a:cubicBezTo>
                    <a:pt x="190" y="819"/>
                    <a:pt x="188" y="819"/>
                    <a:pt x="186" y="819"/>
                  </a:cubicBezTo>
                  <a:cubicBezTo>
                    <a:pt x="185" y="819"/>
                    <a:pt x="184" y="819"/>
                    <a:pt x="184" y="819"/>
                  </a:cubicBezTo>
                  <a:cubicBezTo>
                    <a:pt x="182" y="820"/>
                    <a:pt x="180" y="820"/>
                    <a:pt x="179" y="820"/>
                  </a:cubicBezTo>
                  <a:cubicBezTo>
                    <a:pt x="177" y="819"/>
                    <a:pt x="174" y="817"/>
                    <a:pt x="172" y="815"/>
                  </a:cubicBezTo>
                  <a:cubicBezTo>
                    <a:pt x="170" y="814"/>
                    <a:pt x="170" y="814"/>
                    <a:pt x="170" y="814"/>
                  </a:cubicBezTo>
                  <a:cubicBezTo>
                    <a:pt x="170" y="813"/>
                    <a:pt x="169" y="813"/>
                    <a:pt x="168" y="812"/>
                  </a:cubicBezTo>
                  <a:cubicBezTo>
                    <a:pt x="167" y="811"/>
                    <a:pt x="166" y="810"/>
                    <a:pt x="165" y="809"/>
                  </a:cubicBezTo>
                  <a:cubicBezTo>
                    <a:pt x="165" y="809"/>
                    <a:pt x="165" y="810"/>
                    <a:pt x="165" y="810"/>
                  </a:cubicBezTo>
                  <a:cubicBezTo>
                    <a:pt x="163" y="810"/>
                    <a:pt x="162" y="810"/>
                    <a:pt x="161" y="810"/>
                  </a:cubicBezTo>
                  <a:cubicBezTo>
                    <a:pt x="159" y="810"/>
                    <a:pt x="157" y="809"/>
                    <a:pt x="156" y="808"/>
                  </a:cubicBezTo>
                  <a:cubicBezTo>
                    <a:pt x="154" y="803"/>
                    <a:pt x="157" y="800"/>
                    <a:pt x="159" y="799"/>
                  </a:cubicBezTo>
                  <a:cubicBezTo>
                    <a:pt x="159" y="799"/>
                    <a:pt x="159" y="798"/>
                    <a:pt x="159" y="798"/>
                  </a:cubicBezTo>
                  <a:cubicBezTo>
                    <a:pt x="159" y="798"/>
                    <a:pt x="158" y="797"/>
                    <a:pt x="158" y="797"/>
                  </a:cubicBezTo>
                  <a:cubicBezTo>
                    <a:pt x="158" y="797"/>
                    <a:pt x="157" y="797"/>
                    <a:pt x="157" y="797"/>
                  </a:cubicBezTo>
                  <a:cubicBezTo>
                    <a:pt x="153" y="798"/>
                    <a:pt x="149" y="797"/>
                    <a:pt x="147" y="795"/>
                  </a:cubicBezTo>
                  <a:cubicBezTo>
                    <a:pt x="146" y="794"/>
                    <a:pt x="146" y="794"/>
                    <a:pt x="145" y="793"/>
                  </a:cubicBezTo>
                  <a:cubicBezTo>
                    <a:pt x="145" y="793"/>
                    <a:pt x="145" y="793"/>
                    <a:pt x="144" y="793"/>
                  </a:cubicBezTo>
                  <a:cubicBezTo>
                    <a:pt x="144" y="793"/>
                    <a:pt x="143" y="793"/>
                    <a:pt x="143" y="793"/>
                  </a:cubicBezTo>
                  <a:cubicBezTo>
                    <a:pt x="143" y="793"/>
                    <a:pt x="142" y="793"/>
                    <a:pt x="141" y="793"/>
                  </a:cubicBezTo>
                  <a:cubicBezTo>
                    <a:pt x="139" y="794"/>
                    <a:pt x="137" y="795"/>
                    <a:pt x="135" y="795"/>
                  </a:cubicBezTo>
                  <a:cubicBezTo>
                    <a:pt x="132" y="794"/>
                    <a:pt x="130" y="793"/>
                    <a:pt x="129" y="791"/>
                  </a:cubicBezTo>
                  <a:cubicBezTo>
                    <a:pt x="127" y="788"/>
                    <a:pt x="128" y="784"/>
                    <a:pt x="130" y="782"/>
                  </a:cubicBezTo>
                  <a:cubicBezTo>
                    <a:pt x="129" y="781"/>
                    <a:pt x="129" y="780"/>
                    <a:pt x="129" y="778"/>
                  </a:cubicBezTo>
                  <a:cubicBezTo>
                    <a:pt x="129" y="777"/>
                    <a:pt x="130" y="776"/>
                    <a:pt x="130" y="776"/>
                  </a:cubicBezTo>
                  <a:cubicBezTo>
                    <a:pt x="129" y="775"/>
                    <a:pt x="126" y="774"/>
                    <a:pt x="122" y="775"/>
                  </a:cubicBezTo>
                  <a:cubicBezTo>
                    <a:pt x="119" y="781"/>
                    <a:pt x="114" y="788"/>
                    <a:pt x="108" y="788"/>
                  </a:cubicBezTo>
                  <a:cubicBezTo>
                    <a:pt x="104" y="788"/>
                    <a:pt x="101" y="784"/>
                    <a:pt x="100" y="777"/>
                  </a:cubicBezTo>
                  <a:cubicBezTo>
                    <a:pt x="100" y="775"/>
                    <a:pt x="101" y="773"/>
                    <a:pt x="101" y="771"/>
                  </a:cubicBezTo>
                  <a:cubicBezTo>
                    <a:pt x="101" y="771"/>
                    <a:pt x="101" y="771"/>
                    <a:pt x="101" y="770"/>
                  </a:cubicBezTo>
                  <a:cubicBezTo>
                    <a:pt x="99" y="766"/>
                    <a:pt x="104" y="758"/>
                    <a:pt x="106" y="757"/>
                  </a:cubicBezTo>
                  <a:cubicBezTo>
                    <a:pt x="107" y="756"/>
                    <a:pt x="108" y="756"/>
                    <a:pt x="110" y="755"/>
                  </a:cubicBezTo>
                  <a:cubicBezTo>
                    <a:pt x="109" y="755"/>
                    <a:pt x="109" y="755"/>
                    <a:pt x="109" y="755"/>
                  </a:cubicBezTo>
                  <a:cubicBezTo>
                    <a:pt x="109" y="753"/>
                    <a:pt x="108" y="751"/>
                    <a:pt x="108" y="750"/>
                  </a:cubicBezTo>
                  <a:cubicBezTo>
                    <a:pt x="108" y="749"/>
                    <a:pt x="108" y="749"/>
                    <a:pt x="108" y="748"/>
                  </a:cubicBezTo>
                  <a:cubicBezTo>
                    <a:pt x="108" y="748"/>
                    <a:pt x="107" y="746"/>
                    <a:pt x="106" y="745"/>
                  </a:cubicBezTo>
                  <a:cubicBezTo>
                    <a:pt x="104" y="744"/>
                    <a:pt x="102" y="742"/>
                    <a:pt x="102" y="739"/>
                  </a:cubicBezTo>
                  <a:cubicBezTo>
                    <a:pt x="101" y="738"/>
                    <a:pt x="101" y="736"/>
                    <a:pt x="101" y="735"/>
                  </a:cubicBezTo>
                  <a:cubicBezTo>
                    <a:pt x="101" y="734"/>
                    <a:pt x="99" y="732"/>
                    <a:pt x="98" y="731"/>
                  </a:cubicBezTo>
                  <a:cubicBezTo>
                    <a:pt x="96" y="730"/>
                    <a:pt x="95" y="729"/>
                    <a:pt x="94" y="728"/>
                  </a:cubicBezTo>
                  <a:cubicBezTo>
                    <a:pt x="92" y="726"/>
                    <a:pt x="92" y="725"/>
                    <a:pt x="91" y="723"/>
                  </a:cubicBezTo>
                  <a:cubicBezTo>
                    <a:pt x="91" y="722"/>
                    <a:pt x="91" y="721"/>
                    <a:pt x="91" y="721"/>
                  </a:cubicBezTo>
                  <a:cubicBezTo>
                    <a:pt x="91" y="720"/>
                    <a:pt x="89" y="719"/>
                    <a:pt x="88" y="718"/>
                  </a:cubicBezTo>
                  <a:cubicBezTo>
                    <a:pt x="86" y="716"/>
                    <a:pt x="82" y="712"/>
                    <a:pt x="82" y="708"/>
                  </a:cubicBezTo>
                  <a:cubicBezTo>
                    <a:pt x="79" y="708"/>
                    <a:pt x="78" y="706"/>
                    <a:pt x="77" y="701"/>
                  </a:cubicBezTo>
                  <a:cubicBezTo>
                    <a:pt x="77" y="701"/>
                    <a:pt x="77" y="700"/>
                    <a:pt x="77" y="700"/>
                  </a:cubicBezTo>
                  <a:cubicBezTo>
                    <a:pt x="77" y="699"/>
                    <a:pt x="77" y="699"/>
                    <a:pt x="77" y="699"/>
                  </a:cubicBezTo>
                  <a:cubicBezTo>
                    <a:pt x="77" y="698"/>
                    <a:pt x="76" y="697"/>
                    <a:pt x="76" y="695"/>
                  </a:cubicBezTo>
                  <a:cubicBezTo>
                    <a:pt x="76" y="695"/>
                    <a:pt x="76" y="694"/>
                    <a:pt x="77" y="693"/>
                  </a:cubicBezTo>
                  <a:cubicBezTo>
                    <a:pt x="76" y="692"/>
                    <a:pt x="75" y="691"/>
                    <a:pt x="76" y="690"/>
                  </a:cubicBezTo>
                  <a:cubicBezTo>
                    <a:pt x="76" y="689"/>
                    <a:pt x="77" y="687"/>
                    <a:pt x="78" y="686"/>
                  </a:cubicBezTo>
                  <a:cubicBezTo>
                    <a:pt x="78" y="686"/>
                    <a:pt x="79" y="686"/>
                    <a:pt x="79" y="686"/>
                  </a:cubicBezTo>
                  <a:cubicBezTo>
                    <a:pt x="79" y="684"/>
                    <a:pt x="79" y="683"/>
                    <a:pt x="80" y="682"/>
                  </a:cubicBezTo>
                  <a:cubicBezTo>
                    <a:pt x="82" y="679"/>
                    <a:pt x="84" y="678"/>
                    <a:pt x="86" y="678"/>
                  </a:cubicBezTo>
                  <a:cubicBezTo>
                    <a:pt x="89" y="678"/>
                    <a:pt x="91" y="680"/>
                    <a:pt x="92" y="682"/>
                  </a:cubicBezTo>
                  <a:cubicBezTo>
                    <a:pt x="93" y="682"/>
                    <a:pt x="93" y="683"/>
                    <a:pt x="93" y="683"/>
                  </a:cubicBezTo>
                  <a:cubicBezTo>
                    <a:pt x="96" y="683"/>
                    <a:pt x="101" y="678"/>
                    <a:pt x="103" y="674"/>
                  </a:cubicBezTo>
                  <a:cubicBezTo>
                    <a:pt x="104" y="672"/>
                    <a:pt x="104" y="669"/>
                    <a:pt x="104" y="666"/>
                  </a:cubicBezTo>
                  <a:cubicBezTo>
                    <a:pt x="104" y="666"/>
                    <a:pt x="104" y="665"/>
                    <a:pt x="104" y="664"/>
                  </a:cubicBezTo>
                  <a:cubicBezTo>
                    <a:pt x="104" y="663"/>
                    <a:pt x="104" y="662"/>
                    <a:pt x="104" y="661"/>
                  </a:cubicBezTo>
                  <a:cubicBezTo>
                    <a:pt x="104" y="659"/>
                    <a:pt x="104" y="658"/>
                    <a:pt x="105" y="657"/>
                  </a:cubicBezTo>
                  <a:cubicBezTo>
                    <a:pt x="105" y="656"/>
                    <a:pt x="105" y="656"/>
                    <a:pt x="105" y="655"/>
                  </a:cubicBezTo>
                  <a:cubicBezTo>
                    <a:pt x="105" y="651"/>
                    <a:pt x="105" y="651"/>
                    <a:pt x="105" y="651"/>
                  </a:cubicBezTo>
                  <a:cubicBezTo>
                    <a:pt x="104" y="649"/>
                    <a:pt x="104" y="646"/>
                    <a:pt x="104" y="644"/>
                  </a:cubicBezTo>
                  <a:cubicBezTo>
                    <a:pt x="103" y="643"/>
                    <a:pt x="103" y="642"/>
                    <a:pt x="103" y="641"/>
                  </a:cubicBezTo>
                  <a:cubicBezTo>
                    <a:pt x="102" y="639"/>
                    <a:pt x="102" y="636"/>
                    <a:pt x="102" y="634"/>
                  </a:cubicBezTo>
                  <a:cubicBezTo>
                    <a:pt x="102" y="632"/>
                    <a:pt x="101" y="631"/>
                    <a:pt x="101" y="629"/>
                  </a:cubicBezTo>
                  <a:cubicBezTo>
                    <a:pt x="100" y="628"/>
                    <a:pt x="100" y="627"/>
                    <a:pt x="99" y="625"/>
                  </a:cubicBezTo>
                  <a:cubicBezTo>
                    <a:pt x="99" y="621"/>
                    <a:pt x="96" y="618"/>
                    <a:pt x="93" y="614"/>
                  </a:cubicBezTo>
                  <a:cubicBezTo>
                    <a:pt x="92" y="611"/>
                    <a:pt x="90" y="609"/>
                    <a:pt x="88" y="606"/>
                  </a:cubicBezTo>
                  <a:cubicBezTo>
                    <a:pt x="87" y="604"/>
                    <a:pt x="85" y="601"/>
                    <a:pt x="83" y="598"/>
                  </a:cubicBezTo>
                  <a:cubicBezTo>
                    <a:pt x="80" y="595"/>
                    <a:pt x="77" y="592"/>
                    <a:pt x="75" y="588"/>
                  </a:cubicBezTo>
                  <a:cubicBezTo>
                    <a:pt x="74" y="586"/>
                    <a:pt x="73" y="583"/>
                    <a:pt x="71" y="581"/>
                  </a:cubicBezTo>
                  <a:cubicBezTo>
                    <a:pt x="69" y="577"/>
                    <a:pt x="66" y="572"/>
                    <a:pt x="64" y="567"/>
                  </a:cubicBezTo>
                  <a:cubicBezTo>
                    <a:pt x="63" y="565"/>
                    <a:pt x="62" y="563"/>
                    <a:pt x="61" y="560"/>
                  </a:cubicBezTo>
                  <a:cubicBezTo>
                    <a:pt x="59" y="556"/>
                    <a:pt x="57" y="552"/>
                    <a:pt x="55" y="548"/>
                  </a:cubicBezTo>
                  <a:cubicBezTo>
                    <a:pt x="54" y="547"/>
                    <a:pt x="53" y="545"/>
                    <a:pt x="52" y="543"/>
                  </a:cubicBezTo>
                  <a:cubicBezTo>
                    <a:pt x="50" y="540"/>
                    <a:pt x="48" y="536"/>
                    <a:pt x="46" y="533"/>
                  </a:cubicBezTo>
                  <a:cubicBezTo>
                    <a:pt x="46" y="529"/>
                    <a:pt x="45" y="526"/>
                    <a:pt x="44" y="523"/>
                  </a:cubicBezTo>
                  <a:cubicBezTo>
                    <a:pt x="43" y="520"/>
                    <a:pt x="42" y="516"/>
                    <a:pt x="41" y="513"/>
                  </a:cubicBezTo>
                  <a:cubicBezTo>
                    <a:pt x="40" y="510"/>
                    <a:pt x="39" y="508"/>
                    <a:pt x="38" y="506"/>
                  </a:cubicBezTo>
                  <a:cubicBezTo>
                    <a:pt x="37" y="502"/>
                    <a:pt x="36" y="499"/>
                    <a:pt x="35" y="495"/>
                  </a:cubicBezTo>
                  <a:cubicBezTo>
                    <a:pt x="33" y="488"/>
                    <a:pt x="32" y="481"/>
                    <a:pt x="29" y="474"/>
                  </a:cubicBezTo>
                  <a:cubicBezTo>
                    <a:pt x="28" y="472"/>
                    <a:pt x="27" y="469"/>
                    <a:pt x="26" y="467"/>
                  </a:cubicBezTo>
                  <a:cubicBezTo>
                    <a:pt x="24" y="464"/>
                    <a:pt x="23" y="460"/>
                    <a:pt x="22" y="456"/>
                  </a:cubicBezTo>
                  <a:cubicBezTo>
                    <a:pt x="22" y="454"/>
                    <a:pt x="21" y="454"/>
                    <a:pt x="20" y="452"/>
                  </a:cubicBezTo>
                  <a:cubicBezTo>
                    <a:pt x="19" y="452"/>
                    <a:pt x="19" y="451"/>
                    <a:pt x="18" y="451"/>
                  </a:cubicBezTo>
                  <a:cubicBezTo>
                    <a:pt x="17" y="449"/>
                    <a:pt x="16" y="447"/>
                    <a:pt x="16" y="445"/>
                  </a:cubicBezTo>
                  <a:cubicBezTo>
                    <a:pt x="15" y="444"/>
                    <a:pt x="14" y="443"/>
                    <a:pt x="14" y="442"/>
                  </a:cubicBezTo>
                  <a:cubicBezTo>
                    <a:pt x="12" y="441"/>
                    <a:pt x="10" y="440"/>
                    <a:pt x="9" y="438"/>
                  </a:cubicBezTo>
                  <a:cubicBezTo>
                    <a:pt x="8" y="435"/>
                    <a:pt x="7" y="432"/>
                    <a:pt x="7" y="430"/>
                  </a:cubicBezTo>
                  <a:cubicBezTo>
                    <a:pt x="7" y="429"/>
                    <a:pt x="6" y="429"/>
                    <a:pt x="6" y="428"/>
                  </a:cubicBezTo>
                  <a:cubicBezTo>
                    <a:pt x="5" y="427"/>
                    <a:pt x="4" y="426"/>
                    <a:pt x="3" y="424"/>
                  </a:cubicBezTo>
                  <a:cubicBezTo>
                    <a:pt x="0" y="417"/>
                    <a:pt x="6" y="414"/>
                    <a:pt x="8" y="412"/>
                  </a:cubicBezTo>
                  <a:cubicBezTo>
                    <a:pt x="9" y="412"/>
                    <a:pt x="9" y="412"/>
                    <a:pt x="10" y="411"/>
                  </a:cubicBezTo>
                  <a:cubicBezTo>
                    <a:pt x="10" y="411"/>
                    <a:pt x="11" y="410"/>
                    <a:pt x="11" y="410"/>
                  </a:cubicBezTo>
                  <a:cubicBezTo>
                    <a:pt x="13" y="409"/>
                    <a:pt x="15" y="406"/>
                    <a:pt x="19" y="406"/>
                  </a:cubicBezTo>
                  <a:cubicBezTo>
                    <a:pt x="19" y="406"/>
                    <a:pt x="20" y="406"/>
                    <a:pt x="20" y="406"/>
                  </a:cubicBezTo>
                  <a:cubicBezTo>
                    <a:pt x="20" y="406"/>
                    <a:pt x="20" y="404"/>
                    <a:pt x="20" y="402"/>
                  </a:cubicBezTo>
                  <a:cubicBezTo>
                    <a:pt x="19" y="401"/>
                    <a:pt x="18" y="398"/>
                    <a:pt x="20" y="395"/>
                  </a:cubicBezTo>
                  <a:cubicBezTo>
                    <a:pt x="20" y="395"/>
                    <a:pt x="21" y="394"/>
                    <a:pt x="22" y="394"/>
                  </a:cubicBezTo>
                  <a:cubicBezTo>
                    <a:pt x="22" y="393"/>
                    <a:pt x="22" y="393"/>
                    <a:pt x="22" y="393"/>
                  </a:cubicBezTo>
                  <a:cubicBezTo>
                    <a:pt x="22" y="393"/>
                    <a:pt x="22" y="393"/>
                    <a:pt x="22" y="393"/>
                  </a:cubicBezTo>
                  <a:cubicBezTo>
                    <a:pt x="22" y="392"/>
                    <a:pt x="23" y="392"/>
                    <a:pt x="24" y="391"/>
                  </a:cubicBezTo>
                  <a:cubicBezTo>
                    <a:pt x="24" y="391"/>
                    <a:pt x="24" y="391"/>
                    <a:pt x="24" y="390"/>
                  </a:cubicBezTo>
                  <a:cubicBezTo>
                    <a:pt x="24" y="390"/>
                    <a:pt x="25" y="389"/>
                    <a:pt x="26" y="388"/>
                  </a:cubicBezTo>
                  <a:cubicBezTo>
                    <a:pt x="26" y="388"/>
                    <a:pt x="26" y="388"/>
                    <a:pt x="26" y="387"/>
                  </a:cubicBezTo>
                  <a:cubicBezTo>
                    <a:pt x="26" y="387"/>
                    <a:pt x="26" y="383"/>
                    <a:pt x="30" y="381"/>
                  </a:cubicBezTo>
                  <a:cubicBezTo>
                    <a:pt x="32" y="380"/>
                    <a:pt x="33" y="380"/>
                    <a:pt x="35" y="380"/>
                  </a:cubicBezTo>
                  <a:cubicBezTo>
                    <a:pt x="36" y="380"/>
                    <a:pt x="36" y="380"/>
                    <a:pt x="36" y="380"/>
                  </a:cubicBezTo>
                  <a:cubicBezTo>
                    <a:pt x="37" y="379"/>
                    <a:pt x="38" y="378"/>
                    <a:pt x="41" y="378"/>
                  </a:cubicBezTo>
                  <a:cubicBezTo>
                    <a:pt x="41" y="378"/>
                    <a:pt x="41" y="378"/>
                    <a:pt x="41" y="378"/>
                  </a:cubicBezTo>
                  <a:cubicBezTo>
                    <a:pt x="46" y="378"/>
                    <a:pt x="52" y="385"/>
                    <a:pt x="53" y="388"/>
                  </a:cubicBezTo>
                  <a:cubicBezTo>
                    <a:pt x="54" y="389"/>
                    <a:pt x="54" y="390"/>
                    <a:pt x="54" y="391"/>
                  </a:cubicBezTo>
                  <a:cubicBezTo>
                    <a:pt x="54" y="391"/>
                    <a:pt x="55" y="391"/>
                    <a:pt x="56" y="391"/>
                  </a:cubicBezTo>
                  <a:cubicBezTo>
                    <a:pt x="60" y="391"/>
                    <a:pt x="62" y="394"/>
                    <a:pt x="62" y="396"/>
                  </a:cubicBezTo>
                  <a:cubicBezTo>
                    <a:pt x="64" y="399"/>
                    <a:pt x="66" y="403"/>
                    <a:pt x="65" y="408"/>
                  </a:cubicBezTo>
                  <a:cubicBezTo>
                    <a:pt x="64" y="410"/>
                    <a:pt x="63" y="411"/>
                    <a:pt x="62" y="412"/>
                  </a:cubicBezTo>
                  <a:cubicBezTo>
                    <a:pt x="62" y="412"/>
                    <a:pt x="62" y="413"/>
                    <a:pt x="62" y="413"/>
                  </a:cubicBezTo>
                  <a:cubicBezTo>
                    <a:pt x="64" y="414"/>
                    <a:pt x="65" y="416"/>
                    <a:pt x="66" y="418"/>
                  </a:cubicBezTo>
                  <a:cubicBezTo>
                    <a:pt x="66" y="419"/>
                    <a:pt x="66" y="420"/>
                    <a:pt x="66" y="421"/>
                  </a:cubicBezTo>
                  <a:cubicBezTo>
                    <a:pt x="67" y="420"/>
                    <a:pt x="69" y="420"/>
                    <a:pt x="70" y="420"/>
                  </a:cubicBezTo>
                  <a:cubicBezTo>
                    <a:pt x="72" y="420"/>
                    <a:pt x="74" y="421"/>
                    <a:pt x="75" y="422"/>
                  </a:cubicBezTo>
                  <a:cubicBezTo>
                    <a:pt x="76" y="423"/>
                    <a:pt x="77" y="424"/>
                    <a:pt x="77" y="425"/>
                  </a:cubicBezTo>
                  <a:cubicBezTo>
                    <a:pt x="78" y="425"/>
                    <a:pt x="78" y="425"/>
                    <a:pt x="78" y="425"/>
                  </a:cubicBezTo>
                  <a:cubicBezTo>
                    <a:pt x="81" y="425"/>
                    <a:pt x="83" y="425"/>
                    <a:pt x="86" y="426"/>
                  </a:cubicBezTo>
                  <a:cubicBezTo>
                    <a:pt x="90" y="426"/>
                    <a:pt x="94" y="427"/>
                    <a:pt x="97" y="429"/>
                  </a:cubicBezTo>
                  <a:cubicBezTo>
                    <a:pt x="98" y="430"/>
                    <a:pt x="99" y="431"/>
                    <a:pt x="100" y="431"/>
                  </a:cubicBezTo>
                  <a:cubicBezTo>
                    <a:pt x="100" y="432"/>
                    <a:pt x="101" y="433"/>
                    <a:pt x="102" y="433"/>
                  </a:cubicBezTo>
                  <a:cubicBezTo>
                    <a:pt x="106" y="434"/>
                    <a:pt x="106" y="434"/>
                    <a:pt x="109" y="433"/>
                  </a:cubicBezTo>
                  <a:cubicBezTo>
                    <a:pt x="112" y="433"/>
                    <a:pt x="113" y="433"/>
                    <a:pt x="115" y="433"/>
                  </a:cubicBezTo>
                  <a:cubicBezTo>
                    <a:pt x="117" y="433"/>
                    <a:pt x="118" y="434"/>
                    <a:pt x="119" y="433"/>
                  </a:cubicBezTo>
                  <a:cubicBezTo>
                    <a:pt x="123" y="433"/>
                    <a:pt x="123" y="433"/>
                    <a:pt x="123" y="433"/>
                  </a:cubicBezTo>
                  <a:cubicBezTo>
                    <a:pt x="128" y="431"/>
                    <a:pt x="135" y="430"/>
                    <a:pt x="141" y="430"/>
                  </a:cubicBezTo>
                  <a:cubicBezTo>
                    <a:pt x="142" y="431"/>
                    <a:pt x="143" y="431"/>
                    <a:pt x="144" y="431"/>
                  </a:cubicBezTo>
                  <a:cubicBezTo>
                    <a:pt x="147" y="431"/>
                    <a:pt x="149" y="431"/>
                    <a:pt x="151" y="432"/>
                  </a:cubicBezTo>
                  <a:cubicBezTo>
                    <a:pt x="154" y="433"/>
                    <a:pt x="155" y="435"/>
                    <a:pt x="156" y="436"/>
                  </a:cubicBezTo>
                  <a:cubicBezTo>
                    <a:pt x="157" y="437"/>
                    <a:pt x="160" y="438"/>
                    <a:pt x="161" y="438"/>
                  </a:cubicBezTo>
                  <a:cubicBezTo>
                    <a:pt x="161" y="438"/>
                    <a:pt x="163" y="436"/>
                    <a:pt x="164" y="436"/>
                  </a:cubicBezTo>
                  <a:cubicBezTo>
                    <a:pt x="164" y="436"/>
                    <a:pt x="164" y="436"/>
                    <a:pt x="164" y="436"/>
                  </a:cubicBezTo>
                  <a:cubicBezTo>
                    <a:pt x="163" y="434"/>
                    <a:pt x="162" y="430"/>
                    <a:pt x="165" y="426"/>
                  </a:cubicBezTo>
                  <a:cubicBezTo>
                    <a:pt x="168" y="423"/>
                    <a:pt x="172" y="423"/>
                    <a:pt x="174" y="423"/>
                  </a:cubicBezTo>
                  <a:cubicBezTo>
                    <a:pt x="175" y="423"/>
                    <a:pt x="176" y="423"/>
                    <a:pt x="176" y="423"/>
                  </a:cubicBezTo>
                  <a:cubicBezTo>
                    <a:pt x="178" y="422"/>
                    <a:pt x="178" y="422"/>
                    <a:pt x="178" y="421"/>
                  </a:cubicBezTo>
                  <a:cubicBezTo>
                    <a:pt x="178" y="420"/>
                    <a:pt x="179" y="419"/>
                    <a:pt x="179" y="418"/>
                  </a:cubicBezTo>
                  <a:cubicBezTo>
                    <a:pt x="181" y="414"/>
                    <a:pt x="184" y="411"/>
                    <a:pt x="187" y="410"/>
                  </a:cubicBezTo>
                  <a:cubicBezTo>
                    <a:pt x="190" y="409"/>
                    <a:pt x="193" y="409"/>
                    <a:pt x="195" y="408"/>
                  </a:cubicBezTo>
                  <a:cubicBezTo>
                    <a:pt x="196" y="408"/>
                    <a:pt x="197" y="408"/>
                    <a:pt x="198" y="408"/>
                  </a:cubicBezTo>
                  <a:cubicBezTo>
                    <a:pt x="199" y="408"/>
                    <a:pt x="199" y="408"/>
                    <a:pt x="200" y="407"/>
                  </a:cubicBezTo>
                  <a:cubicBezTo>
                    <a:pt x="200" y="407"/>
                    <a:pt x="200" y="407"/>
                    <a:pt x="201" y="407"/>
                  </a:cubicBezTo>
                  <a:cubicBezTo>
                    <a:pt x="201" y="407"/>
                    <a:pt x="202" y="407"/>
                    <a:pt x="202" y="406"/>
                  </a:cubicBezTo>
                  <a:cubicBezTo>
                    <a:pt x="203" y="405"/>
                    <a:pt x="204" y="405"/>
                    <a:pt x="207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08" y="402"/>
                    <a:pt x="208" y="399"/>
                    <a:pt x="208" y="396"/>
                  </a:cubicBezTo>
                  <a:cubicBezTo>
                    <a:pt x="210" y="340"/>
                    <a:pt x="210" y="340"/>
                    <a:pt x="210" y="340"/>
                  </a:cubicBezTo>
                  <a:cubicBezTo>
                    <a:pt x="211" y="295"/>
                    <a:pt x="212" y="249"/>
                    <a:pt x="213" y="203"/>
                  </a:cubicBezTo>
                  <a:cubicBezTo>
                    <a:pt x="214" y="173"/>
                    <a:pt x="214" y="173"/>
                    <a:pt x="214" y="173"/>
                  </a:cubicBezTo>
                  <a:cubicBezTo>
                    <a:pt x="214" y="171"/>
                    <a:pt x="215" y="170"/>
                    <a:pt x="217" y="169"/>
                  </a:cubicBezTo>
                  <a:cubicBezTo>
                    <a:pt x="218" y="168"/>
                    <a:pt x="220" y="169"/>
                    <a:pt x="221" y="170"/>
                  </a:cubicBezTo>
                  <a:cubicBezTo>
                    <a:pt x="223" y="172"/>
                    <a:pt x="223" y="172"/>
                    <a:pt x="223" y="172"/>
                  </a:cubicBezTo>
                  <a:cubicBezTo>
                    <a:pt x="226" y="175"/>
                    <a:pt x="228" y="176"/>
                    <a:pt x="232" y="178"/>
                  </a:cubicBezTo>
                  <a:cubicBezTo>
                    <a:pt x="237" y="180"/>
                    <a:pt x="241" y="185"/>
                    <a:pt x="244" y="188"/>
                  </a:cubicBezTo>
                  <a:cubicBezTo>
                    <a:pt x="246" y="190"/>
                    <a:pt x="249" y="195"/>
                    <a:pt x="250" y="198"/>
                  </a:cubicBezTo>
                  <a:cubicBezTo>
                    <a:pt x="250" y="199"/>
                    <a:pt x="250" y="200"/>
                    <a:pt x="250" y="200"/>
                  </a:cubicBezTo>
                  <a:cubicBezTo>
                    <a:pt x="250" y="200"/>
                    <a:pt x="250" y="201"/>
                    <a:pt x="251" y="201"/>
                  </a:cubicBezTo>
                  <a:cubicBezTo>
                    <a:pt x="252" y="202"/>
                    <a:pt x="253" y="203"/>
                    <a:pt x="254" y="205"/>
                  </a:cubicBezTo>
                  <a:cubicBezTo>
                    <a:pt x="254" y="206"/>
                    <a:pt x="254" y="207"/>
                    <a:pt x="254" y="208"/>
                  </a:cubicBezTo>
                  <a:cubicBezTo>
                    <a:pt x="254" y="208"/>
                    <a:pt x="254" y="209"/>
                    <a:pt x="254" y="209"/>
                  </a:cubicBezTo>
                  <a:cubicBezTo>
                    <a:pt x="262" y="229"/>
                    <a:pt x="262" y="229"/>
                    <a:pt x="262" y="229"/>
                  </a:cubicBezTo>
                  <a:cubicBezTo>
                    <a:pt x="263" y="232"/>
                    <a:pt x="264" y="234"/>
                    <a:pt x="266" y="237"/>
                  </a:cubicBezTo>
                  <a:cubicBezTo>
                    <a:pt x="266" y="237"/>
                    <a:pt x="266" y="238"/>
                    <a:pt x="266" y="238"/>
                  </a:cubicBezTo>
                  <a:cubicBezTo>
                    <a:pt x="268" y="240"/>
                    <a:pt x="269" y="243"/>
                    <a:pt x="269" y="244"/>
                  </a:cubicBezTo>
                  <a:cubicBezTo>
                    <a:pt x="269" y="245"/>
                    <a:pt x="269" y="245"/>
                    <a:pt x="269" y="245"/>
                  </a:cubicBezTo>
                  <a:cubicBezTo>
                    <a:pt x="270" y="248"/>
                    <a:pt x="270" y="250"/>
                    <a:pt x="270" y="251"/>
                  </a:cubicBezTo>
                  <a:cubicBezTo>
                    <a:pt x="270" y="252"/>
                    <a:pt x="270" y="253"/>
                    <a:pt x="270" y="254"/>
                  </a:cubicBezTo>
                  <a:cubicBezTo>
                    <a:pt x="270" y="254"/>
                    <a:pt x="270" y="255"/>
                    <a:pt x="270" y="255"/>
                  </a:cubicBezTo>
                  <a:cubicBezTo>
                    <a:pt x="271" y="257"/>
                    <a:pt x="271" y="258"/>
                    <a:pt x="271" y="260"/>
                  </a:cubicBezTo>
                  <a:cubicBezTo>
                    <a:pt x="271" y="263"/>
                    <a:pt x="271" y="264"/>
                    <a:pt x="269" y="266"/>
                  </a:cubicBezTo>
                  <a:cubicBezTo>
                    <a:pt x="267" y="270"/>
                    <a:pt x="264" y="276"/>
                    <a:pt x="260" y="281"/>
                  </a:cubicBezTo>
                  <a:cubicBezTo>
                    <a:pt x="259" y="282"/>
                    <a:pt x="258" y="283"/>
                    <a:pt x="257" y="284"/>
                  </a:cubicBezTo>
                  <a:cubicBezTo>
                    <a:pt x="252" y="284"/>
                    <a:pt x="252" y="284"/>
                    <a:pt x="252" y="284"/>
                  </a:cubicBezTo>
                  <a:cubicBezTo>
                    <a:pt x="256" y="285"/>
                    <a:pt x="256" y="285"/>
                    <a:pt x="256" y="285"/>
                  </a:cubicBezTo>
                  <a:cubicBezTo>
                    <a:pt x="256" y="285"/>
                    <a:pt x="256" y="286"/>
                    <a:pt x="257" y="287"/>
                  </a:cubicBezTo>
                  <a:cubicBezTo>
                    <a:pt x="257" y="288"/>
                    <a:pt x="257" y="289"/>
                    <a:pt x="258" y="291"/>
                  </a:cubicBezTo>
                  <a:cubicBezTo>
                    <a:pt x="258" y="293"/>
                    <a:pt x="257" y="295"/>
                    <a:pt x="257" y="296"/>
                  </a:cubicBezTo>
                  <a:cubicBezTo>
                    <a:pt x="257" y="297"/>
                    <a:pt x="257" y="297"/>
                    <a:pt x="257" y="298"/>
                  </a:cubicBezTo>
                  <a:cubicBezTo>
                    <a:pt x="257" y="300"/>
                    <a:pt x="258" y="301"/>
                    <a:pt x="258" y="303"/>
                  </a:cubicBezTo>
                  <a:cubicBezTo>
                    <a:pt x="259" y="303"/>
                    <a:pt x="259" y="303"/>
                    <a:pt x="259" y="302"/>
                  </a:cubicBezTo>
                  <a:cubicBezTo>
                    <a:pt x="260" y="302"/>
                    <a:pt x="260" y="302"/>
                    <a:pt x="261" y="302"/>
                  </a:cubicBezTo>
                  <a:cubicBezTo>
                    <a:pt x="264" y="300"/>
                    <a:pt x="269" y="298"/>
                    <a:pt x="273" y="300"/>
                  </a:cubicBezTo>
                  <a:cubicBezTo>
                    <a:pt x="274" y="301"/>
                    <a:pt x="275" y="301"/>
                    <a:pt x="276" y="301"/>
                  </a:cubicBezTo>
                  <a:cubicBezTo>
                    <a:pt x="277" y="302"/>
                    <a:pt x="278" y="302"/>
                    <a:pt x="280" y="303"/>
                  </a:cubicBezTo>
                  <a:cubicBezTo>
                    <a:pt x="282" y="303"/>
                    <a:pt x="283" y="303"/>
                    <a:pt x="285" y="302"/>
                  </a:cubicBezTo>
                  <a:cubicBezTo>
                    <a:pt x="290" y="302"/>
                    <a:pt x="290" y="302"/>
                    <a:pt x="290" y="302"/>
                  </a:cubicBezTo>
                  <a:cubicBezTo>
                    <a:pt x="292" y="301"/>
                    <a:pt x="294" y="301"/>
                    <a:pt x="295" y="301"/>
                  </a:cubicBezTo>
                  <a:cubicBezTo>
                    <a:pt x="299" y="300"/>
                    <a:pt x="301" y="301"/>
                    <a:pt x="303" y="302"/>
                  </a:cubicBezTo>
                  <a:cubicBezTo>
                    <a:pt x="303" y="302"/>
                    <a:pt x="304" y="302"/>
                    <a:pt x="305" y="302"/>
                  </a:cubicBezTo>
                  <a:cubicBezTo>
                    <a:pt x="306" y="302"/>
                    <a:pt x="306" y="302"/>
                    <a:pt x="308" y="302"/>
                  </a:cubicBezTo>
                  <a:cubicBezTo>
                    <a:pt x="310" y="302"/>
                    <a:pt x="311" y="302"/>
                    <a:pt x="312" y="303"/>
                  </a:cubicBezTo>
                  <a:cubicBezTo>
                    <a:pt x="314" y="303"/>
                    <a:pt x="316" y="302"/>
                    <a:pt x="316" y="301"/>
                  </a:cubicBezTo>
                  <a:cubicBezTo>
                    <a:pt x="316" y="300"/>
                    <a:pt x="316" y="300"/>
                    <a:pt x="315" y="299"/>
                  </a:cubicBezTo>
                  <a:cubicBezTo>
                    <a:pt x="315" y="298"/>
                    <a:pt x="315" y="295"/>
                    <a:pt x="317" y="293"/>
                  </a:cubicBezTo>
                  <a:cubicBezTo>
                    <a:pt x="318" y="291"/>
                    <a:pt x="321" y="291"/>
                    <a:pt x="323" y="290"/>
                  </a:cubicBezTo>
                  <a:cubicBezTo>
                    <a:pt x="324" y="290"/>
                    <a:pt x="325" y="290"/>
                    <a:pt x="327" y="290"/>
                  </a:cubicBezTo>
                  <a:cubicBezTo>
                    <a:pt x="327" y="290"/>
                    <a:pt x="327" y="290"/>
                    <a:pt x="327" y="290"/>
                  </a:cubicBezTo>
                  <a:cubicBezTo>
                    <a:pt x="329" y="290"/>
                    <a:pt x="330" y="290"/>
                    <a:pt x="332" y="290"/>
                  </a:cubicBezTo>
                  <a:cubicBezTo>
                    <a:pt x="336" y="288"/>
                    <a:pt x="337" y="285"/>
                    <a:pt x="339" y="280"/>
                  </a:cubicBezTo>
                  <a:cubicBezTo>
                    <a:pt x="340" y="278"/>
                    <a:pt x="340" y="278"/>
                    <a:pt x="340" y="278"/>
                  </a:cubicBezTo>
                  <a:cubicBezTo>
                    <a:pt x="343" y="273"/>
                    <a:pt x="347" y="271"/>
                    <a:pt x="350" y="270"/>
                  </a:cubicBezTo>
                  <a:cubicBezTo>
                    <a:pt x="351" y="269"/>
                    <a:pt x="351" y="269"/>
                    <a:pt x="352" y="268"/>
                  </a:cubicBezTo>
                  <a:cubicBezTo>
                    <a:pt x="353" y="267"/>
                    <a:pt x="354" y="265"/>
                    <a:pt x="356" y="264"/>
                  </a:cubicBezTo>
                  <a:cubicBezTo>
                    <a:pt x="358" y="262"/>
                    <a:pt x="361" y="262"/>
                    <a:pt x="363" y="262"/>
                  </a:cubicBezTo>
                  <a:cubicBezTo>
                    <a:pt x="363" y="262"/>
                    <a:pt x="363" y="262"/>
                    <a:pt x="363" y="262"/>
                  </a:cubicBezTo>
                  <a:cubicBezTo>
                    <a:pt x="364" y="260"/>
                    <a:pt x="365" y="259"/>
                    <a:pt x="366" y="258"/>
                  </a:cubicBezTo>
                  <a:cubicBezTo>
                    <a:pt x="367" y="257"/>
                    <a:pt x="369" y="256"/>
                    <a:pt x="369" y="255"/>
                  </a:cubicBezTo>
                  <a:cubicBezTo>
                    <a:pt x="370" y="253"/>
                    <a:pt x="370" y="252"/>
                    <a:pt x="371" y="250"/>
                  </a:cubicBezTo>
                  <a:cubicBezTo>
                    <a:pt x="371" y="249"/>
                    <a:pt x="372" y="249"/>
                    <a:pt x="373" y="248"/>
                  </a:cubicBezTo>
                  <a:cubicBezTo>
                    <a:pt x="373" y="248"/>
                    <a:pt x="373" y="248"/>
                    <a:pt x="373" y="248"/>
                  </a:cubicBezTo>
                  <a:cubicBezTo>
                    <a:pt x="373" y="248"/>
                    <a:pt x="373" y="247"/>
                    <a:pt x="373" y="247"/>
                  </a:cubicBezTo>
                  <a:cubicBezTo>
                    <a:pt x="373" y="247"/>
                    <a:pt x="373" y="247"/>
                    <a:pt x="373" y="247"/>
                  </a:cubicBezTo>
                  <a:cubicBezTo>
                    <a:pt x="372" y="245"/>
                    <a:pt x="373" y="244"/>
                    <a:pt x="374" y="242"/>
                  </a:cubicBezTo>
                  <a:cubicBezTo>
                    <a:pt x="374" y="241"/>
                    <a:pt x="374" y="241"/>
                    <a:pt x="374" y="241"/>
                  </a:cubicBezTo>
                  <a:cubicBezTo>
                    <a:pt x="374" y="240"/>
                    <a:pt x="374" y="240"/>
                    <a:pt x="374" y="239"/>
                  </a:cubicBezTo>
                  <a:cubicBezTo>
                    <a:pt x="374" y="239"/>
                    <a:pt x="374" y="239"/>
                    <a:pt x="374" y="238"/>
                  </a:cubicBezTo>
                  <a:cubicBezTo>
                    <a:pt x="374" y="234"/>
                    <a:pt x="377" y="232"/>
                    <a:pt x="378" y="231"/>
                  </a:cubicBezTo>
                  <a:cubicBezTo>
                    <a:pt x="378" y="230"/>
                    <a:pt x="379" y="230"/>
                    <a:pt x="379" y="230"/>
                  </a:cubicBezTo>
                  <a:cubicBezTo>
                    <a:pt x="379" y="229"/>
                    <a:pt x="379" y="228"/>
                    <a:pt x="379" y="228"/>
                  </a:cubicBezTo>
                  <a:cubicBezTo>
                    <a:pt x="379" y="226"/>
                    <a:pt x="379" y="225"/>
                    <a:pt x="379" y="224"/>
                  </a:cubicBezTo>
                  <a:cubicBezTo>
                    <a:pt x="379" y="224"/>
                    <a:pt x="380" y="218"/>
                    <a:pt x="382" y="216"/>
                  </a:cubicBezTo>
                  <a:cubicBezTo>
                    <a:pt x="382" y="215"/>
                    <a:pt x="383" y="214"/>
                    <a:pt x="384" y="214"/>
                  </a:cubicBezTo>
                  <a:cubicBezTo>
                    <a:pt x="384" y="214"/>
                    <a:pt x="385" y="213"/>
                    <a:pt x="385" y="213"/>
                  </a:cubicBezTo>
                  <a:cubicBezTo>
                    <a:pt x="385" y="212"/>
                    <a:pt x="385" y="212"/>
                    <a:pt x="385" y="212"/>
                  </a:cubicBezTo>
                  <a:cubicBezTo>
                    <a:pt x="386" y="211"/>
                    <a:pt x="387" y="210"/>
                    <a:pt x="388" y="210"/>
                  </a:cubicBezTo>
                  <a:cubicBezTo>
                    <a:pt x="390" y="206"/>
                    <a:pt x="393" y="203"/>
                    <a:pt x="396" y="203"/>
                  </a:cubicBezTo>
                  <a:cubicBezTo>
                    <a:pt x="396" y="203"/>
                    <a:pt x="396" y="203"/>
                    <a:pt x="396" y="203"/>
                  </a:cubicBezTo>
                  <a:cubicBezTo>
                    <a:pt x="398" y="203"/>
                    <a:pt x="399" y="203"/>
                    <a:pt x="400" y="204"/>
                  </a:cubicBezTo>
                  <a:cubicBezTo>
                    <a:pt x="400" y="203"/>
                    <a:pt x="401" y="203"/>
                    <a:pt x="401" y="203"/>
                  </a:cubicBezTo>
                  <a:cubicBezTo>
                    <a:pt x="405" y="201"/>
                    <a:pt x="408" y="200"/>
                    <a:pt x="414" y="201"/>
                  </a:cubicBezTo>
                  <a:cubicBezTo>
                    <a:pt x="415" y="201"/>
                    <a:pt x="416" y="202"/>
                    <a:pt x="418" y="202"/>
                  </a:cubicBezTo>
                  <a:cubicBezTo>
                    <a:pt x="418" y="202"/>
                    <a:pt x="418" y="202"/>
                    <a:pt x="418" y="202"/>
                  </a:cubicBezTo>
                  <a:cubicBezTo>
                    <a:pt x="419" y="202"/>
                    <a:pt x="421" y="201"/>
                    <a:pt x="423" y="202"/>
                  </a:cubicBezTo>
                  <a:cubicBezTo>
                    <a:pt x="426" y="203"/>
                    <a:pt x="427" y="205"/>
                    <a:pt x="427" y="206"/>
                  </a:cubicBezTo>
                  <a:cubicBezTo>
                    <a:pt x="428" y="206"/>
                    <a:pt x="429" y="206"/>
                    <a:pt x="430" y="207"/>
                  </a:cubicBezTo>
                  <a:cubicBezTo>
                    <a:pt x="432" y="208"/>
                    <a:pt x="433" y="209"/>
                    <a:pt x="434" y="211"/>
                  </a:cubicBezTo>
                  <a:cubicBezTo>
                    <a:pt x="435" y="211"/>
                    <a:pt x="436" y="212"/>
                    <a:pt x="437" y="213"/>
                  </a:cubicBezTo>
                  <a:cubicBezTo>
                    <a:pt x="438" y="213"/>
                    <a:pt x="438" y="213"/>
                    <a:pt x="438" y="213"/>
                  </a:cubicBezTo>
                  <a:cubicBezTo>
                    <a:pt x="439" y="214"/>
                    <a:pt x="441" y="215"/>
                    <a:pt x="443" y="217"/>
                  </a:cubicBezTo>
                  <a:cubicBezTo>
                    <a:pt x="443" y="218"/>
                    <a:pt x="444" y="219"/>
                    <a:pt x="445" y="220"/>
                  </a:cubicBezTo>
                  <a:cubicBezTo>
                    <a:pt x="446" y="221"/>
                    <a:pt x="448" y="223"/>
                    <a:pt x="449" y="224"/>
                  </a:cubicBezTo>
                  <a:cubicBezTo>
                    <a:pt x="450" y="224"/>
                    <a:pt x="450" y="224"/>
                    <a:pt x="450" y="224"/>
                  </a:cubicBezTo>
                  <a:cubicBezTo>
                    <a:pt x="453" y="223"/>
                    <a:pt x="455" y="224"/>
                    <a:pt x="456" y="225"/>
                  </a:cubicBezTo>
                  <a:cubicBezTo>
                    <a:pt x="458" y="224"/>
                    <a:pt x="459" y="224"/>
                    <a:pt x="461" y="224"/>
                  </a:cubicBezTo>
                  <a:cubicBezTo>
                    <a:pt x="461" y="224"/>
                    <a:pt x="461" y="224"/>
                    <a:pt x="461" y="224"/>
                  </a:cubicBezTo>
                  <a:cubicBezTo>
                    <a:pt x="467" y="224"/>
                    <a:pt x="469" y="226"/>
                    <a:pt x="471" y="228"/>
                  </a:cubicBezTo>
                  <a:cubicBezTo>
                    <a:pt x="471" y="229"/>
                    <a:pt x="471" y="229"/>
                    <a:pt x="472" y="229"/>
                  </a:cubicBezTo>
                  <a:cubicBezTo>
                    <a:pt x="474" y="232"/>
                    <a:pt x="476" y="233"/>
                    <a:pt x="476" y="233"/>
                  </a:cubicBezTo>
                  <a:cubicBezTo>
                    <a:pt x="476" y="232"/>
                    <a:pt x="479" y="231"/>
                    <a:pt x="482" y="232"/>
                  </a:cubicBezTo>
                  <a:cubicBezTo>
                    <a:pt x="483" y="232"/>
                    <a:pt x="484" y="232"/>
                    <a:pt x="485" y="233"/>
                  </a:cubicBezTo>
                  <a:cubicBezTo>
                    <a:pt x="486" y="233"/>
                    <a:pt x="487" y="233"/>
                    <a:pt x="488" y="234"/>
                  </a:cubicBezTo>
                  <a:cubicBezTo>
                    <a:pt x="489" y="234"/>
                    <a:pt x="490" y="235"/>
                    <a:pt x="491" y="236"/>
                  </a:cubicBezTo>
                  <a:cubicBezTo>
                    <a:pt x="492" y="236"/>
                    <a:pt x="493" y="237"/>
                    <a:pt x="494" y="237"/>
                  </a:cubicBezTo>
                  <a:cubicBezTo>
                    <a:pt x="495" y="237"/>
                    <a:pt x="496" y="237"/>
                    <a:pt x="497" y="237"/>
                  </a:cubicBezTo>
                  <a:cubicBezTo>
                    <a:pt x="500" y="237"/>
                    <a:pt x="502" y="237"/>
                    <a:pt x="503" y="236"/>
                  </a:cubicBezTo>
                  <a:cubicBezTo>
                    <a:pt x="503" y="236"/>
                    <a:pt x="504" y="235"/>
                    <a:pt x="505" y="234"/>
                  </a:cubicBezTo>
                  <a:cubicBezTo>
                    <a:pt x="507" y="233"/>
                    <a:pt x="509" y="232"/>
                    <a:pt x="511" y="231"/>
                  </a:cubicBezTo>
                  <a:cubicBezTo>
                    <a:pt x="514" y="230"/>
                    <a:pt x="517" y="231"/>
                    <a:pt x="519" y="232"/>
                  </a:cubicBezTo>
                  <a:cubicBezTo>
                    <a:pt x="520" y="232"/>
                    <a:pt x="520" y="232"/>
                    <a:pt x="521" y="232"/>
                  </a:cubicBezTo>
                  <a:cubicBezTo>
                    <a:pt x="523" y="233"/>
                    <a:pt x="524" y="233"/>
                    <a:pt x="526" y="233"/>
                  </a:cubicBezTo>
                  <a:cubicBezTo>
                    <a:pt x="536" y="233"/>
                    <a:pt x="545" y="226"/>
                    <a:pt x="548" y="215"/>
                  </a:cubicBezTo>
                  <a:cubicBezTo>
                    <a:pt x="549" y="214"/>
                    <a:pt x="549" y="212"/>
                    <a:pt x="550" y="211"/>
                  </a:cubicBezTo>
                  <a:cubicBezTo>
                    <a:pt x="550" y="209"/>
                    <a:pt x="551" y="207"/>
                    <a:pt x="551" y="205"/>
                  </a:cubicBezTo>
                  <a:cubicBezTo>
                    <a:pt x="552" y="203"/>
                    <a:pt x="553" y="201"/>
                    <a:pt x="554" y="198"/>
                  </a:cubicBezTo>
                  <a:cubicBezTo>
                    <a:pt x="555" y="196"/>
                    <a:pt x="556" y="194"/>
                    <a:pt x="557" y="193"/>
                  </a:cubicBezTo>
                  <a:cubicBezTo>
                    <a:pt x="558" y="190"/>
                    <a:pt x="558" y="190"/>
                    <a:pt x="558" y="190"/>
                  </a:cubicBezTo>
                  <a:cubicBezTo>
                    <a:pt x="560" y="186"/>
                    <a:pt x="561" y="181"/>
                    <a:pt x="561" y="177"/>
                  </a:cubicBezTo>
                  <a:cubicBezTo>
                    <a:pt x="561" y="176"/>
                    <a:pt x="561" y="176"/>
                    <a:pt x="561" y="175"/>
                  </a:cubicBezTo>
                  <a:cubicBezTo>
                    <a:pt x="560" y="169"/>
                    <a:pt x="564" y="168"/>
                    <a:pt x="567" y="167"/>
                  </a:cubicBezTo>
                  <a:cubicBezTo>
                    <a:pt x="569" y="166"/>
                    <a:pt x="570" y="166"/>
                    <a:pt x="571" y="166"/>
                  </a:cubicBezTo>
                  <a:cubicBezTo>
                    <a:pt x="572" y="166"/>
                    <a:pt x="572" y="166"/>
                    <a:pt x="572" y="166"/>
                  </a:cubicBezTo>
                  <a:cubicBezTo>
                    <a:pt x="575" y="164"/>
                    <a:pt x="579" y="163"/>
                    <a:pt x="583" y="162"/>
                  </a:cubicBezTo>
                  <a:cubicBezTo>
                    <a:pt x="583" y="162"/>
                    <a:pt x="584" y="162"/>
                    <a:pt x="585" y="161"/>
                  </a:cubicBezTo>
                  <a:cubicBezTo>
                    <a:pt x="588" y="160"/>
                    <a:pt x="593" y="159"/>
                    <a:pt x="597" y="160"/>
                  </a:cubicBezTo>
                  <a:cubicBezTo>
                    <a:pt x="597" y="159"/>
                    <a:pt x="598" y="157"/>
                    <a:pt x="598" y="156"/>
                  </a:cubicBezTo>
                  <a:cubicBezTo>
                    <a:pt x="599" y="155"/>
                    <a:pt x="599" y="154"/>
                    <a:pt x="600" y="153"/>
                  </a:cubicBezTo>
                  <a:cubicBezTo>
                    <a:pt x="602" y="150"/>
                    <a:pt x="604" y="148"/>
                    <a:pt x="607" y="147"/>
                  </a:cubicBezTo>
                  <a:cubicBezTo>
                    <a:pt x="607" y="146"/>
                    <a:pt x="608" y="146"/>
                    <a:pt x="609" y="145"/>
                  </a:cubicBezTo>
                  <a:cubicBezTo>
                    <a:pt x="612" y="143"/>
                    <a:pt x="614" y="141"/>
                    <a:pt x="619" y="139"/>
                  </a:cubicBezTo>
                  <a:cubicBezTo>
                    <a:pt x="621" y="138"/>
                    <a:pt x="621" y="136"/>
                    <a:pt x="622" y="131"/>
                  </a:cubicBezTo>
                  <a:cubicBezTo>
                    <a:pt x="622" y="129"/>
                    <a:pt x="622" y="128"/>
                    <a:pt x="623" y="126"/>
                  </a:cubicBezTo>
                  <a:cubicBezTo>
                    <a:pt x="623" y="125"/>
                    <a:pt x="623" y="123"/>
                    <a:pt x="624" y="121"/>
                  </a:cubicBezTo>
                  <a:cubicBezTo>
                    <a:pt x="625" y="117"/>
                    <a:pt x="625" y="112"/>
                    <a:pt x="628" y="108"/>
                  </a:cubicBezTo>
                  <a:cubicBezTo>
                    <a:pt x="628" y="108"/>
                    <a:pt x="628" y="107"/>
                    <a:pt x="628" y="106"/>
                  </a:cubicBezTo>
                  <a:cubicBezTo>
                    <a:pt x="628" y="105"/>
                    <a:pt x="628" y="104"/>
                    <a:pt x="629" y="102"/>
                  </a:cubicBezTo>
                  <a:cubicBezTo>
                    <a:pt x="630" y="100"/>
                    <a:pt x="632" y="98"/>
                    <a:pt x="635" y="97"/>
                  </a:cubicBezTo>
                  <a:cubicBezTo>
                    <a:pt x="635" y="97"/>
                    <a:pt x="635" y="97"/>
                    <a:pt x="635" y="97"/>
                  </a:cubicBezTo>
                  <a:cubicBezTo>
                    <a:pt x="635" y="96"/>
                    <a:pt x="636" y="96"/>
                    <a:pt x="637" y="95"/>
                  </a:cubicBezTo>
                  <a:cubicBezTo>
                    <a:pt x="637" y="94"/>
                    <a:pt x="638" y="94"/>
                    <a:pt x="638" y="93"/>
                  </a:cubicBezTo>
                  <a:cubicBezTo>
                    <a:pt x="638" y="91"/>
                    <a:pt x="640" y="90"/>
                    <a:pt x="640" y="90"/>
                  </a:cubicBezTo>
                  <a:cubicBezTo>
                    <a:pt x="641" y="89"/>
                    <a:pt x="642" y="89"/>
                    <a:pt x="643" y="89"/>
                  </a:cubicBezTo>
                  <a:cubicBezTo>
                    <a:pt x="644" y="88"/>
                    <a:pt x="645" y="88"/>
                    <a:pt x="645" y="87"/>
                  </a:cubicBezTo>
                  <a:cubicBezTo>
                    <a:pt x="646" y="87"/>
                    <a:pt x="648" y="86"/>
                    <a:pt x="649" y="86"/>
                  </a:cubicBezTo>
                  <a:cubicBezTo>
                    <a:pt x="649" y="86"/>
                    <a:pt x="650" y="86"/>
                    <a:pt x="650" y="86"/>
                  </a:cubicBezTo>
                  <a:cubicBezTo>
                    <a:pt x="650" y="84"/>
                    <a:pt x="651" y="83"/>
                    <a:pt x="653" y="82"/>
                  </a:cubicBezTo>
                  <a:cubicBezTo>
                    <a:pt x="654" y="81"/>
                    <a:pt x="656" y="81"/>
                    <a:pt x="657" y="81"/>
                  </a:cubicBezTo>
                  <a:cubicBezTo>
                    <a:pt x="658" y="80"/>
                    <a:pt x="659" y="80"/>
                    <a:pt x="660" y="81"/>
                  </a:cubicBezTo>
                  <a:cubicBezTo>
                    <a:pt x="661" y="80"/>
                    <a:pt x="661" y="80"/>
                    <a:pt x="662" y="80"/>
                  </a:cubicBezTo>
                  <a:cubicBezTo>
                    <a:pt x="662" y="80"/>
                    <a:pt x="663" y="80"/>
                    <a:pt x="664" y="80"/>
                  </a:cubicBezTo>
                  <a:cubicBezTo>
                    <a:pt x="664" y="79"/>
                    <a:pt x="664" y="79"/>
                    <a:pt x="664" y="79"/>
                  </a:cubicBezTo>
                  <a:cubicBezTo>
                    <a:pt x="665" y="78"/>
                    <a:pt x="665" y="77"/>
                    <a:pt x="665" y="76"/>
                  </a:cubicBezTo>
                  <a:cubicBezTo>
                    <a:pt x="667" y="71"/>
                    <a:pt x="668" y="71"/>
                    <a:pt x="669" y="70"/>
                  </a:cubicBezTo>
                  <a:cubicBezTo>
                    <a:pt x="669" y="70"/>
                    <a:pt x="670" y="69"/>
                    <a:pt x="671" y="69"/>
                  </a:cubicBezTo>
                  <a:cubicBezTo>
                    <a:pt x="672" y="69"/>
                    <a:pt x="672" y="69"/>
                    <a:pt x="672" y="69"/>
                  </a:cubicBezTo>
                  <a:cubicBezTo>
                    <a:pt x="672" y="69"/>
                    <a:pt x="674" y="69"/>
                    <a:pt x="675" y="68"/>
                  </a:cubicBezTo>
                  <a:cubicBezTo>
                    <a:pt x="676" y="68"/>
                    <a:pt x="676" y="68"/>
                    <a:pt x="677" y="68"/>
                  </a:cubicBezTo>
                  <a:cubicBezTo>
                    <a:pt x="677" y="68"/>
                    <a:pt x="677" y="68"/>
                    <a:pt x="677" y="68"/>
                  </a:cubicBezTo>
                  <a:cubicBezTo>
                    <a:pt x="677" y="68"/>
                    <a:pt x="677" y="68"/>
                    <a:pt x="677" y="68"/>
                  </a:cubicBezTo>
                  <a:cubicBezTo>
                    <a:pt x="678" y="65"/>
                    <a:pt x="680" y="64"/>
                    <a:pt x="682" y="64"/>
                  </a:cubicBezTo>
                  <a:cubicBezTo>
                    <a:pt x="682" y="64"/>
                    <a:pt x="685" y="62"/>
                    <a:pt x="686" y="61"/>
                  </a:cubicBezTo>
                  <a:cubicBezTo>
                    <a:pt x="686" y="59"/>
                    <a:pt x="686" y="57"/>
                    <a:pt x="689" y="54"/>
                  </a:cubicBezTo>
                  <a:cubicBezTo>
                    <a:pt x="690" y="53"/>
                    <a:pt x="691" y="52"/>
                    <a:pt x="693" y="52"/>
                  </a:cubicBezTo>
                  <a:cubicBezTo>
                    <a:pt x="693" y="52"/>
                    <a:pt x="693" y="52"/>
                    <a:pt x="694" y="52"/>
                  </a:cubicBezTo>
                  <a:cubicBezTo>
                    <a:pt x="694" y="51"/>
                    <a:pt x="694" y="51"/>
                    <a:pt x="694" y="51"/>
                  </a:cubicBezTo>
                  <a:cubicBezTo>
                    <a:pt x="694" y="50"/>
                    <a:pt x="694" y="49"/>
                    <a:pt x="695" y="47"/>
                  </a:cubicBezTo>
                  <a:cubicBezTo>
                    <a:pt x="695" y="47"/>
                    <a:pt x="696" y="45"/>
                    <a:pt x="698" y="45"/>
                  </a:cubicBezTo>
                  <a:cubicBezTo>
                    <a:pt x="699" y="44"/>
                    <a:pt x="699" y="44"/>
                    <a:pt x="700" y="44"/>
                  </a:cubicBezTo>
                  <a:cubicBezTo>
                    <a:pt x="700" y="43"/>
                    <a:pt x="701" y="43"/>
                    <a:pt x="701" y="43"/>
                  </a:cubicBezTo>
                  <a:cubicBezTo>
                    <a:pt x="701" y="42"/>
                    <a:pt x="701" y="40"/>
                    <a:pt x="702" y="39"/>
                  </a:cubicBezTo>
                  <a:cubicBezTo>
                    <a:pt x="703" y="36"/>
                    <a:pt x="705" y="35"/>
                    <a:pt x="706" y="35"/>
                  </a:cubicBezTo>
                  <a:cubicBezTo>
                    <a:pt x="708" y="34"/>
                    <a:pt x="709" y="33"/>
                    <a:pt x="709" y="33"/>
                  </a:cubicBezTo>
                  <a:cubicBezTo>
                    <a:pt x="712" y="31"/>
                    <a:pt x="714" y="29"/>
                    <a:pt x="719" y="28"/>
                  </a:cubicBezTo>
                  <a:cubicBezTo>
                    <a:pt x="721" y="28"/>
                    <a:pt x="722" y="28"/>
                    <a:pt x="724" y="28"/>
                  </a:cubicBezTo>
                  <a:cubicBezTo>
                    <a:pt x="725" y="28"/>
                    <a:pt x="726" y="28"/>
                    <a:pt x="727" y="28"/>
                  </a:cubicBezTo>
                  <a:cubicBezTo>
                    <a:pt x="729" y="27"/>
                    <a:pt x="730" y="27"/>
                    <a:pt x="731" y="27"/>
                  </a:cubicBezTo>
                  <a:cubicBezTo>
                    <a:pt x="733" y="27"/>
                    <a:pt x="733" y="27"/>
                    <a:pt x="734" y="26"/>
                  </a:cubicBezTo>
                  <a:cubicBezTo>
                    <a:pt x="735" y="25"/>
                    <a:pt x="737" y="25"/>
                    <a:pt x="738" y="24"/>
                  </a:cubicBezTo>
                  <a:cubicBezTo>
                    <a:pt x="739" y="24"/>
                    <a:pt x="740" y="24"/>
                    <a:pt x="741" y="24"/>
                  </a:cubicBezTo>
                  <a:cubicBezTo>
                    <a:pt x="742" y="23"/>
                    <a:pt x="742" y="23"/>
                    <a:pt x="742" y="23"/>
                  </a:cubicBezTo>
                  <a:cubicBezTo>
                    <a:pt x="743" y="22"/>
                    <a:pt x="744" y="21"/>
                    <a:pt x="745" y="21"/>
                  </a:cubicBezTo>
                  <a:cubicBezTo>
                    <a:pt x="746" y="20"/>
                    <a:pt x="747" y="20"/>
                    <a:pt x="749" y="20"/>
                  </a:cubicBezTo>
                  <a:cubicBezTo>
                    <a:pt x="749" y="20"/>
                    <a:pt x="749" y="20"/>
                    <a:pt x="749" y="20"/>
                  </a:cubicBezTo>
                  <a:cubicBezTo>
                    <a:pt x="749" y="20"/>
                    <a:pt x="749" y="19"/>
                    <a:pt x="749" y="18"/>
                  </a:cubicBezTo>
                  <a:cubicBezTo>
                    <a:pt x="750" y="17"/>
                    <a:pt x="750" y="17"/>
                    <a:pt x="750" y="17"/>
                  </a:cubicBezTo>
                  <a:cubicBezTo>
                    <a:pt x="750" y="14"/>
                    <a:pt x="751" y="12"/>
                    <a:pt x="754" y="9"/>
                  </a:cubicBezTo>
                  <a:cubicBezTo>
                    <a:pt x="759" y="3"/>
                    <a:pt x="771" y="3"/>
                    <a:pt x="772" y="3"/>
                  </a:cubicBezTo>
                  <a:cubicBezTo>
                    <a:pt x="773" y="3"/>
                    <a:pt x="774" y="3"/>
                    <a:pt x="775" y="3"/>
                  </a:cubicBezTo>
                  <a:cubicBezTo>
                    <a:pt x="776" y="4"/>
                    <a:pt x="776" y="4"/>
                    <a:pt x="777" y="4"/>
                  </a:cubicBezTo>
                  <a:cubicBezTo>
                    <a:pt x="787" y="2"/>
                    <a:pt x="787" y="2"/>
                    <a:pt x="787" y="2"/>
                  </a:cubicBezTo>
                  <a:cubicBezTo>
                    <a:pt x="789" y="0"/>
                    <a:pt x="793" y="0"/>
                    <a:pt x="797" y="0"/>
                  </a:cubicBezTo>
                  <a:cubicBezTo>
                    <a:pt x="797" y="0"/>
                    <a:pt x="797" y="0"/>
                    <a:pt x="797" y="0"/>
                  </a:cubicBezTo>
                  <a:cubicBezTo>
                    <a:pt x="805" y="0"/>
                    <a:pt x="813" y="4"/>
                    <a:pt x="817" y="5"/>
                  </a:cubicBezTo>
                  <a:cubicBezTo>
                    <a:pt x="818" y="6"/>
                    <a:pt x="819" y="7"/>
                    <a:pt x="820" y="7"/>
                  </a:cubicBezTo>
                  <a:cubicBezTo>
                    <a:pt x="821" y="8"/>
                    <a:pt x="822" y="9"/>
                    <a:pt x="823" y="9"/>
                  </a:cubicBezTo>
                  <a:cubicBezTo>
                    <a:pt x="824" y="10"/>
                    <a:pt x="825" y="10"/>
                    <a:pt x="826" y="10"/>
                  </a:cubicBezTo>
                  <a:cubicBezTo>
                    <a:pt x="828" y="10"/>
                    <a:pt x="830" y="10"/>
                    <a:pt x="833" y="11"/>
                  </a:cubicBezTo>
                  <a:cubicBezTo>
                    <a:pt x="834" y="12"/>
                    <a:pt x="835" y="12"/>
                    <a:pt x="835" y="13"/>
                  </a:cubicBezTo>
                  <a:cubicBezTo>
                    <a:pt x="836" y="13"/>
                    <a:pt x="836" y="13"/>
                    <a:pt x="836" y="13"/>
                  </a:cubicBezTo>
                  <a:cubicBezTo>
                    <a:pt x="837" y="13"/>
                    <a:pt x="837" y="13"/>
                    <a:pt x="838" y="13"/>
                  </a:cubicBezTo>
                  <a:cubicBezTo>
                    <a:pt x="839" y="13"/>
                    <a:pt x="840" y="13"/>
                    <a:pt x="841" y="12"/>
                  </a:cubicBezTo>
                  <a:cubicBezTo>
                    <a:pt x="844" y="12"/>
                    <a:pt x="847" y="11"/>
                    <a:pt x="850" y="11"/>
                  </a:cubicBezTo>
                  <a:cubicBezTo>
                    <a:pt x="853" y="12"/>
                    <a:pt x="855" y="11"/>
                    <a:pt x="858" y="11"/>
                  </a:cubicBezTo>
                  <a:cubicBezTo>
                    <a:pt x="861" y="10"/>
                    <a:pt x="865" y="10"/>
                    <a:pt x="868" y="10"/>
                  </a:cubicBezTo>
                  <a:cubicBezTo>
                    <a:pt x="871" y="10"/>
                    <a:pt x="872" y="11"/>
                    <a:pt x="874" y="11"/>
                  </a:cubicBezTo>
                  <a:cubicBezTo>
                    <a:pt x="876" y="12"/>
                    <a:pt x="877" y="12"/>
                    <a:pt x="878" y="12"/>
                  </a:cubicBezTo>
                  <a:cubicBezTo>
                    <a:pt x="879" y="12"/>
                    <a:pt x="880" y="12"/>
                    <a:pt x="880" y="12"/>
                  </a:cubicBezTo>
                  <a:cubicBezTo>
                    <a:pt x="881" y="12"/>
                    <a:pt x="882" y="12"/>
                    <a:pt x="883" y="12"/>
                  </a:cubicBezTo>
                  <a:cubicBezTo>
                    <a:pt x="883" y="12"/>
                    <a:pt x="884" y="12"/>
                    <a:pt x="885" y="12"/>
                  </a:cubicBezTo>
                  <a:cubicBezTo>
                    <a:pt x="887" y="12"/>
                    <a:pt x="889" y="14"/>
                    <a:pt x="889" y="15"/>
                  </a:cubicBezTo>
                  <a:cubicBezTo>
                    <a:pt x="892" y="15"/>
                    <a:pt x="893" y="16"/>
                    <a:pt x="895" y="18"/>
                  </a:cubicBezTo>
                  <a:cubicBezTo>
                    <a:pt x="898" y="21"/>
                    <a:pt x="899" y="27"/>
                    <a:pt x="900" y="32"/>
                  </a:cubicBezTo>
                  <a:cubicBezTo>
                    <a:pt x="900" y="33"/>
                    <a:pt x="901" y="35"/>
                    <a:pt x="901" y="36"/>
                  </a:cubicBezTo>
                  <a:cubicBezTo>
                    <a:pt x="902" y="40"/>
                    <a:pt x="902" y="40"/>
                    <a:pt x="902" y="40"/>
                  </a:cubicBezTo>
                  <a:cubicBezTo>
                    <a:pt x="903" y="42"/>
                    <a:pt x="903" y="44"/>
                    <a:pt x="904" y="47"/>
                  </a:cubicBezTo>
                  <a:cubicBezTo>
                    <a:pt x="906" y="54"/>
                    <a:pt x="906" y="54"/>
                    <a:pt x="906" y="54"/>
                  </a:cubicBezTo>
                  <a:cubicBezTo>
                    <a:pt x="907" y="58"/>
                    <a:pt x="909" y="63"/>
                    <a:pt x="910" y="67"/>
                  </a:cubicBezTo>
                  <a:cubicBezTo>
                    <a:pt x="911" y="71"/>
                    <a:pt x="910" y="75"/>
                    <a:pt x="909" y="79"/>
                  </a:cubicBezTo>
                  <a:cubicBezTo>
                    <a:pt x="909" y="83"/>
                    <a:pt x="908" y="86"/>
                    <a:pt x="909" y="88"/>
                  </a:cubicBezTo>
                  <a:cubicBezTo>
                    <a:pt x="910" y="89"/>
                    <a:pt x="911" y="90"/>
                    <a:pt x="912" y="91"/>
                  </a:cubicBezTo>
                  <a:cubicBezTo>
                    <a:pt x="914" y="93"/>
                    <a:pt x="916" y="95"/>
                    <a:pt x="917" y="99"/>
                  </a:cubicBezTo>
                  <a:cubicBezTo>
                    <a:pt x="917" y="103"/>
                    <a:pt x="918" y="106"/>
                    <a:pt x="920" y="110"/>
                  </a:cubicBezTo>
                  <a:cubicBezTo>
                    <a:pt x="920" y="111"/>
                    <a:pt x="921" y="112"/>
                    <a:pt x="923" y="113"/>
                  </a:cubicBezTo>
                  <a:cubicBezTo>
                    <a:pt x="925" y="116"/>
                    <a:pt x="928" y="119"/>
                    <a:pt x="928" y="124"/>
                  </a:cubicBezTo>
                  <a:cubicBezTo>
                    <a:pt x="928" y="125"/>
                    <a:pt x="928" y="127"/>
                    <a:pt x="928" y="128"/>
                  </a:cubicBezTo>
                  <a:cubicBezTo>
                    <a:pt x="928" y="130"/>
                    <a:pt x="927" y="132"/>
                    <a:pt x="928" y="134"/>
                  </a:cubicBezTo>
                  <a:cubicBezTo>
                    <a:pt x="928" y="136"/>
                    <a:pt x="929" y="138"/>
                    <a:pt x="930" y="141"/>
                  </a:cubicBezTo>
                  <a:cubicBezTo>
                    <a:pt x="931" y="143"/>
                    <a:pt x="932" y="145"/>
                    <a:pt x="933" y="148"/>
                  </a:cubicBezTo>
                  <a:cubicBezTo>
                    <a:pt x="934" y="152"/>
                    <a:pt x="934" y="156"/>
                    <a:pt x="933" y="161"/>
                  </a:cubicBezTo>
                  <a:cubicBezTo>
                    <a:pt x="932" y="167"/>
                    <a:pt x="933" y="173"/>
                    <a:pt x="933" y="180"/>
                  </a:cubicBezTo>
                  <a:cubicBezTo>
                    <a:pt x="933" y="183"/>
                    <a:pt x="933" y="186"/>
                    <a:pt x="933" y="189"/>
                  </a:cubicBezTo>
                  <a:cubicBezTo>
                    <a:pt x="933" y="193"/>
                    <a:pt x="933" y="198"/>
                    <a:pt x="932" y="203"/>
                  </a:cubicBezTo>
                  <a:cubicBezTo>
                    <a:pt x="932" y="208"/>
                    <a:pt x="932" y="208"/>
                    <a:pt x="932" y="208"/>
                  </a:cubicBezTo>
                  <a:cubicBezTo>
                    <a:pt x="932" y="210"/>
                    <a:pt x="931" y="212"/>
                    <a:pt x="931" y="214"/>
                  </a:cubicBezTo>
                  <a:cubicBezTo>
                    <a:pt x="930" y="216"/>
                    <a:pt x="930" y="218"/>
                    <a:pt x="930" y="220"/>
                  </a:cubicBezTo>
                  <a:cubicBezTo>
                    <a:pt x="930" y="220"/>
                    <a:pt x="930" y="221"/>
                    <a:pt x="930" y="221"/>
                  </a:cubicBezTo>
                  <a:cubicBezTo>
                    <a:pt x="930" y="222"/>
                    <a:pt x="931" y="223"/>
                    <a:pt x="931" y="224"/>
                  </a:cubicBezTo>
                  <a:cubicBezTo>
                    <a:pt x="931" y="225"/>
                    <a:pt x="931" y="226"/>
                    <a:pt x="931" y="226"/>
                  </a:cubicBezTo>
                  <a:cubicBezTo>
                    <a:pt x="931" y="229"/>
                    <a:pt x="931" y="231"/>
                    <a:pt x="928" y="234"/>
                  </a:cubicBezTo>
                  <a:cubicBezTo>
                    <a:pt x="926" y="237"/>
                    <a:pt x="925" y="240"/>
                    <a:pt x="926" y="244"/>
                  </a:cubicBezTo>
                  <a:cubicBezTo>
                    <a:pt x="927" y="246"/>
                    <a:pt x="928" y="250"/>
                    <a:pt x="925" y="253"/>
                  </a:cubicBezTo>
                  <a:cubicBezTo>
                    <a:pt x="924" y="255"/>
                    <a:pt x="922" y="257"/>
                    <a:pt x="916" y="256"/>
                  </a:cubicBezTo>
                  <a:cubicBezTo>
                    <a:pt x="914" y="256"/>
                    <a:pt x="911" y="254"/>
                    <a:pt x="910" y="253"/>
                  </a:cubicBezTo>
                  <a:cubicBezTo>
                    <a:pt x="909" y="253"/>
                    <a:pt x="909" y="252"/>
                    <a:pt x="908" y="252"/>
                  </a:cubicBezTo>
                  <a:cubicBezTo>
                    <a:pt x="907" y="251"/>
                    <a:pt x="905" y="250"/>
                    <a:pt x="904" y="249"/>
                  </a:cubicBezTo>
                  <a:cubicBezTo>
                    <a:pt x="902" y="248"/>
                    <a:pt x="901" y="247"/>
                    <a:pt x="899" y="246"/>
                  </a:cubicBezTo>
                  <a:cubicBezTo>
                    <a:pt x="899" y="246"/>
                    <a:pt x="898" y="245"/>
                    <a:pt x="897" y="244"/>
                  </a:cubicBezTo>
                  <a:cubicBezTo>
                    <a:pt x="896" y="243"/>
                    <a:pt x="893" y="241"/>
                    <a:pt x="891" y="240"/>
                  </a:cubicBezTo>
                  <a:cubicBezTo>
                    <a:pt x="885" y="242"/>
                    <a:pt x="878" y="247"/>
                    <a:pt x="877" y="251"/>
                  </a:cubicBezTo>
                  <a:cubicBezTo>
                    <a:pt x="875" y="258"/>
                    <a:pt x="871" y="265"/>
                    <a:pt x="866" y="271"/>
                  </a:cubicBezTo>
                  <a:cubicBezTo>
                    <a:pt x="864" y="273"/>
                    <a:pt x="864" y="273"/>
                    <a:pt x="864" y="273"/>
                  </a:cubicBezTo>
                  <a:cubicBezTo>
                    <a:pt x="859" y="279"/>
                    <a:pt x="857" y="282"/>
                    <a:pt x="857" y="289"/>
                  </a:cubicBezTo>
                  <a:cubicBezTo>
                    <a:pt x="857" y="290"/>
                    <a:pt x="856" y="292"/>
                    <a:pt x="856" y="293"/>
                  </a:cubicBezTo>
                  <a:cubicBezTo>
                    <a:pt x="856" y="294"/>
                    <a:pt x="856" y="296"/>
                    <a:pt x="856" y="297"/>
                  </a:cubicBezTo>
                  <a:cubicBezTo>
                    <a:pt x="857" y="297"/>
                    <a:pt x="857" y="297"/>
                    <a:pt x="858" y="297"/>
                  </a:cubicBezTo>
                  <a:cubicBezTo>
                    <a:pt x="860" y="298"/>
                    <a:pt x="861" y="299"/>
                    <a:pt x="862" y="301"/>
                  </a:cubicBezTo>
                  <a:cubicBezTo>
                    <a:pt x="862" y="302"/>
                    <a:pt x="862" y="303"/>
                    <a:pt x="863" y="304"/>
                  </a:cubicBezTo>
                  <a:cubicBezTo>
                    <a:pt x="864" y="306"/>
                    <a:pt x="866" y="308"/>
                    <a:pt x="866" y="311"/>
                  </a:cubicBezTo>
                  <a:cubicBezTo>
                    <a:pt x="866" y="313"/>
                    <a:pt x="866" y="314"/>
                    <a:pt x="866" y="315"/>
                  </a:cubicBezTo>
                  <a:cubicBezTo>
                    <a:pt x="866" y="316"/>
                    <a:pt x="866" y="316"/>
                    <a:pt x="867" y="317"/>
                  </a:cubicBezTo>
                  <a:cubicBezTo>
                    <a:pt x="868" y="318"/>
                    <a:pt x="868" y="318"/>
                    <a:pt x="869" y="319"/>
                  </a:cubicBezTo>
                  <a:cubicBezTo>
                    <a:pt x="870" y="320"/>
                    <a:pt x="871" y="321"/>
                    <a:pt x="872" y="322"/>
                  </a:cubicBezTo>
                  <a:cubicBezTo>
                    <a:pt x="873" y="325"/>
                    <a:pt x="874" y="326"/>
                    <a:pt x="876" y="326"/>
                  </a:cubicBezTo>
                  <a:cubicBezTo>
                    <a:pt x="882" y="329"/>
                    <a:pt x="889" y="332"/>
                    <a:pt x="894" y="332"/>
                  </a:cubicBezTo>
                  <a:cubicBezTo>
                    <a:pt x="897" y="333"/>
                    <a:pt x="901" y="332"/>
                    <a:pt x="904" y="332"/>
                  </a:cubicBezTo>
                  <a:cubicBezTo>
                    <a:pt x="906" y="332"/>
                    <a:pt x="908" y="332"/>
                    <a:pt x="909" y="332"/>
                  </a:cubicBezTo>
                  <a:cubicBezTo>
                    <a:pt x="910" y="332"/>
                    <a:pt x="910" y="332"/>
                    <a:pt x="910" y="332"/>
                  </a:cubicBezTo>
                  <a:cubicBezTo>
                    <a:pt x="910" y="332"/>
                    <a:pt x="910" y="332"/>
                    <a:pt x="910" y="332"/>
                  </a:cubicBezTo>
                  <a:cubicBezTo>
                    <a:pt x="911" y="332"/>
                    <a:pt x="912" y="332"/>
                    <a:pt x="913" y="332"/>
                  </a:cubicBezTo>
                  <a:cubicBezTo>
                    <a:pt x="913" y="332"/>
                    <a:pt x="914" y="332"/>
                    <a:pt x="914" y="333"/>
                  </a:cubicBezTo>
                  <a:cubicBezTo>
                    <a:pt x="914" y="331"/>
                    <a:pt x="914" y="330"/>
                    <a:pt x="914" y="329"/>
                  </a:cubicBezTo>
                  <a:cubicBezTo>
                    <a:pt x="914" y="326"/>
                    <a:pt x="914" y="324"/>
                    <a:pt x="914" y="323"/>
                  </a:cubicBezTo>
                  <a:cubicBezTo>
                    <a:pt x="914" y="320"/>
                    <a:pt x="915" y="317"/>
                    <a:pt x="916" y="314"/>
                  </a:cubicBezTo>
                  <a:cubicBezTo>
                    <a:pt x="916" y="312"/>
                    <a:pt x="917" y="310"/>
                    <a:pt x="917" y="308"/>
                  </a:cubicBezTo>
                  <a:cubicBezTo>
                    <a:pt x="918" y="305"/>
                    <a:pt x="918" y="300"/>
                    <a:pt x="925" y="300"/>
                  </a:cubicBezTo>
                  <a:cubicBezTo>
                    <a:pt x="925" y="300"/>
                    <a:pt x="926" y="300"/>
                    <a:pt x="926" y="300"/>
                  </a:cubicBezTo>
                  <a:cubicBezTo>
                    <a:pt x="928" y="300"/>
                    <a:pt x="930" y="301"/>
                    <a:pt x="931" y="302"/>
                  </a:cubicBezTo>
                  <a:cubicBezTo>
                    <a:pt x="932" y="302"/>
                    <a:pt x="932" y="302"/>
                    <a:pt x="932" y="302"/>
                  </a:cubicBezTo>
                  <a:cubicBezTo>
                    <a:pt x="932" y="302"/>
                    <a:pt x="933" y="302"/>
                    <a:pt x="933" y="302"/>
                  </a:cubicBezTo>
                  <a:cubicBezTo>
                    <a:pt x="934" y="302"/>
                    <a:pt x="935" y="302"/>
                    <a:pt x="936" y="302"/>
                  </a:cubicBezTo>
                  <a:cubicBezTo>
                    <a:pt x="938" y="302"/>
                    <a:pt x="939" y="302"/>
                    <a:pt x="940" y="302"/>
                  </a:cubicBezTo>
                  <a:cubicBezTo>
                    <a:pt x="941" y="303"/>
                    <a:pt x="942" y="303"/>
                    <a:pt x="943" y="303"/>
                  </a:cubicBezTo>
                  <a:cubicBezTo>
                    <a:pt x="950" y="303"/>
                    <a:pt x="958" y="303"/>
                    <a:pt x="965" y="302"/>
                  </a:cubicBezTo>
                  <a:cubicBezTo>
                    <a:pt x="974" y="302"/>
                    <a:pt x="974" y="302"/>
                    <a:pt x="974" y="302"/>
                  </a:cubicBezTo>
                  <a:cubicBezTo>
                    <a:pt x="975" y="302"/>
                    <a:pt x="977" y="303"/>
                    <a:pt x="978" y="304"/>
                  </a:cubicBezTo>
                  <a:cubicBezTo>
                    <a:pt x="979" y="305"/>
                    <a:pt x="979" y="307"/>
                    <a:pt x="979" y="308"/>
                  </a:cubicBezTo>
                  <a:cubicBezTo>
                    <a:pt x="977" y="315"/>
                    <a:pt x="975" y="322"/>
                    <a:pt x="972" y="330"/>
                  </a:cubicBezTo>
                  <a:cubicBezTo>
                    <a:pt x="971" y="334"/>
                    <a:pt x="969" y="337"/>
                    <a:pt x="968" y="340"/>
                  </a:cubicBezTo>
                  <a:cubicBezTo>
                    <a:pt x="965" y="347"/>
                    <a:pt x="963" y="353"/>
                    <a:pt x="961" y="359"/>
                  </a:cubicBezTo>
                  <a:cubicBezTo>
                    <a:pt x="959" y="368"/>
                    <a:pt x="957" y="377"/>
                    <a:pt x="956" y="385"/>
                  </a:cubicBezTo>
                  <a:cubicBezTo>
                    <a:pt x="954" y="392"/>
                    <a:pt x="951" y="399"/>
                    <a:pt x="946" y="406"/>
                  </a:cubicBezTo>
                  <a:cubicBezTo>
                    <a:pt x="948" y="413"/>
                    <a:pt x="937" y="424"/>
                    <a:pt x="937" y="424"/>
                  </a:cubicBezTo>
                  <a:cubicBezTo>
                    <a:pt x="935" y="425"/>
                    <a:pt x="935" y="425"/>
                    <a:pt x="935" y="425"/>
                  </a:cubicBezTo>
                  <a:cubicBezTo>
                    <a:pt x="933" y="427"/>
                    <a:pt x="931" y="429"/>
                    <a:pt x="928" y="431"/>
                  </a:cubicBezTo>
                  <a:cubicBezTo>
                    <a:pt x="928" y="431"/>
                    <a:pt x="928" y="432"/>
                    <a:pt x="928" y="432"/>
                  </a:cubicBezTo>
                  <a:cubicBezTo>
                    <a:pt x="927" y="433"/>
                    <a:pt x="925" y="434"/>
                    <a:pt x="924" y="434"/>
                  </a:cubicBezTo>
                  <a:cubicBezTo>
                    <a:pt x="924" y="435"/>
                    <a:pt x="923" y="435"/>
                    <a:pt x="923" y="435"/>
                  </a:cubicBezTo>
                  <a:cubicBezTo>
                    <a:pt x="922" y="437"/>
                    <a:pt x="920" y="439"/>
                    <a:pt x="919" y="439"/>
                  </a:cubicBezTo>
                  <a:cubicBezTo>
                    <a:pt x="917" y="441"/>
                    <a:pt x="915" y="442"/>
                    <a:pt x="913" y="443"/>
                  </a:cubicBezTo>
                  <a:cubicBezTo>
                    <a:pt x="910" y="444"/>
                    <a:pt x="907" y="446"/>
                    <a:pt x="904" y="446"/>
                  </a:cubicBezTo>
                  <a:cubicBezTo>
                    <a:pt x="904" y="446"/>
                    <a:pt x="903" y="446"/>
                    <a:pt x="903" y="446"/>
                  </a:cubicBezTo>
                  <a:cubicBezTo>
                    <a:pt x="903" y="445"/>
                    <a:pt x="903" y="445"/>
                    <a:pt x="903" y="445"/>
                  </a:cubicBezTo>
                  <a:cubicBezTo>
                    <a:pt x="901" y="447"/>
                    <a:pt x="899" y="450"/>
                    <a:pt x="896" y="452"/>
                  </a:cubicBezTo>
                  <a:cubicBezTo>
                    <a:pt x="895" y="455"/>
                    <a:pt x="893" y="457"/>
                    <a:pt x="891" y="459"/>
                  </a:cubicBezTo>
                  <a:cubicBezTo>
                    <a:pt x="885" y="464"/>
                    <a:pt x="880" y="470"/>
                    <a:pt x="875" y="476"/>
                  </a:cubicBezTo>
                  <a:cubicBezTo>
                    <a:pt x="872" y="478"/>
                    <a:pt x="872" y="478"/>
                    <a:pt x="872" y="478"/>
                  </a:cubicBezTo>
                  <a:cubicBezTo>
                    <a:pt x="867" y="486"/>
                    <a:pt x="863" y="492"/>
                    <a:pt x="860" y="497"/>
                  </a:cubicBezTo>
                  <a:cubicBezTo>
                    <a:pt x="860" y="498"/>
                    <a:pt x="860" y="498"/>
                    <a:pt x="860" y="499"/>
                  </a:cubicBezTo>
                  <a:cubicBezTo>
                    <a:pt x="860" y="499"/>
                    <a:pt x="860" y="499"/>
                    <a:pt x="860" y="500"/>
                  </a:cubicBezTo>
                  <a:cubicBezTo>
                    <a:pt x="860" y="501"/>
                    <a:pt x="861" y="502"/>
                    <a:pt x="860" y="503"/>
                  </a:cubicBezTo>
                  <a:cubicBezTo>
                    <a:pt x="858" y="507"/>
                    <a:pt x="855" y="510"/>
                    <a:pt x="852" y="513"/>
                  </a:cubicBezTo>
                  <a:cubicBezTo>
                    <a:pt x="850" y="514"/>
                    <a:pt x="848" y="516"/>
                    <a:pt x="847" y="518"/>
                  </a:cubicBezTo>
                  <a:cubicBezTo>
                    <a:pt x="845" y="521"/>
                    <a:pt x="843" y="524"/>
                    <a:pt x="841" y="527"/>
                  </a:cubicBezTo>
                  <a:cubicBezTo>
                    <a:pt x="838" y="534"/>
                    <a:pt x="834" y="541"/>
                    <a:pt x="829" y="548"/>
                  </a:cubicBezTo>
                  <a:cubicBezTo>
                    <a:pt x="827" y="550"/>
                    <a:pt x="825" y="553"/>
                    <a:pt x="824" y="556"/>
                  </a:cubicBezTo>
                  <a:cubicBezTo>
                    <a:pt x="822" y="560"/>
                    <a:pt x="819" y="564"/>
                    <a:pt x="816" y="567"/>
                  </a:cubicBezTo>
                  <a:cubicBezTo>
                    <a:pt x="814" y="570"/>
                    <a:pt x="812" y="572"/>
                    <a:pt x="810" y="575"/>
                  </a:cubicBezTo>
                  <a:cubicBezTo>
                    <a:pt x="807" y="579"/>
                    <a:pt x="804" y="582"/>
                    <a:pt x="800" y="586"/>
                  </a:cubicBezTo>
                  <a:cubicBezTo>
                    <a:pt x="798" y="588"/>
                    <a:pt x="797" y="590"/>
                    <a:pt x="795" y="592"/>
                  </a:cubicBezTo>
                  <a:cubicBezTo>
                    <a:pt x="791" y="596"/>
                    <a:pt x="787" y="601"/>
                    <a:pt x="782" y="604"/>
                  </a:cubicBezTo>
                  <a:cubicBezTo>
                    <a:pt x="780" y="605"/>
                    <a:pt x="779" y="605"/>
                    <a:pt x="777" y="606"/>
                  </a:cubicBezTo>
                  <a:cubicBezTo>
                    <a:pt x="776" y="606"/>
                    <a:pt x="776" y="607"/>
                    <a:pt x="775" y="608"/>
                  </a:cubicBezTo>
                  <a:cubicBezTo>
                    <a:pt x="774" y="609"/>
                    <a:pt x="773" y="610"/>
                    <a:pt x="773" y="610"/>
                  </a:cubicBezTo>
                  <a:cubicBezTo>
                    <a:pt x="770" y="613"/>
                    <a:pt x="767" y="615"/>
                    <a:pt x="765" y="617"/>
                  </a:cubicBezTo>
                  <a:cubicBezTo>
                    <a:pt x="763" y="617"/>
                    <a:pt x="762" y="618"/>
                    <a:pt x="760" y="619"/>
                  </a:cubicBezTo>
                  <a:cubicBezTo>
                    <a:pt x="759" y="620"/>
                    <a:pt x="758" y="620"/>
                    <a:pt x="757" y="621"/>
                  </a:cubicBezTo>
                  <a:cubicBezTo>
                    <a:pt x="756" y="621"/>
                    <a:pt x="756" y="622"/>
                    <a:pt x="755" y="623"/>
                  </a:cubicBezTo>
                  <a:cubicBezTo>
                    <a:pt x="754" y="624"/>
                    <a:pt x="754" y="625"/>
                    <a:pt x="753" y="626"/>
                  </a:cubicBezTo>
                  <a:cubicBezTo>
                    <a:pt x="750" y="628"/>
                    <a:pt x="748" y="631"/>
                    <a:pt x="746" y="633"/>
                  </a:cubicBezTo>
                  <a:cubicBezTo>
                    <a:pt x="745" y="635"/>
                    <a:pt x="743" y="636"/>
                    <a:pt x="742" y="637"/>
                  </a:cubicBezTo>
                  <a:cubicBezTo>
                    <a:pt x="741" y="638"/>
                    <a:pt x="740" y="639"/>
                    <a:pt x="740" y="639"/>
                  </a:cubicBezTo>
                  <a:cubicBezTo>
                    <a:pt x="739" y="640"/>
                    <a:pt x="738" y="641"/>
                    <a:pt x="737" y="643"/>
                  </a:cubicBezTo>
                  <a:cubicBezTo>
                    <a:pt x="736" y="644"/>
                    <a:pt x="735" y="646"/>
                    <a:pt x="734" y="647"/>
                  </a:cubicBezTo>
                  <a:cubicBezTo>
                    <a:pt x="732" y="649"/>
                    <a:pt x="731" y="650"/>
                    <a:pt x="730" y="652"/>
                  </a:cubicBezTo>
                  <a:cubicBezTo>
                    <a:pt x="727" y="654"/>
                    <a:pt x="724" y="657"/>
                    <a:pt x="721" y="660"/>
                  </a:cubicBezTo>
                  <a:cubicBezTo>
                    <a:pt x="719" y="661"/>
                    <a:pt x="717" y="663"/>
                    <a:pt x="715" y="665"/>
                  </a:cubicBezTo>
                  <a:cubicBezTo>
                    <a:pt x="712" y="667"/>
                    <a:pt x="709" y="670"/>
                    <a:pt x="706" y="672"/>
                  </a:cubicBezTo>
                  <a:cubicBezTo>
                    <a:pt x="700" y="678"/>
                    <a:pt x="694" y="683"/>
                    <a:pt x="688" y="687"/>
                  </a:cubicBezTo>
                  <a:cubicBezTo>
                    <a:pt x="685" y="689"/>
                    <a:pt x="685" y="689"/>
                    <a:pt x="685" y="689"/>
                  </a:cubicBezTo>
                  <a:cubicBezTo>
                    <a:pt x="684" y="690"/>
                    <a:pt x="682" y="691"/>
                    <a:pt x="681" y="691"/>
                  </a:cubicBezTo>
                  <a:cubicBezTo>
                    <a:pt x="680" y="692"/>
                    <a:pt x="679" y="692"/>
                    <a:pt x="679" y="692"/>
                  </a:cubicBezTo>
                  <a:cubicBezTo>
                    <a:pt x="678" y="693"/>
                    <a:pt x="678" y="693"/>
                    <a:pt x="677" y="694"/>
                  </a:cubicBezTo>
                  <a:cubicBezTo>
                    <a:pt x="677" y="695"/>
                    <a:pt x="676" y="696"/>
                    <a:pt x="676" y="696"/>
                  </a:cubicBezTo>
                  <a:cubicBezTo>
                    <a:pt x="674" y="700"/>
                    <a:pt x="671" y="701"/>
                    <a:pt x="668" y="703"/>
                  </a:cubicBezTo>
                  <a:cubicBezTo>
                    <a:pt x="667" y="704"/>
                    <a:pt x="666" y="705"/>
                    <a:pt x="665" y="705"/>
                  </a:cubicBezTo>
                  <a:cubicBezTo>
                    <a:pt x="662" y="708"/>
                    <a:pt x="660" y="709"/>
                    <a:pt x="657" y="711"/>
                  </a:cubicBezTo>
                  <a:cubicBezTo>
                    <a:pt x="656" y="711"/>
                    <a:pt x="655" y="712"/>
                    <a:pt x="654" y="712"/>
                  </a:cubicBezTo>
                  <a:cubicBezTo>
                    <a:pt x="652" y="714"/>
                    <a:pt x="649" y="715"/>
                    <a:pt x="647" y="717"/>
                  </a:cubicBezTo>
                  <a:cubicBezTo>
                    <a:pt x="645" y="718"/>
                    <a:pt x="643" y="720"/>
                    <a:pt x="641" y="721"/>
                  </a:cubicBezTo>
                  <a:cubicBezTo>
                    <a:pt x="637" y="723"/>
                    <a:pt x="634" y="725"/>
                    <a:pt x="631" y="728"/>
                  </a:cubicBezTo>
                  <a:cubicBezTo>
                    <a:pt x="628" y="730"/>
                    <a:pt x="626" y="732"/>
                    <a:pt x="623" y="734"/>
                  </a:cubicBezTo>
                  <a:cubicBezTo>
                    <a:pt x="622" y="735"/>
                    <a:pt x="620" y="735"/>
                    <a:pt x="619" y="736"/>
                  </a:cubicBezTo>
                  <a:cubicBezTo>
                    <a:pt x="618" y="737"/>
                    <a:pt x="616" y="738"/>
                    <a:pt x="615" y="738"/>
                  </a:cubicBezTo>
                  <a:cubicBezTo>
                    <a:pt x="613" y="740"/>
                    <a:pt x="610" y="741"/>
                    <a:pt x="607" y="742"/>
                  </a:cubicBezTo>
                  <a:cubicBezTo>
                    <a:pt x="606" y="743"/>
                    <a:pt x="604" y="743"/>
                    <a:pt x="602" y="744"/>
                  </a:cubicBezTo>
                  <a:cubicBezTo>
                    <a:pt x="600" y="746"/>
                    <a:pt x="598" y="746"/>
                    <a:pt x="595" y="747"/>
                  </a:cubicBezTo>
                  <a:cubicBezTo>
                    <a:pt x="594" y="747"/>
                    <a:pt x="594" y="748"/>
                    <a:pt x="593" y="748"/>
                  </a:cubicBezTo>
                  <a:cubicBezTo>
                    <a:pt x="591" y="748"/>
                    <a:pt x="589" y="749"/>
                    <a:pt x="588" y="750"/>
                  </a:cubicBezTo>
                  <a:cubicBezTo>
                    <a:pt x="586" y="751"/>
                    <a:pt x="584" y="752"/>
                    <a:pt x="581" y="753"/>
                  </a:cubicBezTo>
                  <a:cubicBezTo>
                    <a:pt x="575" y="756"/>
                    <a:pt x="569" y="756"/>
                    <a:pt x="561" y="754"/>
                  </a:cubicBezTo>
                  <a:cubicBezTo>
                    <a:pt x="560" y="754"/>
                    <a:pt x="560" y="754"/>
                    <a:pt x="560" y="754"/>
                  </a:cubicBezTo>
                  <a:cubicBezTo>
                    <a:pt x="552" y="753"/>
                    <a:pt x="546" y="751"/>
                    <a:pt x="540" y="753"/>
                  </a:cubicBezTo>
                  <a:cubicBezTo>
                    <a:pt x="536" y="754"/>
                    <a:pt x="531" y="757"/>
                    <a:pt x="530" y="759"/>
                  </a:cubicBezTo>
                  <a:cubicBezTo>
                    <a:pt x="530" y="760"/>
                    <a:pt x="530" y="760"/>
                    <a:pt x="530" y="760"/>
                  </a:cubicBezTo>
                  <a:cubicBezTo>
                    <a:pt x="530" y="760"/>
                    <a:pt x="530" y="761"/>
                    <a:pt x="530" y="761"/>
                  </a:cubicBezTo>
                  <a:cubicBezTo>
                    <a:pt x="535" y="765"/>
                    <a:pt x="535" y="768"/>
                    <a:pt x="533" y="770"/>
                  </a:cubicBezTo>
                  <a:cubicBezTo>
                    <a:pt x="531" y="773"/>
                    <a:pt x="527" y="774"/>
                    <a:pt x="525" y="774"/>
                  </a:cubicBezTo>
                  <a:cubicBezTo>
                    <a:pt x="522" y="774"/>
                    <a:pt x="519" y="773"/>
                    <a:pt x="517" y="773"/>
                  </a:cubicBezTo>
                  <a:cubicBezTo>
                    <a:pt x="516" y="773"/>
                    <a:pt x="516" y="773"/>
                    <a:pt x="516" y="773"/>
                  </a:cubicBezTo>
                  <a:cubicBezTo>
                    <a:pt x="512" y="773"/>
                    <a:pt x="510" y="771"/>
                    <a:pt x="507" y="770"/>
                  </a:cubicBezTo>
                  <a:cubicBezTo>
                    <a:pt x="505" y="770"/>
                    <a:pt x="504" y="769"/>
                    <a:pt x="502" y="769"/>
                  </a:cubicBezTo>
                  <a:cubicBezTo>
                    <a:pt x="495" y="767"/>
                    <a:pt x="490" y="768"/>
                    <a:pt x="489" y="769"/>
                  </a:cubicBezTo>
                  <a:cubicBezTo>
                    <a:pt x="489" y="771"/>
                    <a:pt x="489" y="773"/>
                    <a:pt x="487" y="775"/>
                  </a:cubicBezTo>
                  <a:cubicBezTo>
                    <a:pt x="486" y="775"/>
                    <a:pt x="486" y="776"/>
                    <a:pt x="485" y="776"/>
                  </a:cubicBezTo>
                  <a:cubicBezTo>
                    <a:pt x="485" y="777"/>
                    <a:pt x="485" y="778"/>
                    <a:pt x="485" y="779"/>
                  </a:cubicBezTo>
                  <a:cubicBezTo>
                    <a:pt x="484" y="781"/>
                    <a:pt x="482" y="783"/>
                    <a:pt x="477" y="783"/>
                  </a:cubicBezTo>
                  <a:cubicBezTo>
                    <a:pt x="476" y="783"/>
                    <a:pt x="474" y="783"/>
                    <a:pt x="472" y="782"/>
                  </a:cubicBezTo>
                  <a:cubicBezTo>
                    <a:pt x="470" y="782"/>
                    <a:pt x="469" y="782"/>
                    <a:pt x="467" y="782"/>
                  </a:cubicBezTo>
                  <a:cubicBezTo>
                    <a:pt x="465" y="782"/>
                    <a:pt x="463" y="782"/>
                    <a:pt x="461" y="781"/>
                  </a:cubicBezTo>
                  <a:cubicBezTo>
                    <a:pt x="458" y="781"/>
                    <a:pt x="456" y="780"/>
                    <a:pt x="455" y="779"/>
                  </a:cubicBezTo>
                  <a:cubicBezTo>
                    <a:pt x="454" y="778"/>
                    <a:pt x="453" y="778"/>
                    <a:pt x="452" y="777"/>
                  </a:cubicBezTo>
                  <a:cubicBezTo>
                    <a:pt x="448" y="776"/>
                    <a:pt x="444" y="775"/>
                    <a:pt x="441" y="774"/>
                  </a:cubicBezTo>
                  <a:cubicBezTo>
                    <a:pt x="438" y="774"/>
                    <a:pt x="435" y="773"/>
                    <a:pt x="432" y="773"/>
                  </a:cubicBezTo>
                  <a:cubicBezTo>
                    <a:pt x="430" y="773"/>
                    <a:pt x="428" y="773"/>
                    <a:pt x="426" y="772"/>
                  </a:cubicBezTo>
                  <a:cubicBezTo>
                    <a:pt x="422" y="772"/>
                    <a:pt x="422" y="772"/>
                    <a:pt x="422" y="772"/>
                  </a:cubicBezTo>
                  <a:cubicBezTo>
                    <a:pt x="417" y="770"/>
                    <a:pt x="412" y="769"/>
                    <a:pt x="407" y="770"/>
                  </a:cubicBezTo>
                  <a:cubicBezTo>
                    <a:pt x="404" y="770"/>
                    <a:pt x="403" y="771"/>
                    <a:pt x="402" y="771"/>
                  </a:cubicBezTo>
                  <a:cubicBezTo>
                    <a:pt x="402" y="771"/>
                    <a:pt x="402" y="772"/>
                    <a:pt x="402" y="773"/>
                  </a:cubicBezTo>
                  <a:cubicBezTo>
                    <a:pt x="402" y="775"/>
                    <a:pt x="400" y="777"/>
                    <a:pt x="398" y="777"/>
                  </a:cubicBezTo>
                  <a:cubicBezTo>
                    <a:pt x="395" y="778"/>
                    <a:pt x="391" y="777"/>
                    <a:pt x="388" y="777"/>
                  </a:cubicBezTo>
                  <a:cubicBezTo>
                    <a:pt x="386" y="776"/>
                    <a:pt x="385" y="776"/>
                    <a:pt x="384" y="776"/>
                  </a:cubicBezTo>
                  <a:cubicBezTo>
                    <a:pt x="383" y="772"/>
                    <a:pt x="383" y="772"/>
                    <a:pt x="383" y="772"/>
                  </a:cubicBezTo>
                  <a:cubicBezTo>
                    <a:pt x="382" y="776"/>
                    <a:pt x="382" y="776"/>
                    <a:pt x="382" y="776"/>
                  </a:cubicBezTo>
                  <a:cubicBezTo>
                    <a:pt x="381" y="776"/>
                    <a:pt x="381" y="776"/>
                    <a:pt x="381" y="776"/>
                  </a:cubicBezTo>
                  <a:cubicBezTo>
                    <a:pt x="380" y="776"/>
                    <a:pt x="379" y="776"/>
                    <a:pt x="378" y="776"/>
                  </a:cubicBezTo>
                  <a:cubicBezTo>
                    <a:pt x="377" y="777"/>
                    <a:pt x="376" y="777"/>
                    <a:pt x="374" y="777"/>
                  </a:cubicBezTo>
                  <a:cubicBezTo>
                    <a:pt x="370" y="777"/>
                    <a:pt x="365" y="775"/>
                    <a:pt x="362" y="773"/>
                  </a:cubicBezTo>
                  <a:cubicBezTo>
                    <a:pt x="360" y="774"/>
                    <a:pt x="357" y="773"/>
                    <a:pt x="354" y="771"/>
                  </a:cubicBezTo>
                  <a:cubicBezTo>
                    <a:pt x="353" y="771"/>
                    <a:pt x="352" y="770"/>
                    <a:pt x="351" y="770"/>
                  </a:cubicBezTo>
                  <a:cubicBezTo>
                    <a:pt x="351" y="770"/>
                    <a:pt x="350" y="771"/>
                    <a:pt x="349" y="772"/>
                  </a:cubicBezTo>
                  <a:cubicBezTo>
                    <a:pt x="347" y="773"/>
                    <a:pt x="344" y="775"/>
                    <a:pt x="341" y="775"/>
                  </a:cubicBezTo>
                  <a:cubicBezTo>
                    <a:pt x="339" y="775"/>
                    <a:pt x="339" y="775"/>
                    <a:pt x="339" y="775"/>
                  </a:cubicBezTo>
                  <a:cubicBezTo>
                    <a:pt x="338" y="775"/>
                    <a:pt x="337" y="775"/>
                    <a:pt x="336" y="775"/>
                  </a:cubicBezTo>
                  <a:cubicBezTo>
                    <a:pt x="334" y="775"/>
                    <a:pt x="332" y="775"/>
                    <a:pt x="329" y="775"/>
                  </a:cubicBezTo>
                  <a:cubicBezTo>
                    <a:pt x="329" y="775"/>
                    <a:pt x="329" y="776"/>
                    <a:pt x="329" y="776"/>
                  </a:cubicBezTo>
                  <a:cubicBezTo>
                    <a:pt x="329" y="776"/>
                    <a:pt x="329" y="776"/>
                    <a:pt x="329" y="776"/>
                  </a:cubicBezTo>
                  <a:cubicBezTo>
                    <a:pt x="329" y="778"/>
                    <a:pt x="329" y="780"/>
                    <a:pt x="328" y="781"/>
                  </a:cubicBezTo>
                  <a:cubicBezTo>
                    <a:pt x="325" y="783"/>
                    <a:pt x="322" y="783"/>
                    <a:pt x="320" y="783"/>
                  </a:cubicBezTo>
                  <a:cubicBezTo>
                    <a:pt x="319" y="784"/>
                    <a:pt x="318" y="784"/>
                    <a:pt x="317" y="784"/>
                  </a:cubicBezTo>
                  <a:cubicBezTo>
                    <a:pt x="316" y="785"/>
                    <a:pt x="316" y="785"/>
                    <a:pt x="316" y="785"/>
                  </a:cubicBezTo>
                  <a:cubicBezTo>
                    <a:pt x="316" y="786"/>
                    <a:pt x="316" y="788"/>
                    <a:pt x="314" y="790"/>
                  </a:cubicBezTo>
                  <a:cubicBezTo>
                    <a:pt x="312" y="792"/>
                    <a:pt x="309" y="795"/>
                    <a:pt x="301" y="795"/>
                  </a:cubicBezTo>
                  <a:cubicBezTo>
                    <a:pt x="298" y="795"/>
                    <a:pt x="294" y="795"/>
                    <a:pt x="291" y="794"/>
                  </a:cubicBezTo>
                  <a:cubicBezTo>
                    <a:pt x="288" y="793"/>
                    <a:pt x="287" y="794"/>
                    <a:pt x="285" y="795"/>
                  </a:cubicBezTo>
                  <a:cubicBezTo>
                    <a:pt x="282" y="796"/>
                    <a:pt x="280" y="798"/>
                    <a:pt x="276" y="798"/>
                  </a:cubicBezTo>
                  <a:cubicBezTo>
                    <a:pt x="272" y="798"/>
                    <a:pt x="269" y="797"/>
                    <a:pt x="266" y="796"/>
                  </a:cubicBezTo>
                  <a:cubicBezTo>
                    <a:pt x="265" y="795"/>
                    <a:pt x="263" y="794"/>
                    <a:pt x="262" y="794"/>
                  </a:cubicBezTo>
                  <a:cubicBezTo>
                    <a:pt x="259" y="794"/>
                    <a:pt x="257" y="794"/>
                    <a:pt x="255" y="794"/>
                  </a:cubicBezTo>
                  <a:cubicBezTo>
                    <a:pt x="255" y="796"/>
                    <a:pt x="254" y="797"/>
                    <a:pt x="253" y="798"/>
                  </a:cubicBezTo>
                  <a:cubicBezTo>
                    <a:pt x="251" y="800"/>
                    <a:pt x="248" y="800"/>
                    <a:pt x="245" y="800"/>
                  </a:cubicBezTo>
                  <a:cubicBezTo>
                    <a:pt x="244" y="799"/>
                    <a:pt x="244" y="799"/>
                    <a:pt x="244" y="799"/>
                  </a:cubicBezTo>
                  <a:cubicBezTo>
                    <a:pt x="240" y="799"/>
                    <a:pt x="235" y="799"/>
                    <a:pt x="232" y="800"/>
                  </a:cubicBezTo>
                  <a:cubicBezTo>
                    <a:pt x="231" y="800"/>
                    <a:pt x="230" y="801"/>
                    <a:pt x="229" y="802"/>
                  </a:cubicBezTo>
                  <a:cubicBezTo>
                    <a:pt x="229" y="803"/>
                    <a:pt x="228" y="804"/>
                    <a:pt x="227" y="804"/>
                  </a:cubicBezTo>
                  <a:cubicBezTo>
                    <a:pt x="225" y="806"/>
                    <a:pt x="222" y="808"/>
                    <a:pt x="220" y="809"/>
                  </a:cubicBezTo>
                  <a:cubicBezTo>
                    <a:pt x="219" y="810"/>
                    <a:pt x="218" y="811"/>
                    <a:pt x="217" y="811"/>
                  </a:cubicBezTo>
                  <a:cubicBezTo>
                    <a:pt x="215" y="812"/>
                    <a:pt x="214" y="813"/>
                    <a:pt x="212" y="814"/>
                  </a:cubicBezTo>
                  <a:cubicBezTo>
                    <a:pt x="211" y="814"/>
                    <a:pt x="209" y="815"/>
                    <a:pt x="208" y="816"/>
                  </a:cubicBezTo>
                  <a:cubicBezTo>
                    <a:pt x="208" y="816"/>
                    <a:pt x="208" y="817"/>
                    <a:pt x="208" y="817"/>
                  </a:cubicBezTo>
                  <a:cubicBezTo>
                    <a:pt x="207" y="819"/>
                    <a:pt x="205" y="823"/>
                    <a:pt x="200" y="823"/>
                  </a:cubicBezTo>
                  <a:close/>
                  <a:moveTo>
                    <a:pt x="200" y="814"/>
                  </a:moveTo>
                  <a:cubicBezTo>
                    <a:pt x="200" y="819"/>
                    <a:pt x="200" y="819"/>
                    <a:pt x="200" y="819"/>
                  </a:cubicBezTo>
                  <a:cubicBezTo>
                    <a:pt x="200" y="814"/>
                    <a:pt x="200" y="814"/>
                    <a:pt x="200" y="814"/>
                  </a:cubicBezTo>
                  <a:cubicBezTo>
                    <a:pt x="200" y="814"/>
                    <a:pt x="200" y="814"/>
                    <a:pt x="200" y="814"/>
                  </a:cubicBezTo>
                  <a:close/>
                  <a:moveTo>
                    <a:pt x="189" y="809"/>
                  </a:moveTo>
                  <a:cubicBezTo>
                    <a:pt x="191" y="809"/>
                    <a:pt x="192" y="809"/>
                    <a:pt x="193" y="810"/>
                  </a:cubicBezTo>
                  <a:cubicBezTo>
                    <a:pt x="195" y="810"/>
                    <a:pt x="197" y="812"/>
                    <a:pt x="198" y="813"/>
                  </a:cubicBezTo>
                  <a:cubicBezTo>
                    <a:pt x="199" y="813"/>
                    <a:pt x="199" y="813"/>
                    <a:pt x="199" y="813"/>
                  </a:cubicBezTo>
                  <a:cubicBezTo>
                    <a:pt x="200" y="812"/>
                    <a:pt x="201" y="810"/>
                    <a:pt x="202" y="809"/>
                  </a:cubicBezTo>
                  <a:cubicBezTo>
                    <a:pt x="204" y="807"/>
                    <a:pt x="207" y="806"/>
                    <a:pt x="209" y="805"/>
                  </a:cubicBezTo>
                  <a:cubicBezTo>
                    <a:pt x="210" y="805"/>
                    <a:pt x="211" y="804"/>
                    <a:pt x="212" y="804"/>
                  </a:cubicBezTo>
                  <a:cubicBezTo>
                    <a:pt x="213" y="803"/>
                    <a:pt x="214" y="802"/>
                    <a:pt x="215" y="802"/>
                  </a:cubicBezTo>
                  <a:cubicBezTo>
                    <a:pt x="217" y="800"/>
                    <a:pt x="219" y="799"/>
                    <a:pt x="221" y="797"/>
                  </a:cubicBezTo>
                  <a:cubicBezTo>
                    <a:pt x="221" y="797"/>
                    <a:pt x="222" y="796"/>
                    <a:pt x="222" y="796"/>
                  </a:cubicBezTo>
                  <a:cubicBezTo>
                    <a:pt x="224" y="794"/>
                    <a:pt x="226" y="792"/>
                    <a:pt x="229" y="791"/>
                  </a:cubicBezTo>
                  <a:cubicBezTo>
                    <a:pt x="233" y="790"/>
                    <a:pt x="238" y="789"/>
                    <a:pt x="243" y="790"/>
                  </a:cubicBezTo>
                  <a:cubicBezTo>
                    <a:pt x="243" y="788"/>
                    <a:pt x="245" y="787"/>
                    <a:pt x="247" y="787"/>
                  </a:cubicBezTo>
                  <a:cubicBezTo>
                    <a:pt x="247" y="787"/>
                    <a:pt x="248" y="787"/>
                    <a:pt x="248" y="787"/>
                  </a:cubicBezTo>
                  <a:cubicBezTo>
                    <a:pt x="249" y="786"/>
                    <a:pt x="251" y="786"/>
                    <a:pt x="252" y="786"/>
                  </a:cubicBezTo>
                  <a:cubicBezTo>
                    <a:pt x="255" y="785"/>
                    <a:pt x="258" y="784"/>
                    <a:pt x="263" y="785"/>
                  </a:cubicBezTo>
                  <a:cubicBezTo>
                    <a:pt x="266" y="785"/>
                    <a:pt x="268" y="786"/>
                    <a:pt x="270" y="787"/>
                  </a:cubicBezTo>
                  <a:cubicBezTo>
                    <a:pt x="272" y="788"/>
                    <a:pt x="274" y="789"/>
                    <a:pt x="275" y="789"/>
                  </a:cubicBezTo>
                  <a:cubicBezTo>
                    <a:pt x="277" y="789"/>
                    <a:pt x="278" y="788"/>
                    <a:pt x="280" y="787"/>
                  </a:cubicBezTo>
                  <a:cubicBezTo>
                    <a:pt x="283" y="785"/>
                    <a:pt x="288" y="783"/>
                    <a:pt x="293" y="785"/>
                  </a:cubicBezTo>
                  <a:cubicBezTo>
                    <a:pt x="296" y="785"/>
                    <a:pt x="299" y="786"/>
                    <a:pt x="301" y="786"/>
                  </a:cubicBezTo>
                  <a:cubicBezTo>
                    <a:pt x="305" y="786"/>
                    <a:pt x="306" y="785"/>
                    <a:pt x="307" y="784"/>
                  </a:cubicBezTo>
                  <a:cubicBezTo>
                    <a:pt x="307" y="784"/>
                    <a:pt x="307" y="784"/>
                    <a:pt x="307" y="783"/>
                  </a:cubicBezTo>
                  <a:cubicBezTo>
                    <a:pt x="308" y="781"/>
                    <a:pt x="308" y="777"/>
                    <a:pt x="314" y="775"/>
                  </a:cubicBezTo>
                  <a:cubicBezTo>
                    <a:pt x="315" y="775"/>
                    <a:pt x="317" y="774"/>
                    <a:pt x="318" y="774"/>
                  </a:cubicBezTo>
                  <a:cubicBezTo>
                    <a:pt x="319" y="769"/>
                    <a:pt x="326" y="767"/>
                    <a:pt x="326" y="767"/>
                  </a:cubicBezTo>
                  <a:cubicBezTo>
                    <a:pt x="330" y="765"/>
                    <a:pt x="333" y="765"/>
                    <a:pt x="337" y="765"/>
                  </a:cubicBezTo>
                  <a:cubicBezTo>
                    <a:pt x="337" y="765"/>
                    <a:pt x="338" y="766"/>
                    <a:pt x="339" y="766"/>
                  </a:cubicBezTo>
                  <a:cubicBezTo>
                    <a:pt x="340" y="766"/>
                    <a:pt x="340" y="766"/>
                    <a:pt x="340" y="766"/>
                  </a:cubicBezTo>
                  <a:cubicBezTo>
                    <a:pt x="341" y="765"/>
                    <a:pt x="342" y="765"/>
                    <a:pt x="343" y="764"/>
                  </a:cubicBezTo>
                  <a:cubicBezTo>
                    <a:pt x="345" y="763"/>
                    <a:pt x="348" y="761"/>
                    <a:pt x="351" y="761"/>
                  </a:cubicBezTo>
                  <a:cubicBezTo>
                    <a:pt x="353" y="761"/>
                    <a:pt x="355" y="761"/>
                    <a:pt x="356" y="762"/>
                  </a:cubicBezTo>
                  <a:cubicBezTo>
                    <a:pt x="356" y="762"/>
                    <a:pt x="357" y="761"/>
                    <a:pt x="357" y="761"/>
                  </a:cubicBezTo>
                  <a:cubicBezTo>
                    <a:pt x="358" y="760"/>
                    <a:pt x="359" y="760"/>
                    <a:pt x="361" y="760"/>
                  </a:cubicBezTo>
                  <a:cubicBezTo>
                    <a:pt x="365" y="760"/>
                    <a:pt x="367" y="764"/>
                    <a:pt x="368" y="766"/>
                  </a:cubicBezTo>
                  <a:cubicBezTo>
                    <a:pt x="368" y="766"/>
                    <a:pt x="369" y="767"/>
                    <a:pt x="370" y="767"/>
                  </a:cubicBezTo>
                  <a:cubicBezTo>
                    <a:pt x="371" y="763"/>
                    <a:pt x="374" y="763"/>
                    <a:pt x="375" y="763"/>
                  </a:cubicBezTo>
                  <a:cubicBezTo>
                    <a:pt x="378" y="763"/>
                    <a:pt x="379" y="765"/>
                    <a:pt x="380" y="767"/>
                  </a:cubicBezTo>
                  <a:cubicBezTo>
                    <a:pt x="380" y="767"/>
                    <a:pt x="380" y="767"/>
                    <a:pt x="380" y="767"/>
                  </a:cubicBezTo>
                  <a:cubicBezTo>
                    <a:pt x="380" y="767"/>
                    <a:pt x="381" y="767"/>
                    <a:pt x="381" y="767"/>
                  </a:cubicBezTo>
                  <a:cubicBezTo>
                    <a:pt x="381" y="767"/>
                    <a:pt x="383" y="767"/>
                    <a:pt x="383" y="767"/>
                  </a:cubicBezTo>
                  <a:cubicBezTo>
                    <a:pt x="383" y="767"/>
                    <a:pt x="384" y="767"/>
                    <a:pt x="384" y="767"/>
                  </a:cubicBezTo>
                  <a:cubicBezTo>
                    <a:pt x="386" y="767"/>
                    <a:pt x="387" y="767"/>
                    <a:pt x="389" y="768"/>
                  </a:cubicBezTo>
                  <a:cubicBezTo>
                    <a:pt x="390" y="768"/>
                    <a:pt x="391" y="768"/>
                    <a:pt x="391" y="768"/>
                  </a:cubicBezTo>
                  <a:cubicBezTo>
                    <a:pt x="393" y="766"/>
                    <a:pt x="395" y="764"/>
                    <a:pt x="396" y="763"/>
                  </a:cubicBezTo>
                  <a:cubicBezTo>
                    <a:pt x="398" y="762"/>
                    <a:pt x="402" y="761"/>
                    <a:pt x="406" y="761"/>
                  </a:cubicBezTo>
                  <a:cubicBezTo>
                    <a:pt x="412" y="760"/>
                    <a:pt x="418" y="761"/>
                    <a:pt x="424" y="762"/>
                  </a:cubicBezTo>
                  <a:cubicBezTo>
                    <a:pt x="427" y="763"/>
                    <a:pt x="427" y="763"/>
                    <a:pt x="427" y="763"/>
                  </a:cubicBezTo>
                  <a:cubicBezTo>
                    <a:pt x="429" y="763"/>
                    <a:pt x="431" y="764"/>
                    <a:pt x="434" y="764"/>
                  </a:cubicBezTo>
                  <a:cubicBezTo>
                    <a:pt x="437" y="764"/>
                    <a:pt x="440" y="765"/>
                    <a:pt x="443" y="765"/>
                  </a:cubicBezTo>
                  <a:cubicBezTo>
                    <a:pt x="447" y="766"/>
                    <a:pt x="451" y="767"/>
                    <a:pt x="455" y="768"/>
                  </a:cubicBezTo>
                  <a:cubicBezTo>
                    <a:pt x="457" y="769"/>
                    <a:pt x="458" y="770"/>
                    <a:pt x="460" y="771"/>
                  </a:cubicBezTo>
                  <a:cubicBezTo>
                    <a:pt x="461" y="771"/>
                    <a:pt x="462" y="772"/>
                    <a:pt x="463" y="772"/>
                  </a:cubicBezTo>
                  <a:cubicBezTo>
                    <a:pt x="464" y="773"/>
                    <a:pt x="466" y="773"/>
                    <a:pt x="468" y="773"/>
                  </a:cubicBezTo>
                  <a:cubicBezTo>
                    <a:pt x="469" y="773"/>
                    <a:pt x="471" y="773"/>
                    <a:pt x="472" y="773"/>
                  </a:cubicBezTo>
                  <a:cubicBezTo>
                    <a:pt x="473" y="773"/>
                    <a:pt x="473" y="773"/>
                    <a:pt x="473" y="773"/>
                  </a:cubicBezTo>
                  <a:cubicBezTo>
                    <a:pt x="474" y="773"/>
                    <a:pt x="475" y="774"/>
                    <a:pt x="476" y="774"/>
                  </a:cubicBezTo>
                  <a:cubicBezTo>
                    <a:pt x="476" y="773"/>
                    <a:pt x="476" y="772"/>
                    <a:pt x="477" y="771"/>
                  </a:cubicBezTo>
                  <a:cubicBezTo>
                    <a:pt x="478" y="770"/>
                    <a:pt x="479" y="769"/>
                    <a:pt x="480" y="769"/>
                  </a:cubicBezTo>
                  <a:cubicBezTo>
                    <a:pt x="480" y="769"/>
                    <a:pt x="480" y="769"/>
                    <a:pt x="480" y="768"/>
                  </a:cubicBezTo>
                  <a:cubicBezTo>
                    <a:pt x="480" y="766"/>
                    <a:pt x="481" y="763"/>
                    <a:pt x="484" y="761"/>
                  </a:cubicBezTo>
                  <a:cubicBezTo>
                    <a:pt x="488" y="758"/>
                    <a:pt x="495" y="758"/>
                    <a:pt x="504" y="760"/>
                  </a:cubicBezTo>
                  <a:cubicBezTo>
                    <a:pt x="506" y="760"/>
                    <a:pt x="508" y="761"/>
                    <a:pt x="510" y="762"/>
                  </a:cubicBezTo>
                  <a:cubicBezTo>
                    <a:pt x="513" y="763"/>
                    <a:pt x="514" y="763"/>
                    <a:pt x="517" y="763"/>
                  </a:cubicBezTo>
                  <a:cubicBezTo>
                    <a:pt x="517" y="764"/>
                    <a:pt x="518" y="764"/>
                    <a:pt x="519" y="764"/>
                  </a:cubicBezTo>
                  <a:cubicBezTo>
                    <a:pt x="519" y="764"/>
                    <a:pt x="520" y="764"/>
                    <a:pt x="521" y="764"/>
                  </a:cubicBezTo>
                  <a:cubicBezTo>
                    <a:pt x="520" y="762"/>
                    <a:pt x="520" y="759"/>
                    <a:pt x="521" y="756"/>
                  </a:cubicBezTo>
                  <a:cubicBezTo>
                    <a:pt x="524" y="749"/>
                    <a:pt x="533" y="745"/>
                    <a:pt x="538" y="744"/>
                  </a:cubicBezTo>
                  <a:cubicBezTo>
                    <a:pt x="546" y="742"/>
                    <a:pt x="554" y="743"/>
                    <a:pt x="562" y="745"/>
                  </a:cubicBezTo>
                  <a:cubicBezTo>
                    <a:pt x="563" y="745"/>
                    <a:pt x="563" y="745"/>
                    <a:pt x="563" y="745"/>
                  </a:cubicBezTo>
                  <a:cubicBezTo>
                    <a:pt x="569" y="747"/>
                    <a:pt x="573" y="746"/>
                    <a:pt x="578" y="745"/>
                  </a:cubicBezTo>
                  <a:cubicBezTo>
                    <a:pt x="580" y="744"/>
                    <a:pt x="582" y="743"/>
                    <a:pt x="583" y="742"/>
                  </a:cubicBezTo>
                  <a:cubicBezTo>
                    <a:pt x="585" y="741"/>
                    <a:pt x="587" y="740"/>
                    <a:pt x="590" y="739"/>
                  </a:cubicBezTo>
                  <a:cubicBezTo>
                    <a:pt x="591" y="739"/>
                    <a:pt x="592" y="738"/>
                    <a:pt x="593" y="738"/>
                  </a:cubicBezTo>
                  <a:cubicBezTo>
                    <a:pt x="595" y="738"/>
                    <a:pt x="596" y="737"/>
                    <a:pt x="598" y="736"/>
                  </a:cubicBezTo>
                  <a:cubicBezTo>
                    <a:pt x="600" y="735"/>
                    <a:pt x="602" y="734"/>
                    <a:pt x="604" y="733"/>
                  </a:cubicBezTo>
                  <a:cubicBezTo>
                    <a:pt x="607" y="732"/>
                    <a:pt x="609" y="732"/>
                    <a:pt x="610" y="731"/>
                  </a:cubicBezTo>
                  <a:cubicBezTo>
                    <a:pt x="611" y="730"/>
                    <a:pt x="613" y="729"/>
                    <a:pt x="614" y="728"/>
                  </a:cubicBezTo>
                  <a:cubicBezTo>
                    <a:pt x="615" y="727"/>
                    <a:pt x="617" y="727"/>
                    <a:pt x="618" y="726"/>
                  </a:cubicBezTo>
                  <a:cubicBezTo>
                    <a:pt x="620" y="724"/>
                    <a:pt x="623" y="722"/>
                    <a:pt x="625" y="721"/>
                  </a:cubicBezTo>
                  <a:cubicBezTo>
                    <a:pt x="629" y="718"/>
                    <a:pt x="632" y="715"/>
                    <a:pt x="636" y="713"/>
                  </a:cubicBezTo>
                  <a:cubicBezTo>
                    <a:pt x="638" y="712"/>
                    <a:pt x="640" y="711"/>
                    <a:pt x="642" y="709"/>
                  </a:cubicBezTo>
                  <a:cubicBezTo>
                    <a:pt x="644" y="707"/>
                    <a:pt x="647" y="706"/>
                    <a:pt x="649" y="704"/>
                  </a:cubicBezTo>
                  <a:cubicBezTo>
                    <a:pt x="650" y="704"/>
                    <a:pt x="651" y="703"/>
                    <a:pt x="653" y="702"/>
                  </a:cubicBezTo>
                  <a:cubicBezTo>
                    <a:pt x="655" y="701"/>
                    <a:pt x="657" y="700"/>
                    <a:pt x="659" y="698"/>
                  </a:cubicBezTo>
                  <a:cubicBezTo>
                    <a:pt x="660" y="697"/>
                    <a:pt x="662" y="696"/>
                    <a:pt x="663" y="695"/>
                  </a:cubicBezTo>
                  <a:cubicBezTo>
                    <a:pt x="665" y="694"/>
                    <a:pt x="667" y="693"/>
                    <a:pt x="668" y="691"/>
                  </a:cubicBezTo>
                  <a:cubicBezTo>
                    <a:pt x="669" y="691"/>
                    <a:pt x="669" y="690"/>
                    <a:pt x="669" y="690"/>
                  </a:cubicBezTo>
                  <a:cubicBezTo>
                    <a:pt x="670" y="689"/>
                    <a:pt x="670" y="687"/>
                    <a:pt x="672" y="686"/>
                  </a:cubicBezTo>
                  <a:cubicBezTo>
                    <a:pt x="674" y="684"/>
                    <a:pt x="676" y="683"/>
                    <a:pt x="678" y="682"/>
                  </a:cubicBezTo>
                  <a:cubicBezTo>
                    <a:pt x="679" y="682"/>
                    <a:pt x="680" y="682"/>
                    <a:pt x="680" y="682"/>
                  </a:cubicBezTo>
                  <a:cubicBezTo>
                    <a:pt x="683" y="680"/>
                    <a:pt x="683" y="680"/>
                    <a:pt x="683" y="680"/>
                  </a:cubicBezTo>
                  <a:cubicBezTo>
                    <a:pt x="689" y="675"/>
                    <a:pt x="694" y="671"/>
                    <a:pt x="700" y="666"/>
                  </a:cubicBezTo>
                  <a:cubicBezTo>
                    <a:pt x="703" y="663"/>
                    <a:pt x="706" y="660"/>
                    <a:pt x="710" y="657"/>
                  </a:cubicBezTo>
                  <a:cubicBezTo>
                    <a:pt x="712" y="656"/>
                    <a:pt x="714" y="654"/>
                    <a:pt x="715" y="653"/>
                  </a:cubicBezTo>
                  <a:cubicBezTo>
                    <a:pt x="718" y="651"/>
                    <a:pt x="720" y="648"/>
                    <a:pt x="723" y="645"/>
                  </a:cubicBezTo>
                  <a:cubicBezTo>
                    <a:pt x="724" y="644"/>
                    <a:pt x="725" y="642"/>
                    <a:pt x="727" y="641"/>
                  </a:cubicBezTo>
                  <a:cubicBezTo>
                    <a:pt x="728" y="640"/>
                    <a:pt x="729" y="639"/>
                    <a:pt x="729" y="638"/>
                  </a:cubicBezTo>
                  <a:cubicBezTo>
                    <a:pt x="730" y="636"/>
                    <a:pt x="731" y="634"/>
                    <a:pt x="733" y="633"/>
                  </a:cubicBezTo>
                  <a:cubicBezTo>
                    <a:pt x="734" y="632"/>
                    <a:pt x="735" y="631"/>
                    <a:pt x="736" y="630"/>
                  </a:cubicBezTo>
                  <a:cubicBezTo>
                    <a:pt x="737" y="629"/>
                    <a:pt x="738" y="629"/>
                    <a:pt x="739" y="627"/>
                  </a:cubicBezTo>
                  <a:cubicBezTo>
                    <a:pt x="741" y="625"/>
                    <a:pt x="744" y="622"/>
                    <a:pt x="746" y="620"/>
                  </a:cubicBezTo>
                  <a:cubicBezTo>
                    <a:pt x="747" y="619"/>
                    <a:pt x="747" y="618"/>
                    <a:pt x="748" y="617"/>
                  </a:cubicBezTo>
                  <a:cubicBezTo>
                    <a:pt x="749" y="616"/>
                    <a:pt x="750" y="614"/>
                    <a:pt x="752" y="613"/>
                  </a:cubicBezTo>
                  <a:cubicBezTo>
                    <a:pt x="753" y="612"/>
                    <a:pt x="755" y="611"/>
                    <a:pt x="756" y="611"/>
                  </a:cubicBezTo>
                  <a:cubicBezTo>
                    <a:pt x="757" y="610"/>
                    <a:pt x="758" y="609"/>
                    <a:pt x="760" y="609"/>
                  </a:cubicBezTo>
                  <a:cubicBezTo>
                    <a:pt x="762" y="607"/>
                    <a:pt x="764" y="606"/>
                    <a:pt x="766" y="603"/>
                  </a:cubicBezTo>
                  <a:cubicBezTo>
                    <a:pt x="767" y="603"/>
                    <a:pt x="767" y="603"/>
                    <a:pt x="768" y="602"/>
                  </a:cubicBezTo>
                  <a:cubicBezTo>
                    <a:pt x="769" y="600"/>
                    <a:pt x="770" y="598"/>
                    <a:pt x="773" y="597"/>
                  </a:cubicBezTo>
                  <a:cubicBezTo>
                    <a:pt x="774" y="597"/>
                    <a:pt x="775" y="596"/>
                    <a:pt x="776" y="596"/>
                  </a:cubicBezTo>
                  <a:cubicBezTo>
                    <a:pt x="781" y="593"/>
                    <a:pt x="784" y="590"/>
                    <a:pt x="788" y="586"/>
                  </a:cubicBezTo>
                  <a:cubicBezTo>
                    <a:pt x="790" y="584"/>
                    <a:pt x="792" y="582"/>
                    <a:pt x="794" y="580"/>
                  </a:cubicBezTo>
                  <a:cubicBezTo>
                    <a:pt x="797" y="576"/>
                    <a:pt x="800" y="573"/>
                    <a:pt x="802" y="569"/>
                  </a:cubicBezTo>
                  <a:cubicBezTo>
                    <a:pt x="805" y="566"/>
                    <a:pt x="807" y="563"/>
                    <a:pt x="809" y="561"/>
                  </a:cubicBezTo>
                  <a:cubicBezTo>
                    <a:pt x="812" y="558"/>
                    <a:pt x="814" y="555"/>
                    <a:pt x="816" y="551"/>
                  </a:cubicBezTo>
                  <a:cubicBezTo>
                    <a:pt x="817" y="548"/>
                    <a:pt x="819" y="545"/>
                    <a:pt x="821" y="542"/>
                  </a:cubicBezTo>
                  <a:cubicBezTo>
                    <a:pt x="826" y="536"/>
                    <a:pt x="830" y="529"/>
                    <a:pt x="833" y="523"/>
                  </a:cubicBezTo>
                  <a:cubicBezTo>
                    <a:pt x="835" y="519"/>
                    <a:pt x="837" y="516"/>
                    <a:pt x="839" y="513"/>
                  </a:cubicBezTo>
                  <a:cubicBezTo>
                    <a:pt x="841" y="510"/>
                    <a:pt x="844" y="508"/>
                    <a:pt x="846" y="505"/>
                  </a:cubicBezTo>
                  <a:cubicBezTo>
                    <a:pt x="847" y="505"/>
                    <a:pt x="847" y="505"/>
                    <a:pt x="848" y="504"/>
                  </a:cubicBezTo>
                  <a:cubicBezTo>
                    <a:pt x="848" y="503"/>
                    <a:pt x="847" y="503"/>
                    <a:pt x="848" y="502"/>
                  </a:cubicBezTo>
                  <a:cubicBezTo>
                    <a:pt x="848" y="500"/>
                    <a:pt x="849" y="498"/>
                    <a:pt x="851" y="497"/>
                  </a:cubicBezTo>
                  <a:cubicBezTo>
                    <a:pt x="851" y="496"/>
                    <a:pt x="851" y="495"/>
                    <a:pt x="852" y="494"/>
                  </a:cubicBezTo>
                  <a:cubicBezTo>
                    <a:pt x="854" y="487"/>
                    <a:pt x="859" y="481"/>
                    <a:pt x="865" y="473"/>
                  </a:cubicBezTo>
                  <a:cubicBezTo>
                    <a:pt x="868" y="470"/>
                    <a:pt x="868" y="470"/>
                    <a:pt x="868" y="470"/>
                  </a:cubicBezTo>
                  <a:cubicBezTo>
                    <a:pt x="873" y="464"/>
                    <a:pt x="878" y="458"/>
                    <a:pt x="884" y="452"/>
                  </a:cubicBezTo>
                  <a:cubicBezTo>
                    <a:pt x="886" y="451"/>
                    <a:pt x="888" y="449"/>
                    <a:pt x="889" y="447"/>
                  </a:cubicBezTo>
                  <a:cubicBezTo>
                    <a:pt x="892" y="443"/>
                    <a:pt x="895" y="439"/>
                    <a:pt x="899" y="437"/>
                  </a:cubicBezTo>
                  <a:cubicBezTo>
                    <a:pt x="899" y="437"/>
                    <a:pt x="900" y="436"/>
                    <a:pt x="902" y="436"/>
                  </a:cubicBezTo>
                  <a:cubicBezTo>
                    <a:pt x="902" y="436"/>
                    <a:pt x="903" y="436"/>
                    <a:pt x="903" y="436"/>
                  </a:cubicBezTo>
                  <a:cubicBezTo>
                    <a:pt x="905" y="437"/>
                    <a:pt x="908" y="435"/>
                    <a:pt x="908" y="435"/>
                  </a:cubicBezTo>
                  <a:cubicBezTo>
                    <a:pt x="909" y="435"/>
                    <a:pt x="909" y="434"/>
                    <a:pt x="910" y="434"/>
                  </a:cubicBezTo>
                  <a:cubicBezTo>
                    <a:pt x="910" y="433"/>
                    <a:pt x="910" y="432"/>
                    <a:pt x="910" y="431"/>
                  </a:cubicBezTo>
                  <a:cubicBezTo>
                    <a:pt x="911" y="429"/>
                    <a:pt x="912" y="427"/>
                    <a:pt x="916" y="427"/>
                  </a:cubicBezTo>
                  <a:cubicBezTo>
                    <a:pt x="916" y="427"/>
                    <a:pt x="917" y="427"/>
                    <a:pt x="917" y="427"/>
                  </a:cubicBezTo>
                  <a:cubicBezTo>
                    <a:pt x="918" y="426"/>
                    <a:pt x="919" y="426"/>
                    <a:pt x="920" y="426"/>
                  </a:cubicBezTo>
                  <a:cubicBezTo>
                    <a:pt x="920" y="426"/>
                    <a:pt x="921" y="425"/>
                    <a:pt x="922" y="425"/>
                  </a:cubicBezTo>
                  <a:cubicBezTo>
                    <a:pt x="922" y="425"/>
                    <a:pt x="923" y="424"/>
                    <a:pt x="923" y="424"/>
                  </a:cubicBezTo>
                  <a:cubicBezTo>
                    <a:pt x="924" y="422"/>
                    <a:pt x="927" y="420"/>
                    <a:pt x="928" y="419"/>
                  </a:cubicBezTo>
                  <a:cubicBezTo>
                    <a:pt x="930" y="417"/>
                    <a:pt x="930" y="417"/>
                    <a:pt x="930" y="417"/>
                  </a:cubicBezTo>
                  <a:cubicBezTo>
                    <a:pt x="931" y="416"/>
                    <a:pt x="935" y="412"/>
                    <a:pt x="936" y="409"/>
                  </a:cubicBezTo>
                  <a:cubicBezTo>
                    <a:pt x="936" y="409"/>
                    <a:pt x="936" y="409"/>
                    <a:pt x="936" y="408"/>
                  </a:cubicBezTo>
                  <a:cubicBezTo>
                    <a:pt x="935" y="407"/>
                    <a:pt x="935" y="405"/>
                    <a:pt x="936" y="404"/>
                  </a:cubicBezTo>
                  <a:cubicBezTo>
                    <a:pt x="942" y="397"/>
                    <a:pt x="945" y="390"/>
                    <a:pt x="947" y="383"/>
                  </a:cubicBezTo>
                  <a:cubicBezTo>
                    <a:pt x="948" y="375"/>
                    <a:pt x="950" y="366"/>
                    <a:pt x="952" y="357"/>
                  </a:cubicBezTo>
                  <a:cubicBezTo>
                    <a:pt x="954" y="350"/>
                    <a:pt x="957" y="343"/>
                    <a:pt x="960" y="336"/>
                  </a:cubicBezTo>
                  <a:cubicBezTo>
                    <a:pt x="961" y="333"/>
                    <a:pt x="962" y="330"/>
                    <a:pt x="963" y="327"/>
                  </a:cubicBezTo>
                  <a:cubicBezTo>
                    <a:pt x="965" y="322"/>
                    <a:pt x="967" y="316"/>
                    <a:pt x="968" y="312"/>
                  </a:cubicBezTo>
                  <a:cubicBezTo>
                    <a:pt x="966" y="312"/>
                    <a:pt x="966" y="312"/>
                    <a:pt x="966" y="312"/>
                  </a:cubicBezTo>
                  <a:cubicBezTo>
                    <a:pt x="958" y="312"/>
                    <a:pt x="950" y="312"/>
                    <a:pt x="943" y="312"/>
                  </a:cubicBezTo>
                  <a:cubicBezTo>
                    <a:pt x="941" y="312"/>
                    <a:pt x="940" y="312"/>
                    <a:pt x="938" y="311"/>
                  </a:cubicBezTo>
                  <a:cubicBezTo>
                    <a:pt x="938" y="311"/>
                    <a:pt x="937" y="311"/>
                    <a:pt x="936" y="311"/>
                  </a:cubicBezTo>
                  <a:cubicBezTo>
                    <a:pt x="936" y="311"/>
                    <a:pt x="935" y="311"/>
                    <a:pt x="934" y="311"/>
                  </a:cubicBezTo>
                  <a:cubicBezTo>
                    <a:pt x="933" y="311"/>
                    <a:pt x="931" y="312"/>
                    <a:pt x="930" y="311"/>
                  </a:cubicBezTo>
                  <a:cubicBezTo>
                    <a:pt x="928" y="311"/>
                    <a:pt x="927" y="310"/>
                    <a:pt x="926" y="310"/>
                  </a:cubicBezTo>
                  <a:cubicBezTo>
                    <a:pt x="926" y="312"/>
                    <a:pt x="925" y="314"/>
                    <a:pt x="925" y="316"/>
                  </a:cubicBezTo>
                  <a:cubicBezTo>
                    <a:pt x="924" y="319"/>
                    <a:pt x="923" y="321"/>
                    <a:pt x="923" y="324"/>
                  </a:cubicBezTo>
                  <a:cubicBezTo>
                    <a:pt x="923" y="325"/>
                    <a:pt x="923" y="327"/>
                    <a:pt x="923" y="328"/>
                  </a:cubicBezTo>
                  <a:cubicBezTo>
                    <a:pt x="924" y="334"/>
                    <a:pt x="924" y="339"/>
                    <a:pt x="921" y="341"/>
                  </a:cubicBezTo>
                  <a:cubicBezTo>
                    <a:pt x="918" y="343"/>
                    <a:pt x="915" y="342"/>
                    <a:pt x="912" y="342"/>
                  </a:cubicBezTo>
                  <a:cubicBezTo>
                    <a:pt x="911" y="342"/>
                    <a:pt x="911" y="342"/>
                    <a:pt x="910" y="342"/>
                  </a:cubicBezTo>
                  <a:cubicBezTo>
                    <a:pt x="909" y="342"/>
                    <a:pt x="909" y="342"/>
                    <a:pt x="909" y="342"/>
                  </a:cubicBezTo>
                  <a:cubicBezTo>
                    <a:pt x="908" y="342"/>
                    <a:pt x="906" y="342"/>
                    <a:pt x="904" y="342"/>
                  </a:cubicBezTo>
                  <a:cubicBezTo>
                    <a:pt x="900" y="342"/>
                    <a:pt x="896" y="342"/>
                    <a:pt x="893" y="341"/>
                  </a:cubicBezTo>
                  <a:cubicBezTo>
                    <a:pt x="885" y="340"/>
                    <a:pt x="876" y="337"/>
                    <a:pt x="872" y="335"/>
                  </a:cubicBezTo>
                  <a:cubicBezTo>
                    <a:pt x="868" y="333"/>
                    <a:pt x="866" y="330"/>
                    <a:pt x="864" y="328"/>
                  </a:cubicBezTo>
                  <a:cubicBezTo>
                    <a:pt x="864" y="327"/>
                    <a:pt x="863" y="326"/>
                    <a:pt x="862" y="325"/>
                  </a:cubicBezTo>
                  <a:cubicBezTo>
                    <a:pt x="862" y="325"/>
                    <a:pt x="862" y="325"/>
                    <a:pt x="861" y="324"/>
                  </a:cubicBezTo>
                  <a:cubicBezTo>
                    <a:pt x="860" y="323"/>
                    <a:pt x="858" y="322"/>
                    <a:pt x="857" y="319"/>
                  </a:cubicBezTo>
                  <a:cubicBezTo>
                    <a:pt x="856" y="317"/>
                    <a:pt x="856" y="314"/>
                    <a:pt x="857" y="313"/>
                  </a:cubicBezTo>
                  <a:cubicBezTo>
                    <a:pt x="857" y="311"/>
                    <a:pt x="856" y="311"/>
                    <a:pt x="855" y="309"/>
                  </a:cubicBezTo>
                  <a:cubicBezTo>
                    <a:pt x="855" y="309"/>
                    <a:pt x="855" y="309"/>
                    <a:pt x="855" y="309"/>
                  </a:cubicBezTo>
                  <a:cubicBezTo>
                    <a:pt x="853" y="309"/>
                    <a:pt x="850" y="308"/>
                    <a:pt x="848" y="306"/>
                  </a:cubicBezTo>
                  <a:cubicBezTo>
                    <a:pt x="846" y="302"/>
                    <a:pt x="847" y="297"/>
                    <a:pt x="847" y="292"/>
                  </a:cubicBezTo>
                  <a:cubicBezTo>
                    <a:pt x="847" y="291"/>
                    <a:pt x="847" y="290"/>
                    <a:pt x="847" y="289"/>
                  </a:cubicBezTo>
                  <a:cubicBezTo>
                    <a:pt x="848" y="279"/>
                    <a:pt x="852" y="274"/>
                    <a:pt x="857" y="267"/>
                  </a:cubicBezTo>
                  <a:cubicBezTo>
                    <a:pt x="859" y="265"/>
                    <a:pt x="859" y="265"/>
                    <a:pt x="859" y="265"/>
                  </a:cubicBezTo>
                  <a:cubicBezTo>
                    <a:pt x="863" y="260"/>
                    <a:pt x="866" y="254"/>
                    <a:pt x="868" y="248"/>
                  </a:cubicBezTo>
                  <a:cubicBezTo>
                    <a:pt x="871" y="239"/>
                    <a:pt x="883" y="233"/>
                    <a:pt x="889" y="231"/>
                  </a:cubicBezTo>
                  <a:cubicBezTo>
                    <a:pt x="892" y="230"/>
                    <a:pt x="896" y="232"/>
                    <a:pt x="903" y="237"/>
                  </a:cubicBezTo>
                  <a:cubicBezTo>
                    <a:pt x="903" y="238"/>
                    <a:pt x="904" y="238"/>
                    <a:pt x="904" y="238"/>
                  </a:cubicBezTo>
                  <a:cubicBezTo>
                    <a:pt x="906" y="239"/>
                    <a:pt x="907" y="240"/>
                    <a:pt x="909" y="241"/>
                  </a:cubicBezTo>
                  <a:cubicBezTo>
                    <a:pt x="910" y="242"/>
                    <a:pt x="912" y="243"/>
                    <a:pt x="913" y="244"/>
                  </a:cubicBezTo>
                  <a:cubicBezTo>
                    <a:pt x="914" y="244"/>
                    <a:pt x="914" y="245"/>
                    <a:pt x="915" y="245"/>
                  </a:cubicBezTo>
                  <a:cubicBezTo>
                    <a:pt x="916" y="246"/>
                    <a:pt x="917" y="247"/>
                    <a:pt x="917" y="247"/>
                  </a:cubicBezTo>
                  <a:cubicBezTo>
                    <a:pt x="917" y="247"/>
                    <a:pt x="917" y="246"/>
                    <a:pt x="917" y="246"/>
                  </a:cubicBezTo>
                  <a:cubicBezTo>
                    <a:pt x="916" y="240"/>
                    <a:pt x="917" y="233"/>
                    <a:pt x="921" y="228"/>
                  </a:cubicBezTo>
                  <a:cubicBezTo>
                    <a:pt x="921" y="228"/>
                    <a:pt x="921" y="227"/>
                    <a:pt x="921" y="227"/>
                  </a:cubicBezTo>
                  <a:cubicBezTo>
                    <a:pt x="921" y="226"/>
                    <a:pt x="921" y="225"/>
                    <a:pt x="921" y="224"/>
                  </a:cubicBezTo>
                  <a:cubicBezTo>
                    <a:pt x="921" y="224"/>
                    <a:pt x="921" y="224"/>
                    <a:pt x="921" y="223"/>
                  </a:cubicBezTo>
                  <a:cubicBezTo>
                    <a:pt x="921" y="222"/>
                    <a:pt x="921" y="221"/>
                    <a:pt x="921" y="220"/>
                  </a:cubicBezTo>
                  <a:cubicBezTo>
                    <a:pt x="921" y="217"/>
                    <a:pt x="921" y="214"/>
                    <a:pt x="922" y="212"/>
                  </a:cubicBezTo>
                  <a:cubicBezTo>
                    <a:pt x="922" y="210"/>
                    <a:pt x="922" y="209"/>
                    <a:pt x="923" y="207"/>
                  </a:cubicBezTo>
                  <a:cubicBezTo>
                    <a:pt x="923" y="202"/>
                    <a:pt x="923" y="202"/>
                    <a:pt x="923" y="202"/>
                  </a:cubicBezTo>
                  <a:cubicBezTo>
                    <a:pt x="923" y="197"/>
                    <a:pt x="924" y="193"/>
                    <a:pt x="924" y="188"/>
                  </a:cubicBezTo>
                  <a:cubicBezTo>
                    <a:pt x="924" y="186"/>
                    <a:pt x="924" y="183"/>
                    <a:pt x="924" y="180"/>
                  </a:cubicBezTo>
                  <a:cubicBezTo>
                    <a:pt x="923" y="173"/>
                    <a:pt x="923" y="167"/>
                    <a:pt x="924" y="160"/>
                  </a:cubicBezTo>
                  <a:cubicBezTo>
                    <a:pt x="925" y="156"/>
                    <a:pt x="925" y="153"/>
                    <a:pt x="924" y="150"/>
                  </a:cubicBezTo>
                  <a:cubicBezTo>
                    <a:pt x="924" y="148"/>
                    <a:pt x="923" y="146"/>
                    <a:pt x="922" y="145"/>
                  </a:cubicBezTo>
                  <a:cubicBezTo>
                    <a:pt x="921" y="142"/>
                    <a:pt x="919" y="139"/>
                    <a:pt x="919" y="136"/>
                  </a:cubicBezTo>
                  <a:cubicBezTo>
                    <a:pt x="918" y="133"/>
                    <a:pt x="918" y="130"/>
                    <a:pt x="918" y="128"/>
                  </a:cubicBezTo>
                  <a:cubicBezTo>
                    <a:pt x="918" y="127"/>
                    <a:pt x="918" y="125"/>
                    <a:pt x="918" y="124"/>
                  </a:cubicBezTo>
                  <a:cubicBezTo>
                    <a:pt x="918" y="122"/>
                    <a:pt x="918" y="122"/>
                    <a:pt x="916" y="120"/>
                  </a:cubicBezTo>
                  <a:cubicBezTo>
                    <a:pt x="914" y="118"/>
                    <a:pt x="913" y="116"/>
                    <a:pt x="911" y="113"/>
                  </a:cubicBezTo>
                  <a:cubicBezTo>
                    <a:pt x="909" y="109"/>
                    <a:pt x="908" y="105"/>
                    <a:pt x="908" y="101"/>
                  </a:cubicBezTo>
                  <a:cubicBezTo>
                    <a:pt x="908" y="100"/>
                    <a:pt x="906" y="99"/>
                    <a:pt x="905" y="98"/>
                  </a:cubicBezTo>
                  <a:cubicBezTo>
                    <a:pt x="904" y="96"/>
                    <a:pt x="902" y="95"/>
                    <a:pt x="901" y="93"/>
                  </a:cubicBezTo>
                  <a:cubicBezTo>
                    <a:pt x="898" y="88"/>
                    <a:pt x="899" y="82"/>
                    <a:pt x="900" y="78"/>
                  </a:cubicBezTo>
                  <a:cubicBezTo>
                    <a:pt x="901" y="75"/>
                    <a:pt x="901" y="72"/>
                    <a:pt x="901" y="70"/>
                  </a:cubicBezTo>
                  <a:cubicBezTo>
                    <a:pt x="900" y="65"/>
                    <a:pt x="898" y="61"/>
                    <a:pt x="897" y="56"/>
                  </a:cubicBezTo>
                  <a:cubicBezTo>
                    <a:pt x="895" y="49"/>
                    <a:pt x="895" y="49"/>
                    <a:pt x="895" y="49"/>
                  </a:cubicBezTo>
                  <a:cubicBezTo>
                    <a:pt x="895" y="47"/>
                    <a:pt x="894" y="45"/>
                    <a:pt x="893" y="42"/>
                  </a:cubicBezTo>
                  <a:cubicBezTo>
                    <a:pt x="892" y="38"/>
                    <a:pt x="892" y="38"/>
                    <a:pt x="892" y="38"/>
                  </a:cubicBezTo>
                  <a:cubicBezTo>
                    <a:pt x="892" y="37"/>
                    <a:pt x="891" y="35"/>
                    <a:pt x="891" y="34"/>
                  </a:cubicBezTo>
                  <a:cubicBezTo>
                    <a:pt x="890" y="30"/>
                    <a:pt x="890" y="26"/>
                    <a:pt x="888" y="24"/>
                  </a:cubicBezTo>
                  <a:cubicBezTo>
                    <a:pt x="888" y="24"/>
                    <a:pt x="888" y="24"/>
                    <a:pt x="888" y="24"/>
                  </a:cubicBezTo>
                  <a:cubicBezTo>
                    <a:pt x="887" y="24"/>
                    <a:pt x="887" y="24"/>
                    <a:pt x="887" y="24"/>
                  </a:cubicBezTo>
                  <a:cubicBezTo>
                    <a:pt x="885" y="23"/>
                    <a:pt x="884" y="22"/>
                    <a:pt x="883" y="21"/>
                  </a:cubicBezTo>
                  <a:cubicBezTo>
                    <a:pt x="882" y="21"/>
                    <a:pt x="882" y="21"/>
                    <a:pt x="882" y="21"/>
                  </a:cubicBezTo>
                  <a:cubicBezTo>
                    <a:pt x="880" y="22"/>
                    <a:pt x="879" y="22"/>
                    <a:pt x="877" y="21"/>
                  </a:cubicBezTo>
                  <a:cubicBezTo>
                    <a:pt x="875" y="21"/>
                    <a:pt x="874" y="21"/>
                    <a:pt x="872" y="20"/>
                  </a:cubicBezTo>
                  <a:cubicBezTo>
                    <a:pt x="871" y="20"/>
                    <a:pt x="869" y="20"/>
                    <a:pt x="868" y="19"/>
                  </a:cubicBezTo>
                  <a:cubicBezTo>
                    <a:pt x="865" y="19"/>
                    <a:pt x="862" y="20"/>
                    <a:pt x="859" y="20"/>
                  </a:cubicBezTo>
                  <a:cubicBezTo>
                    <a:pt x="856" y="21"/>
                    <a:pt x="852" y="21"/>
                    <a:pt x="849" y="21"/>
                  </a:cubicBezTo>
                  <a:cubicBezTo>
                    <a:pt x="847" y="21"/>
                    <a:pt x="845" y="21"/>
                    <a:pt x="843" y="21"/>
                  </a:cubicBezTo>
                  <a:cubicBezTo>
                    <a:pt x="842" y="22"/>
                    <a:pt x="840" y="22"/>
                    <a:pt x="839" y="22"/>
                  </a:cubicBezTo>
                  <a:cubicBezTo>
                    <a:pt x="834" y="23"/>
                    <a:pt x="832" y="21"/>
                    <a:pt x="830" y="20"/>
                  </a:cubicBezTo>
                  <a:cubicBezTo>
                    <a:pt x="830" y="20"/>
                    <a:pt x="829" y="20"/>
                    <a:pt x="828" y="19"/>
                  </a:cubicBezTo>
                  <a:cubicBezTo>
                    <a:pt x="828" y="19"/>
                    <a:pt x="827" y="19"/>
                    <a:pt x="826" y="19"/>
                  </a:cubicBezTo>
                  <a:cubicBezTo>
                    <a:pt x="824" y="19"/>
                    <a:pt x="822" y="19"/>
                    <a:pt x="820" y="18"/>
                  </a:cubicBezTo>
                  <a:cubicBezTo>
                    <a:pt x="818" y="17"/>
                    <a:pt x="817" y="16"/>
                    <a:pt x="815" y="15"/>
                  </a:cubicBezTo>
                  <a:cubicBezTo>
                    <a:pt x="814" y="15"/>
                    <a:pt x="813" y="14"/>
                    <a:pt x="812" y="14"/>
                  </a:cubicBezTo>
                  <a:cubicBezTo>
                    <a:pt x="808" y="11"/>
                    <a:pt x="802" y="9"/>
                    <a:pt x="798" y="9"/>
                  </a:cubicBezTo>
                  <a:cubicBezTo>
                    <a:pt x="793" y="9"/>
                    <a:pt x="792" y="9"/>
                    <a:pt x="792" y="10"/>
                  </a:cubicBezTo>
                  <a:cubicBezTo>
                    <a:pt x="791" y="11"/>
                    <a:pt x="791" y="11"/>
                    <a:pt x="789" y="11"/>
                  </a:cubicBezTo>
                  <a:cubicBezTo>
                    <a:pt x="779" y="13"/>
                    <a:pt x="779" y="13"/>
                    <a:pt x="779" y="13"/>
                  </a:cubicBezTo>
                  <a:cubicBezTo>
                    <a:pt x="778" y="13"/>
                    <a:pt x="776" y="13"/>
                    <a:pt x="774" y="13"/>
                  </a:cubicBezTo>
                  <a:cubicBezTo>
                    <a:pt x="773" y="13"/>
                    <a:pt x="773" y="13"/>
                    <a:pt x="772" y="13"/>
                  </a:cubicBezTo>
                  <a:cubicBezTo>
                    <a:pt x="767" y="13"/>
                    <a:pt x="762" y="14"/>
                    <a:pt x="760" y="16"/>
                  </a:cubicBezTo>
                  <a:cubicBezTo>
                    <a:pt x="759" y="17"/>
                    <a:pt x="759" y="17"/>
                    <a:pt x="759" y="19"/>
                  </a:cubicBezTo>
                  <a:cubicBezTo>
                    <a:pt x="759" y="20"/>
                    <a:pt x="759" y="20"/>
                    <a:pt x="759" y="20"/>
                  </a:cubicBezTo>
                  <a:cubicBezTo>
                    <a:pt x="758" y="22"/>
                    <a:pt x="757" y="26"/>
                    <a:pt x="754" y="28"/>
                  </a:cubicBezTo>
                  <a:cubicBezTo>
                    <a:pt x="753" y="29"/>
                    <a:pt x="751" y="29"/>
                    <a:pt x="750" y="29"/>
                  </a:cubicBezTo>
                  <a:cubicBezTo>
                    <a:pt x="750" y="29"/>
                    <a:pt x="749" y="29"/>
                    <a:pt x="749" y="29"/>
                  </a:cubicBezTo>
                  <a:cubicBezTo>
                    <a:pt x="748" y="30"/>
                    <a:pt x="747" y="31"/>
                    <a:pt x="746" y="32"/>
                  </a:cubicBezTo>
                  <a:cubicBezTo>
                    <a:pt x="744" y="32"/>
                    <a:pt x="743" y="33"/>
                    <a:pt x="742" y="33"/>
                  </a:cubicBezTo>
                  <a:cubicBezTo>
                    <a:pt x="740" y="33"/>
                    <a:pt x="740" y="34"/>
                    <a:pt x="739" y="34"/>
                  </a:cubicBezTo>
                  <a:cubicBezTo>
                    <a:pt x="737" y="35"/>
                    <a:pt x="736" y="35"/>
                    <a:pt x="735" y="36"/>
                  </a:cubicBezTo>
                  <a:cubicBezTo>
                    <a:pt x="733" y="37"/>
                    <a:pt x="732" y="37"/>
                    <a:pt x="731" y="37"/>
                  </a:cubicBezTo>
                  <a:cubicBezTo>
                    <a:pt x="727" y="38"/>
                    <a:pt x="725" y="38"/>
                    <a:pt x="723" y="37"/>
                  </a:cubicBezTo>
                  <a:cubicBezTo>
                    <a:pt x="722" y="37"/>
                    <a:pt x="721" y="37"/>
                    <a:pt x="720" y="37"/>
                  </a:cubicBezTo>
                  <a:cubicBezTo>
                    <a:pt x="718" y="38"/>
                    <a:pt x="717" y="38"/>
                    <a:pt x="715" y="40"/>
                  </a:cubicBezTo>
                  <a:cubicBezTo>
                    <a:pt x="714" y="41"/>
                    <a:pt x="713" y="42"/>
                    <a:pt x="712" y="42"/>
                  </a:cubicBezTo>
                  <a:cubicBezTo>
                    <a:pt x="711" y="43"/>
                    <a:pt x="711" y="43"/>
                    <a:pt x="710" y="43"/>
                  </a:cubicBezTo>
                  <a:cubicBezTo>
                    <a:pt x="710" y="45"/>
                    <a:pt x="710" y="46"/>
                    <a:pt x="709" y="48"/>
                  </a:cubicBezTo>
                  <a:cubicBezTo>
                    <a:pt x="708" y="49"/>
                    <a:pt x="706" y="50"/>
                    <a:pt x="705" y="51"/>
                  </a:cubicBezTo>
                  <a:cubicBezTo>
                    <a:pt x="705" y="52"/>
                    <a:pt x="704" y="52"/>
                    <a:pt x="704" y="52"/>
                  </a:cubicBezTo>
                  <a:cubicBezTo>
                    <a:pt x="704" y="52"/>
                    <a:pt x="703" y="53"/>
                    <a:pt x="703" y="53"/>
                  </a:cubicBezTo>
                  <a:cubicBezTo>
                    <a:pt x="703" y="53"/>
                    <a:pt x="703" y="54"/>
                    <a:pt x="703" y="54"/>
                  </a:cubicBezTo>
                  <a:cubicBezTo>
                    <a:pt x="701" y="56"/>
                    <a:pt x="701" y="58"/>
                    <a:pt x="698" y="60"/>
                  </a:cubicBezTo>
                  <a:cubicBezTo>
                    <a:pt x="697" y="60"/>
                    <a:pt x="697" y="60"/>
                    <a:pt x="696" y="61"/>
                  </a:cubicBezTo>
                  <a:cubicBezTo>
                    <a:pt x="696" y="63"/>
                    <a:pt x="695" y="66"/>
                    <a:pt x="692" y="69"/>
                  </a:cubicBezTo>
                  <a:cubicBezTo>
                    <a:pt x="691" y="69"/>
                    <a:pt x="689" y="71"/>
                    <a:pt x="687" y="72"/>
                  </a:cubicBezTo>
                  <a:cubicBezTo>
                    <a:pt x="687" y="72"/>
                    <a:pt x="686" y="72"/>
                    <a:pt x="686" y="73"/>
                  </a:cubicBezTo>
                  <a:cubicBezTo>
                    <a:pt x="684" y="77"/>
                    <a:pt x="683" y="78"/>
                    <a:pt x="681" y="79"/>
                  </a:cubicBezTo>
                  <a:cubicBezTo>
                    <a:pt x="680" y="79"/>
                    <a:pt x="680" y="79"/>
                    <a:pt x="679" y="79"/>
                  </a:cubicBezTo>
                  <a:cubicBezTo>
                    <a:pt x="678" y="79"/>
                    <a:pt x="677" y="79"/>
                    <a:pt x="676" y="78"/>
                  </a:cubicBezTo>
                  <a:cubicBezTo>
                    <a:pt x="675" y="78"/>
                    <a:pt x="675" y="78"/>
                    <a:pt x="674" y="78"/>
                  </a:cubicBezTo>
                  <a:cubicBezTo>
                    <a:pt x="674" y="79"/>
                    <a:pt x="674" y="79"/>
                    <a:pt x="674" y="80"/>
                  </a:cubicBezTo>
                  <a:cubicBezTo>
                    <a:pt x="674" y="80"/>
                    <a:pt x="674" y="80"/>
                    <a:pt x="673" y="81"/>
                  </a:cubicBezTo>
                  <a:cubicBezTo>
                    <a:pt x="673" y="83"/>
                    <a:pt x="672" y="87"/>
                    <a:pt x="667" y="89"/>
                  </a:cubicBezTo>
                  <a:cubicBezTo>
                    <a:pt x="666" y="89"/>
                    <a:pt x="665" y="89"/>
                    <a:pt x="664" y="89"/>
                  </a:cubicBezTo>
                  <a:cubicBezTo>
                    <a:pt x="664" y="90"/>
                    <a:pt x="663" y="90"/>
                    <a:pt x="662" y="91"/>
                  </a:cubicBezTo>
                  <a:cubicBezTo>
                    <a:pt x="661" y="91"/>
                    <a:pt x="660" y="91"/>
                    <a:pt x="660" y="91"/>
                  </a:cubicBezTo>
                  <a:cubicBezTo>
                    <a:pt x="659" y="91"/>
                    <a:pt x="658" y="91"/>
                    <a:pt x="657" y="91"/>
                  </a:cubicBezTo>
                  <a:cubicBezTo>
                    <a:pt x="657" y="92"/>
                    <a:pt x="656" y="92"/>
                    <a:pt x="655" y="93"/>
                  </a:cubicBezTo>
                  <a:cubicBezTo>
                    <a:pt x="654" y="94"/>
                    <a:pt x="652" y="94"/>
                    <a:pt x="651" y="95"/>
                  </a:cubicBezTo>
                  <a:cubicBezTo>
                    <a:pt x="651" y="95"/>
                    <a:pt x="651" y="95"/>
                    <a:pt x="651" y="95"/>
                  </a:cubicBezTo>
                  <a:cubicBezTo>
                    <a:pt x="650" y="96"/>
                    <a:pt x="648" y="97"/>
                    <a:pt x="647" y="98"/>
                  </a:cubicBezTo>
                  <a:cubicBezTo>
                    <a:pt x="647" y="98"/>
                    <a:pt x="646" y="99"/>
                    <a:pt x="646" y="99"/>
                  </a:cubicBezTo>
                  <a:cubicBezTo>
                    <a:pt x="646" y="100"/>
                    <a:pt x="645" y="100"/>
                    <a:pt x="645" y="100"/>
                  </a:cubicBezTo>
                  <a:cubicBezTo>
                    <a:pt x="644" y="100"/>
                    <a:pt x="644" y="100"/>
                    <a:pt x="644" y="101"/>
                  </a:cubicBezTo>
                  <a:cubicBezTo>
                    <a:pt x="644" y="102"/>
                    <a:pt x="643" y="103"/>
                    <a:pt x="642" y="105"/>
                  </a:cubicBezTo>
                  <a:cubicBezTo>
                    <a:pt x="642" y="105"/>
                    <a:pt x="640" y="108"/>
                    <a:pt x="637" y="108"/>
                  </a:cubicBezTo>
                  <a:cubicBezTo>
                    <a:pt x="637" y="108"/>
                    <a:pt x="637" y="108"/>
                    <a:pt x="637" y="108"/>
                  </a:cubicBezTo>
                  <a:cubicBezTo>
                    <a:pt x="637" y="109"/>
                    <a:pt x="636" y="111"/>
                    <a:pt x="636" y="112"/>
                  </a:cubicBezTo>
                  <a:cubicBezTo>
                    <a:pt x="634" y="115"/>
                    <a:pt x="634" y="119"/>
                    <a:pt x="633" y="123"/>
                  </a:cubicBezTo>
                  <a:cubicBezTo>
                    <a:pt x="633" y="125"/>
                    <a:pt x="632" y="127"/>
                    <a:pt x="632" y="129"/>
                  </a:cubicBezTo>
                  <a:cubicBezTo>
                    <a:pt x="631" y="130"/>
                    <a:pt x="631" y="131"/>
                    <a:pt x="631" y="132"/>
                  </a:cubicBezTo>
                  <a:cubicBezTo>
                    <a:pt x="630" y="137"/>
                    <a:pt x="629" y="144"/>
                    <a:pt x="622" y="147"/>
                  </a:cubicBezTo>
                  <a:cubicBezTo>
                    <a:pt x="619" y="149"/>
                    <a:pt x="618" y="150"/>
                    <a:pt x="615" y="152"/>
                  </a:cubicBezTo>
                  <a:cubicBezTo>
                    <a:pt x="614" y="153"/>
                    <a:pt x="613" y="154"/>
                    <a:pt x="612" y="155"/>
                  </a:cubicBezTo>
                  <a:cubicBezTo>
                    <a:pt x="610" y="156"/>
                    <a:pt x="609" y="157"/>
                    <a:pt x="608" y="158"/>
                  </a:cubicBezTo>
                  <a:cubicBezTo>
                    <a:pt x="607" y="159"/>
                    <a:pt x="607" y="159"/>
                    <a:pt x="607" y="160"/>
                  </a:cubicBezTo>
                  <a:cubicBezTo>
                    <a:pt x="605" y="163"/>
                    <a:pt x="603" y="169"/>
                    <a:pt x="597" y="169"/>
                  </a:cubicBezTo>
                  <a:cubicBezTo>
                    <a:pt x="596" y="169"/>
                    <a:pt x="595" y="169"/>
                    <a:pt x="594" y="169"/>
                  </a:cubicBezTo>
                  <a:cubicBezTo>
                    <a:pt x="592" y="169"/>
                    <a:pt x="590" y="170"/>
                    <a:pt x="588" y="170"/>
                  </a:cubicBezTo>
                  <a:cubicBezTo>
                    <a:pt x="587" y="170"/>
                    <a:pt x="586" y="171"/>
                    <a:pt x="585" y="171"/>
                  </a:cubicBezTo>
                  <a:cubicBezTo>
                    <a:pt x="582" y="172"/>
                    <a:pt x="579" y="173"/>
                    <a:pt x="576" y="174"/>
                  </a:cubicBezTo>
                  <a:cubicBezTo>
                    <a:pt x="574" y="175"/>
                    <a:pt x="573" y="175"/>
                    <a:pt x="572" y="175"/>
                  </a:cubicBezTo>
                  <a:cubicBezTo>
                    <a:pt x="571" y="175"/>
                    <a:pt x="571" y="176"/>
                    <a:pt x="570" y="176"/>
                  </a:cubicBezTo>
                  <a:cubicBezTo>
                    <a:pt x="570" y="176"/>
                    <a:pt x="570" y="176"/>
                    <a:pt x="570" y="176"/>
                  </a:cubicBezTo>
                  <a:cubicBezTo>
                    <a:pt x="570" y="176"/>
                    <a:pt x="570" y="176"/>
                    <a:pt x="570" y="177"/>
                  </a:cubicBezTo>
                  <a:cubicBezTo>
                    <a:pt x="571" y="182"/>
                    <a:pt x="569" y="188"/>
                    <a:pt x="567" y="193"/>
                  </a:cubicBezTo>
                  <a:cubicBezTo>
                    <a:pt x="566" y="196"/>
                    <a:pt x="566" y="196"/>
                    <a:pt x="566" y="196"/>
                  </a:cubicBezTo>
                  <a:cubicBezTo>
                    <a:pt x="565" y="198"/>
                    <a:pt x="564" y="200"/>
                    <a:pt x="563" y="202"/>
                  </a:cubicBezTo>
                  <a:cubicBezTo>
                    <a:pt x="562" y="204"/>
                    <a:pt x="561" y="206"/>
                    <a:pt x="560" y="208"/>
                  </a:cubicBezTo>
                  <a:cubicBezTo>
                    <a:pt x="559" y="210"/>
                    <a:pt x="559" y="211"/>
                    <a:pt x="559" y="213"/>
                  </a:cubicBezTo>
                  <a:cubicBezTo>
                    <a:pt x="558" y="215"/>
                    <a:pt x="558" y="217"/>
                    <a:pt x="557" y="218"/>
                  </a:cubicBezTo>
                  <a:cubicBezTo>
                    <a:pt x="552" y="235"/>
                    <a:pt x="535" y="245"/>
                    <a:pt x="519" y="241"/>
                  </a:cubicBezTo>
                  <a:cubicBezTo>
                    <a:pt x="518" y="241"/>
                    <a:pt x="517" y="241"/>
                    <a:pt x="516" y="240"/>
                  </a:cubicBezTo>
                  <a:cubicBezTo>
                    <a:pt x="515" y="240"/>
                    <a:pt x="515" y="240"/>
                    <a:pt x="515" y="240"/>
                  </a:cubicBezTo>
                  <a:cubicBezTo>
                    <a:pt x="513" y="240"/>
                    <a:pt x="512" y="241"/>
                    <a:pt x="511" y="242"/>
                  </a:cubicBezTo>
                  <a:cubicBezTo>
                    <a:pt x="510" y="243"/>
                    <a:pt x="508" y="244"/>
                    <a:pt x="506" y="245"/>
                  </a:cubicBezTo>
                  <a:cubicBezTo>
                    <a:pt x="504" y="246"/>
                    <a:pt x="501" y="246"/>
                    <a:pt x="497" y="246"/>
                  </a:cubicBezTo>
                  <a:cubicBezTo>
                    <a:pt x="496" y="246"/>
                    <a:pt x="494" y="246"/>
                    <a:pt x="493" y="246"/>
                  </a:cubicBezTo>
                  <a:cubicBezTo>
                    <a:pt x="490" y="246"/>
                    <a:pt x="488" y="244"/>
                    <a:pt x="486" y="243"/>
                  </a:cubicBezTo>
                  <a:cubicBezTo>
                    <a:pt x="485" y="243"/>
                    <a:pt x="485" y="243"/>
                    <a:pt x="484" y="242"/>
                  </a:cubicBezTo>
                  <a:cubicBezTo>
                    <a:pt x="483" y="242"/>
                    <a:pt x="482" y="242"/>
                    <a:pt x="482" y="241"/>
                  </a:cubicBezTo>
                  <a:cubicBezTo>
                    <a:pt x="481" y="241"/>
                    <a:pt x="480" y="241"/>
                    <a:pt x="480" y="241"/>
                  </a:cubicBezTo>
                  <a:cubicBezTo>
                    <a:pt x="479" y="241"/>
                    <a:pt x="478" y="242"/>
                    <a:pt x="476" y="242"/>
                  </a:cubicBezTo>
                  <a:cubicBezTo>
                    <a:pt x="471" y="242"/>
                    <a:pt x="467" y="238"/>
                    <a:pt x="465" y="236"/>
                  </a:cubicBezTo>
                  <a:cubicBezTo>
                    <a:pt x="464" y="235"/>
                    <a:pt x="464" y="235"/>
                    <a:pt x="464" y="234"/>
                  </a:cubicBezTo>
                  <a:cubicBezTo>
                    <a:pt x="463" y="234"/>
                    <a:pt x="463" y="233"/>
                    <a:pt x="463" y="233"/>
                  </a:cubicBezTo>
                  <a:cubicBezTo>
                    <a:pt x="462" y="228"/>
                    <a:pt x="462" y="228"/>
                    <a:pt x="462" y="228"/>
                  </a:cubicBezTo>
                  <a:cubicBezTo>
                    <a:pt x="462" y="233"/>
                    <a:pt x="462" y="233"/>
                    <a:pt x="462" y="233"/>
                  </a:cubicBezTo>
                  <a:cubicBezTo>
                    <a:pt x="461" y="233"/>
                    <a:pt x="460" y="233"/>
                    <a:pt x="459" y="234"/>
                  </a:cubicBezTo>
                  <a:cubicBezTo>
                    <a:pt x="458" y="234"/>
                    <a:pt x="456" y="235"/>
                    <a:pt x="453" y="235"/>
                  </a:cubicBezTo>
                  <a:cubicBezTo>
                    <a:pt x="452" y="235"/>
                    <a:pt x="450" y="234"/>
                    <a:pt x="449" y="233"/>
                  </a:cubicBezTo>
                  <a:cubicBezTo>
                    <a:pt x="448" y="233"/>
                    <a:pt x="447" y="233"/>
                    <a:pt x="445" y="232"/>
                  </a:cubicBezTo>
                  <a:cubicBezTo>
                    <a:pt x="443" y="231"/>
                    <a:pt x="441" y="229"/>
                    <a:pt x="438" y="226"/>
                  </a:cubicBezTo>
                  <a:cubicBezTo>
                    <a:pt x="438" y="225"/>
                    <a:pt x="437" y="224"/>
                    <a:pt x="436" y="224"/>
                  </a:cubicBezTo>
                  <a:cubicBezTo>
                    <a:pt x="435" y="222"/>
                    <a:pt x="434" y="222"/>
                    <a:pt x="433" y="221"/>
                  </a:cubicBezTo>
                  <a:cubicBezTo>
                    <a:pt x="432" y="220"/>
                    <a:pt x="432" y="220"/>
                    <a:pt x="432" y="220"/>
                  </a:cubicBezTo>
                  <a:cubicBezTo>
                    <a:pt x="430" y="219"/>
                    <a:pt x="429" y="218"/>
                    <a:pt x="428" y="217"/>
                  </a:cubicBezTo>
                  <a:cubicBezTo>
                    <a:pt x="427" y="216"/>
                    <a:pt x="426" y="216"/>
                    <a:pt x="425" y="215"/>
                  </a:cubicBezTo>
                  <a:cubicBezTo>
                    <a:pt x="424" y="215"/>
                    <a:pt x="424" y="215"/>
                    <a:pt x="424" y="215"/>
                  </a:cubicBezTo>
                  <a:cubicBezTo>
                    <a:pt x="423" y="214"/>
                    <a:pt x="422" y="214"/>
                    <a:pt x="421" y="213"/>
                  </a:cubicBezTo>
                  <a:cubicBezTo>
                    <a:pt x="420" y="212"/>
                    <a:pt x="420" y="212"/>
                    <a:pt x="420" y="212"/>
                  </a:cubicBezTo>
                  <a:cubicBezTo>
                    <a:pt x="419" y="212"/>
                    <a:pt x="419" y="212"/>
                    <a:pt x="418" y="212"/>
                  </a:cubicBezTo>
                  <a:cubicBezTo>
                    <a:pt x="418" y="212"/>
                    <a:pt x="417" y="212"/>
                    <a:pt x="416" y="211"/>
                  </a:cubicBezTo>
                  <a:cubicBezTo>
                    <a:pt x="415" y="211"/>
                    <a:pt x="415" y="211"/>
                    <a:pt x="415" y="211"/>
                  </a:cubicBezTo>
                  <a:cubicBezTo>
                    <a:pt x="414" y="211"/>
                    <a:pt x="413" y="210"/>
                    <a:pt x="412" y="210"/>
                  </a:cubicBezTo>
                  <a:cubicBezTo>
                    <a:pt x="410" y="210"/>
                    <a:pt x="408" y="210"/>
                    <a:pt x="405" y="211"/>
                  </a:cubicBezTo>
                  <a:cubicBezTo>
                    <a:pt x="402" y="213"/>
                    <a:pt x="401" y="213"/>
                    <a:pt x="400" y="213"/>
                  </a:cubicBezTo>
                  <a:cubicBezTo>
                    <a:pt x="399" y="213"/>
                    <a:pt x="398" y="213"/>
                    <a:pt x="397" y="213"/>
                  </a:cubicBezTo>
                  <a:cubicBezTo>
                    <a:pt x="397" y="213"/>
                    <a:pt x="396" y="214"/>
                    <a:pt x="395" y="215"/>
                  </a:cubicBezTo>
                  <a:cubicBezTo>
                    <a:pt x="395" y="215"/>
                    <a:pt x="395" y="216"/>
                    <a:pt x="394" y="216"/>
                  </a:cubicBezTo>
                  <a:cubicBezTo>
                    <a:pt x="394" y="216"/>
                    <a:pt x="393" y="217"/>
                    <a:pt x="393" y="218"/>
                  </a:cubicBezTo>
                  <a:cubicBezTo>
                    <a:pt x="392" y="219"/>
                    <a:pt x="392" y="219"/>
                    <a:pt x="392" y="219"/>
                  </a:cubicBezTo>
                  <a:cubicBezTo>
                    <a:pt x="392" y="219"/>
                    <a:pt x="392" y="220"/>
                    <a:pt x="391" y="221"/>
                  </a:cubicBezTo>
                  <a:cubicBezTo>
                    <a:pt x="390" y="222"/>
                    <a:pt x="390" y="222"/>
                    <a:pt x="389" y="223"/>
                  </a:cubicBezTo>
                  <a:cubicBezTo>
                    <a:pt x="388" y="224"/>
                    <a:pt x="388" y="225"/>
                    <a:pt x="388" y="225"/>
                  </a:cubicBezTo>
                  <a:cubicBezTo>
                    <a:pt x="388" y="225"/>
                    <a:pt x="388" y="226"/>
                    <a:pt x="388" y="227"/>
                  </a:cubicBezTo>
                  <a:cubicBezTo>
                    <a:pt x="388" y="227"/>
                    <a:pt x="388" y="228"/>
                    <a:pt x="388" y="228"/>
                  </a:cubicBezTo>
                  <a:cubicBezTo>
                    <a:pt x="388" y="228"/>
                    <a:pt x="388" y="228"/>
                    <a:pt x="388" y="229"/>
                  </a:cubicBezTo>
                  <a:cubicBezTo>
                    <a:pt x="388" y="229"/>
                    <a:pt x="388" y="230"/>
                    <a:pt x="388" y="231"/>
                  </a:cubicBezTo>
                  <a:cubicBezTo>
                    <a:pt x="388" y="232"/>
                    <a:pt x="388" y="232"/>
                    <a:pt x="388" y="233"/>
                  </a:cubicBezTo>
                  <a:cubicBezTo>
                    <a:pt x="387" y="235"/>
                    <a:pt x="386" y="236"/>
                    <a:pt x="385" y="237"/>
                  </a:cubicBezTo>
                  <a:cubicBezTo>
                    <a:pt x="384" y="237"/>
                    <a:pt x="384" y="238"/>
                    <a:pt x="384" y="238"/>
                  </a:cubicBezTo>
                  <a:cubicBezTo>
                    <a:pt x="385" y="239"/>
                    <a:pt x="385" y="241"/>
                    <a:pt x="385" y="242"/>
                  </a:cubicBezTo>
                  <a:cubicBezTo>
                    <a:pt x="384" y="244"/>
                    <a:pt x="383" y="245"/>
                    <a:pt x="382" y="246"/>
                  </a:cubicBezTo>
                  <a:cubicBezTo>
                    <a:pt x="382" y="246"/>
                    <a:pt x="382" y="247"/>
                    <a:pt x="382" y="247"/>
                  </a:cubicBezTo>
                  <a:cubicBezTo>
                    <a:pt x="382" y="249"/>
                    <a:pt x="383" y="251"/>
                    <a:pt x="382" y="253"/>
                  </a:cubicBezTo>
                  <a:cubicBezTo>
                    <a:pt x="380" y="255"/>
                    <a:pt x="379" y="256"/>
                    <a:pt x="378" y="256"/>
                  </a:cubicBezTo>
                  <a:cubicBezTo>
                    <a:pt x="378" y="257"/>
                    <a:pt x="378" y="258"/>
                    <a:pt x="377" y="259"/>
                  </a:cubicBezTo>
                  <a:cubicBezTo>
                    <a:pt x="376" y="261"/>
                    <a:pt x="375" y="263"/>
                    <a:pt x="373" y="264"/>
                  </a:cubicBezTo>
                  <a:cubicBezTo>
                    <a:pt x="372" y="265"/>
                    <a:pt x="371" y="266"/>
                    <a:pt x="371" y="267"/>
                  </a:cubicBezTo>
                  <a:cubicBezTo>
                    <a:pt x="368" y="271"/>
                    <a:pt x="365" y="271"/>
                    <a:pt x="364" y="271"/>
                  </a:cubicBezTo>
                  <a:cubicBezTo>
                    <a:pt x="363" y="271"/>
                    <a:pt x="363" y="271"/>
                    <a:pt x="363" y="271"/>
                  </a:cubicBezTo>
                  <a:cubicBezTo>
                    <a:pt x="362" y="271"/>
                    <a:pt x="362" y="271"/>
                    <a:pt x="361" y="271"/>
                  </a:cubicBezTo>
                  <a:cubicBezTo>
                    <a:pt x="361" y="272"/>
                    <a:pt x="360" y="272"/>
                    <a:pt x="360" y="273"/>
                  </a:cubicBezTo>
                  <a:cubicBezTo>
                    <a:pt x="359" y="275"/>
                    <a:pt x="357" y="277"/>
                    <a:pt x="354" y="278"/>
                  </a:cubicBezTo>
                  <a:cubicBezTo>
                    <a:pt x="350" y="280"/>
                    <a:pt x="350" y="280"/>
                    <a:pt x="348" y="282"/>
                  </a:cubicBezTo>
                  <a:cubicBezTo>
                    <a:pt x="348" y="284"/>
                    <a:pt x="348" y="284"/>
                    <a:pt x="348" y="284"/>
                  </a:cubicBezTo>
                  <a:cubicBezTo>
                    <a:pt x="345" y="289"/>
                    <a:pt x="343" y="295"/>
                    <a:pt x="335" y="298"/>
                  </a:cubicBezTo>
                  <a:cubicBezTo>
                    <a:pt x="332" y="299"/>
                    <a:pt x="330" y="299"/>
                    <a:pt x="327" y="299"/>
                  </a:cubicBezTo>
                  <a:cubicBezTo>
                    <a:pt x="327" y="299"/>
                    <a:pt x="327" y="299"/>
                    <a:pt x="327" y="299"/>
                  </a:cubicBezTo>
                  <a:cubicBezTo>
                    <a:pt x="326" y="299"/>
                    <a:pt x="325" y="299"/>
                    <a:pt x="325" y="299"/>
                  </a:cubicBezTo>
                  <a:cubicBezTo>
                    <a:pt x="325" y="300"/>
                    <a:pt x="325" y="301"/>
                    <a:pt x="325" y="302"/>
                  </a:cubicBezTo>
                  <a:cubicBezTo>
                    <a:pt x="324" y="307"/>
                    <a:pt x="318" y="312"/>
                    <a:pt x="312" y="312"/>
                  </a:cubicBezTo>
                  <a:cubicBezTo>
                    <a:pt x="310" y="312"/>
                    <a:pt x="309" y="312"/>
                    <a:pt x="308" y="311"/>
                  </a:cubicBezTo>
                  <a:cubicBezTo>
                    <a:pt x="307" y="311"/>
                    <a:pt x="306" y="312"/>
                    <a:pt x="304" y="312"/>
                  </a:cubicBezTo>
                  <a:cubicBezTo>
                    <a:pt x="304" y="312"/>
                    <a:pt x="304" y="312"/>
                    <a:pt x="303" y="312"/>
                  </a:cubicBezTo>
                  <a:cubicBezTo>
                    <a:pt x="302" y="311"/>
                    <a:pt x="300" y="311"/>
                    <a:pt x="299" y="310"/>
                  </a:cubicBezTo>
                  <a:cubicBezTo>
                    <a:pt x="298" y="310"/>
                    <a:pt x="298" y="310"/>
                    <a:pt x="297" y="310"/>
                  </a:cubicBezTo>
                  <a:cubicBezTo>
                    <a:pt x="295" y="310"/>
                    <a:pt x="293" y="310"/>
                    <a:pt x="291" y="311"/>
                  </a:cubicBezTo>
                  <a:cubicBezTo>
                    <a:pt x="287" y="312"/>
                    <a:pt x="287" y="312"/>
                    <a:pt x="287" y="312"/>
                  </a:cubicBezTo>
                  <a:cubicBezTo>
                    <a:pt x="284" y="312"/>
                    <a:pt x="282" y="312"/>
                    <a:pt x="278" y="312"/>
                  </a:cubicBezTo>
                  <a:cubicBezTo>
                    <a:pt x="275" y="311"/>
                    <a:pt x="273" y="310"/>
                    <a:pt x="271" y="310"/>
                  </a:cubicBezTo>
                  <a:cubicBezTo>
                    <a:pt x="271" y="309"/>
                    <a:pt x="270" y="309"/>
                    <a:pt x="270" y="309"/>
                  </a:cubicBezTo>
                  <a:cubicBezTo>
                    <a:pt x="269" y="308"/>
                    <a:pt x="268" y="308"/>
                    <a:pt x="268" y="308"/>
                  </a:cubicBezTo>
                  <a:cubicBezTo>
                    <a:pt x="268" y="308"/>
                    <a:pt x="267" y="309"/>
                    <a:pt x="266" y="310"/>
                  </a:cubicBezTo>
                  <a:cubicBezTo>
                    <a:pt x="265" y="310"/>
                    <a:pt x="264" y="310"/>
                    <a:pt x="263" y="311"/>
                  </a:cubicBezTo>
                  <a:cubicBezTo>
                    <a:pt x="262" y="311"/>
                    <a:pt x="260" y="312"/>
                    <a:pt x="260" y="313"/>
                  </a:cubicBezTo>
                  <a:cubicBezTo>
                    <a:pt x="259" y="314"/>
                    <a:pt x="257" y="315"/>
                    <a:pt x="255" y="315"/>
                  </a:cubicBezTo>
                  <a:cubicBezTo>
                    <a:pt x="253" y="314"/>
                    <a:pt x="252" y="313"/>
                    <a:pt x="252" y="311"/>
                  </a:cubicBezTo>
                  <a:cubicBezTo>
                    <a:pt x="251" y="310"/>
                    <a:pt x="251" y="308"/>
                    <a:pt x="250" y="307"/>
                  </a:cubicBezTo>
                  <a:cubicBezTo>
                    <a:pt x="249" y="305"/>
                    <a:pt x="248" y="303"/>
                    <a:pt x="248" y="299"/>
                  </a:cubicBezTo>
                  <a:cubicBezTo>
                    <a:pt x="247" y="297"/>
                    <a:pt x="248" y="295"/>
                    <a:pt x="248" y="293"/>
                  </a:cubicBezTo>
                  <a:cubicBezTo>
                    <a:pt x="248" y="293"/>
                    <a:pt x="248" y="292"/>
                    <a:pt x="248" y="292"/>
                  </a:cubicBezTo>
                  <a:cubicBezTo>
                    <a:pt x="248" y="291"/>
                    <a:pt x="248" y="290"/>
                    <a:pt x="248" y="290"/>
                  </a:cubicBezTo>
                  <a:cubicBezTo>
                    <a:pt x="247" y="288"/>
                    <a:pt x="247" y="286"/>
                    <a:pt x="247" y="283"/>
                  </a:cubicBezTo>
                  <a:cubicBezTo>
                    <a:pt x="248" y="279"/>
                    <a:pt x="249" y="278"/>
                    <a:pt x="251" y="276"/>
                  </a:cubicBezTo>
                  <a:cubicBezTo>
                    <a:pt x="252" y="276"/>
                    <a:pt x="252" y="276"/>
                    <a:pt x="253" y="275"/>
                  </a:cubicBezTo>
                  <a:cubicBezTo>
                    <a:pt x="256" y="271"/>
                    <a:pt x="259" y="266"/>
                    <a:pt x="261" y="262"/>
                  </a:cubicBezTo>
                  <a:cubicBezTo>
                    <a:pt x="261" y="261"/>
                    <a:pt x="262" y="260"/>
                    <a:pt x="262" y="260"/>
                  </a:cubicBezTo>
                  <a:cubicBezTo>
                    <a:pt x="262" y="259"/>
                    <a:pt x="262" y="259"/>
                    <a:pt x="262" y="259"/>
                  </a:cubicBezTo>
                  <a:cubicBezTo>
                    <a:pt x="261" y="258"/>
                    <a:pt x="260" y="256"/>
                    <a:pt x="260" y="254"/>
                  </a:cubicBezTo>
                  <a:cubicBezTo>
                    <a:pt x="260" y="253"/>
                    <a:pt x="260" y="252"/>
                    <a:pt x="260" y="251"/>
                  </a:cubicBezTo>
                  <a:cubicBezTo>
                    <a:pt x="260" y="250"/>
                    <a:pt x="260" y="249"/>
                    <a:pt x="260" y="248"/>
                  </a:cubicBezTo>
                  <a:cubicBezTo>
                    <a:pt x="260" y="247"/>
                    <a:pt x="260" y="247"/>
                    <a:pt x="260" y="246"/>
                  </a:cubicBezTo>
                  <a:cubicBezTo>
                    <a:pt x="260" y="246"/>
                    <a:pt x="260" y="246"/>
                    <a:pt x="260" y="246"/>
                  </a:cubicBezTo>
                  <a:cubicBezTo>
                    <a:pt x="259" y="245"/>
                    <a:pt x="258" y="244"/>
                    <a:pt x="257" y="243"/>
                  </a:cubicBezTo>
                  <a:cubicBezTo>
                    <a:pt x="257" y="243"/>
                    <a:pt x="257" y="243"/>
                    <a:pt x="257" y="243"/>
                  </a:cubicBezTo>
                  <a:cubicBezTo>
                    <a:pt x="257" y="243"/>
                    <a:pt x="256" y="241"/>
                    <a:pt x="256" y="239"/>
                  </a:cubicBezTo>
                  <a:cubicBezTo>
                    <a:pt x="256" y="237"/>
                    <a:pt x="255" y="236"/>
                    <a:pt x="253" y="234"/>
                  </a:cubicBezTo>
                  <a:cubicBezTo>
                    <a:pt x="253" y="233"/>
                    <a:pt x="253" y="233"/>
                    <a:pt x="253" y="233"/>
                  </a:cubicBezTo>
                  <a:cubicBezTo>
                    <a:pt x="246" y="212"/>
                    <a:pt x="246" y="212"/>
                    <a:pt x="246" y="212"/>
                  </a:cubicBezTo>
                  <a:cubicBezTo>
                    <a:pt x="245" y="211"/>
                    <a:pt x="245" y="210"/>
                    <a:pt x="245" y="209"/>
                  </a:cubicBezTo>
                  <a:cubicBezTo>
                    <a:pt x="245" y="208"/>
                    <a:pt x="244" y="208"/>
                    <a:pt x="244" y="207"/>
                  </a:cubicBezTo>
                  <a:cubicBezTo>
                    <a:pt x="243" y="207"/>
                    <a:pt x="242" y="206"/>
                    <a:pt x="242" y="205"/>
                  </a:cubicBezTo>
                  <a:cubicBezTo>
                    <a:pt x="241" y="203"/>
                    <a:pt x="241" y="202"/>
                    <a:pt x="241" y="201"/>
                  </a:cubicBezTo>
                  <a:cubicBezTo>
                    <a:pt x="240" y="199"/>
                    <a:pt x="238" y="195"/>
                    <a:pt x="237" y="194"/>
                  </a:cubicBezTo>
                  <a:cubicBezTo>
                    <a:pt x="234" y="190"/>
                    <a:pt x="231" y="187"/>
                    <a:pt x="228" y="186"/>
                  </a:cubicBezTo>
                  <a:cubicBezTo>
                    <a:pt x="226" y="185"/>
                    <a:pt x="224" y="184"/>
                    <a:pt x="223" y="183"/>
                  </a:cubicBezTo>
                  <a:cubicBezTo>
                    <a:pt x="222" y="203"/>
                    <a:pt x="222" y="203"/>
                    <a:pt x="222" y="203"/>
                  </a:cubicBezTo>
                  <a:cubicBezTo>
                    <a:pt x="221" y="249"/>
                    <a:pt x="220" y="295"/>
                    <a:pt x="219" y="340"/>
                  </a:cubicBezTo>
                  <a:cubicBezTo>
                    <a:pt x="218" y="397"/>
                    <a:pt x="218" y="397"/>
                    <a:pt x="218" y="397"/>
                  </a:cubicBezTo>
                  <a:cubicBezTo>
                    <a:pt x="217" y="400"/>
                    <a:pt x="217" y="403"/>
                    <a:pt x="217" y="407"/>
                  </a:cubicBezTo>
                  <a:cubicBezTo>
                    <a:pt x="217" y="411"/>
                    <a:pt x="214" y="413"/>
                    <a:pt x="209" y="413"/>
                  </a:cubicBezTo>
                  <a:cubicBezTo>
                    <a:pt x="208" y="413"/>
                    <a:pt x="208" y="413"/>
                    <a:pt x="208" y="413"/>
                  </a:cubicBezTo>
                  <a:cubicBezTo>
                    <a:pt x="207" y="414"/>
                    <a:pt x="206" y="415"/>
                    <a:pt x="205" y="415"/>
                  </a:cubicBezTo>
                  <a:cubicBezTo>
                    <a:pt x="203" y="416"/>
                    <a:pt x="202" y="416"/>
                    <a:pt x="201" y="417"/>
                  </a:cubicBezTo>
                  <a:cubicBezTo>
                    <a:pt x="200" y="417"/>
                    <a:pt x="200" y="417"/>
                    <a:pt x="200" y="417"/>
                  </a:cubicBezTo>
                  <a:cubicBezTo>
                    <a:pt x="199" y="417"/>
                    <a:pt x="198" y="417"/>
                    <a:pt x="197" y="417"/>
                  </a:cubicBezTo>
                  <a:cubicBezTo>
                    <a:pt x="195" y="418"/>
                    <a:pt x="192" y="418"/>
                    <a:pt x="191" y="419"/>
                  </a:cubicBezTo>
                  <a:cubicBezTo>
                    <a:pt x="190" y="419"/>
                    <a:pt x="189" y="420"/>
                    <a:pt x="188" y="423"/>
                  </a:cubicBezTo>
                  <a:cubicBezTo>
                    <a:pt x="187" y="423"/>
                    <a:pt x="187" y="424"/>
                    <a:pt x="187" y="424"/>
                  </a:cubicBezTo>
                  <a:cubicBezTo>
                    <a:pt x="186" y="427"/>
                    <a:pt x="184" y="429"/>
                    <a:pt x="180" y="431"/>
                  </a:cubicBezTo>
                  <a:cubicBezTo>
                    <a:pt x="178" y="432"/>
                    <a:pt x="176" y="432"/>
                    <a:pt x="174" y="432"/>
                  </a:cubicBezTo>
                  <a:cubicBezTo>
                    <a:pt x="174" y="432"/>
                    <a:pt x="173" y="432"/>
                    <a:pt x="173" y="432"/>
                  </a:cubicBezTo>
                  <a:cubicBezTo>
                    <a:pt x="174" y="433"/>
                    <a:pt x="174" y="434"/>
                    <a:pt x="175" y="436"/>
                  </a:cubicBezTo>
                  <a:cubicBezTo>
                    <a:pt x="175" y="438"/>
                    <a:pt x="175" y="440"/>
                    <a:pt x="174" y="441"/>
                  </a:cubicBezTo>
                  <a:cubicBezTo>
                    <a:pt x="173" y="442"/>
                    <a:pt x="171" y="443"/>
                    <a:pt x="170" y="443"/>
                  </a:cubicBezTo>
                  <a:cubicBezTo>
                    <a:pt x="169" y="443"/>
                    <a:pt x="169" y="443"/>
                    <a:pt x="169" y="443"/>
                  </a:cubicBezTo>
                  <a:cubicBezTo>
                    <a:pt x="167" y="445"/>
                    <a:pt x="164" y="447"/>
                    <a:pt x="162" y="447"/>
                  </a:cubicBezTo>
                  <a:cubicBezTo>
                    <a:pt x="161" y="447"/>
                    <a:pt x="161" y="447"/>
                    <a:pt x="161" y="447"/>
                  </a:cubicBezTo>
                  <a:cubicBezTo>
                    <a:pt x="156" y="447"/>
                    <a:pt x="152" y="444"/>
                    <a:pt x="150" y="443"/>
                  </a:cubicBezTo>
                  <a:cubicBezTo>
                    <a:pt x="149" y="442"/>
                    <a:pt x="148" y="441"/>
                    <a:pt x="148" y="441"/>
                  </a:cubicBezTo>
                  <a:cubicBezTo>
                    <a:pt x="147" y="440"/>
                    <a:pt x="145" y="440"/>
                    <a:pt x="143" y="440"/>
                  </a:cubicBezTo>
                  <a:cubicBezTo>
                    <a:pt x="142" y="440"/>
                    <a:pt x="141" y="440"/>
                    <a:pt x="140" y="440"/>
                  </a:cubicBezTo>
                  <a:cubicBezTo>
                    <a:pt x="135" y="439"/>
                    <a:pt x="130" y="440"/>
                    <a:pt x="125" y="442"/>
                  </a:cubicBezTo>
                  <a:cubicBezTo>
                    <a:pt x="124" y="442"/>
                    <a:pt x="122" y="442"/>
                    <a:pt x="121" y="442"/>
                  </a:cubicBezTo>
                  <a:cubicBezTo>
                    <a:pt x="119" y="443"/>
                    <a:pt x="117" y="443"/>
                    <a:pt x="114" y="443"/>
                  </a:cubicBezTo>
                  <a:cubicBezTo>
                    <a:pt x="113" y="442"/>
                    <a:pt x="112" y="442"/>
                    <a:pt x="111" y="442"/>
                  </a:cubicBezTo>
                  <a:cubicBezTo>
                    <a:pt x="105" y="443"/>
                    <a:pt x="103" y="443"/>
                    <a:pt x="99" y="442"/>
                  </a:cubicBezTo>
                  <a:cubicBezTo>
                    <a:pt x="96" y="441"/>
                    <a:pt x="95" y="439"/>
                    <a:pt x="93" y="438"/>
                  </a:cubicBezTo>
                  <a:cubicBezTo>
                    <a:pt x="93" y="438"/>
                    <a:pt x="92" y="437"/>
                    <a:pt x="92" y="437"/>
                  </a:cubicBezTo>
                  <a:cubicBezTo>
                    <a:pt x="90" y="436"/>
                    <a:pt x="87" y="435"/>
                    <a:pt x="85" y="435"/>
                  </a:cubicBezTo>
                  <a:cubicBezTo>
                    <a:pt x="85" y="435"/>
                    <a:pt x="84" y="435"/>
                    <a:pt x="84" y="434"/>
                  </a:cubicBezTo>
                  <a:cubicBezTo>
                    <a:pt x="82" y="434"/>
                    <a:pt x="81" y="434"/>
                    <a:pt x="79" y="434"/>
                  </a:cubicBezTo>
                  <a:cubicBezTo>
                    <a:pt x="77" y="435"/>
                    <a:pt x="77" y="435"/>
                    <a:pt x="77" y="435"/>
                  </a:cubicBezTo>
                  <a:cubicBezTo>
                    <a:pt x="76" y="435"/>
                    <a:pt x="76" y="435"/>
                    <a:pt x="75" y="435"/>
                  </a:cubicBezTo>
                  <a:cubicBezTo>
                    <a:pt x="73" y="435"/>
                    <a:pt x="69" y="434"/>
                    <a:pt x="68" y="430"/>
                  </a:cubicBezTo>
                  <a:cubicBezTo>
                    <a:pt x="68" y="430"/>
                    <a:pt x="68" y="430"/>
                    <a:pt x="67" y="430"/>
                  </a:cubicBezTo>
                  <a:cubicBezTo>
                    <a:pt x="66" y="430"/>
                    <a:pt x="64" y="431"/>
                    <a:pt x="63" y="431"/>
                  </a:cubicBezTo>
                  <a:cubicBezTo>
                    <a:pt x="61" y="431"/>
                    <a:pt x="58" y="431"/>
                    <a:pt x="56" y="428"/>
                  </a:cubicBezTo>
                  <a:cubicBezTo>
                    <a:pt x="55" y="425"/>
                    <a:pt x="56" y="423"/>
                    <a:pt x="56" y="421"/>
                  </a:cubicBezTo>
                  <a:cubicBezTo>
                    <a:pt x="56" y="421"/>
                    <a:pt x="57" y="420"/>
                    <a:pt x="57" y="420"/>
                  </a:cubicBezTo>
                  <a:cubicBezTo>
                    <a:pt x="57" y="420"/>
                    <a:pt x="56" y="420"/>
                    <a:pt x="56" y="419"/>
                  </a:cubicBezTo>
                  <a:cubicBezTo>
                    <a:pt x="54" y="418"/>
                    <a:pt x="52" y="416"/>
                    <a:pt x="52" y="413"/>
                  </a:cubicBezTo>
                  <a:cubicBezTo>
                    <a:pt x="51" y="408"/>
                    <a:pt x="54" y="406"/>
                    <a:pt x="55" y="405"/>
                  </a:cubicBezTo>
                  <a:cubicBezTo>
                    <a:pt x="55" y="405"/>
                    <a:pt x="56" y="405"/>
                    <a:pt x="56" y="405"/>
                  </a:cubicBezTo>
                  <a:cubicBezTo>
                    <a:pt x="56" y="404"/>
                    <a:pt x="56" y="403"/>
                    <a:pt x="54" y="401"/>
                  </a:cubicBezTo>
                  <a:cubicBezTo>
                    <a:pt x="54" y="401"/>
                    <a:pt x="53" y="401"/>
                    <a:pt x="52" y="401"/>
                  </a:cubicBezTo>
                  <a:cubicBezTo>
                    <a:pt x="49" y="401"/>
                    <a:pt x="47" y="400"/>
                    <a:pt x="45" y="398"/>
                  </a:cubicBezTo>
                  <a:cubicBezTo>
                    <a:pt x="44" y="396"/>
                    <a:pt x="44" y="393"/>
                    <a:pt x="44" y="392"/>
                  </a:cubicBezTo>
                  <a:cubicBezTo>
                    <a:pt x="44" y="391"/>
                    <a:pt x="44" y="391"/>
                    <a:pt x="44" y="391"/>
                  </a:cubicBezTo>
                  <a:cubicBezTo>
                    <a:pt x="44" y="390"/>
                    <a:pt x="42" y="389"/>
                    <a:pt x="41" y="388"/>
                  </a:cubicBezTo>
                  <a:cubicBezTo>
                    <a:pt x="40" y="388"/>
                    <a:pt x="39" y="389"/>
                    <a:pt x="38" y="389"/>
                  </a:cubicBezTo>
                  <a:cubicBezTo>
                    <a:pt x="37" y="389"/>
                    <a:pt x="36" y="390"/>
                    <a:pt x="36" y="390"/>
                  </a:cubicBezTo>
                  <a:cubicBezTo>
                    <a:pt x="36" y="390"/>
                    <a:pt x="36" y="390"/>
                    <a:pt x="35" y="390"/>
                  </a:cubicBezTo>
                  <a:cubicBezTo>
                    <a:pt x="35" y="390"/>
                    <a:pt x="35" y="390"/>
                    <a:pt x="35" y="391"/>
                  </a:cubicBezTo>
                  <a:cubicBezTo>
                    <a:pt x="35" y="391"/>
                    <a:pt x="35" y="393"/>
                    <a:pt x="35" y="393"/>
                  </a:cubicBezTo>
                  <a:cubicBezTo>
                    <a:pt x="34" y="394"/>
                    <a:pt x="34" y="394"/>
                    <a:pt x="33" y="395"/>
                  </a:cubicBezTo>
                  <a:cubicBezTo>
                    <a:pt x="33" y="395"/>
                    <a:pt x="33" y="396"/>
                    <a:pt x="33" y="396"/>
                  </a:cubicBezTo>
                  <a:cubicBezTo>
                    <a:pt x="32" y="397"/>
                    <a:pt x="32" y="397"/>
                    <a:pt x="31" y="398"/>
                  </a:cubicBezTo>
                  <a:cubicBezTo>
                    <a:pt x="31" y="399"/>
                    <a:pt x="30" y="400"/>
                    <a:pt x="29" y="401"/>
                  </a:cubicBezTo>
                  <a:cubicBezTo>
                    <a:pt x="29" y="401"/>
                    <a:pt x="29" y="401"/>
                    <a:pt x="29" y="401"/>
                  </a:cubicBezTo>
                  <a:cubicBezTo>
                    <a:pt x="29" y="404"/>
                    <a:pt x="30" y="409"/>
                    <a:pt x="27" y="412"/>
                  </a:cubicBezTo>
                  <a:cubicBezTo>
                    <a:pt x="25" y="415"/>
                    <a:pt x="24" y="417"/>
                    <a:pt x="21" y="417"/>
                  </a:cubicBezTo>
                  <a:cubicBezTo>
                    <a:pt x="20" y="418"/>
                    <a:pt x="19" y="417"/>
                    <a:pt x="18" y="417"/>
                  </a:cubicBezTo>
                  <a:cubicBezTo>
                    <a:pt x="18" y="417"/>
                    <a:pt x="18" y="417"/>
                    <a:pt x="18" y="417"/>
                  </a:cubicBezTo>
                  <a:cubicBezTo>
                    <a:pt x="17" y="418"/>
                    <a:pt x="16" y="418"/>
                    <a:pt x="15" y="419"/>
                  </a:cubicBezTo>
                  <a:cubicBezTo>
                    <a:pt x="14" y="420"/>
                    <a:pt x="13" y="420"/>
                    <a:pt x="12" y="420"/>
                  </a:cubicBezTo>
                  <a:cubicBezTo>
                    <a:pt x="12" y="421"/>
                    <a:pt x="12" y="421"/>
                    <a:pt x="12" y="421"/>
                  </a:cubicBezTo>
                  <a:cubicBezTo>
                    <a:pt x="12" y="421"/>
                    <a:pt x="12" y="422"/>
                    <a:pt x="13" y="422"/>
                  </a:cubicBezTo>
                  <a:cubicBezTo>
                    <a:pt x="14" y="424"/>
                    <a:pt x="16" y="426"/>
                    <a:pt x="16" y="430"/>
                  </a:cubicBezTo>
                  <a:cubicBezTo>
                    <a:pt x="16" y="431"/>
                    <a:pt x="17" y="432"/>
                    <a:pt x="17" y="433"/>
                  </a:cubicBezTo>
                  <a:cubicBezTo>
                    <a:pt x="18" y="434"/>
                    <a:pt x="19" y="434"/>
                    <a:pt x="20" y="435"/>
                  </a:cubicBezTo>
                  <a:cubicBezTo>
                    <a:pt x="22" y="437"/>
                    <a:pt x="23" y="440"/>
                    <a:pt x="24" y="442"/>
                  </a:cubicBezTo>
                  <a:cubicBezTo>
                    <a:pt x="25" y="443"/>
                    <a:pt x="25" y="444"/>
                    <a:pt x="26" y="445"/>
                  </a:cubicBezTo>
                  <a:cubicBezTo>
                    <a:pt x="26" y="445"/>
                    <a:pt x="26" y="446"/>
                    <a:pt x="27" y="446"/>
                  </a:cubicBezTo>
                  <a:cubicBezTo>
                    <a:pt x="28" y="448"/>
                    <a:pt x="30" y="450"/>
                    <a:pt x="31" y="454"/>
                  </a:cubicBezTo>
                  <a:cubicBezTo>
                    <a:pt x="32" y="457"/>
                    <a:pt x="33" y="460"/>
                    <a:pt x="34" y="463"/>
                  </a:cubicBezTo>
                  <a:cubicBezTo>
                    <a:pt x="36" y="466"/>
                    <a:pt x="37" y="468"/>
                    <a:pt x="38" y="471"/>
                  </a:cubicBezTo>
                  <a:cubicBezTo>
                    <a:pt x="41" y="479"/>
                    <a:pt x="42" y="486"/>
                    <a:pt x="44" y="493"/>
                  </a:cubicBezTo>
                  <a:cubicBezTo>
                    <a:pt x="44" y="496"/>
                    <a:pt x="46" y="499"/>
                    <a:pt x="47" y="502"/>
                  </a:cubicBezTo>
                  <a:cubicBezTo>
                    <a:pt x="48" y="505"/>
                    <a:pt x="49" y="507"/>
                    <a:pt x="49" y="510"/>
                  </a:cubicBezTo>
                  <a:cubicBezTo>
                    <a:pt x="50" y="514"/>
                    <a:pt x="52" y="517"/>
                    <a:pt x="53" y="520"/>
                  </a:cubicBezTo>
                  <a:cubicBezTo>
                    <a:pt x="54" y="524"/>
                    <a:pt x="54" y="527"/>
                    <a:pt x="55" y="530"/>
                  </a:cubicBezTo>
                  <a:cubicBezTo>
                    <a:pt x="56" y="532"/>
                    <a:pt x="58" y="535"/>
                    <a:pt x="60" y="538"/>
                  </a:cubicBezTo>
                  <a:cubicBezTo>
                    <a:pt x="61" y="540"/>
                    <a:pt x="62" y="542"/>
                    <a:pt x="63" y="544"/>
                  </a:cubicBezTo>
                  <a:cubicBezTo>
                    <a:pt x="66" y="548"/>
                    <a:pt x="67" y="553"/>
                    <a:pt x="69" y="557"/>
                  </a:cubicBezTo>
                  <a:cubicBezTo>
                    <a:pt x="70" y="559"/>
                    <a:pt x="71" y="561"/>
                    <a:pt x="72" y="564"/>
                  </a:cubicBezTo>
                  <a:cubicBezTo>
                    <a:pt x="74" y="568"/>
                    <a:pt x="77" y="572"/>
                    <a:pt x="79" y="576"/>
                  </a:cubicBezTo>
                  <a:cubicBezTo>
                    <a:pt x="81" y="578"/>
                    <a:pt x="82" y="581"/>
                    <a:pt x="84" y="583"/>
                  </a:cubicBezTo>
                  <a:cubicBezTo>
                    <a:pt x="85" y="586"/>
                    <a:pt x="87" y="589"/>
                    <a:pt x="90" y="592"/>
                  </a:cubicBezTo>
                  <a:cubicBezTo>
                    <a:pt x="92" y="595"/>
                    <a:pt x="95" y="598"/>
                    <a:pt x="96" y="602"/>
                  </a:cubicBezTo>
                  <a:cubicBezTo>
                    <a:pt x="98" y="604"/>
                    <a:pt x="99" y="606"/>
                    <a:pt x="101" y="608"/>
                  </a:cubicBezTo>
                  <a:cubicBezTo>
                    <a:pt x="104" y="613"/>
                    <a:pt x="107" y="617"/>
                    <a:pt x="109" y="623"/>
                  </a:cubicBezTo>
                  <a:cubicBezTo>
                    <a:pt x="109" y="624"/>
                    <a:pt x="109" y="625"/>
                    <a:pt x="109" y="626"/>
                  </a:cubicBezTo>
                  <a:cubicBezTo>
                    <a:pt x="110" y="629"/>
                    <a:pt x="111" y="631"/>
                    <a:pt x="111" y="634"/>
                  </a:cubicBezTo>
                  <a:cubicBezTo>
                    <a:pt x="111" y="635"/>
                    <a:pt x="111" y="636"/>
                    <a:pt x="112" y="638"/>
                  </a:cubicBezTo>
                  <a:cubicBezTo>
                    <a:pt x="112" y="639"/>
                    <a:pt x="113" y="641"/>
                    <a:pt x="113" y="642"/>
                  </a:cubicBezTo>
                  <a:cubicBezTo>
                    <a:pt x="113" y="645"/>
                    <a:pt x="114" y="647"/>
                    <a:pt x="114" y="650"/>
                  </a:cubicBezTo>
                  <a:cubicBezTo>
                    <a:pt x="114" y="654"/>
                    <a:pt x="114" y="654"/>
                    <a:pt x="114" y="654"/>
                  </a:cubicBezTo>
                  <a:cubicBezTo>
                    <a:pt x="115" y="656"/>
                    <a:pt x="114" y="658"/>
                    <a:pt x="114" y="660"/>
                  </a:cubicBezTo>
                  <a:cubicBezTo>
                    <a:pt x="113" y="660"/>
                    <a:pt x="113" y="661"/>
                    <a:pt x="113" y="662"/>
                  </a:cubicBezTo>
                  <a:cubicBezTo>
                    <a:pt x="113" y="662"/>
                    <a:pt x="113" y="663"/>
                    <a:pt x="113" y="663"/>
                  </a:cubicBezTo>
                  <a:cubicBezTo>
                    <a:pt x="113" y="664"/>
                    <a:pt x="113" y="665"/>
                    <a:pt x="113" y="666"/>
                  </a:cubicBezTo>
                  <a:cubicBezTo>
                    <a:pt x="113" y="671"/>
                    <a:pt x="113" y="674"/>
                    <a:pt x="111" y="678"/>
                  </a:cubicBezTo>
                  <a:cubicBezTo>
                    <a:pt x="108" y="684"/>
                    <a:pt x="101" y="692"/>
                    <a:pt x="94" y="692"/>
                  </a:cubicBezTo>
                  <a:cubicBezTo>
                    <a:pt x="92" y="692"/>
                    <a:pt x="91" y="692"/>
                    <a:pt x="89" y="691"/>
                  </a:cubicBezTo>
                  <a:cubicBezTo>
                    <a:pt x="89" y="691"/>
                    <a:pt x="88" y="690"/>
                    <a:pt x="87" y="690"/>
                  </a:cubicBezTo>
                  <a:cubicBezTo>
                    <a:pt x="87" y="690"/>
                    <a:pt x="87" y="690"/>
                    <a:pt x="87" y="690"/>
                  </a:cubicBezTo>
                  <a:cubicBezTo>
                    <a:pt x="87" y="691"/>
                    <a:pt x="86" y="691"/>
                    <a:pt x="86" y="692"/>
                  </a:cubicBezTo>
                  <a:cubicBezTo>
                    <a:pt x="86" y="692"/>
                    <a:pt x="86" y="692"/>
                    <a:pt x="86" y="693"/>
                  </a:cubicBezTo>
                  <a:cubicBezTo>
                    <a:pt x="86" y="694"/>
                    <a:pt x="86" y="695"/>
                    <a:pt x="86" y="696"/>
                  </a:cubicBezTo>
                  <a:cubicBezTo>
                    <a:pt x="86" y="696"/>
                    <a:pt x="86" y="696"/>
                    <a:pt x="86" y="696"/>
                  </a:cubicBezTo>
                  <a:cubicBezTo>
                    <a:pt x="86" y="697"/>
                    <a:pt x="86" y="697"/>
                    <a:pt x="86" y="697"/>
                  </a:cubicBezTo>
                  <a:cubicBezTo>
                    <a:pt x="86" y="697"/>
                    <a:pt x="87" y="697"/>
                    <a:pt x="87" y="697"/>
                  </a:cubicBezTo>
                  <a:cubicBezTo>
                    <a:pt x="91" y="697"/>
                    <a:pt x="94" y="699"/>
                    <a:pt x="95" y="703"/>
                  </a:cubicBezTo>
                  <a:cubicBezTo>
                    <a:pt x="96" y="704"/>
                    <a:pt x="96" y="706"/>
                    <a:pt x="95" y="707"/>
                  </a:cubicBezTo>
                  <a:cubicBezTo>
                    <a:pt x="95" y="707"/>
                    <a:pt x="96" y="707"/>
                    <a:pt x="96" y="707"/>
                  </a:cubicBezTo>
                  <a:cubicBezTo>
                    <a:pt x="96" y="708"/>
                    <a:pt x="97" y="709"/>
                    <a:pt x="98" y="709"/>
                  </a:cubicBezTo>
                  <a:cubicBezTo>
                    <a:pt x="99" y="712"/>
                    <a:pt x="101" y="714"/>
                    <a:pt x="99" y="717"/>
                  </a:cubicBezTo>
                  <a:cubicBezTo>
                    <a:pt x="100" y="718"/>
                    <a:pt x="100" y="719"/>
                    <a:pt x="101" y="721"/>
                  </a:cubicBezTo>
                  <a:cubicBezTo>
                    <a:pt x="101" y="721"/>
                    <a:pt x="101" y="722"/>
                    <a:pt x="101" y="722"/>
                  </a:cubicBezTo>
                  <a:cubicBezTo>
                    <a:pt x="102" y="723"/>
                    <a:pt x="103" y="723"/>
                    <a:pt x="104" y="724"/>
                  </a:cubicBezTo>
                  <a:cubicBezTo>
                    <a:pt x="105" y="725"/>
                    <a:pt x="109" y="729"/>
                    <a:pt x="110" y="732"/>
                  </a:cubicBezTo>
                  <a:cubicBezTo>
                    <a:pt x="111" y="734"/>
                    <a:pt x="111" y="735"/>
                    <a:pt x="110" y="736"/>
                  </a:cubicBezTo>
                  <a:cubicBezTo>
                    <a:pt x="111" y="737"/>
                    <a:pt x="112" y="738"/>
                    <a:pt x="112" y="739"/>
                  </a:cubicBezTo>
                  <a:cubicBezTo>
                    <a:pt x="114" y="741"/>
                    <a:pt x="116" y="742"/>
                    <a:pt x="117" y="745"/>
                  </a:cubicBezTo>
                  <a:cubicBezTo>
                    <a:pt x="118" y="747"/>
                    <a:pt x="118" y="748"/>
                    <a:pt x="118" y="750"/>
                  </a:cubicBezTo>
                  <a:cubicBezTo>
                    <a:pt x="118" y="750"/>
                    <a:pt x="118" y="751"/>
                    <a:pt x="118" y="751"/>
                  </a:cubicBezTo>
                  <a:cubicBezTo>
                    <a:pt x="119" y="753"/>
                    <a:pt x="120" y="755"/>
                    <a:pt x="120" y="758"/>
                  </a:cubicBezTo>
                  <a:cubicBezTo>
                    <a:pt x="119" y="762"/>
                    <a:pt x="117" y="765"/>
                    <a:pt x="113" y="765"/>
                  </a:cubicBezTo>
                  <a:cubicBezTo>
                    <a:pt x="113" y="765"/>
                    <a:pt x="112" y="764"/>
                    <a:pt x="112" y="764"/>
                  </a:cubicBezTo>
                  <a:cubicBezTo>
                    <a:pt x="112" y="764"/>
                    <a:pt x="111" y="765"/>
                    <a:pt x="111" y="766"/>
                  </a:cubicBezTo>
                  <a:cubicBezTo>
                    <a:pt x="112" y="767"/>
                    <a:pt x="112" y="769"/>
                    <a:pt x="112" y="770"/>
                  </a:cubicBezTo>
                  <a:cubicBezTo>
                    <a:pt x="111" y="771"/>
                    <a:pt x="111" y="773"/>
                    <a:pt x="110" y="774"/>
                  </a:cubicBezTo>
                  <a:cubicBezTo>
                    <a:pt x="110" y="775"/>
                    <a:pt x="110" y="776"/>
                    <a:pt x="109" y="776"/>
                  </a:cubicBezTo>
                  <a:cubicBezTo>
                    <a:pt x="109" y="777"/>
                    <a:pt x="110" y="777"/>
                    <a:pt x="110" y="777"/>
                  </a:cubicBezTo>
                  <a:cubicBezTo>
                    <a:pt x="111" y="775"/>
                    <a:pt x="113" y="772"/>
                    <a:pt x="115" y="768"/>
                  </a:cubicBezTo>
                  <a:cubicBezTo>
                    <a:pt x="115" y="767"/>
                    <a:pt x="117" y="766"/>
                    <a:pt x="118" y="766"/>
                  </a:cubicBezTo>
                  <a:cubicBezTo>
                    <a:pt x="120" y="766"/>
                    <a:pt x="122" y="765"/>
                    <a:pt x="124" y="765"/>
                  </a:cubicBezTo>
                  <a:cubicBezTo>
                    <a:pt x="134" y="765"/>
                    <a:pt x="140" y="769"/>
                    <a:pt x="140" y="776"/>
                  </a:cubicBezTo>
                  <a:cubicBezTo>
                    <a:pt x="140" y="778"/>
                    <a:pt x="139" y="779"/>
                    <a:pt x="139" y="780"/>
                  </a:cubicBezTo>
                  <a:cubicBezTo>
                    <a:pt x="139" y="781"/>
                    <a:pt x="140" y="783"/>
                    <a:pt x="139" y="784"/>
                  </a:cubicBezTo>
                  <a:cubicBezTo>
                    <a:pt x="140" y="784"/>
                    <a:pt x="141" y="783"/>
                    <a:pt x="142" y="783"/>
                  </a:cubicBezTo>
                  <a:cubicBezTo>
                    <a:pt x="144" y="783"/>
                    <a:pt x="145" y="783"/>
                    <a:pt x="145" y="783"/>
                  </a:cubicBezTo>
                  <a:cubicBezTo>
                    <a:pt x="145" y="783"/>
                    <a:pt x="146" y="783"/>
                    <a:pt x="146" y="784"/>
                  </a:cubicBezTo>
                  <a:cubicBezTo>
                    <a:pt x="147" y="782"/>
                    <a:pt x="149" y="780"/>
                    <a:pt x="151" y="780"/>
                  </a:cubicBezTo>
                  <a:cubicBezTo>
                    <a:pt x="152" y="780"/>
                    <a:pt x="153" y="781"/>
                    <a:pt x="154" y="781"/>
                  </a:cubicBezTo>
                  <a:cubicBezTo>
                    <a:pt x="155" y="782"/>
                    <a:pt x="156" y="784"/>
                    <a:pt x="157" y="785"/>
                  </a:cubicBezTo>
                  <a:cubicBezTo>
                    <a:pt x="157" y="786"/>
                    <a:pt x="157" y="787"/>
                    <a:pt x="156" y="788"/>
                  </a:cubicBezTo>
                  <a:cubicBezTo>
                    <a:pt x="160" y="788"/>
                    <a:pt x="163" y="789"/>
                    <a:pt x="165" y="791"/>
                  </a:cubicBezTo>
                  <a:cubicBezTo>
                    <a:pt x="168" y="793"/>
                    <a:pt x="169" y="796"/>
                    <a:pt x="169" y="799"/>
                  </a:cubicBezTo>
                  <a:cubicBezTo>
                    <a:pt x="169" y="800"/>
                    <a:pt x="169" y="800"/>
                    <a:pt x="169" y="801"/>
                  </a:cubicBezTo>
                  <a:cubicBezTo>
                    <a:pt x="170" y="802"/>
                    <a:pt x="171" y="803"/>
                    <a:pt x="173" y="804"/>
                  </a:cubicBezTo>
                  <a:cubicBezTo>
                    <a:pt x="175" y="805"/>
                    <a:pt x="176" y="806"/>
                    <a:pt x="177" y="807"/>
                  </a:cubicBezTo>
                  <a:cubicBezTo>
                    <a:pt x="178" y="809"/>
                    <a:pt x="178" y="809"/>
                    <a:pt x="178" y="809"/>
                  </a:cubicBezTo>
                  <a:cubicBezTo>
                    <a:pt x="179" y="809"/>
                    <a:pt x="180" y="810"/>
                    <a:pt x="180" y="810"/>
                  </a:cubicBezTo>
                  <a:cubicBezTo>
                    <a:pt x="181" y="810"/>
                    <a:pt x="182" y="810"/>
                    <a:pt x="182" y="810"/>
                  </a:cubicBezTo>
                  <a:cubicBezTo>
                    <a:pt x="183" y="810"/>
                    <a:pt x="184" y="810"/>
                    <a:pt x="185" y="810"/>
                  </a:cubicBezTo>
                  <a:cubicBezTo>
                    <a:pt x="187" y="809"/>
                    <a:pt x="188" y="809"/>
                    <a:pt x="189" y="809"/>
                  </a:cubicBezTo>
                  <a:close/>
                  <a:moveTo>
                    <a:pt x="677" y="556"/>
                  </a:moveTo>
                  <a:cubicBezTo>
                    <a:pt x="674" y="556"/>
                    <a:pt x="672" y="555"/>
                    <a:pt x="670" y="554"/>
                  </a:cubicBezTo>
                  <a:cubicBezTo>
                    <a:pt x="669" y="554"/>
                    <a:pt x="669" y="554"/>
                    <a:pt x="668" y="554"/>
                  </a:cubicBezTo>
                  <a:cubicBezTo>
                    <a:pt x="666" y="553"/>
                    <a:pt x="665" y="553"/>
                    <a:pt x="662" y="553"/>
                  </a:cubicBezTo>
                  <a:cubicBezTo>
                    <a:pt x="658" y="552"/>
                    <a:pt x="655" y="549"/>
                    <a:pt x="653" y="547"/>
                  </a:cubicBezTo>
                  <a:cubicBezTo>
                    <a:pt x="653" y="546"/>
                    <a:pt x="652" y="546"/>
                    <a:pt x="651" y="545"/>
                  </a:cubicBezTo>
                  <a:cubicBezTo>
                    <a:pt x="649" y="543"/>
                    <a:pt x="648" y="541"/>
                    <a:pt x="647" y="540"/>
                  </a:cubicBezTo>
                  <a:cubicBezTo>
                    <a:pt x="647" y="539"/>
                    <a:pt x="646" y="538"/>
                    <a:pt x="646" y="538"/>
                  </a:cubicBezTo>
                  <a:cubicBezTo>
                    <a:pt x="645" y="537"/>
                    <a:pt x="645" y="537"/>
                    <a:pt x="645" y="537"/>
                  </a:cubicBezTo>
                  <a:cubicBezTo>
                    <a:pt x="644" y="536"/>
                    <a:pt x="642" y="535"/>
                    <a:pt x="641" y="534"/>
                  </a:cubicBezTo>
                  <a:cubicBezTo>
                    <a:pt x="640" y="534"/>
                    <a:pt x="639" y="534"/>
                    <a:pt x="639" y="534"/>
                  </a:cubicBezTo>
                  <a:cubicBezTo>
                    <a:pt x="637" y="534"/>
                    <a:pt x="636" y="533"/>
                    <a:pt x="635" y="531"/>
                  </a:cubicBezTo>
                  <a:cubicBezTo>
                    <a:pt x="635" y="530"/>
                    <a:pt x="635" y="529"/>
                    <a:pt x="635" y="528"/>
                  </a:cubicBezTo>
                  <a:cubicBezTo>
                    <a:pt x="635" y="527"/>
                    <a:pt x="634" y="526"/>
                    <a:pt x="634" y="525"/>
                  </a:cubicBezTo>
                  <a:cubicBezTo>
                    <a:pt x="634" y="524"/>
                    <a:pt x="634" y="522"/>
                    <a:pt x="635" y="521"/>
                  </a:cubicBezTo>
                  <a:cubicBezTo>
                    <a:pt x="635" y="521"/>
                    <a:pt x="635" y="521"/>
                    <a:pt x="634" y="521"/>
                  </a:cubicBezTo>
                  <a:cubicBezTo>
                    <a:pt x="632" y="520"/>
                    <a:pt x="632" y="517"/>
                    <a:pt x="631" y="516"/>
                  </a:cubicBezTo>
                  <a:cubicBezTo>
                    <a:pt x="631" y="515"/>
                    <a:pt x="630" y="514"/>
                    <a:pt x="630" y="513"/>
                  </a:cubicBezTo>
                  <a:cubicBezTo>
                    <a:pt x="626" y="510"/>
                    <a:pt x="624" y="505"/>
                    <a:pt x="623" y="500"/>
                  </a:cubicBezTo>
                  <a:cubicBezTo>
                    <a:pt x="622" y="497"/>
                    <a:pt x="621" y="494"/>
                    <a:pt x="620" y="492"/>
                  </a:cubicBezTo>
                  <a:cubicBezTo>
                    <a:pt x="619" y="492"/>
                    <a:pt x="616" y="490"/>
                    <a:pt x="616" y="487"/>
                  </a:cubicBezTo>
                  <a:cubicBezTo>
                    <a:pt x="616" y="486"/>
                    <a:pt x="615" y="484"/>
                    <a:pt x="617" y="482"/>
                  </a:cubicBezTo>
                  <a:cubicBezTo>
                    <a:pt x="618" y="481"/>
                    <a:pt x="619" y="481"/>
                    <a:pt x="620" y="480"/>
                  </a:cubicBezTo>
                  <a:cubicBezTo>
                    <a:pt x="621" y="480"/>
                    <a:pt x="622" y="480"/>
                    <a:pt x="623" y="479"/>
                  </a:cubicBezTo>
                  <a:cubicBezTo>
                    <a:pt x="625" y="478"/>
                    <a:pt x="627" y="477"/>
                    <a:pt x="630" y="476"/>
                  </a:cubicBezTo>
                  <a:cubicBezTo>
                    <a:pt x="631" y="476"/>
                    <a:pt x="631" y="476"/>
                    <a:pt x="632" y="476"/>
                  </a:cubicBezTo>
                  <a:cubicBezTo>
                    <a:pt x="633" y="476"/>
                    <a:pt x="634" y="475"/>
                    <a:pt x="636" y="473"/>
                  </a:cubicBezTo>
                  <a:cubicBezTo>
                    <a:pt x="636" y="472"/>
                    <a:pt x="637" y="472"/>
                    <a:pt x="638" y="471"/>
                  </a:cubicBezTo>
                  <a:cubicBezTo>
                    <a:pt x="638" y="470"/>
                    <a:pt x="638" y="470"/>
                    <a:pt x="638" y="470"/>
                  </a:cubicBezTo>
                  <a:cubicBezTo>
                    <a:pt x="639" y="470"/>
                    <a:pt x="639" y="469"/>
                    <a:pt x="640" y="469"/>
                  </a:cubicBezTo>
                  <a:cubicBezTo>
                    <a:pt x="640" y="467"/>
                    <a:pt x="641" y="465"/>
                    <a:pt x="642" y="464"/>
                  </a:cubicBezTo>
                  <a:cubicBezTo>
                    <a:pt x="642" y="463"/>
                    <a:pt x="643" y="462"/>
                    <a:pt x="644" y="461"/>
                  </a:cubicBezTo>
                  <a:cubicBezTo>
                    <a:pt x="645" y="459"/>
                    <a:pt x="646" y="459"/>
                    <a:pt x="647" y="458"/>
                  </a:cubicBezTo>
                  <a:cubicBezTo>
                    <a:pt x="648" y="458"/>
                    <a:pt x="648" y="458"/>
                    <a:pt x="648" y="458"/>
                  </a:cubicBezTo>
                  <a:cubicBezTo>
                    <a:pt x="648" y="457"/>
                    <a:pt x="648" y="456"/>
                    <a:pt x="649" y="455"/>
                  </a:cubicBezTo>
                  <a:cubicBezTo>
                    <a:pt x="650" y="454"/>
                    <a:pt x="651" y="453"/>
                    <a:pt x="652" y="453"/>
                  </a:cubicBezTo>
                  <a:cubicBezTo>
                    <a:pt x="652" y="452"/>
                    <a:pt x="652" y="452"/>
                    <a:pt x="653" y="452"/>
                  </a:cubicBezTo>
                  <a:cubicBezTo>
                    <a:pt x="654" y="451"/>
                    <a:pt x="654" y="450"/>
                    <a:pt x="654" y="448"/>
                  </a:cubicBezTo>
                  <a:cubicBezTo>
                    <a:pt x="655" y="447"/>
                    <a:pt x="655" y="446"/>
                    <a:pt x="656" y="445"/>
                  </a:cubicBezTo>
                  <a:cubicBezTo>
                    <a:pt x="656" y="443"/>
                    <a:pt x="658" y="442"/>
                    <a:pt x="658" y="442"/>
                  </a:cubicBezTo>
                  <a:cubicBezTo>
                    <a:pt x="658" y="442"/>
                    <a:pt x="659" y="441"/>
                    <a:pt x="659" y="441"/>
                  </a:cubicBezTo>
                  <a:cubicBezTo>
                    <a:pt x="660" y="436"/>
                    <a:pt x="665" y="435"/>
                    <a:pt x="666" y="435"/>
                  </a:cubicBezTo>
                  <a:cubicBezTo>
                    <a:pt x="669" y="435"/>
                    <a:pt x="669" y="435"/>
                    <a:pt x="670" y="435"/>
                  </a:cubicBezTo>
                  <a:cubicBezTo>
                    <a:pt x="670" y="435"/>
                    <a:pt x="670" y="435"/>
                    <a:pt x="670" y="435"/>
                  </a:cubicBezTo>
                  <a:cubicBezTo>
                    <a:pt x="671" y="434"/>
                    <a:pt x="672" y="433"/>
                    <a:pt x="673" y="432"/>
                  </a:cubicBezTo>
                  <a:cubicBezTo>
                    <a:pt x="676" y="431"/>
                    <a:pt x="678" y="432"/>
                    <a:pt x="679" y="432"/>
                  </a:cubicBezTo>
                  <a:cubicBezTo>
                    <a:pt x="679" y="432"/>
                    <a:pt x="679" y="432"/>
                    <a:pt x="679" y="432"/>
                  </a:cubicBezTo>
                  <a:cubicBezTo>
                    <a:pt x="680" y="432"/>
                    <a:pt x="681" y="430"/>
                    <a:pt x="681" y="429"/>
                  </a:cubicBezTo>
                  <a:cubicBezTo>
                    <a:pt x="683" y="427"/>
                    <a:pt x="684" y="425"/>
                    <a:pt x="687" y="423"/>
                  </a:cubicBezTo>
                  <a:cubicBezTo>
                    <a:pt x="691" y="421"/>
                    <a:pt x="693" y="421"/>
                    <a:pt x="695" y="422"/>
                  </a:cubicBezTo>
                  <a:cubicBezTo>
                    <a:pt x="696" y="422"/>
                    <a:pt x="698" y="422"/>
                    <a:pt x="698" y="422"/>
                  </a:cubicBezTo>
                  <a:cubicBezTo>
                    <a:pt x="699" y="421"/>
                    <a:pt x="699" y="421"/>
                    <a:pt x="700" y="420"/>
                  </a:cubicBezTo>
                  <a:cubicBezTo>
                    <a:pt x="701" y="419"/>
                    <a:pt x="703" y="417"/>
                    <a:pt x="707" y="416"/>
                  </a:cubicBezTo>
                  <a:cubicBezTo>
                    <a:pt x="709" y="415"/>
                    <a:pt x="710" y="415"/>
                    <a:pt x="711" y="415"/>
                  </a:cubicBezTo>
                  <a:cubicBezTo>
                    <a:pt x="712" y="415"/>
                    <a:pt x="713" y="415"/>
                    <a:pt x="713" y="415"/>
                  </a:cubicBezTo>
                  <a:cubicBezTo>
                    <a:pt x="714" y="415"/>
                    <a:pt x="714" y="415"/>
                    <a:pt x="714" y="415"/>
                  </a:cubicBezTo>
                  <a:cubicBezTo>
                    <a:pt x="715" y="414"/>
                    <a:pt x="717" y="413"/>
                    <a:pt x="719" y="413"/>
                  </a:cubicBezTo>
                  <a:cubicBezTo>
                    <a:pt x="720" y="413"/>
                    <a:pt x="721" y="413"/>
                    <a:pt x="722" y="414"/>
                  </a:cubicBezTo>
                  <a:cubicBezTo>
                    <a:pt x="722" y="414"/>
                    <a:pt x="722" y="414"/>
                    <a:pt x="723" y="414"/>
                  </a:cubicBezTo>
                  <a:cubicBezTo>
                    <a:pt x="725" y="416"/>
                    <a:pt x="726" y="419"/>
                    <a:pt x="726" y="421"/>
                  </a:cubicBezTo>
                  <a:cubicBezTo>
                    <a:pt x="729" y="421"/>
                    <a:pt x="730" y="423"/>
                    <a:pt x="731" y="425"/>
                  </a:cubicBezTo>
                  <a:cubicBezTo>
                    <a:pt x="732" y="425"/>
                    <a:pt x="733" y="425"/>
                    <a:pt x="734" y="426"/>
                  </a:cubicBezTo>
                  <a:cubicBezTo>
                    <a:pt x="737" y="427"/>
                    <a:pt x="738" y="430"/>
                    <a:pt x="739" y="432"/>
                  </a:cubicBezTo>
                  <a:cubicBezTo>
                    <a:pt x="739" y="433"/>
                    <a:pt x="739" y="434"/>
                    <a:pt x="739" y="434"/>
                  </a:cubicBezTo>
                  <a:cubicBezTo>
                    <a:pt x="740" y="434"/>
                    <a:pt x="740" y="434"/>
                    <a:pt x="741" y="434"/>
                  </a:cubicBezTo>
                  <a:cubicBezTo>
                    <a:pt x="742" y="435"/>
                    <a:pt x="744" y="435"/>
                    <a:pt x="745" y="437"/>
                  </a:cubicBezTo>
                  <a:cubicBezTo>
                    <a:pt x="746" y="437"/>
                    <a:pt x="747" y="438"/>
                    <a:pt x="747" y="439"/>
                  </a:cubicBezTo>
                  <a:cubicBezTo>
                    <a:pt x="747" y="440"/>
                    <a:pt x="747" y="440"/>
                    <a:pt x="748" y="440"/>
                  </a:cubicBezTo>
                  <a:cubicBezTo>
                    <a:pt x="748" y="440"/>
                    <a:pt x="749" y="441"/>
                    <a:pt x="750" y="441"/>
                  </a:cubicBezTo>
                  <a:cubicBezTo>
                    <a:pt x="751" y="442"/>
                    <a:pt x="751" y="442"/>
                    <a:pt x="751" y="442"/>
                  </a:cubicBezTo>
                  <a:cubicBezTo>
                    <a:pt x="753" y="443"/>
                    <a:pt x="753" y="444"/>
                    <a:pt x="754" y="445"/>
                  </a:cubicBezTo>
                  <a:cubicBezTo>
                    <a:pt x="755" y="445"/>
                    <a:pt x="757" y="445"/>
                    <a:pt x="759" y="446"/>
                  </a:cubicBezTo>
                  <a:cubicBezTo>
                    <a:pt x="761" y="447"/>
                    <a:pt x="763" y="449"/>
                    <a:pt x="762" y="453"/>
                  </a:cubicBezTo>
                  <a:cubicBezTo>
                    <a:pt x="762" y="453"/>
                    <a:pt x="762" y="453"/>
                    <a:pt x="763" y="453"/>
                  </a:cubicBezTo>
                  <a:cubicBezTo>
                    <a:pt x="763" y="454"/>
                    <a:pt x="764" y="456"/>
                    <a:pt x="765" y="458"/>
                  </a:cubicBezTo>
                  <a:cubicBezTo>
                    <a:pt x="765" y="458"/>
                    <a:pt x="766" y="459"/>
                    <a:pt x="766" y="460"/>
                  </a:cubicBezTo>
                  <a:cubicBezTo>
                    <a:pt x="766" y="461"/>
                    <a:pt x="767" y="461"/>
                    <a:pt x="767" y="462"/>
                  </a:cubicBezTo>
                  <a:cubicBezTo>
                    <a:pt x="768" y="465"/>
                    <a:pt x="768" y="469"/>
                    <a:pt x="767" y="472"/>
                  </a:cubicBezTo>
                  <a:cubicBezTo>
                    <a:pt x="766" y="475"/>
                    <a:pt x="764" y="476"/>
                    <a:pt x="762" y="477"/>
                  </a:cubicBezTo>
                  <a:cubicBezTo>
                    <a:pt x="760" y="478"/>
                    <a:pt x="759" y="478"/>
                    <a:pt x="759" y="479"/>
                  </a:cubicBezTo>
                  <a:cubicBezTo>
                    <a:pt x="759" y="479"/>
                    <a:pt x="759" y="480"/>
                    <a:pt x="759" y="481"/>
                  </a:cubicBezTo>
                  <a:cubicBezTo>
                    <a:pt x="759" y="487"/>
                    <a:pt x="755" y="489"/>
                    <a:pt x="753" y="489"/>
                  </a:cubicBezTo>
                  <a:cubicBezTo>
                    <a:pt x="752" y="490"/>
                    <a:pt x="752" y="490"/>
                    <a:pt x="751" y="490"/>
                  </a:cubicBezTo>
                  <a:cubicBezTo>
                    <a:pt x="750" y="491"/>
                    <a:pt x="749" y="492"/>
                    <a:pt x="748" y="495"/>
                  </a:cubicBezTo>
                  <a:cubicBezTo>
                    <a:pt x="748" y="496"/>
                    <a:pt x="748" y="496"/>
                    <a:pt x="748" y="497"/>
                  </a:cubicBezTo>
                  <a:cubicBezTo>
                    <a:pt x="748" y="497"/>
                    <a:pt x="748" y="497"/>
                    <a:pt x="748" y="498"/>
                  </a:cubicBezTo>
                  <a:cubicBezTo>
                    <a:pt x="749" y="499"/>
                    <a:pt x="751" y="503"/>
                    <a:pt x="748" y="507"/>
                  </a:cubicBezTo>
                  <a:cubicBezTo>
                    <a:pt x="746" y="510"/>
                    <a:pt x="742" y="511"/>
                    <a:pt x="739" y="513"/>
                  </a:cubicBezTo>
                  <a:cubicBezTo>
                    <a:pt x="737" y="513"/>
                    <a:pt x="736" y="514"/>
                    <a:pt x="735" y="514"/>
                  </a:cubicBezTo>
                  <a:cubicBezTo>
                    <a:pt x="728" y="518"/>
                    <a:pt x="721" y="522"/>
                    <a:pt x="714" y="522"/>
                  </a:cubicBezTo>
                  <a:cubicBezTo>
                    <a:pt x="714" y="522"/>
                    <a:pt x="713" y="522"/>
                    <a:pt x="713" y="522"/>
                  </a:cubicBezTo>
                  <a:cubicBezTo>
                    <a:pt x="712" y="522"/>
                    <a:pt x="711" y="522"/>
                    <a:pt x="710" y="521"/>
                  </a:cubicBezTo>
                  <a:cubicBezTo>
                    <a:pt x="710" y="521"/>
                    <a:pt x="709" y="521"/>
                    <a:pt x="709" y="521"/>
                  </a:cubicBezTo>
                  <a:cubicBezTo>
                    <a:pt x="708" y="522"/>
                    <a:pt x="707" y="522"/>
                    <a:pt x="706" y="523"/>
                  </a:cubicBezTo>
                  <a:cubicBezTo>
                    <a:pt x="705" y="523"/>
                    <a:pt x="703" y="523"/>
                    <a:pt x="702" y="523"/>
                  </a:cubicBezTo>
                  <a:cubicBezTo>
                    <a:pt x="701" y="523"/>
                    <a:pt x="701" y="524"/>
                    <a:pt x="700" y="524"/>
                  </a:cubicBezTo>
                  <a:cubicBezTo>
                    <a:pt x="700" y="525"/>
                    <a:pt x="699" y="527"/>
                    <a:pt x="697" y="528"/>
                  </a:cubicBezTo>
                  <a:cubicBezTo>
                    <a:pt x="696" y="528"/>
                    <a:pt x="695" y="529"/>
                    <a:pt x="695" y="529"/>
                  </a:cubicBezTo>
                  <a:cubicBezTo>
                    <a:pt x="696" y="532"/>
                    <a:pt x="695" y="534"/>
                    <a:pt x="694" y="535"/>
                  </a:cubicBezTo>
                  <a:cubicBezTo>
                    <a:pt x="693" y="537"/>
                    <a:pt x="691" y="538"/>
                    <a:pt x="690" y="539"/>
                  </a:cubicBezTo>
                  <a:cubicBezTo>
                    <a:pt x="690" y="539"/>
                    <a:pt x="690" y="539"/>
                    <a:pt x="689" y="539"/>
                  </a:cubicBezTo>
                  <a:cubicBezTo>
                    <a:pt x="689" y="540"/>
                    <a:pt x="689" y="540"/>
                    <a:pt x="689" y="540"/>
                  </a:cubicBezTo>
                  <a:cubicBezTo>
                    <a:pt x="689" y="542"/>
                    <a:pt x="689" y="545"/>
                    <a:pt x="686" y="548"/>
                  </a:cubicBezTo>
                  <a:cubicBezTo>
                    <a:pt x="686" y="548"/>
                    <a:pt x="685" y="549"/>
                    <a:pt x="685" y="549"/>
                  </a:cubicBezTo>
                  <a:cubicBezTo>
                    <a:pt x="685" y="549"/>
                    <a:pt x="684" y="550"/>
                    <a:pt x="684" y="550"/>
                  </a:cubicBezTo>
                  <a:cubicBezTo>
                    <a:pt x="684" y="550"/>
                    <a:pt x="684" y="551"/>
                    <a:pt x="684" y="552"/>
                  </a:cubicBezTo>
                  <a:cubicBezTo>
                    <a:pt x="684" y="553"/>
                    <a:pt x="682" y="554"/>
                    <a:pt x="681" y="555"/>
                  </a:cubicBezTo>
                  <a:cubicBezTo>
                    <a:pt x="679" y="555"/>
                    <a:pt x="678" y="556"/>
                    <a:pt x="677" y="556"/>
                  </a:cubicBezTo>
                  <a:close/>
                  <a:moveTo>
                    <a:pt x="644" y="525"/>
                  </a:moveTo>
                  <a:cubicBezTo>
                    <a:pt x="647" y="525"/>
                    <a:pt x="648" y="528"/>
                    <a:pt x="649" y="528"/>
                  </a:cubicBezTo>
                  <a:cubicBezTo>
                    <a:pt x="650" y="529"/>
                    <a:pt x="651" y="530"/>
                    <a:pt x="652" y="530"/>
                  </a:cubicBezTo>
                  <a:cubicBezTo>
                    <a:pt x="654" y="532"/>
                    <a:pt x="655" y="534"/>
                    <a:pt x="655" y="536"/>
                  </a:cubicBezTo>
                  <a:cubicBezTo>
                    <a:pt x="656" y="536"/>
                    <a:pt x="656" y="537"/>
                    <a:pt x="656" y="538"/>
                  </a:cubicBezTo>
                  <a:cubicBezTo>
                    <a:pt x="658" y="539"/>
                    <a:pt x="659" y="540"/>
                    <a:pt x="660" y="541"/>
                  </a:cubicBezTo>
                  <a:cubicBezTo>
                    <a:pt x="662" y="543"/>
                    <a:pt x="662" y="543"/>
                    <a:pt x="663" y="543"/>
                  </a:cubicBezTo>
                  <a:cubicBezTo>
                    <a:pt x="666" y="544"/>
                    <a:pt x="668" y="544"/>
                    <a:pt x="670" y="545"/>
                  </a:cubicBezTo>
                  <a:cubicBezTo>
                    <a:pt x="671" y="545"/>
                    <a:pt x="672" y="545"/>
                    <a:pt x="673" y="545"/>
                  </a:cubicBezTo>
                  <a:cubicBezTo>
                    <a:pt x="674" y="546"/>
                    <a:pt x="675" y="546"/>
                    <a:pt x="676" y="546"/>
                  </a:cubicBezTo>
                  <a:cubicBezTo>
                    <a:pt x="676" y="546"/>
                    <a:pt x="676" y="546"/>
                    <a:pt x="676" y="546"/>
                  </a:cubicBezTo>
                  <a:cubicBezTo>
                    <a:pt x="677" y="544"/>
                    <a:pt x="678" y="543"/>
                    <a:pt x="679" y="542"/>
                  </a:cubicBezTo>
                  <a:cubicBezTo>
                    <a:pt x="680" y="541"/>
                    <a:pt x="680" y="541"/>
                    <a:pt x="680" y="541"/>
                  </a:cubicBezTo>
                  <a:cubicBezTo>
                    <a:pt x="680" y="541"/>
                    <a:pt x="680" y="541"/>
                    <a:pt x="680" y="540"/>
                  </a:cubicBezTo>
                  <a:cubicBezTo>
                    <a:pt x="680" y="538"/>
                    <a:pt x="680" y="535"/>
                    <a:pt x="684" y="532"/>
                  </a:cubicBezTo>
                  <a:cubicBezTo>
                    <a:pt x="684" y="532"/>
                    <a:pt x="685" y="531"/>
                    <a:pt x="685" y="531"/>
                  </a:cubicBezTo>
                  <a:cubicBezTo>
                    <a:pt x="685" y="531"/>
                    <a:pt x="685" y="530"/>
                    <a:pt x="685" y="529"/>
                  </a:cubicBezTo>
                  <a:cubicBezTo>
                    <a:pt x="684" y="523"/>
                    <a:pt x="688" y="522"/>
                    <a:pt x="690" y="521"/>
                  </a:cubicBezTo>
                  <a:cubicBezTo>
                    <a:pt x="691" y="521"/>
                    <a:pt x="691" y="521"/>
                    <a:pt x="692" y="520"/>
                  </a:cubicBezTo>
                  <a:cubicBezTo>
                    <a:pt x="692" y="520"/>
                    <a:pt x="692" y="519"/>
                    <a:pt x="693" y="519"/>
                  </a:cubicBezTo>
                  <a:cubicBezTo>
                    <a:pt x="694" y="518"/>
                    <a:pt x="695" y="516"/>
                    <a:pt x="698" y="514"/>
                  </a:cubicBezTo>
                  <a:cubicBezTo>
                    <a:pt x="699" y="514"/>
                    <a:pt x="701" y="514"/>
                    <a:pt x="703" y="514"/>
                  </a:cubicBezTo>
                  <a:cubicBezTo>
                    <a:pt x="705" y="518"/>
                    <a:pt x="705" y="518"/>
                    <a:pt x="705" y="518"/>
                  </a:cubicBezTo>
                  <a:cubicBezTo>
                    <a:pt x="704" y="514"/>
                    <a:pt x="704" y="514"/>
                    <a:pt x="704" y="514"/>
                  </a:cubicBezTo>
                  <a:cubicBezTo>
                    <a:pt x="705" y="513"/>
                    <a:pt x="706" y="512"/>
                    <a:pt x="708" y="512"/>
                  </a:cubicBezTo>
                  <a:cubicBezTo>
                    <a:pt x="710" y="512"/>
                    <a:pt x="712" y="512"/>
                    <a:pt x="713" y="513"/>
                  </a:cubicBezTo>
                  <a:cubicBezTo>
                    <a:pt x="713" y="513"/>
                    <a:pt x="713" y="513"/>
                    <a:pt x="714" y="513"/>
                  </a:cubicBezTo>
                  <a:cubicBezTo>
                    <a:pt x="719" y="513"/>
                    <a:pt x="725" y="510"/>
                    <a:pt x="730" y="507"/>
                  </a:cubicBezTo>
                  <a:cubicBezTo>
                    <a:pt x="731" y="506"/>
                    <a:pt x="733" y="505"/>
                    <a:pt x="735" y="504"/>
                  </a:cubicBezTo>
                  <a:cubicBezTo>
                    <a:pt x="736" y="504"/>
                    <a:pt x="739" y="502"/>
                    <a:pt x="740" y="502"/>
                  </a:cubicBezTo>
                  <a:cubicBezTo>
                    <a:pt x="739" y="500"/>
                    <a:pt x="738" y="497"/>
                    <a:pt x="739" y="494"/>
                  </a:cubicBezTo>
                  <a:cubicBezTo>
                    <a:pt x="740" y="492"/>
                    <a:pt x="740" y="492"/>
                    <a:pt x="740" y="492"/>
                  </a:cubicBezTo>
                  <a:cubicBezTo>
                    <a:pt x="741" y="489"/>
                    <a:pt x="742" y="485"/>
                    <a:pt x="747" y="482"/>
                  </a:cubicBezTo>
                  <a:cubicBezTo>
                    <a:pt x="748" y="481"/>
                    <a:pt x="749" y="481"/>
                    <a:pt x="750" y="481"/>
                  </a:cubicBezTo>
                  <a:cubicBezTo>
                    <a:pt x="750" y="481"/>
                    <a:pt x="750" y="481"/>
                    <a:pt x="750" y="481"/>
                  </a:cubicBezTo>
                  <a:cubicBezTo>
                    <a:pt x="750" y="480"/>
                    <a:pt x="750" y="480"/>
                    <a:pt x="750" y="480"/>
                  </a:cubicBezTo>
                  <a:cubicBezTo>
                    <a:pt x="750" y="478"/>
                    <a:pt x="749" y="476"/>
                    <a:pt x="752" y="472"/>
                  </a:cubicBezTo>
                  <a:cubicBezTo>
                    <a:pt x="754" y="470"/>
                    <a:pt x="756" y="470"/>
                    <a:pt x="758" y="469"/>
                  </a:cubicBezTo>
                  <a:cubicBezTo>
                    <a:pt x="759" y="468"/>
                    <a:pt x="759" y="466"/>
                    <a:pt x="758" y="466"/>
                  </a:cubicBezTo>
                  <a:cubicBezTo>
                    <a:pt x="758" y="465"/>
                    <a:pt x="758" y="464"/>
                    <a:pt x="758" y="464"/>
                  </a:cubicBezTo>
                  <a:cubicBezTo>
                    <a:pt x="757" y="463"/>
                    <a:pt x="757" y="462"/>
                    <a:pt x="756" y="461"/>
                  </a:cubicBezTo>
                  <a:cubicBezTo>
                    <a:pt x="756" y="460"/>
                    <a:pt x="756" y="460"/>
                    <a:pt x="755" y="459"/>
                  </a:cubicBezTo>
                  <a:cubicBezTo>
                    <a:pt x="755" y="458"/>
                    <a:pt x="754" y="457"/>
                    <a:pt x="753" y="456"/>
                  </a:cubicBezTo>
                  <a:cubicBezTo>
                    <a:pt x="753" y="455"/>
                    <a:pt x="753" y="455"/>
                    <a:pt x="753" y="454"/>
                  </a:cubicBezTo>
                  <a:cubicBezTo>
                    <a:pt x="752" y="454"/>
                    <a:pt x="750" y="454"/>
                    <a:pt x="749" y="453"/>
                  </a:cubicBezTo>
                  <a:cubicBezTo>
                    <a:pt x="747" y="452"/>
                    <a:pt x="746" y="451"/>
                    <a:pt x="746" y="450"/>
                  </a:cubicBezTo>
                  <a:cubicBezTo>
                    <a:pt x="745" y="449"/>
                    <a:pt x="745" y="449"/>
                    <a:pt x="745" y="449"/>
                  </a:cubicBezTo>
                  <a:cubicBezTo>
                    <a:pt x="744" y="449"/>
                    <a:pt x="743" y="448"/>
                    <a:pt x="742" y="447"/>
                  </a:cubicBezTo>
                  <a:cubicBezTo>
                    <a:pt x="741" y="447"/>
                    <a:pt x="740" y="446"/>
                    <a:pt x="739" y="446"/>
                  </a:cubicBezTo>
                  <a:cubicBezTo>
                    <a:pt x="739" y="445"/>
                    <a:pt x="738" y="444"/>
                    <a:pt x="738" y="443"/>
                  </a:cubicBezTo>
                  <a:cubicBezTo>
                    <a:pt x="738" y="443"/>
                    <a:pt x="738" y="443"/>
                    <a:pt x="738" y="443"/>
                  </a:cubicBezTo>
                  <a:cubicBezTo>
                    <a:pt x="736" y="443"/>
                    <a:pt x="735" y="442"/>
                    <a:pt x="733" y="441"/>
                  </a:cubicBezTo>
                  <a:cubicBezTo>
                    <a:pt x="731" y="439"/>
                    <a:pt x="731" y="437"/>
                    <a:pt x="730" y="436"/>
                  </a:cubicBezTo>
                  <a:cubicBezTo>
                    <a:pt x="730" y="435"/>
                    <a:pt x="730" y="434"/>
                    <a:pt x="729" y="434"/>
                  </a:cubicBezTo>
                  <a:cubicBezTo>
                    <a:pt x="725" y="434"/>
                    <a:pt x="724" y="432"/>
                    <a:pt x="723" y="429"/>
                  </a:cubicBezTo>
                  <a:cubicBezTo>
                    <a:pt x="719" y="429"/>
                    <a:pt x="718" y="426"/>
                    <a:pt x="718" y="424"/>
                  </a:cubicBezTo>
                  <a:cubicBezTo>
                    <a:pt x="717" y="424"/>
                    <a:pt x="716" y="424"/>
                    <a:pt x="716" y="424"/>
                  </a:cubicBezTo>
                  <a:cubicBezTo>
                    <a:pt x="714" y="425"/>
                    <a:pt x="713" y="425"/>
                    <a:pt x="711" y="425"/>
                  </a:cubicBezTo>
                  <a:cubicBezTo>
                    <a:pt x="711" y="425"/>
                    <a:pt x="710" y="425"/>
                    <a:pt x="709" y="425"/>
                  </a:cubicBezTo>
                  <a:cubicBezTo>
                    <a:pt x="708" y="425"/>
                    <a:pt x="708" y="426"/>
                    <a:pt x="707" y="427"/>
                  </a:cubicBezTo>
                  <a:cubicBezTo>
                    <a:pt x="706" y="428"/>
                    <a:pt x="704" y="429"/>
                    <a:pt x="702" y="430"/>
                  </a:cubicBezTo>
                  <a:cubicBezTo>
                    <a:pt x="699" y="431"/>
                    <a:pt x="697" y="431"/>
                    <a:pt x="695" y="431"/>
                  </a:cubicBezTo>
                  <a:cubicBezTo>
                    <a:pt x="693" y="431"/>
                    <a:pt x="692" y="431"/>
                    <a:pt x="692" y="431"/>
                  </a:cubicBezTo>
                  <a:cubicBezTo>
                    <a:pt x="691" y="432"/>
                    <a:pt x="690" y="433"/>
                    <a:pt x="689" y="434"/>
                  </a:cubicBezTo>
                  <a:cubicBezTo>
                    <a:pt x="688" y="436"/>
                    <a:pt x="687" y="438"/>
                    <a:pt x="684" y="440"/>
                  </a:cubicBezTo>
                  <a:cubicBezTo>
                    <a:pt x="683" y="442"/>
                    <a:pt x="681" y="442"/>
                    <a:pt x="679" y="442"/>
                  </a:cubicBezTo>
                  <a:cubicBezTo>
                    <a:pt x="678" y="442"/>
                    <a:pt x="678" y="442"/>
                    <a:pt x="677" y="442"/>
                  </a:cubicBezTo>
                  <a:cubicBezTo>
                    <a:pt x="676" y="442"/>
                    <a:pt x="676" y="443"/>
                    <a:pt x="675" y="444"/>
                  </a:cubicBezTo>
                  <a:cubicBezTo>
                    <a:pt x="673" y="444"/>
                    <a:pt x="671" y="444"/>
                    <a:pt x="669" y="444"/>
                  </a:cubicBezTo>
                  <a:cubicBezTo>
                    <a:pt x="669" y="444"/>
                    <a:pt x="668" y="444"/>
                    <a:pt x="668" y="444"/>
                  </a:cubicBezTo>
                  <a:cubicBezTo>
                    <a:pt x="668" y="444"/>
                    <a:pt x="668" y="444"/>
                    <a:pt x="668" y="444"/>
                  </a:cubicBezTo>
                  <a:cubicBezTo>
                    <a:pt x="667" y="447"/>
                    <a:pt x="665" y="448"/>
                    <a:pt x="664" y="449"/>
                  </a:cubicBezTo>
                  <a:cubicBezTo>
                    <a:pt x="664" y="449"/>
                    <a:pt x="664" y="450"/>
                    <a:pt x="664" y="450"/>
                  </a:cubicBezTo>
                  <a:cubicBezTo>
                    <a:pt x="663" y="450"/>
                    <a:pt x="663" y="450"/>
                    <a:pt x="663" y="451"/>
                  </a:cubicBezTo>
                  <a:cubicBezTo>
                    <a:pt x="663" y="453"/>
                    <a:pt x="662" y="455"/>
                    <a:pt x="660" y="458"/>
                  </a:cubicBezTo>
                  <a:cubicBezTo>
                    <a:pt x="659" y="459"/>
                    <a:pt x="658" y="460"/>
                    <a:pt x="657" y="460"/>
                  </a:cubicBezTo>
                  <a:cubicBezTo>
                    <a:pt x="657" y="460"/>
                    <a:pt x="656" y="461"/>
                    <a:pt x="656" y="461"/>
                  </a:cubicBezTo>
                  <a:cubicBezTo>
                    <a:pt x="656" y="462"/>
                    <a:pt x="656" y="463"/>
                    <a:pt x="655" y="464"/>
                  </a:cubicBezTo>
                  <a:cubicBezTo>
                    <a:pt x="654" y="466"/>
                    <a:pt x="652" y="466"/>
                    <a:pt x="651" y="467"/>
                  </a:cubicBezTo>
                  <a:cubicBezTo>
                    <a:pt x="651" y="467"/>
                    <a:pt x="651" y="467"/>
                    <a:pt x="651" y="467"/>
                  </a:cubicBezTo>
                  <a:cubicBezTo>
                    <a:pt x="650" y="468"/>
                    <a:pt x="650" y="469"/>
                    <a:pt x="649" y="470"/>
                  </a:cubicBezTo>
                  <a:cubicBezTo>
                    <a:pt x="649" y="471"/>
                    <a:pt x="649" y="472"/>
                    <a:pt x="648" y="474"/>
                  </a:cubicBezTo>
                  <a:cubicBezTo>
                    <a:pt x="647" y="475"/>
                    <a:pt x="646" y="476"/>
                    <a:pt x="645" y="477"/>
                  </a:cubicBezTo>
                  <a:cubicBezTo>
                    <a:pt x="644" y="478"/>
                    <a:pt x="644" y="478"/>
                    <a:pt x="644" y="478"/>
                  </a:cubicBezTo>
                  <a:cubicBezTo>
                    <a:pt x="644" y="478"/>
                    <a:pt x="643" y="479"/>
                    <a:pt x="643" y="479"/>
                  </a:cubicBezTo>
                  <a:cubicBezTo>
                    <a:pt x="641" y="481"/>
                    <a:pt x="639" y="484"/>
                    <a:pt x="635" y="485"/>
                  </a:cubicBezTo>
                  <a:cubicBezTo>
                    <a:pt x="634" y="485"/>
                    <a:pt x="633" y="485"/>
                    <a:pt x="632" y="485"/>
                  </a:cubicBezTo>
                  <a:cubicBezTo>
                    <a:pt x="631" y="486"/>
                    <a:pt x="630" y="486"/>
                    <a:pt x="629" y="486"/>
                  </a:cubicBezTo>
                  <a:cubicBezTo>
                    <a:pt x="629" y="487"/>
                    <a:pt x="628" y="487"/>
                    <a:pt x="628" y="488"/>
                  </a:cubicBezTo>
                  <a:cubicBezTo>
                    <a:pt x="630" y="491"/>
                    <a:pt x="631" y="494"/>
                    <a:pt x="632" y="498"/>
                  </a:cubicBezTo>
                  <a:cubicBezTo>
                    <a:pt x="633" y="501"/>
                    <a:pt x="634" y="505"/>
                    <a:pt x="636" y="506"/>
                  </a:cubicBezTo>
                  <a:cubicBezTo>
                    <a:pt x="638" y="508"/>
                    <a:pt x="639" y="510"/>
                    <a:pt x="639" y="512"/>
                  </a:cubicBezTo>
                  <a:cubicBezTo>
                    <a:pt x="640" y="513"/>
                    <a:pt x="640" y="513"/>
                    <a:pt x="640" y="513"/>
                  </a:cubicBezTo>
                  <a:cubicBezTo>
                    <a:pt x="641" y="513"/>
                    <a:pt x="643" y="514"/>
                    <a:pt x="644" y="515"/>
                  </a:cubicBezTo>
                  <a:cubicBezTo>
                    <a:pt x="645" y="517"/>
                    <a:pt x="645" y="519"/>
                    <a:pt x="645" y="520"/>
                  </a:cubicBezTo>
                  <a:cubicBezTo>
                    <a:pt x="645" y="522"/>
                    <a:pt x="644" y="523"/>
                    <a:pt x="644" y="524"/>
                  </a:cubicBezTo>
                  <a:cubicBezTo>
                    <a:pt x="644" y="524"/>
                    <a:pt x="644" y="524"/>
                    <a:pt x="644" y="525"/>
                  </a:cubicBezTo>
                  <a:close/>
                </a:path>
              </a:pathLst>
            </a:custGeom>
            <a:solidFill>
              <a:srgbClr val="009FE3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1" name="Freeform 102">
              <a:extLst>
                <a:ext uri="{FF2B5EF4-FFF2-40B4-BE49-F238E27FC236}">
                  <a16:creationId xmlns:a16="http://schemas.microsoft.com/office/drawing/2014/main" id="{72F21D4D-4291-49EF-819D-1702330FC9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96125" y="4957763"/>
              <a:ext cx="1095375" cy="920750"/>
            </a:xfrm>
            <a:custGeom>
              <a:avLst/>
              <a:gdLst>
                <a:gd name="T0" fmla="*/ 262 w 969"/>
                <a:gd name="T1" fmla="*/ 256 h 815"/>
                <a:gd name="T2" fmla="*/ 258 w 969"/>
                <a:gd name="T3" fmla="*/ 302 h 815"/>
                <a:gd name="T4" fmla="*/ 307 w 969"/>
                <a:gd name="T5" fmla="*/ 304 h 815"/>
                <a:gd name="T6" fmla="*/ 362 w 969"/>
                <a:gd name="T7" fmla="*/ 261 h 815"/>
                <a:gd name="T8" fmla="*/ 374 w 969"/>
                <a:gd name="T9" fmla="*/ 235 h 815"/>
                <a:gd name="T10" fmla="*/ 383 w 969"/>
                <a:gd name="T11" fmla="*/ 212 h 815"/>
                <a:gd name="T12" fmla="*/ 416 w 969"/>
                <a:gd name="T13" fmla="*/ 202 h 815"/>
                <a:gd name="T14" fmla="*/ 457 w 969"/>
                <a:gd name="T15" fmla="*/ 224 h 815"/>
                <a:gd name="T16" fmla="*/ 508 w 969"/>
                <a:gd name="T17" fmla="*/ 232 h 815"/>
                <a:gd name="T18" fmla="*/ 569 w 969"/>
                <a:gd name="T19" fmla="*/ 166 h 815"/>
                <a:gd name="T20" fmla="*/ 627 w 969"/>
                <a:gd name="T21" fmla="*/ 106 h 815"/>
                <a:gd name="T22" fmla="*/ 640 w 969"/>
                <a:gd name="T23" fmla="*/ 90 h 815"/>
                <a:gd name="T24" fmla="*/ 658 w 969"/>
                <a:gd name="T25" fmla="*/ 81 h 815"/>
                <a:gd name="T26" fmla="*/ 678 w 969"/>
                <a:gd name="T27" fmla="*/ 64 h 815"/>
                <a:gd name="T28" fmla="*/ 700 w 969"/>
                <a:gd name="T29" fmla="*/ 42 h 815"/>
                <a:gd name="T30" fmla="*/ 739 w 969"/>
                <a:gd name="T31" fmla="*/ 24 h 815"/>
                <a:gd name="T32" fmla="*/ 784 w 969"/>
                <a:gd name="T33" fmla="*/ 2 h 815"/>
                <a:gd name="T34" fmla="*/ 863 w 969"/>
                <a:gd name="T35" fmla="*/ 11 h 815"/>
                <a:gd name="T36" fmla="*/ 900 w 969"/>
                <a:gd name="T37" fmla="*/ 64 h 815"/>
                <a:gd name="T38" fmla="*/ 924 w 969"/>
                <a:gd name="T39" fmla="*/ 156 h 815"/>
                <a:gd name="T40" fmla="*/ 912 w 969"/>
                <a:gd name="T41" fmla="*/ 247 h 815"/>
                <a:gd name="T42" fmla="*/ 847 w 969"/>
                <a:gd name="T43" fmla="*/ 300 h 815"/>
                <a:gd name="T44" fmla="*/ 905 w 969"/>
                <a:gd name="T45" fmla="*/ 333 h 815"/>
                <a:gd name="T46" fmla="*/ 938 w 969"/>
                <a:gd name="T47" fmla="*/ 303 h 815"/>
                <a:gd name="T48" fmla="*/ 920 w 969"/>
                <a:gd name="T49" fmla="*/ 424 h 815"/>
                <a:gd name="T50" fmla="*/ 906 w 969"/>
                <a:gd name="T51" fmla="*/ 435 h 815"/>
                <a:gd name="T52" fmla="*/ 847 w 969"/>
                <a:gd name="T53" fmla="*/ 499 h 815"/>
                <a:gd name="T54" fmla="*/ 770 w 969"/>
                <a:gd name="T55" fmla="*/ 597 h 815"/>
                <a:gd name="T56" fmla="*/ 725 w 969"/>
                <a:gd name="T57" fmla="*/ 640 h 815"/>
                <a:gd name="T58" fmla="*/ 646 w 969"/>
                <a:gd name="T59" fmla="*/ 704 h 815"/>
                <a:gd name="T60" fmla="*/ 557 w 969"/>
                <a:gd name="T61" fmla="*/ 746 h 815"/>
                <a:gd name="T62" fmla="*/ 478 w 969"/>
                <a:gd name="T63" fmla="*/ 768 h 815"/>
                <a:gd name="T64" fmla="*/ 421 w 969"/>
                <a:gd name="T65" fmla="*/ 764 h 815"/>
                <a:gd name="T66" fmla="*/ 372 w 969"/>
                <a:gd name="T67" fmla="*/ 767 h 815"/>
                <a:gd name="T68" fmla="*/ 320 w 969"/>
                <a:gd name="T69" fmla="*/ 773 h 815"/>
                <a:gd name="T70" fmla="*/ 242 w 969"/>
                <a:gd name="T71" fmla="*/ 788 h 815"/>
                <a:gd name="T72" fmla="*/ 195 w 969"/>
                <a:gd name="T73" fmla="*/ 815 h 815"/>
                <a:gd name="T74" fmla="*/ 155 w 969"/>
                <a:gd name="T75" fmla="*/ 801 h 815"/>
                <a:gd name="T76" fmla="*/ 130 w 969"/>
                <a:gd name="T77" fmla="*/ 786 h 815"/>
                <a:gd name="T78" fmla="*/ 104 w 969"/>
                <a:gd name="T79" fmla="*/ 756 h 815"/>
                <a:gd name="T80" fmla="*/ 92 w 969"/>
                <a:gd name="T81" fmla="*/ 721 h 815"/>
                <a:gd name="T82" fmla="*/ 86 w 969"/>
                <a:gd name="T83" fmla="*/ 700 h 815"/>
                <a:gd name="T84" fmla="*/ 76 w 969"/>
                <a:gd name="T85" fmla="*/ 686 h 815"/>
                <a:gd name="T86" fmla="*/ 105 w 969"/>
                <a:gd name="T87" fmla="*/ 651 h 815"/>
                <a:gd name="T88" fmla="*/ 54 w 969"/>
                <a:gd name="T89" fmla="*/ 542 h 815"/>
                <a:gd name="T90" fmla="*/ 12 w 969"/>
                <a:gd name="T91" fmla="*/ 435 h 815"/>
                <a:gd name="T92" fmla="*/ 18 w 969"/>
                <a:gd name="T93" fmla="*/ 405 h 815"/>
                <a:gd name="T94" fmla="*/ 23 w 969"/>
                <a:gd name="T95" fmla="*/ 389 h 815"/>
                <a:gd name="T96" fmla="*/ 44 w 969"/>
                <a:gd name="T97" fmla="*/ 385 h 815"/>
                <a:gd name="T98" fmla="*/ 66 w 969"/>
                <a:gd name="T99" fmla="*/ 421 h 815"/>
                <a:gd name="T100" fmla="*/ 135 w 969"/>
                <a:gd name="T101" fmla="*/ 431 h 815"/>
                <a:gd name="T102" fmla="*/ 173 w 969"/>
                <a:gd name="T103" fmla="*/ 423 h 815"/>
                <a:gd name="T104" fmla="*/ 208 w 969"/>
                <a:gd name="T105" fmla="*/ 392 h 815"/>
                <a:gd name="T106" fmla="*/ 244 w 969"/>
                <a:gd name="T107" fmla="*/ 203 h 815"/>
                <a:gd name="T108" fmla="*/ 685 w 969"/>
                <a:gd name="T109" fmla="*/ 423 h 815"/>
                <a:gd name="T110" fmla="*/ 655 w 969"/>
                <a:gd name="T111" fmla="*/ 443 h 815"/>
                <a:gd name="T112" fmla="*/ 636 w 969"/>
                <a:gd name="T113" fmla="*/ 471 h 815"/>
                <a:gd name="T114" fmla="*/ 632 w 969"/>
                <a:gd name="T115" fmla="*/ 514 h 815"/>
                <a:gd name="T116" fmla="*/ 658 w 969"/>
                <a:gd name="T117" fmla="*/ 544 h 815"/>
                <a:gd name="T118" fmla="*/ 684 w 969"/>
                <a:gd name="T119" fmla="*/ 525 h 815"/>
                <a:gd name="T120" fmla="*/ 739 w 969"/>
                <a:gd name="T121" fmla="*/ 500 h 815"/>
                <a:gd name="T122" fmla="*/ 756 w 969"/>
                <a:gd name="T123" fmla="*/ 455 h 815"/>
                <a:gd name="T124" fmla="*/ 737 w 969"/>
                <a:gd name="T125" fmla="*/ 436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9" h="815">
                  <a:moveTo>
                    <a:pt x="252" y="227"/>
                  </a:moveTo>
                  <a:cubicBezTo>
                    <a:pt x="254" y="230"/>
                    <a:pt x="255" y="232"/>
                    <a:pt x="257" y="235"/>
                  </a:cubicBezTo>
                  <a:cubicBezTo>
                    <a:pt x="257" y="236"/>
                    <a:pt x="256" y="236"/>
                    <a:pt x="256" y="237"/>
                  </a:cubicBezTo>
                  <a:cubicBezTo>
                    <a:pt x="256" y="237"/>
                    <a:pt x="257" y="237"/>
                    <a:pt x="258" y="237"/>
                  </a:cubicBezTo>
                  <a:cubicBezTo>
                    <a:pt x="259" y="238"/>
                    <a:pt x="259" y="241"/>
                    <a:pt x="260" y="243"/>
                  </a:cubicBezTo>
                  <a:cubicBezTo>
                    <a:pt x="260" y="245"/>
                    <a:pt x="260" y="247"/>
                    <a:pt x="260" y="250"/>
                  </a:cubicBezTo>
                  <a:cubicBezTo>
                    <a:pt x="260" y="252"/>
                    <a:pt x="262" y="254"/>
                    <a:pt x="262" y="256"/>
                  </a:cubicBezTo>
                  <a:cubicBezTo>
                    <a:pt x="262" y="259"/>
                    <a:pt x="261" y="258"/>
                    <a:pt x="260" y="260"/>
                  </a:cubicBezTo>
                  <a:cubicBezTo>
                    <a:pt x="257" y="265"/>
                    <a:pt x="255" y="270"/>
                    <a:pt x="251" y="274"/>
                  </a:cubicBezTo>
                  <a:cubicBezTo>
                    <a:pt x="249" y="277"/>
                    <a:pt x="247" y="276"/>
                    <a:pt x="247" y="280"/>
                  </a:cubicBezTo>
                  <a:cubicBezTo>
                    <a:pt x="246" y="283"/>
                    <a:pt x="248" y="285"/>
                    <a:pt x="248" y="287"/>
                  </a:cubicBezTo>
                  <a:cubicBezTo>
                    <a:pt x="248" y="290"/>
                    <a:pt x="247" y="292"/>
                    <a:pt x="247" y="295"/>
                  </a:cubicBezTo>
                  <a:cubicBezTo>
                    <a:pt x="248" y="299"/>
                    <a:pt x="250" y="302"/>
                    <a:pt x="251" y="306"/>
                  </a:cubicBezTo>
                  <a:cubicBezTo>
                    <a:pt x="252" y="304"/>
                    <a:pt x="257" y="303"/>
                    <a:pt x="258" y="302"/>
                  </a:cubicBezTo>
                  <a:cubicBezTo>
                    <a:pt x="261" y="300"/>
                    <a:pt x="263" y="299"/>
                    <a:pt x="266" y="300"/>
                  </a:cubicBezTo>
                  <a:cubicBezTo>
                    <a:pt x="270" y="302"/>
                    <a:pt x="270" y="303"/>
                    <a:pt x="274" y="303"/>
                  </a:cubicBezTo>
                  <a:cubicBezTo>
                    <a:pt x="278" y="304"/>
                    <a:pt x="279" y="303"/>
                    <a:pt x="283" y="303"/>
                  </a:cubicBezTo>
                  <a:cubicBezTo>
                    <a:pt x="285" y="302"/>
                    <a:pt x="288" y="302"/>
                    <a:pt x="291" y="301"/>
                  </a:cubicBezTo>
                  <a:cubicBezTo>
                    <a:pt x="294" y="301"/>
                    <a:pt x="296" y="303"/>
                    <a:pt x="299" y="303"/>
                  </a:cubicBezTo>
                  <a:cubicBezTo>
                    <a:pt x="300" y="303"/>
                    <a:pt x="302" y="302"/>
                    <a:pt x="303" y="303"/>
                  </a:cubicBezTo>
                  <a:cubicBezTo>
                    <a:pt x="305" y="303"/>
                    <a:pt x="305" y="304"/>
                    <a:pt x="307" y="304"/>
                  </a:cubicBezTo>
                  <a:cubicBezTo>
                    <a:pt x="311" y="304"/>
                    <a:pt x="315" y="301"/>
                    <a:pt x="315" y="297"/>
                  </a:cubicBezTo>
                  <a:cubicBezTo>
                    <a:pt x="315" y="294"/>
                    <a:pt x="313" y="292"/>
                    <a:pt x="319" y="291"/>
                  </a:cubicBezTo>
                  <a:cubicBezTo>
                    <a:pt x="322" y="291"/>
                    <a:pt x="325" y="291"/>
                    <a:pt x="328" y="290"/>
                  </a:cubicBezTo>
                  <a:cubicBezTo>
                    <a:pt x="335" y="287"/>
                    <a:pt x="337" y="282"/>
                    <a:pt x="339" y="276"/>
                  </a:cubicBezTo>
                  <a:cubicBezTo>
                    <a:pt x="341" y="272"/>
                    <a:pt x="343" y="271"/>
                    <a:pt x="347" y="270"/>
                  </a:cubicBezTo>
                  <a:cubicBezTo>
                    <a:pt x="351" y="269"/>
                    <a:pt x="351" y="266"/>
                    <a:pt x="354" y="263"/>
                  </a:cubicBezTo>
                  <a:cubicBezTo>
                    <a:pt x="357" y="261"/>
                    <a:pt x="360" y="264"/>
                    <a:pt x="362" y="261"/>
                  </a:cubicBezTo>
                  <a:cubicBezTo>
                    <a:pt x="363" y="258"/>
                    <a:pt x="367" y="256"/>
                    <a:pt x="368" y="253"/>
                  </a:cubicBezTo>
                  <a:cubicBezTo>
                    <a:pt x="369" y="251"/>
                    <a:pt x="369" y="250"/>
                    <a:pt x="370" y="249"/>
                  </a:cubicBezTo>
                  <a:cubicBezTo>
                    <a:pt x="370" y="248"/>
                    <a:pt x="371" y="248"/>
                    <a:pt x="372" y="247"/>
                  </a:cubicBezTo>
                  <a:cubicBezTo>
                    <a:pt x="373" y="246"/>
                    <a:pt x="372" y="244"/>
                    <a:pt x="372" y="243"/>
                  </a:cubicBezTo>
                  <a:cubicBezTo>
                    <a:pt x="373" y="241"/>
                    <a:pt x="372" y="242"/>
                    <a:pt x="373" y="240"/>
                  </a:cubicBezTo>
                  <a:cubicBezTo>
                    <a:pt x="374" y="238"/>
                    <a:pt x="375" y="239"/>
                    <a:pt x="375" y="237"/>
                  </a:cubicBezTo>
                  <a:cubicBezTo>
                    <a:pt x="375" y="236"/>
                    <a:pt x="374" y="236"/>
                    <a:pt x="374" y="235"/>
                  </a:cubicBezTo>
                  <a:cubicBezTo>
                    <a:pt x="374" y="235"/>
                    <a:pt x="374" y="234"/>
                    <a:pt x="374" y="234"/>
                  </a:cubicBezTo>
                  <a:cubicBezTo>
                    <a:pt x="374" y="231"/>
                    <a:pt x="377" y="230"/>
                    <a:pt x="378" y="227"/>
                  </a:cubicBezTo>
                  <a:cubicBezTo>
                    <a:pt x="378" y="227"/>
                    <a:pt x="379" y="224"/>
                    <a:pt x="379" y="224"/>
                  </a:cubicBezTo>
                  <a:cubicBezTo>
                    <a:pt x="379" y="224"/>
                    <a:pt x="378" y="221"/>
                    <a:pt x="378" y="220"/>
                  </a:cubicBezTo>
                  <a:cubicBezTo>
                    <a:pt x="379" y="220"/>
                    <a:pt x="380" y="215"/>
                    <a:pt x="380" y="215"/>
                  </a:cubicBezTo>
                  <a:cubicBezTo>
                    <a:pt x="381" y="214"/>
                    <a:pt x="382" y="215"/>
                    <a:pt x="383" y="214"/>
                  </a:cubicBezTo>
                  <a:cubicBezTo>
                    <a:pt x="383" y="213"/>
                    <a:pt x="383" y="213"/>
                    <a:pt x="383" y="212"/>
                  </a:cubicBezTo>
                  <a:cubicBezTo>
                    <a:pt x="384" y="211"/>
                    <a:pt x="385" y="210"/>
                    <a:pt x="386" y="209"/>
                  </a:cubicBezTo>
                  <a:cubicBezTo>
                    <a:pt x="387" y="208"/>
                    <a:pt x="390" y="204"/>
                    <a:pt x="391" y="204"/>
                  </a:cubicBezTo>
                  <a:cubicBezTo>
                    <a:pt x="394" y="204"/>
                    <a:pt x="393" y="205"/>
                    <a:pt x="395" y="205"/>
                  </a:cubicBezTo>
                  <a:cubicBezTo>
                    <a:pt x="395" y="205"/>
                    <a:pt x="398" y="203"/>
                    <a:pt x="398" y="203"/>
                  </a:cubicBezTo>
                  <a:cubicBezTo>
                    <a:pt x="402" y="202"/>
                    <a:pt x="404" y="201"/>
                    <a:pt x="408" y="202"/>
                  </a:cubicBezTo>
                  <a:cubicBezTo>
                    <a:pt x="409" y="202"/>
                    <a:pt x="411" y="203"/>
                    <a:pt x="413" y="203"/>
                  </a:cubicBezTo>
                  <a:cubicBezTo>
                    <a:pt x="414" y="204"/>
                    <a:pt x="416" y="202"/>
                    <a:pt x="416" y="202"/>
                  </a:cubicBezTo>
                  <a:cubicBezTo>
                    <a:pt x="418" y="203"/>
                    <a:pt x="418" y="204"/>
                    <a:pt x="419" y="205"/>
                  </a:cubicBezTo>
                  <a:cubicBezTo>
                    <a:pt x="420" y="206"/>
                    <a:pt x="421" y="206"/>
                    <a:pt x="423" y="207"/>
                  </a:cubicBezTo>
                  <a:cubicBezTo>
                    <a:pt x="425" y="208"/>
                    <a:pt x="427" y="211"/>
                    <a:pt x="429" y="213"/>
                  </a:cubicBezTo>
                  <a:cubicBezTo>
                    <a:pt x="432" y="214"/>
                    <a:pt x="433" y="215"/>
                    <a:pt x="435" y="217"/>
                  </a:cubicBezTo>
                  <a:cubicBezTo>
                    <a:pt x="436" y="218"/>
                    <a:pt x="440" y="223"/>
                    <a:pt x="442" y="224"/>
                  </a:cubicBezTo>
                  <a:cubicBezTo>
                    <a:pt x="444" y="225"/>
                    <a:pt x="450" y="223"/>
                    <a:pt x="448" y="226"/>
                  </a:cubicBezTo>
                  <a:cubicBezTo>
                    <a:pt x="451" y="226"/>
                    <a:pt x="454" y="224"/>
                    <a:pt x="457" y="224"/>
                  </a:cubicBezTo>
                  <a:cubicBezTo>
                    <a:pt x="461" y="224"/>
                    <a:pt x="461" y="226"/>
                    <a:pt x="463" y="229"/>
                  </a:cubicBezTo>
                  <a:cubicBezTo>
                    <a:pt x="465" y="230"/>
                    <a:pt x="468" y="233"/>
                    <a:pt x="471" y="233"/>
                  </a:cubicBezTo>
                  <a:cubicBezTo>
                    <a:pt x="473" y="233"/>
                    <a:pt x="473" y="231"/>
                    <a:pt x="476" y="232"/>
                  </a:cubicBezTo>
                  <a:cubicBezTo>
                    <a:pt x="477" y="233"/>
                    <a:pt x="479" y="233"/>
                    <a:pt x="481" y="234"/>
                  </a:cubicBezTo>
                  <a:cubicBezTo>
                    <a:pt x="483" y="235"/>
                    <a:pt x="485" y="237"/>
                    <a:pt x="488" y="237"/>
                  </a:cubicBezTo>
                  <a:cubicBezTo>
                    <a:pt x="491" y="238"/>
                    <a:pt x="496" y="238"/>
                    <a:pt x="499" y="237"/>
                  </a:cubicBezTo>
                  <a:cubicBezTo>
                    <a:pt x="502" y="235"/>
                    <a:pt x="505" y="233"/>
                    <a:pt x="508" y="232"/>
                  </a:cubicBezTo>
                  <a:cubicBezTo>
                    <a:pt x="511" y="231"/>
                    <a:pt x="512" y="232"/>
                    <a:pt x="515" y="233"/>
                  </a:cubicBezTo>
                  <a:cubicBezTo>
                    <a:pt x="530" y="236"/>
                    <a:pt x="543" y="226"/>
                    <a:pt x="548" y="213"/>
                  </a:cubicBezTo>
                  <a:cubicBezTo>
                    <a:pt x="549" y="210"/>
                    <a:pt x="549" y="206"/>
                    <a:pt x="551" y="203"/>
                  </a:cubicBezTo>
                  <a:cubicBezTo>
                    <a:pt x="552" y="199"/>
                    <a:pt x="555" y="195"/>
                    <a:pt x="556" y="190"/>
                  </a:cubicBezTo>
                  <a:cubicBezTo>
                    <a:pt x="558" y="185"/>
                    <a:pt x="561" y="178"/>
                    <a:pt x="561" y="173"/>
                  </a:cubicBezTo>
                  <a:cubicBezTo>
                    <a:pt x="561" y="168"/>
                    <a:pt x="559" y="169"/>
                    <a:pt x="564" y="167"/>
                  </a:cubicBezTo>
                  <a:cubicBezTo>
                    <a:pt x="566" y="166"/>
                    <a:pt x="567" y="167"/>
                    <a:pt x="569" y="166"/>
                  </a:cubicBezTo>
                  <a:cubicBezTo>
                    <a:pt x="572" y="165"/>
                    <a:pt x="576" y="163"/>
                    <a:pt x="579" y="163"/>
                  </a:cubicBezTo>
                  <a:cubicBezTo>
                    <a:pt x="582" y="162"/>
                    <a:pt x="587" y="159"/>
                    <a:pt x="590" y="160"/>
                  </a:cubicBezTo>
                  <a:cubicBezTo>
                    <a:pt x="595" y="162"/>
                    <a:pt x="597" y="154"/>
                    <a:pt x="599" y="151"/>
                  </a:cubicBezTo>
                  <a:cubicBezTo>
                    <a:pt x="601" y="148"/>
                    <a:pt x="604" y="147"/>
                    <a:pt x="607" y="145"/>
                  </a:cubicBezTo>
                  <a:cubicBezTo>
                    <a:pt x="610" y="142"/>
                    <a:pt x="612" y="141"/>
                    <a:pt x="615" y="139"/>
                  </a:cubicBezTo>
                  <a:cubicBezTo>
                    <a:pt x="622" y="136"/>
                    <a:pt x="621" y="129"/>
                    <a:pt x="622" y="124"/>
                  </a:cubicBezTo>
                  <a:cubicBezTo>
                    <a:pt x="624" y="118"/>
                    <a:pt x="624" y="111"/>
                    <a:pt x="627" y="106"/>
                  </a:cubicBezTo>
                  <a:cubicBezTo>
                    <a:pt x="627" y="104"/>
                    <a:pt x="627" y="102"/>
                    <a:pt x="628" y="100"/>
                  </a:cubicBezTo>
                  <a:cubicBezTo>
                    <a:pt x="629" y="98"/>
                    <a:pt x="630" y="98"/>
                    <a:pt x="631" y="98"/>
                  </a:cubicBezTo>
                  <a:cubicBezTo>
                    <a:pt x="632" y="97"/>
                    <a:pt x="631" y="101"/>
                    <a:pt x="634" y="98"/>
                  </a:cubicBezTo>
                  <a:cubicBezTo>
                    <a:pt x="635" y="97"/>
                    <a:pt x="634" y="95"/>
                    <a:pt x="635" y="94"/>
                  </a:cubicBezTo>
                  <a:cubicBezTo>
                    <a:pt x="636" y="93"/>
                    <a:pt x="638" y="92"/>
                    <a:pt x="638" y="92"/>
                  </a:cubicBezTo>
                  <a:cubicBezTo>
                    <a:pt x="638" y="92"/>
                    <a:pt x="637" y="90"/>
                    <a:pt x="638" y="90"/>
                  </a:cubicBezTo>
                  <a:cubicBezTo>
                    <a:pt x="639" y="89"/>
                    <a:pt x="639" y="90"/>
                    <a:pt x="640" y="90"/>
                  </a:cubicBezTo>
                  <a:cubicBezTo>
                    <a:pt x="640" y="90"/>
                    <a:pt x="642" y="89"/>
                    <a:pt x="642" y="89"/>
                  </a:cubicBezTo>
                  <a:cubicBezTo>
                    <a:pt x="642" y="89"/>
                    <a:pt x="642" y="88"/>
                    <a:pt x="643" y="87"/>
                  </a:cubicBezTo>
                  <a:cubicBezTo>
                    <a:pt x="644" y="86"/>
                    <a:pt x="646" y="86"/>
                    <a:pt x="647" y="85"/>
                  </a:cubicBezTo>
                  <a:cubicBezTo>
                    <a:pt x="649" y="84"/>
                    <a:pt x="649" y="82"/>
                    <a:pt x="650" y="82"/>
                  </a:cubicBezTo>
                  <a:cubicBezTo>
                    <a:pt x="652" y="81"/>
                    <a:pt x="651" y="84"/>
                    <a:pt x="653" y="82"/>
                  </a:cubicBezTo>
                  <a:cubicBezTo>
                    <a:pt x="655" y="80"/>
                    <a:pt x="654" y="82"/>
                    <a:pt x="656" y="82"/>
                  </a:cubicBezTo>
                  <a:cubicBezTo>
                    <a:pt x="656" y="82"/>
                    <a:pt x="657" y="81"/>
                    <a:pt x="658" y="81"/>
                  </a:cubicBezTo>
                  <a:cubicBezTo>
                    <a:pt x="659" y="80"/>
                    <a:pt x="660" y="81"/>
                    <a:pt x="660" y="81"/>
                  </a:cubicBezTo>
                  <a:cubicBezTo>
                    <a:pt x="664" y="79"/>
                    <a:pt x="663" y="77"/>
                    <a:pt x="664" y="74"/>
                  </a:cubicBezTo>
                  <a:cubicBezTo>
                    <a:pt x="665" y="73"/>
                    <a:pt x="666" y="70"/>
                    <a:pt x="666" y="70"/>
                  </a:cubicBezTo>
                  <a:cubicBezTo>
                    <a:pt x="666" y="70"/>
                    <a:pt x="672" y="69"/>
                    <a:pt x="672" y="69"/>
                  </a:cubicBezTo>
                  <a:cubicBezTo>
                    <a:pt x="673" y="69"/>
                    <a:pt x="673" y="71"/>
                    <a:pt x="675" y="70"/>
                  </a:cubicBezTo>
                  <a:cubicBezTo>
                    <a:pt x="675" y="70"/>
                    <a:pt x="677" y="67"/>
                    <a:pt x="677" y="67"/>
                  </a:cubicBezTo>
                  <a:cubicBezTo>
                    <a:pt x="678" y="64"/>
                    <a:pt x="675" y="65"/>
                    <a:pt x="678" y="64"/>
                  </a:cubicBezTo>
                  <a:cubicBezTo>
                    <a:pt x="680" y="64"/>
                    <a:pt x="683" y="62"/>
                    <a:pt x="684" y="61"/>
                  </a:cubicBezTo>
                  <a:cubicBezTo>
                    <a:pt x="688" y="58"/>
                    <a:pt x="685" y="56"/>
                    <a:pt x="687" y="53"/>
                  </a:cubicBezTo>
                  <a:cubicBezTo>
                    <a:pt x="687" y="53"/>
                    <a:pt x="690" y="52"/>
                    <a:pt x="691" y="52"/>
                  </a:cubicBezTo>
                  <a:cubicBezTo>
                    <a:pt x="693" y="50"/>
                    <a:pt x="693" y="50"/>
                    <a:pt x="694" y="48"/>
                  </a:cubicBezTo>
                  <a:cubicBezTo>
                    <a:pt x="694" y="47"/>
                    <a:pt x="693" y="46"/>
                    <a:pt x="693" y="46"/>
                  </a:cubicBezTo>
                  <a:cubicBezTo>
                    <a:pt x="694" y="45"/>
                    <a:pt x="695" y="45"/>
                    <a:pt x="695" y="45"/>
                  </a:cubicBezTo>
                  <a:cubicBezTo>
                    <a:pt x="696" y="44"/>
                    <a:pt x="699" y="43"/>
                    <a:pt x="700" y="42"/>
                  </a:cubicBezTo>
                  <a:cubicBezTo>
                    <a:pt x="701" y="40"/>
                    <a:pt x="700" y="39"/>
                    <a:pt x="701" y="37"/>
                  </a:cubicBezTo>
                  <a:cubicBezTo>
                    <a:pt x="702" y="35"/>
                    <a:pt x="703" y="35"/>
                    <a:pt x="705" y="34"/>
                  </a:cubicBezTo>
                  <a:cubicBezTo>
                    <a:pt x="708" y="32"/>
                    <a:pt x="710" y="29"/>
                    <a:pt x="715" y="29"/>
                  </a:cubicBezTo>
                  <a:cubicBezTo>
                    <a:pt x="718" y="28"/>
                    <a:pt x="721" y="29"/>
                    <a:pt x="724" y="28"/>
                  </a:cubicBezTo>
                  <a:cubicBezTo>
                    <a:pt x="725" y="28"/>
                    <a:pt x="727" y="28"/>
                    <a:pt x="728" y="28"/>
                  </a:cubicBezTo>
                  <a:cubicBezTo>
                    <a:pt x="731" y="27"/>
                    <a:pt x="732" y="25"/>
                    <a:pt x="735" y="24"/>
                  </a:cubicBezTo>
                  <a:cubicBezTo>
                    <a:pt x="736" y="24"/>
                    <a:pt x="738" y="24"/>
                    <a:pt x="739" y="24"/>
                  </a:cubicBezTo>
                  <a:cubicBezTo>
                    <a:pt x="740" y="23"/>
                    <a:pt x="741" y="22"/>
                    <a:pt x="742" y="21"/>
                  </a:cubicBezTo>
                  <a:cubicBezTo>
                    <a:pt x="744" y="20"/>
                    <a:pt x="745" y="21"/>
                    <a:pt x="747" y="20"/>
                  </a:cubicBezTo>
                  <a:cubicBezTo>
                    <a:pt x="748" y="19"/>
                    <a:pt x="749" y="17"/>
                    <a:pt x="749" y="15"/>
                  </a:cubicBezTo>
                  <a:cubicBezTo>
                    <a:pt x="750" y="12"/>
                    <a:pt x="750" y="11"/>
                    <a:pt x="752" y="8"/>
                  </a:cubicBezTo>
                  <a:cubicBezTo>
                    <a:pt x="755" y="5"/>
                    <a:pt x="764" y="4"/>
                    <a:pt x="769" y="4"/>
                  </a:cubicBezTo>
                  <a:cubicBezTo>
                    <a:pt x="771" y="4"/>
                    <a:pt x="772" y="4"/>
                    <a:pt x="773" y="4"/>
                  </a:cubicBezTo>
                  <a:cubicBezTo>
                    <a:pt x="784" y="2"/>
                    <a:pt x="784" y="2"/>
                    <a:pt x="784" y="2"/>
                  </a:cubicBezTo>
                  <a:cubicBezTo>
                    <a:pt x="785" y="0"/>
                    <a:pt x="790" y="0"/>
                    <a:pt x="792" y="0"/>
                  </a:cubicBezTo>
                  <a:cubicBezTo>
                    <a:pt x="798" y="0"/>
                    <a:pt x="805" y="3"/>
                    <a:pt x="809" y="6"/>
                  </a:cubicBezTo>
                  <a:cubicBezTo>
                    <a:pt x="812" y="7"/>
                    <a:pt x="814" y="8"/>
                    <a:pt x="817" y="10"/>
                  </a:cubicBezTo>
                  <a:cubicBezTo>
                    <a:pt x="820" y="11"/>
                    <a:pt x="822" y="10"/>
                    <a:pt x="825" y="11"/>
                  </a:cubicBezTo>
                  <a:cubicBezTo>
                    <a:pt x="829" y="13"/>
                    <a:pt x="829" y="14"/>
                    <a:pt x="833" y="14"/>
                  </a:cubicBezTo>
                  <a:cubicBezTo>
                    <a:pt x="837" y="13"/>
                    <a:pt x="841" y="12"/>
                    <a:pt x="845" y="12"/>
                  </a:cubicBezTo>
                  <a:cubicBezTo>
                    <a:pt x="850" y="13"/>
                    <a:pt x="857" y="10"/>
                    <a:pt x="863" y="11"/>
                  </a:cubicBezTo>
                  <a:cubicBezTo>
                    <a:pt x="866" y="11"/>
                    <a:pt x="869" y="12"/>
                    <a:pt x="873" y="13"/>
                  </a:cubicBezTo>
                  <a:cubicBezTo>
                    <a:pt x="875" y="13"/>
                    <a:pt x="877" y="12"/>
                    <a:pt x="879" y="13"/>
                  </a:cubicBezTo>
                  <a:cubicBezTo>
                    <a:pt x="881" y="13"/>
                    <a:pt x="881" y="15"/>
                    <a:pt x="883" y="15"/>
                  </a:cubicBezTo>
                  <a:cubicBezTo>
                    <a:pt x="885" y="15"/>
                    <a:pt x="885" y="15"/>
                    <a:pt x="886" y="17"/>
                  </a:cubicBezTo>
                  <a:cubicBezTo>
                    <a:pt x="890" y="21"/>
                    <a:pt x="890" y="28"/>
                    <a:pt x="892" y="33"/>
                  </a:cubicBezTo>
                  <a:cubicBezTo>
                    <a:pt x="893" y="37"/>
                    <a:pt x="894" y="40"/>
                    <a:pt x="895" y="44"/>
                  </a:cubicBezTo>
                  <a:cubicBezTo>
                    <a:pt x="896" y="51"/>
                    <a:pt x="899" y="58"/>
                    <a:pt x="900" y="64"/>
                  </a:cubicBezTo>
                  <a:cubicBezTo>
                    <a:pt x="902" y="71"/>
                    <a:pt x="897" y="80"/>
                    <a:pt x="900" y="87"/>
                  </a:cubicBezTo>
                  <a:cubicBezTo>
                    <a:pt x="902" y="90"/>
                    <a:pt x="907" y="92"/>
                    <a:pt x="907" y="96"/>
                  </a:cubicBezTo>
                  <a:cubicBezTo>
                    <a:pt x="908" y="100"/>
                    <a:pt x="909" y="104"/>
                    <a:pt x="911" y="107"/>
                  </a:cubicBezTo>
                  <a:cubicBezTo>
                    <a:pt x="913" y="113"/>
                    <a:pt x="918" y="114"/>
                    <a:pt x="918" y="120"/>
                  </a:cubicBezTo>
                  <a:cubicBezTo>
                    <a:pt x="918" y="124"/>
                    <a:pt x="918" y="128"/>
                    <a:pt x="918" y="131"/>
                  </a:cubicBezTo>
                  <a:cubicBezTo>
                    <a:pt x="919" y="136"/>
                    <a:pt x="922" y="140"/>
                    <a:pt x="924" y="145"/>
                  </a:cubicBezTo>
                  <a:cubicBezTo>
                    <a:pt x="925" y="149"/>
                    <a:pt x="925" y="152"/>
                    <a:pt x="924" y="156"/>
                  </a:cubicBezTo>
                  <a:cubicBezTo>
                    <a:pt x="922" y="166"/>
                    <a:pt x="923" y="175"/>
                    <a:pt x="923" y="184"/>
                  </a:cubicBezTo>
                  <a:cubicBezTo>
                    <a:pt x="923" y="191"/>
                    <a:pt x="923" y="197"/>
                    <a:pt x="922" y="204"/>
                  </a:cubicBezTo>
                  <a:cubicBezTo>
                    <a:pt x="922" y="208"/>
                    <a:pt x="920" y="212"/>
                    <a:pt x="920" y="216"/>
                  </a:cubicBezTo>
                  <a:cubicBezTo>
                    <a:pt x="920" y="218"/>
                    <a:pt x="921" y="219"/>
                    <a:pt x="921" y="220"/>
                  </a:cubicBezTo>
                  <a:cubicBezTo>
                    <a:pt x="921" y="224"/>
                    <a:pt x="922" y="225"/>
                    <a:pt x="920" y="227"/>
                  </a:cubicBezTo>
                  <a:cubicBezTo>
                    <a:pt x="916" y="231"/>
                    <a:pt x="916" y="237"/>
                    <a:pt x="917" y="241"/>
                  </a:cubicBezTo>
                  <a:cubicBezTo>
                    <a:pt x="918" y="245"/>
                    <a:pt x="918" y="248"/>
                    <a:pt x="912" y="247"/>
                  </a:cubicBezTo>
                  <a:cubicBezTo>
                    <a:pt x="910" y="247"/>
                    <a:pt x="908" y="245"/>
                    <a:pt x="906" y="244"/>
                  </a:cubicBezTo>
                  <a:cubicBezTo>
                    <a:pt x="903" y="242"/>
                    <a:pt x="900" y="240"/>
                    <a:pt x="897" y="238"/>
                  </a:cubicBezTo>
                  <a:cubicBezTo>
                    <a:pt x="895" y="237"/>
                    <a:pt x="888" y="231"/>
                    <a:pt x="886" y="231"/>
                  </a:cubicBezTo>
                  <a:cubicBezTo>
                    <a:pt x="880" y="233"/>
                    <a:pt x="869" y="239"/>
                    <a:pt x="868" y="245"/>
                  </a:cubicBezTo>
                  <a:cubicBezTo>
                    <a:pt x="866" y="252"/>
                    <a:pt x="862" y="258"/>
                    <a:pt x="858" y="264"/>
                  </a:cubicBezTo>
                  <a:cubicBezTo>
                    <a:pt x="852" y="271"/>
                    <a:pt x="847" y="275"/>
                    <a:pt x="847" y="285"/>
                  </a:cubicBezTo>
                  <a:cubicBezTo>
                    <a:pt x="847" y="289"/>
                    <a:pt x="845" y="296"/>
                    <a:pt x="847" y="300"/>
                  </a:cubicBezTo>
                  <a:cubicBezTo>
                    <a:pt x="848" y="301"/>
                    <a:pt x="851" y="299"/>
                    <a:pt x="852" y="298"/>
                  </a:cubicBezTo>
                  <a:cubicBezTo>
                    <a:pt x="853" y="302"/>
                    <a:pt x="856" y="304"/>
                    <a:pt x="856" y="308"/>
                  </a:cubicBezTo>
                  <a:cubicBezTo>
                    <a:pt x="857" y="310"/>
                    <a:pt x="855" y="311"/>
                    <a:pt x="856" y="313"/>
                  </a:cubicBezTo>
                  <a:cubicBezTo>
                    <a:pt x="857" y="316"/>
                    <a:pt x="859" y="316"/>
                    <a:pt x="861" y="318"/>
                  </a:cubicBezTo>
                  <a:cubicBezTo>
                    <a:pt x="864" y="321"/>
                    <a:pt x="865" y="325"/>
                    <a:pt x="869" y="327"/>
                  </a:cubicBezTo>
                  <a:cubicBezTo>
                    <a:pt x="874" y="329"/>
                    <a:pt x="882" y="332"/>
                    <a:pt x="888" y="333"/>
                  </a:cubicBezTo>
                  <a:cubicBezTo>
                    <a:pt x="894" y="333"/>
                    <a:pt x="900" y="333"/>
                    <a:pt x="905" y="333"/>
                  </a:cubicBezTo>
                  <a:cubicBezTo>
                    <a:pt x="907" y="333"/>
                    <a:pt x="912" y="334"/>
                    <a:pt x="913" y="333"/>
                  </a:cubicBezTo>
                  <a:cubicBezTo>
                    <a:pt x="915" y="332"/>
                    <a:pt x="913" y="322"/>
                    <a:pt x="914" y="319"/>
                  </a:cubicBezTo>
                  <a:cubicBezTo>
                    <a:pt x="914" y="314"/>
                    <a:pt x="916" y="310"/>
                    <a:pt x="917" y="305"/>
                  </a:cubicBezTo>
                  <a:cubicBezTo>
                    <a:pt x="917" y="302"/>
                    <a:pt x="917" y="300"/>
                    <a:pt x="921" y="300"/>
                  </a:cubicBezTo>
                  <a:cubicBezTo>
                    <a:pt x="923" y="301"/>
                    <a:pt x="923" y="302"/>
                    <a:pt x="926" y="303"/>
                  </a:cubicBezTo>
                  <a:cubicBezTo>
                    <a:pt x="927" y="303"/>
                    <a:pt x="929" y="303"/>
                    <a:pt x="931" y="303"/>
                  </a:cubicBezTo>
                  <a:cubicBezTo>
                    <a:pt x="933" y="303"/>
                    <a:pt x="936" y="303"/>
                    <a:pt x="938" y="303"/>
                  </a:cubicBezTo>
                  <a:cubicBezTo>
                    <a:pt x="948" y="303"/>
                    <a:pt x="959" y="303"/>
                    <a:pt x="969" y="303"/>
                  </a:cubicBezTo>
                  <a:cubicBezTo>
                    <a:pt x="967" y="311"/>
                    <a:pt x="965" y="317"/>
                    <a:pt x="963" y="325"/>
                  </a:cubicBezTo>
                  <a:cubicBezTo>
                    <a:pt x="959" y="335"/>
                    <a:pt x="954" y="344"/>
                    <a:pt x="952" y="354"/>
                  </a:cubicBezTo>
                  <a:cubicBezTo>
                    <a:pt x="949" y="363"/>
                    <a:pt x="948" y="371"/>
                    <a:pt x="946" y="380"/>
                  </a:cubicBezTo>
                  <a:cubicBezTo>
                    <a:pt x="945" y="388"/>
                    <a:pt x="940" y="396"/>
                    <a:pt x="935" y="403"/>
                  </a:cubicBezTo>
                  <a:cubicBezTo>
                    <a:pt x="940" y="403"/>
                    <a:pt x="930" y="415"/>
                    <a:pt x="928" y="416"/>
                  </a:cubicBezTo>
                  <a:cubicBezTo>
                    <a:pt x="926" y="419"/>
                    <a:pt x="923" y="421"/>
                    <a:pt x="920" y="424"/>
                  </a:cubicBezTo>
                  <a:cubicBezTo>
                    <a:pt x="919" y="425"/>
                    <a:pt x="918" y="426"/>
                    <a:pt x="917" y="426"/>
                  </a:cubicBezTo>
                  <a:cubicBezTo>
                    <a:pt x="915" y="427"/>
                    <a:pt x="915" y="427"/>
                    <a:pt x="913" y="427"/>
                  </a:cubicBezTo>
                  <a:cubicBezTo>
                    <a:pt x="912" y="427"/>
                    <a:pt x="910" y="427"/>
                    <a:pt x="910" y="428"/>
                  </a:cubicBezTo>
                  <a:cubicBezTo>
                    <a:pt x="909" y="431"/>
                    <a:pt x="912" y="429"/>
                    <a:pt x="912" y="429"/>
                  </a:cubicBezTo>
                  <a:cubicBezTo>
                    <a:pt x="913" y="429"/>
                    <a:pt x="914" y="428"/>
                    <a:pt x="914" y="429"/>
                  </a:cubicBezTo>
                  <a:cubicBezTo>
                    <a:pt x="914" y="430"/>
                    <a:pt x="911" y="432"/>
                    <a:pt x="911" y="432"/>
                  </a:cubicBezTo>
                  <a:cubicBezTo>
                    <a:pt x="909" y="433"/>
                    <a:pt x="908" y="434"/>
                    <a:pt x="906" y="435"/>
                  </a:cubicBezTo>
                  <a:cubicBezTo>
                    <a:pt x="904" y="436"/>
                    <a:pt x="901" y="437"/>
                    <a:pt x="899" y="437"/>
                  </a:cubicBezTo>
                  <a:cubicBezTo>
                    <a:pt x="896" y="437"/>
                    <a:pt x="897" y="437"/>
                    <a:pt x="896" y="437"/>
                  </a:cubicBezTo>
                  <a:cubicBezTo>
                    <a:pt x="891" y="440"/>
                    <a:pt x="887" y="448"/>
                    <a:pt x="883" y="451"/>
                  </a:cubicBezTo>
                  <a:cubicBezTo>
                    <a:pt x="876" y="458"/>
                    <a:pt x="870" y="464"/>
                    <a:pt x="864" y="472"/>
                  </a:cubicBezTo>
                  <a:cubicBezTo>
                    <a:pt x="859" y="478"/>
                    <a:pt x="854" y="485"/>
                    <a:pt x="851" y="492"/>
                  </a:cubicBezTo>
                  <a:cubicBezTo>
                    <a:pt x="851" y="493"/>
                    <a:pt x="850" y="496"/>
                    <a:pt x="850" y="496"/>
                  </a:cubicBezTo>
                  <a:cubicBezTo>
                    <a:pt x="849" y="497"/>
                    <a:pt x="848" y="496"/>
                    <a:pt x="847" y="499"/>
                  </a:cubicBezTo>
                  <a:cubicBezTo>
                    <a:pt x="848" y="499"/>
                    <a:pt x="850" y="498"/>
                    <a:pt x="851" y="498"/>
                  </a:cubicBezTo>
                  <a:cubicBezTo>
                    <a:pt x="849" y="503"/>
                    <a:pt x="841" y="506"/>
                    <a:pt x="838" y="511"/>
                  </a:cubicBezTo>
                  <a:cubicBezTo>
                    <a:pt x="832" y="521"/>
                    <a:pt x="827" y="532"/>
                    <a:pt x="820" y="541"/>
                  </a:cubicBezTo>
                  <a:cubicBezTo>
                    <a:pt x="816" y="547"/>
                    <a:pt x="813" y="555"/>
                    <a:pt x="808" y="560"/>
                  </a:cubicBezTo>
                  <a:cubicBezTo>
                    <a:pt x="802" y="566"/>
                    <a:pt x="798" y="573"/>
                    <a:pt x="792" y="579"/>
                  </a:cubicBezTo>
                  <a:cubicBezTo>
                    <a:pt x="786" y="585"/>
                    <a:pt x="782" y="591"/>
                    <a:pt x="774" y="596"/>
                  </a:cubicBezTo>
                  <a:cubicBezTo>
                    <a:pt x="773" y="597"/>
                    <a:pt x="771" y="597"/>
                    <a:pt x="770" y="597"/>
                  </a:cubicBezTo>
                  <a:cubicBezTo>
                    <a:pt x="768" y="599"/>
                    <a:pt x="766" y="601"/>
                    <a:pt x="764" y="603"/>
                  </a:cubicBezTo>
                  <a:cubicBezTo>
                    <a:pt x="762" y="605"/>
                    <a:pt x="760" y="607"/>
                    <a:pt x="757" y="609"/>
                  </a:cubicBezTo>
                  <a:cubicBezTo>
                    <a:pt x="755" y="610"/>
                    <a:pt x="752" y="611"/>
                    <a:pt x="749" y="613"/>
                  </a:cubicBezTo>
                  <a:cubicBezTo>
                    <a:pt x="747" y="614"/>
                    <a:pt x="746" y="617"/>
                    <a:pt x="744" y="619"/>
                  </a:cubicBezTo>
                  <a:cubicBezTo>
                    <a:pt x="742" y="621"/>
                    <a:pt x="740" y="624"/>
                    <a:pt x="738" y="626"/>
                  </a:cubicBezTo>
                  <a:cubicBezTo>
                    <a:pt x="736" y="629"/>
                    <a:pt x="733" y="630"/>
                    <a:pt x="731" y="632"/>
                  </a:cubicBezTo>
                  <a:cubicBezTo>
                    <a:pt x="729" y="634"/>
                    <a:pt x="728" y="638"/>
                    <a:pt x="725" y="640"/>
                  </a:cubicBezTo>
                  <a:cubicBezTo>
                    <a:pt x="721" y="644"/>
                    <a:pt x="718" y="649"/>
                    <a:pt x="713" y="652"/>
                  </a:cubicBezTo>
                  <a:cubicBezTo>
                    <a:pt x="708" y="657"/>
                    <a:pt x="703" y="660"/>
                    <a:pt x="698" y="665"/>
                  </a:cubicBezTo>
                  <a:cubicBezTo>
                    <a:pt x="692" y="671"/>
                    <a:pt x="685" y="676"/>
                    <a:pt x="678" y="681"/>
                  </a:cubicBezTo>
                  <a:cubicBezTo>
                    <a:pt x="676" y="683"/>
                    <a:pt x="672" y="683"/>
                    <a:pt x="670" y="685"/>
                  </a:cubicBezTo>
                  <a:cubicBezTo>
                    <a:pt x="669" y="687"/>
                    <a:pt x="668" y="688"/>
                    <a:pt x="667" y="690"/>
                  </a:cubicBezTo>
                  <a:cubicBezTo>
                    <a:pt x="664" y="693"/>
                    <a:pt x="660" y="695"/>
                    <a:pt x="657" y="698"/>
                  </a:cubicBezTo>
                  <a:cubicBezTo>
                    <a:pt x="654" y="701"/>
                    <a:pt x="650" y="702"/>
                    <a:pt x="646" y="704"/>
                  </a:cubicBezTo>
                  <a:cubicBezTo>
                    <a:pt x="642" y="707"/>
                    <a:pt x="638" y="711"/>
                    <a:pt x="633" y="713"/>
                  </a:cubicBezTo>
                  <a:cubicBezTo>
                    <a:pt x="627" y="717"/>
                    <a:pt x="621" y="722"/>
                    <a:pt x="615" y="726"/>
                  </a:cubicBezTo>
                  <a:cubicBezTo>
                    <a:pt x="613" y="727"/>
                    <a:pt x="610" y="729"/>
                    <a:pt x="608" y="730"/>
                  </a:cubicBezTo>
                  <a:cubicBezTo>
                    <a:pt x="604" y="733"/>
                    <a:pt x="599" y="734"/>
                    <a:pt x="595" y="736"/>
                  </a:cubicBezTo>
                  <a:cubicBezTo>
                    <a:pt x="592" y="738"/>
                    <a:pt x="590" y="738"/>
                    <a:pt x="586" y="739"/>
                  </a:cubicBezTo>
                  <a:cubicBezTo>
                    <a:pt x="582" y="741"/>
                    <a:pt x="579" y="743"/>
                    <a:pt x="575" y="745"/>
                  </a:cubicBezTo>
                  <a:cubicBezTo>
                    <a:pt x="569" y="747"/>
                    <a:pt x="564" y="747"/>
                    <a:pt x="557" y="746"/>
                  </a:cubicBezTo>
                  <a:cubicBezTo>
                    <a:pt x="549" y="744"/>
                    <a:pt x="542" y="742"/>
                    <a:pt x="534" y="744"/>
                  </a:cubicBezTo>
                  <a:cubicBezTo>
                    <a:pt x="528" y="746"/>
                    <a:pt x="517" y="752"/>
                    <a:pt x="521" y="759"/>
                  </a:cubicBezTo>
                  <a:cubicBezTo>
                    <a:pt x="522" y="760"/>
                    <a:pt x="526" y="762"/>
                    <a:pt x="524" y="764"/>
                  </a:cubicBezTo>
                  <a:cubicBezTo>
                    <a:pt x="523" y="766"/>
                    <a:pt x="513" y="764"/>
                    <a:pt x="511" y="764"/>
                  </a:cubicBezTo>
                  <a:cubicBezTo>
                    <a:pt x="506" y="764"/>
                    <a:pt x="503" y="761"/>
                    <a:pt x="498" y="760"/>
                  </a:cubicBezTo>
                  <a:cubicBezTo>
                    <a:pt x="494" y="759"/>
                    <a:pt x="486" y="758"/>
                    <a:pt x="482" y="761"/>
                  </a:cubicBezTo>
                  <a:cubicBezTo>
                    <a:pt x="479" y="763"/>
                    <a:pt x="480" y="765"/>
                    <a:pt x="478" y="768"/>
                  </a:cubicBezTo>
                  <a:cubicBezTo>
                    <a:pt x="478" y="769"/>
                    <a:pt x="476" y="769"/>
                    <a:pt x="476" y="770"/>
                  </a:cubicBezTo>
                  <a:cubicBezTo>
                    <a:pt x="475" y="771"/>
                    <a:pt x="476" y="773"/>
                    <a:pt x="475" y="773"/>
                  </a:cubicBezTo>
                  <a:cubicBezTo>
                    <a:pt x="475" y="775"/>
                    <a:pt x="470" y="774"/>
                    <a:pt x="467" y="774"/>
                  </a:cubicBezTo>
                  <a:cubicBezTo>
                    <a:pt x="463" y="773"/>
                    <a:pt x="460" y="774"/>
                    <a:pt x="457" y="773"/>
                  </a:cubicBezTo>
                  <a:cubicBezTo>
                    <a:pt x="454" y="772"/>
                    <a:pt x="451" y="770"/>
                    <a:pt x="448" y="769"/>
                  </a:cubicBezTo>
                  <a:cubicBezTo>
                    <a:pt x="445" y="768"/>
                    <a:pt x="440" y="767"/>
                    <a:pt x="436" y="766"/>
                  </a:cubicBezTo>
                  <a:cubicBezTo>
                    <a:pt x="432" y="765"/>
                    <a:pt x="426" y="765"/>
                    <a:pt x="421" y="764"/>
                  </a:cubicBezTo>
                  <a:cubicBezTo>
                    <a:pt x="415" y="762"/>
                    <a:pt x="408" y="761"/>
                    <a:pt x="402" y="761"/>
                  </a:cubicBezTo>
                  <a:cubicBezTo>
                    <a:pt x="399" y="762"/>
                    <a:pt x="395" y="762"/>
                    <a:pt x="393" y="763"/>
                  </a:cubicBezTo>
                  <a:cubicBezTo>
                    <a:pt x="391" y="764"/>
                    <a:pt x="388" y="769"/>
                    <a:pt x="392" y="769"/>
                  </a:cubicBezTo>
                  <a:cubicBezTo>
                    <a:pt x="388" y="769"/>
                    <a:pt x="383" y="768"/>
                    <a:pt x="379" y="768"/>
                  </a:cubicBezTo>
                  <a:cubicBezTo>
                    <a:pt x="377" y="767"/>
                    <a:pt x="375" y="768"/>
                    <a:pt x="373" y="767"/>
                  </a:cubicBezTo>
                  <a:cubicBezTo>
                    <a:pt x="371" y="766"/>
                    <a:pt x="370" y="762"/>
                    <a:pt x="369" y="764"/>
                  </a:cubicBezTo>
                  <a:cubicBezTo>
                    <a:pt x="369" y="766"/>
                    <a:pt x="372" y="766"/>
                    <a:pt x="372" y="767"/>
                  </a:cubicBezTo>
                  <a:cubicBezTo>
                    <a:pt x="370" y="770"/>
                    <a:pt x="363" y="768"/>
                    <a:pt x="360" y="765"/>
                  </a:cubicBezTo>
                  <a:cubicBezTo>
                    <a:pt x="359" y="764"/>
                    <a:pt x="357" y="759"/>
                    <a:pt x="355" y="761"/>
                  </a:cubicBezTo>
                  <a:cubicBezTo>
                    <a:pt x="354" y="761"/>
                    <a:pt x="357" y="763"/>
                    <a:pt x="357" y="764"/>
                  </a:cubicBezTo>
                  <a:cubicBezTo>
                    <a:pt x="356" y="767"/>
                    <a:pt x="350" y="762"/>
                    <a:pt x="347" y="762"/>
                  </a:cubicBezTo>
                  <a:cubicBezTo>
                    <a:pt x="342" y="761"/>
                    <a:pt x="340" y="766"/>
                    <a:pt x="336" y="766"/>
                  </a:cubicBezTo>
                  <a:cubicBezTo>
                    <a:pt x="331" y="766"/>
                    <a:pt x="328" y="765"/>
                    <a:pt x="323" y="767"/>
                  </a:cubicBezTo>
                  <a:cubicBezTo>
                    <a:pt x="321" y="768"/>
                    <a:pt x="315" y="772"/>
                    <a:pt x="320" y="773"/>
                  </a:cubicBezTo>
                  <a:cubicBezTo>
                    <a:pt x="317" y="775"/>
                    <a:pt x="313" y="774"/>
                    <a:pt x="310" y="776"/>
                  </a:cubicBezTo>
                  <a:cubicBezTo>
                    <a:pt x="306" y="777"/>
                    <a:pt x="308" y="780"/>
                    <a:pt x="305" y="783"/>
                  </a:cubicBezTo>
                  <a:cubicBezTo>
                    <a:pt x="301" y="789"/>
                    <a:pt x="292" y="787"/>
                    <a:pt x="287" y="785"/>
                  </a:cubicBezTo>
                  <a:cubicBezTo>
                    <a:pt x="280" y="783"/>
                    <a:pt x="277" y="790"/>
                    <a:pt x="270" y="789"/>
                  </a:cubicBezTo>
                  <a:cubicBezTo>
                    <a:pt x="266" y="789"/>
                    <a:pt x="262" y="786"/>
                    <a:pt x="258" y="785"/>
                  </a:cubicBezTo>
                  <a:cubicBezTo>
                    <a:pt x="252" y="784"/>
                    <a:pt x="249" y="786"/>
                    <a:pt x="244" y="787"/>
                  </a:cubicBezTo>
                  <a:cubicBezTo>
                    <a:pt x="243" y="787"/>
                    <a:pt x="243" y="787"/>
                    <a:pt x="242" y="788"/>
                  </a:cubicBezTo>
                  <a:cubicBezTo>
                    <a:pt x="244" y="788"/>
                    <a:pt x="245" y="788"/>
                    <a:pt x="245" y="790"/>
                  </a:cubicBezTo>
                  <a:cubicBezTo>
                    <a:pt x="245" y="792"/>
                    <a:pt x="241" y="791"/>
                    <a:pt x="239" y="791"/>
                  </a:cubicBezTo>
                  <a:cubicBezTo>
                    <a:pt x="235" y="790"/>
                    <a:pt x="230" y="790"/>
                    <a:pt x="226" y="791"/>
                  </a:cubicBezTo>
                  <a:cubicBezTo>
                    <a:pt x="222" y="792"/>
                    <a:pt x="221" y="795"/>
                    <a:pt x="219" y="797"/>
                  </a:cubicBezTo>
                  <a:cubicBezTo>
                    <a:pt x="216" y="799"/>
                    <a:pt x="212" y="802"/>
                    <a:pt x="209" y="804"/>
                  </a:cubicBezTo>
                  <a:cubicBezTo>
                    <a:pt x="207" y="805"/>
                    <a:pt x="203" y="806"/>
                    <a:pt x="200" y="808"/>
                  </a:cubicBezTo>
                  <a:cubicBezTo>
                    <a:pt x="198" y="811"/>
                    <a:pt x="199" y="815"/>
                    <a:pt x="195" y="815"/>
                  </a:cubicBezTo>
                  <a:cubicBezTo>
                    <a:pt x="192" y="814"/>
                    <a:pt x="190" y="811"/>
                    <a:pt x="187" y="810"/>
                  </a:cubicBezTo>
                  <a:cubicBezTo>
                    <a:pt x="184" y="809"/>
                    <a:pt x="180" y="810"/>
                    <a:pt x="177" y="810"/>
                  </a:cubicBezTo>
                  <a:cubicBezTo>
                    <a:pt x="176" y="810"/>
                    <a:pt x="177" y="812"/>
                    <a:pt x="175" y="811"/>
                  </a:cubicBezTo>
                  <a:cubicBezTo>
                    <a:pt x="173" y="811"/>
                    <a:pt x="171" y="809"/>
                    <a:pt x="170" y="808"/>
                  </a:cubicBezTo>
                  <a:cubicBezTo>
                    <a:pt x="168" y="807"/>
                    <a:pt x="167" y="805"/>
                    <a:pt x="166" y="804"/>
                  </a:cubicBezTo>
                  <a:cubicBezTo>
                    <a:pt x="164" y="803"/>
                    <a:pt x="162" y="801"/>
                    <a:pt x="161" y="801"/>
                  </a:cubicBezTo>
                  <a:cubicBezTo>
                    <a:pt x="159" y="800"/>
                    <a:pt x="156" y="803"/>
                    <a:pt x="155" y="801"/>
                  </a:cubicBezTo>
                  <a:cubicBezTo>
                    <a:pt x="154" y="800"/>
                    <a:pt x="159" y="797"/>
                    <a:pt x="159" y="795"/>
                  </a:cubicBezTo>
                  <a:cubicBezTo>
                    <a:pt x="159" y="792"/>
                    <a:pt x="156" y="788"/>
                    <a:pt x="153" y="788"/>
                  </a:cubicBezTo>
                  <a:cubicBezTo>
                    <a:pt x="151" y="788"/>
                    <a:pt x="147" y="790"/>
                    <a:pt x="145" y="788"/>
                  </a:cubicBezTo>
                  <a:cubicBezTo>
                    <a:pt x="143" y="785"/>
                    <a:pt x="149" y="783"/>
                    <a:pt x="147" y="781"/>
                  </a:cubicBezTo>
                  <a:cubicBezTo>
                    <a:pt x="145" y="780"/>
                    <a:pt x="144" y="784"/>
                    <a:pt x="143" y="784"/>
                  </a:cubicBezTo>
                  <a:cubicBezTo>
                    <a:pt x="141" y="784"/>
                    <a:pt x="139" y="784"/>
                    <a:pt x="138" y="784"/>
                  </a:cubicBezTo>
                  <a:cubicBezTo>
                    <a:pt x="136" y="784"/>
                    <a:pt x="132" y="786"/>
                    <a:pt x="130" y="786"/>
                  </a:cubicBezTo>
                  <a:cubicBezTo>
                    <a:pt x="127" y="786"/>
                    <a:pt x="127" y="782"/>
                    <a:pt x="129" y="779"/>
                  </a:cubicBezTo>
                  <a:cubicBezTo>
                    <a:pt x="131" y="777"/>
                    <a:pt x="129" y="777"/>
                    <a:pt x="129" y="775"/>
                  </a:cubicBezTo>
                  <a:cubicBezTo>
                    <a:pt x="129" y="774"/>
                    <a:pt x="130" y="773"/>
                    <a:pt x="130" y="772"/>
                  </a:cubicBezTo>
                  <a:cubicBezTo>
                    <a:pt x="130" y="766"/>
                    <a:pt x="121" y="765"/>
                    <a:pt x="114" y="766"/>
                  </a:cubicBezTo>
                  <a:cubicBezTo>
                    <a:pt x="114" y="766"/>
                    <a:pt x="102" y="792"/>
                    <a:pt x="100" y="772"/>
                  </a:cubicBezTo>
                  <a:cubicBezTo>
                    <a:pt x="100" y="771"/>
                    <a:pt x="102" y="767"/>
                    <a:pt x="102" y="765"/>
                  </a:cubicBezTo>
                  <a:cubicBezTo>
                    <a:pt x="98" y="767"/>
                    <a:pt x="103" y="757"/>
                    <a:pt x="104" y="756"/>
                  </a:cubicBezTo>
                  <a:cubicBezTo>
                    <a:pt x="106" y="755"/>
                    <a:pt x="110" y="758"/>
                    <a:pt x="110" y="753"/>
                  </a:cubicBezTo>
                  <a:cubicBezTo>
                    <a:pt x="110" y="752"/>
                    <a:pt x="109" y="750"/>
                    <a:pt x="108" y="749"/>
                  </a:cubicBezTo>
                  <a:cubicBezTo>
                    <a:pt x="108" y="747"/>
                    <a:pt x="108" y="745"/>
                    <a:pt x="108" y="743"/>
                  </a:cubicBezTo>
                  <a:cubicBezTo>
                    <a:pt x="106" y="739"/>
                    <a:pt x="102" y="737"/>
                    <a:pt x="101" y="734"/>
                  </a:cubicBezTo>
                  <a:cubicBezTo>
                    <a:pt x="100" y="733"/>
                    <a:pt x="101" y="731"/>
                    <a:pt x="101" y="730"/>
                  </a:cubicBezTo>
                  <a:cubicBezTo>
                    <a:pt x="100" y="727"/>
                    <a:pt x="98" y="725"/>
                    <a:pt x="96" y="723"/>
                  </a:cubicBezTo>
                  <a:cubicBezTo>
                    <a:pt x="95" y="722"/>
                    <a:pt x="93" y="722"/>
                    <a:pt x="92" y="721"/>
                  </a:cubicBezTo>
                  <a:cubicBezTo>
                    <a:pt x="91" y="720"/>
                    <a:pt x="91" y="716"/>
                    <a:pt x="90" y="714"/>
                  </a:cubicBezTo>
                  <a:cubicBezTo>
                    <a:pt x="88" y="711"/>
                    <a:pt x="79" y="706"/>
                    <a:pt x="82" y="703"/>
                  </a:cubicBezTo>
                  <a:cubicBezTo>
                    <a:pt x="83" y="702"/>
                    <a:pt x="83" y="703"/>
                    <a:pt x="83" y="702"/>
                  </a:cubicBezTo>
                  <a:cubicBezTo>
                    <a:pt x="83" y="703"/>
                    <a:pt x="83" y="703"/>
                    <a:pt x="83" y="704"/>
                  </a:cubicBezTo>
                  <a:cubicBezTo>
                    <a:pt x="83" y="704"/>
                    <a:pt x="94" y="715"/>
                    <a:pt x="89" y="708"/>
                  </a:cubicBezTo>
                  <a:cubicBezTo>
                    <a:pt x="88" y="707"/>
                    <a:pt x="87" y="706"/>
                    <a:pt x="86" y="705"/>
                  </a:cubicBezTo>
                  <a:cubicBezTo>
                    <a:pt x="85" y="703"/>
                    <a:pt x="86" y="702"/>
                    <a:pt x="86" y="700"/>
                  </a:cubicBezTo>
                  <a:cubicBezTo>
                    <a:pt x="85" y="699"/>
                    <a:pt x="84" y="698"/>
                    <a:pt x="82" y="698"/>
                  </a:cubicBezTo>
                  <a:cubicBezTo>
                    <a:pt x="80" y="698"/>
                    <a:pt x="81" y="700"/>
                    <a:pt x="79" y="700"/>
                  </a:cubicBezTo>
                  <a:cubicBezTo>
                    <a:pt x="76" y="701"/>
                    <a:pt x="77" y="697"/>
                    <a:pt x="77" y="695"/>
                  </a:cubicBezTo>
                  <a:cubicBezTo>
                    <a:pt x="76" y="694"/>
                    <a:pt x="76" y="692"/>
                    <a:pt x="76" y="691"/>
                  </a:cubicBezTo>
                  <a:cubicBezTo>
                    <a:pt x="76" y="691"/>
                    <a:pt x="77" y="690"/>
                    <a:pt x="77" y="690"/>
                  </a:cubicBezTo>
                  <a:cubicBezTo>
                    <a:pt x="77" y="689"/>
                    <a:pt x="76" y="687"/>
                    <a:pt x="76" y="687"/>
                  </a:cubicBezTo>
                  <a:cubicBezTo>
                    <a:pt x="76" y="687"/>
                    <a:pt x="74" y="687"/>
                    <a:pt x="76" y="686"/>
                  </a:cubicBezTo>
                  <a:cubicBezTo>
                    <a:pt x="76" y="686"/>
                    <a:pt x="78" y="685"/>
                    <a:pt x="78" y="685"/>
                  </a:cubicBezTo>
                  <a:cubicBezTo>
                    <a:pt x="79" y="683"/>
                    <a:pt x="78" y="682"/>
                    <a:pt x="79" y="680"/>
                  </a:cubicBezTo>
                  <a:cubicBezTo>
                    <a:pt x="82" y="676"/>
                    <a:pt x="84" y="682"/>
                    <a:pt x="86" y="683"/>
                  </a:cubicBezTo>
                  <a:cubicBezTo>
                    <a:pt x="92" y="685"/>
                    <a:pt x="100" y="677"/>
                    <a:pt x="102" y="672"/>
                  </a:cubicBezTo>
                  <a:cubicBezTo>
                    <a:pt x="103" y="669"/>
                    <a:pt x="104" y="666"/>
                    <a:pt x="104" y="662"/>
                  </a:cubicBezTo>
                  <a:cubicBezTo>
                    <a:pt x="104" y="661"/>
                    <a:pt x="103" y="659"/>
                    <a:pt x="104" y="657"/>
                  </a:cubicBezTo>
                  <a:cubicBezTo>
                    <a:pt x="104" y="655"/>
                    <a:pt x="105" y="653"/>
                    <a:pt x="105" y="651"/>
                  </a:cubicBezTo>
                  <a:cubicBezTo>
                    <a:pt x="104" y="647"/>
                    <a:pt x="104" y="643"/>
                    <a:pt x="103" y="639"/>
                  </a:cubicBezTo>
                  <a:cubicBezTo>
                    <a:pt x="103" y="636"/>
                    <a:pt x="101" y="633"/>
                    <a:pt x="101" y="630"/>
                  </a:cubicBezTo>
                  <a:cubicBezTo>
                    <a:pt x="101" y="626"/>
                    <a:pt x="100" y="624"/>
                    <a:pt x="99" y="620"/>
                  </a:cubicBezTo>
                  <a:cubicBezTo>
                    <a:pt x="97" y="612"/>
                    <a:pt x="91" y="607"/>
                    <a:pt x="87" y="600"/>
                  </a:cubicBezTo>
                  <a:cubicBezTo>
                    <a:pt x="84" y="594"/>
                    <a:pt x="78" y="588"/>
                    <a:pt x="74" y="582"/>
                  </a:cubicBezTo>
                  <a:cubicBezTo>
                    <a:pt x="71" y="575"/>
                    <a:pt x="66" y="568"/>
                    <a:pt x="63" y="562"/>
                  </a:cubicBezTo>
                  <a:cubicBezTo>
                    <a:pt x="60" y="555"/>
                    <a:pt x="58" y="549"/>
                    <a:pt x="54" y="542"/>
                  </a:cubicBezTo>
                  <a:cubicBezTo>
                    <a:pt x="52" y="537"/>
                    <a:pt x="47" y="532"/>
                    <a:pt x="46" y="527"/>
                  </a:cubicBezTo>
                  <a:cubicBezTo>
                    <a:pt x="44" y="521"/>
                    <a:pt x="42" y="514"/>
                    <a:pt x="40" y="507"/>
                  </a:cubicBezTo>
                  <a:cubicBezTo>
                    <a:pt x="38" y="501"/>
                    <a:pt x="36" y="496"/>
                    <a:pt x="34" y="490"/>
                  </a:cubicBezTo>
                  <a:cubicBezTo>
                    <a:pt x="33" y="482"/>
                    <a:pt x="31" y="476"/>
                    <a:pt x="29" y="469"/>
                  </a:cubicBezTo>
                  <a:cubicBezTo>
                    <a:pt x="27" y="462"/>
                    <a:pt x="23" y="457"/>
                    <a:pt x="21" y="451"/>
                  </a:cubicBezTo>
                  <a:cubicBezTo>
                    <a:pt x="21" y="447"/>
                    <a:pt x="19" y="446"/>
                    <a:pt x="17" y="444"/>
                  </a:cubicBezTo>
                  <a:cubicBezTo>
                    <a:pt x="15" y="441"/>
                    <a:pt x="15" y="437"/>
                    <a:pt x="12" y="435"/>
                  </a:cubicBezTo>
                  <a:cubicBezTo>
                    <a:pt x="11" y="434"/>
                    <a:pt x="9" y="433"/>
                    <a:pt x="8" y="432"/>
                  </a:cubicBezTo>
                  <a:cubicBezTo>
                    <a:pt x="8" y="431"/>
                    <a:pt x="6" y="428"/>
                    <a:pt x="6" y="426"/>
                  </a:cubicBezTo>
                  <a:cubicBezTo>
                    <a:pt x="7" y="422"/>
                    <a:pt x="3" y="421"/>
                    <a:pt x="2" y="418"/>
                  </a:cubicBezTo>
                  <a:cubicBezTo>
                    <a:pt x="0" y="414"/>
                    <a:pt x="4" y="413"/>
                    <a:pt x="7" y="411"/>
                  </a:cubicBezTo>
                  <a:cubicBezTo>
                    <a:pt x="10" y="410"/>
                    <a:pt x="11" y="407"/>
                    <a:pt x="14" y="407"/>
                  </a:cubicBezTo>
                  <a:cubicBezTo>
                    <a:pt x="15" y="407"/>
                    <a:pt x="14" y="409"/>
                    <a:pt x="15" y="409"/>
                  </a:cubicBezTo>
                  <a:cubicBezTo>
                    <a:pt x="16" y="409"/>
                    <a:pt x="18" y="406"/>
                    <a:pt x="18" y="405"/>
                  </a:cubicBezTo>
                  <a:cubicBezTo>
                    <a:pt x="20" y="403"/>
                    <a:pt x="20" y="399"/>
                    <a:pt x="19" y="398"/>
                  </a:cubicBezTo>
                  <a:cubicBezTo>
                    <a:pt x="19" y="396"/>
                    <a:pt x="18" y="395"/>
                    <a:pt x="19" y="394"/>
                  </a:cubicBezTo>
                  <a:cubicBezTo>
                    <a:pt x="19" y="393"/>
                    <a:pt x="21" y="394"/>
                    <a:pt x="21" y="394"/>
                  </a:cubicBezTo>
                  <a:cubicBezTo>
                    <a:pt x="20" y="394"/>
                    <a:pt x="22" y="392"/>
                    <a:pt x="22" y="392"/>
                  </a:cubicBezTo>
                  <a:cubicBezTo>
                    <a:pt x="22" y="392"/>
                    <a:pt x="21" y="391"/>
                    <a:pt x="21" y="391"/>
                  </a:cubicBezTo>
                  <a:cubicBezTo>
                    <a:pt x="21" y="390"/>
                    <a:pt x="23" y="391"/>
                    <a:pt x="23" y="390"/>
                  </a:cubicBezTo>
                  <a:cubicBezTo>
                    <a:pt x="23" y="390"/>
                    <a:pt x="24" y="388"/>
                    <a:pt x="23" y="389"/>
                  </a:cubicBezTo>
                  <a:cubicBezTo>
                    <a:pt x="22" y="389"/>
                    <a:pt x="25" y="387"/>
                    <a:pt x="24" y="388"/>
                  </a:cubicBezTo>
                  <a:cubicBezTo>
                    <a:pt x="24" y="388"/>
                    <a:pt x="25" y="387"/>
                    <a:pt x="26" y="387"/>
                  </a:cubicBezTo>
                  <a:cubicBezTo>
                    <a:pt x="26" y="387"/>
                    <a:pt x="26" y="386"/>
                    <a:pt x="26" y="385"/>
                  </a:cubicBezTo>
                  <a:cubicBezTo>
                    <a:pt x="26" y="384"/>
                    <a:pt x="25" y="382"/>
                    <a:pt x="27" y="381"/>
                  </a:cubicBezTo>
                  <a:cubicBezTo>
                    <a:pt x="29" y="381"/>
                    <a:pt x="31" y="381"/>
                    <a:pt x="32" y="381"/>
                  </a:cubicBezTo>
                  <a:cubicBezTo>
                    <a:pt x="33" y="380"/>
                    <a:pt x="34" y="379"/>
                    <a:pt x="36" y="379"/>
                  </a:cubicBezTo>
                  <a:cubicBezTo>
                    <a:pt x="38" y="379"/>
                    <a:pt x="43" y="384"/>
                    <a:pt x="44" y="385"/>
                  </a:cubicBezTo>
                  <a:cubicBezTo>
                    <a:pt x="45" y="388"/>
                    <a:pt x="42" y="392"/>
                    <a:pt x="47" y="392"/>
                  </a:cubicBezTo>
                  <a:cubicBezTo>
                    <a:pt x="51" y="393"/>
                    <a:pt x="51" y="389"/>
                    <a:pt x="53" y="394"/>
                  </a:cubicBezTo>
                  <a:cubicBezTo>
                    <a:pt x="54" y="396"/>
                    <a:pt x="56" y="400"/>
                    <a:pt x="55" y="402"/>
                  </a:cubicBezTo>
                  <a:cubicBezTo>
                    <a:pt x="54" y="405"/>
                    <a:pt x="51" y="405"/>
                    <a:pt x="52" y="408"/>
                  </a:cubicBezTo>
                  <a:cubicBezTo>
                    <a:pt x="52" y="411"/>
                    <a:pt x="56" y="413"/>
                    <a:pt x="56" y="415"/>
                  </a:cubicBezTo>
                  <a:cubicBezTo>
                    <a:pt x="57" y="419"/>
                    <a:pt x="52" y="422"/>
                    <a:pt x="58" y="422"/>
                  </a:cubicBezTo>
                  <a:cubicBezTo>
                    <a:pt x="60" y="422"/>
                    <a:pt x="65" y="420"/>
                    <a:pt x="66" y="421"/>
                  </a:cubicBezTo>
                  <a:cubicBezTo>
                    <a:pt x="69" y="424"/>
                    <a:pt x="65" y="427"/>
                    <a:pt x="72" y="426"/>
                  </a:cubicBezTo>
                  <a:cubicBezTo>
                    <a:pt x="75" y="426"/>
                    <a:pt x="77" y="425"/>
                    <a:pt x="80" y="426"/>
                  </a:cubicBezTo>
                  <a:cubicBezTo>
                    <a:pt x="83" y="427"/>
                    <a:pt x="87" y="427"/>
                    <a:pt x="89" y="429"/>
                  </a:cubicBezTo>
                  <a:cubicBezTo>
                    <a:pt x="92" y="431"/>
                    <a:pt x="92" y="432"/>
                    <a:pt x="95" y="433"/>
                  </a:cubicBezTo>
                  <a:cubicBezTo>
                    <a:pt x="100" y="434"/>
                    <a:pt x="101" y="434"/>
                    <a:pt x="105" y="434"/>
                  </a:cubicBezTo>
                  <a:cubicBezTo>
                    <a:pt x="108" y="433"/>
                    <a:pt x="112" y="435"/>
                    <a:pt x="115" y="434"/>
                  </a:cubicBezTo>
                  <a:cubicBezTo>
                    <a:pt x="121" y="433"/>
                    <a:pt x="129" y="430"/>
                    <a:pt x="135" y="431"/>
                  </a:cubicBezTo>
                  <a:cubicBezTo>
                    <a:pt x="138" y="431"/>
                    <a:pt x="142" y="432"/>
                    <a:pt x="145" y="432"/>
                  </a:cubicBezTo>
                  <a:cubicBezTo>
                    <a:pt x="147" y="433"/>
                    <a:pt x="146" y="434"/>
                    <a:pt x="148" y="435"/>
                  </a:cubicBezTo>
                  <a:cubicBezTo>
                    <a:pt x="150" y="437"/>
                    <a:pt x="153" y="439"/>
                    <a:pt x="156" y="438"/>
                  </a:cubicBezTo>
                  <a:cubicBezTo>
                    <a:pt x="158" y="438"/>
                    <a:pt x="161" y="436"/>
                    <a:pt x="163" y="435"/>
                  </a:cubicBezTo>
                  <a:cubicBezTo>
                    <a:pt x="165" y="434"/>
                    <a:pt x="165" y="435"/>
                    <a:pt x="165" y="433"/>
                  </a:cubicBezTo>
                  <a:cubicBezTo>
                    <a:pt x="165" y="430"/>
                    <a:pt x="161" y="428"/>
                    <a:pt x="164" y="425"/>
                  </a:cubicBezTo>
                  <a:cubicBezTo>
                    <a:pt x="166" y="422"/>
                    <a:pt x="170" y="424"/>
                    <a:pt x="173" y="423"/>
                  </a:cubicBezTo>
                  <a:cubicBezTo>
                    <a:pt x="177" y="421"/>
                    <a:pt x="177" y="420"/>
                    <a:pt x="178" y="417"/>
                  </a:cubicBezTo>
                  <a:cubicBezTo>
                    <a:pt x="180" y="414"/>
                    <a:pt x="181" y="411"/>
                    <a:pt x="184" y="411"/>
                  </a:cubicBezTo>
                  <a:cubicBezTo>
                    <a:pt x="187" y="409"/>
                    <a:pt x="191" y="409"/>
                    <a:pt x="194" y="408"/>
                  </a:cubicBezTo>
                  <a:cubicBezTo>
                    <a:pt x="196" y="408"/>
                    <a:pt x="196" y="408"/>
                    <a:pt x="198" y="407"/>
                  </a:cubicBezTo>
                  <a:cubicBezTo>
                    <a:pt x="200" y="406"/>
                    <a:pt x="200" y="405"/>
                    <a:pt x="203" y="405"/>
                  </a:cubicBezTo>
                  <a:cubicBezTo>
                    <a:pt x="205" y="404"/>
                    <a:pt x="208" y="405"/>
                    <a:pt x="208" y="403"/>
                  </a:cubicBezTo>
                  <a:cubicBezTo>
                    <a:pt x="208" y="399"/>
                    <a:pt x="208" y="396"/>
                    <a:pt x="208" y="392"/>
                  </a:cubicBezTo>
                  <a:cubicBezTo>
                    <a:pt x="208" y="374"/>
                    <a:pt x="209" y="355"/>
                    <a:pt x="210" y="336"/>
                  </a:cubicBezTo>
                  <a:cubicBezTo>
                    <a:pt x="211" y="281"/>
                    <a:pt x="212" y="225"/>
                    <a:pt x="213" y="169"/>
                  </a:cubicBezTo>
                  <a:cubicBezTo>
                    <a:pt x="217" y="173"/>
                    <a:pt x="220" y="176"/>
                    <a:pt x="225" y="178"/>
                  </a:cubicBezTo>
                  <a:cubicBezTo>
                    <a:pt x="229" y="180"/>
                    <a:pt x="233" y="184"/>
                    <a:pt x="236" y="187"/>
                  </a:cubicBezTo>
                  <a:cubicBezTo>
                    <a:pt x="237" y="189"/>
                    <a:pt x="240" y="193"/>
                    <a:pt x="240" y="195"/>
                  </a:cubicBezTo>
                  <a:cubicBezTo>
                    <a:pt x="241" y="196"/>
                    <a:pt x="240" y="197"/>
                    <a:pt x="241" y="199"/>
                  </a:cubicBezTo>
                  <a:cubicBezTo>
                    <a:pt x="242" y="200"/>
                    <a:pt x="244" y="201"/>
                    <a:pt x="244" y="203"/>
                  </a:cubicBezTo>
                  <a:cubicBezTo>
                    <a:pt x="245" y="204"/>
                    <a:pt x="244" y="206"/>
                    <a:pt x="245" y="207"/>
                  </a:cubicBezTo>
                  <a:lnTo>
                    <a:pt x="252" y="227"/>
                  </a:lnTo>
                  <a:close/>
                  <a:moveTo>
                    <a:pt x="715" y="414"/>
                  </a:moveTo>
                  <a:cubicBezTo>
                    <a:pt x="713" y="413"/>
                    <a:pt x="712" y="415"/>
                    <a:pt x="710" y="416"/>
                  </a:cubicBezTo>
                  <a:cubicBezTo>
                    <a:pt x="708" y="416"/>
                    <a:pt x="705" y="416"/>
                    <a:pt x="703" y="416"/>
                  </a:cubicBezTo>
                  <a:cubicBezTo>
                    <a:pt x="699" y="417"/>
                    <a:pt x="698" y="420"/>
                    <a:pt x="695" y="422"/>
                  </a:cubicBezTo>
                  <a:cubicBezTo>
                    <a:pt x="691" y="423"/>
                    <a:pt x="688" y="421"/>
                    <a:pt x="685" y="423"/>
                  </a:cubicBezTo>
                  <a:cubicBezTo>
                    <a:pt x="681" y="425"/>
                    <a:pt x="680" y="430"/>
                    <a:pt x="677" y="432"/>
                  </a:cubicBezTo>
                  <a:cubicBezTo>
                    <a:pt x="675" y="433"/>
                    <a:pt x="676" y="433"/>
                    <a:pt x="674" y="433"/>
                  </a:cubicBezTo>
                  <a:cubicBezTo>
                    <a:pt x="672" y="433"/>
                    <a:pt x="672" y="431"/>
                    <a:pt x="670" y="432"/>
                  </a:cubicBezTo>
                  <a:cubicBezTo>
                    <a:pt x="669" y="433"/>
                    <a:pt x="669" y="435"/>
                    <a:pt x="667" y="435"/>
                  </a:cubicBezTo>
                  <a:cubicBezTo>
                    <a:pt x="666" y="436"/>
                    <a:pt x="664" y="435"/>
                    <a:pt x="663" y="435"/>
                  </a:cubicBezTo>
                  <a:cubicBezTo>
                    <a:pt x="661" y="436"/>
                    <a:pt x="659" y="436"/>
                    <a:pt x="658" y="438"/>
                  </a:cubicBezTo>
                  <a:cubicBezTo>
                    <a:pt x="658" y="441"/>
                    <a:pt x="656" y="441"/>
                    <a:pt x="655" y="443"/>
                  </a:cubicBezTo>
                  <a:cubicBezTo>
                    <a:pt x="654" y="445"/>
                    <a:pt x="654" y="448"/>
                    <a:pt x="651" y="451"/>
                  </a:cubicBezTo>
                  <a:cubicBezTo>
                    <a:pt x="650" y="452"/>
                    <a:pt x="648" y="453"/>
                    <a:pt x="648" y="454"/>
                  </a:cubicBezTo>
                  <a:cubicBezTo>
                    <a:pt x="647" y="455"/>
                    <a:pt x="647" y="457"/>
                    <a:pt x="647" y="457"/>
                  </a:cubicBezTo>
                  <a:cubicBezTo>
                    <a:pt x="645" y="459"/>
                    <a:pt x="644" y="459"/>
                    <a:pt x="642" y="460"/>
                  </a:cubicBezTo>
                  <a:cubicBezTo>
                    <a:pt x="641" y="461"/>
                    <a:pt x="641" y="463"/>
                    <a:pt x="640" y="464"/>
                  </a:cubicBezTo>
                  <a:cubicBezTo>
                    <a:pt x="639" y="465"/>
                    <a:pt x="640" y="466"/>
                    <a:pt x="639" y="467"/>
                  </a:cubicBezTo>
                  <a:cubicBezTo>
                    <a:pt x="638" y="468"/>
                    <a:pt x="637" y="469"/>
                    <a:pt x="636" y="471"/>
                  </a:cubicBezTo>
                  <a:cubicBezTo>
                    <a:pt x="634" y="473"/>
                    <a:pt x="632" y="475"/>
                    <a:pt x="628" y="476"/>
                  </a:cubicBezTo>
                  <a:cubicBezTo>
                    <a:pt x="626" y="477"/>
                    <a:pt x="622" y="478"/>
                    <a:pt x="621" y="479"/>
                  </a:cubicBezTo>
                  <a:cubicBezTo>
                    <a:pt x="619" y="481"/>
                    <a:pt x="619" y="479"/>
                    <a:pt x="617" y="481"/>
                  </a:cubicBezTo>
                  <a:cubicBezTo>
                    <a:pt x="616" y="482"/>
                    <a:pt x="615" y="480"/>
                    <a:pt x="615" y="483"/>
                  </a:cubicBezTo>
                  <a:cubicBezTo>
                    <a:pt x="616" y="484"/>
                    <a:pt x="617" y="484"/>
                    <a:pt x="618" y="485"/>
                  </a:cubicBezTo>
                  <a:cubicBezTo>
                    <a:pt x="623" y="491"/>
                    <a:pt x="622" y="501"/>
                    <a:pt x="628" y="506"/>
                  </a:cubicBezTo>
                  <a:cubicBezTo>
                    <a:pt x="630" y="508"/>
                    <a:pt x="630" y="512"/>
                    <a:pt x="632" y="514"/>
                  </a:cubicBezTo>
                  <a:cubicBezTo>
                    <a:pt x="635" y="515"/>
                    <a:pt x="636" y="512"/>
                    <a:pt x="635" y="516"/>
                  </a:cubicBezTo>
                  <a:cubicBezTo>
                    <a:pt x="635" y="518"/>
                    <a:pt x="634" y="518"/>
                    <a:pt x="634" y="521"/>
                  </a:cubicBezTo>
                  <a:cubicBezTo>
                    <a:pt x="634" y="523"/>
                    <a:pt x="636" y="524"/>
                    <a:pt x="635" y="525"/>
                  </a:cubicBezTo>
                  <a:cubicBezTo>
                    <a:pt x="636" y="526"/>
                    <a:pt x="639" y="525"/>
                    <a:pt x="639" y="526"/>
                  </a:cubicBezTo>
                  <a:cubicBezTo>
                    <a:pt x="640" y="528"/>
                    <a:pt x="642" y="528"/>
                    <a:pt x="644" y="530"/>
                  </a:cubicBezTo>
                  <a:cubicBezTo>
                    <a:pt x="646" y="532"/>
                    <a:pt x="646" y="536"/>
                    <a:pt x="649" y="537"/>
                  </a:cubicBezTo>
                  <a:cubicBezTo>
                    <a:pt x="652" y="540"/>
                    <a:pt x="653" y="543"/>
                    <a:pt x="658" y="544"/>
                  </a:cubicBezTo>
                  <a:cubicBezTo>
                    <a:pt x="660" y="544"/>
                    <a:pt x="662" y="545"/>
                    <a:pt x="664" y="545"/>
                  </a:cubicBezTo>
                  <a:cubicBezTo>
                    <a:pt x="667" y="546"/>
                    <a:pt x="671" y="548"/>
                    <a:pt x="674" y="547"/>
                  </a:cubicBezTo>
                  <a:cubicBezTo>
                    <a:pt x="676" y="546"/>
                    <a:pt x="674" y="547"/>
                    <a:pt x="675" y="544"/>
                  </a:cubicBezTo>
                  <a:cubicBezTo>
                    <a:pt x="676" y="542"/>
                    <a:pt x="677" y="542"/>
                    <a:pt x="678" y="541"/>
                  </a:cubicBezTo>
                  <a:cubicBezTo>
                    <a:pt x="681" y="538"/>
                    <a:pt x="678" y="535"/>
                    <a:pt x="682" y="532"/>
                  </a:cubicBezTo>
                  <a:cubicBezTo>
                    <a:pt x="683" y="530"/>
                    <a:pt x="684" y="530"/>
                    <a:pt x="685" y="529"/>
                  </a:cubicBezTo>
                  <a:cubicBezTo>
                    <a:pt x="686" y="526"/>
                    <a:pt x="684" y="526"/>
                    <a:pt x="684" y="525"/>
                  </a:cubicBezTo>
                  <a:cubicBezTo>
                    <a:pt x="684" y="521"/>
                    <a:pt x="687" y="522"/>
                    <a:pt x="690" y="520"/>
                  </a:cubicBezTo>
                  <a:cubicBezTo>
                    <a:pt x="691" y="519"/>
                    <a:pt x="692" y="516"/>
                    <a:pt x="695" y="515"/>
                  </a:cubicBezTo>
                  <a:cubicBezTo>
                    <a:pt x="696" y="514"/>
                    <a:pt x="698" y="515"/>
                    <a:pt x="700" y="514"/>
                  </a:cubicBezTo>
                  <a:cubicBezTo>
                    <a:pt x="701" y="514"/>
                    <a:pt x="702" y="513"/>
                    <a:pt x="703" y="512"/>
                  </a:cubicBezTo>
                  <a:cubicBezTo>
                    <a:pt x="705" y="512"/>
                    <a:pt x="707" y="513"/>
                    <a:pt x="708" y="513"/>
                  </a:cubicBezTo>
                  <a:cubicBezTo>
                    <a:pt x="715" y="514"/>
                    <a:pt x="722" y="510"/>
                    <a:pt x="727" y="507"/>
                  </a:cubicBezTo>
                  <a:cubicBezTo>
                    <a:pt x="731" y="505"/>
                    <a:pt x="737" y="503"/>
                    <a:pt x="739" y="500"/>
                  </a:cubicBezTo>
                  <a:cubicBezTo>
                    <a:pt x="741" y="497"/>
                    <a:pt x="737" y="495"/>
                    <a:pt x="738" y="492"/>
                  </a:cubicBezTo>
                  <a:cubicBezTo>
                    <a:pt x="740" y="488"/>
                    <a:pt x="740" y="484"/>
                    <a:pt x="744" y="482"/>
                  </a:cubicBezTo>
                  <a:cubicBezTo>
                    <a:pt x="747" y="480"/>
                    <a:pt x="749" y="481"/>
                    <a:pt x="750" y="477"/>
                  </a:cubicBezTo>
                  <a:cubicBezTo>
                    <a:pt x="750" y="475"/>
                    <a:pt x="748" y="474"/>
                    <a:pt x="750" y="471"/>
                  </a:cubicBezTo>
                  <a:cubicBezTo>
                    <a:pt x="751" y="470"/>
                    <a:pt x="753" y="470"/>
                    <a:pt x="755" y="469"/>
                  </a:cubicBezTo>
                  <a:cubicBezTo>
                    <a:pt x="759" y="468"/>
                    <a:pt x="759" y="463"/>
                    <a:pt x="758" y="460"/>
                  </a:cubicBezTo>
                  <a:cubicBezTo>
                    <a:pt x="757" y="458"/>
                    <a:pt x="756" y="457"/>
                    <a:pt x="756" y="455"/>
                  </a:cubicBezTo>
                  <a:cubicBezTo>
                    <a:pt x="755" y="453"/>
                    <a:pt x="753" y="452"/>
                    <a:pt x="753" y="450"/>
                  </a:cubicBezTo>
                  <a:cubicBezTo>
                    <a:pt x="752" y="449"/>
                    <a:pt x="754" y="447"/>
                    <a:pt x="752" y="446"/>
                  </a:cubicBezTo>
                  <a:cubicBezTo>
                    <a:pt x="750" y="445"/>
                    <a:pt x="748" y="446"/>
                    <a:pt x="746" y="445"/>
                  </a:cubicBezTo>
                  <a:cubicBezTo>
                    <a:pt x="745" y="444"/>
                    <a:pt x="745" y="443"/>
                    <a:pt x="744" y="442"/>
                  </a:cubicBezTo>
                  <a:cubicBezTo>
                    <a:pt x="742" y="441"/>
                    <a:pt x="741" y="440"/>
                    <a:pt x="740" y="440"/>
                  </a:cubicBezTo>
                  <a:cubicBezTo>
                    <a:pt x="739" y="439"/>
                    <a:pt x="738" y="439"/>
                    <a:pt x="737" y="438"/>
                  </a:cubicBezTo>
                  <a:cubicBezTo>
                    <a:pt x="737" y="438"/>
                    <a:pt x="738" y="437"/>
                    <a:pt x="737" y="436"/>
                  </a:cubicBezTo>
                  <a:cubicBezTo>
                    <a:pt x="736" y="435"/>
                    <a:pt x="733" y="435"/>
                    <a:pt x="731" y="433"/>
                  </a:cubicBezTo>
                  <a:cubicBezTo>
                    <a:pt x="729" y="431"/>
                    <a:pt x="729" y="427"/>
                    <a:pt x="726" y="426"/>
                  </a:cubicBezTo>
                  <a:cubicBezTo>
                    <a:pt x="725" y="425"/>
                    <a:pt x="723" y="426"/>
                    <a:pt x="722" y="424"/>
                  </a:cubicBezTo>
                  <a:cubicBezTo>
                    <a:pt x="722" y="422"/>
                    <a:pt x="721" y="421"/>
                    <a:pt x="719" y="421"/>
                  </a:cubicBezTo>
                  <a:cubicBezTo>
                    <a:pt x="716" y="421"/>
                    <a:pt x="718" y="416"/>
                    <a:pt x="715" y="414"/>
                  </a:cubicBezTo>
                  <a:close/>
                </a:path>
              </a:pathLst>
            </a:custGeom>
            <a:solidFill>
              <a:srgbClr val="DC0032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2" name="Freeform 103">
              <a:extLst>
                <a:ext uri="{FF2B5EF4-FFF2-40B4-BE49-F238E27FC236}">
                  <a16:creationId xmlns:a16="http://schemas.microsoft.com/office/drawing/2014/main" id="{884BD0DC-7543-4895-B188-58CB99E18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3088" y="5237163"/>
              <a:ext cx="7938" cy="4763"/>
            </a:xfrm>
            <a:custGeom>
              <a:avLst/>
              <a:gdLst>
                <a:gd name="T0" fmla="*/ 4 w 6"/>
                <a:gd name="T1" fmla="*/ 5 h 5"/>
                <a:gd name="T2" fmla="*/ 2 w 6"/>
                <a:gd name="T3" fmla="*/ 5 h 5"/>
                <a:gd name="T4" fmla="*/ 6 w 6"/>
                <a:gd name="T5" fmla="*/ 0 h 5"/>
                <a:gd name="T6" fmla="*/ 4 w 6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">
                  <a:moveTo>
                    <a:pt x="4" y="5"/>
                  </a:moveTo>
                  <a:cubicBezTo>
                    <a:pt x="3" y="3"/>
                    <a:pt x="3" y="3"/>
                    <a:pt x="2" y="5"/>
                  </a:cubicBezTo>
                  <a:cubicBezTo>
                    <a:pt x="0" y="2"/>
                    <a:pt x="4" y="1"/>
                    <a:pt x="6" y="0"/>
                  </a:cubicBezTo>
                  <a:cubicBezTo>
                    <a:pt x="6" y="2"/>
                    <a:pt x="5" y="4"/>
                    <a:pt x="4" y="5"/>
                  </a:cubicBezTo>
                  <a:close/>
                </a:path>
              </a:pathLst>
            </a:custGeom>
            <a:solidFill>
              <a:srgbClr val="009FE3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3" name="Freeform 104">
              <a:extLst>
                <a:ext uri="{FF2B5EF4-FFF2-40B4-BE49-F238E27FC236}">
                  <a16:creationId xmlns:a16="http://schemas.microsoft.com/office/drawing/2014/main" id="{25544FAC-1A91-4435-B4D3-9E3C33D53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0" y="4911725"/>
              <a:ext cx="9525" cy="20638"/>
            </a:xfrm>
            <a:custGeom>
              <a:avLst/>
              <a:gdLst>
                <a:gd name="T0" fmla="*/ 4 w 8"/>
                <a:gd name="T1" fmla="*/ 19 h 19"/>
                <a:gd name="T2" fmla="*/ 5 w 8"/>
                <a:gd name="T3" fmla="*/ 6 h 19"/>
                <a:gd name="T4" fmla="*/ 7 w 8"/>
                <a:gd name="T5" fmla="*/ 5 h 19"/>
                <a:gd name="T6" fmla="*/ 4 w 8"/>
                <a:gd name="T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9">
                  <a:moveTo>
                    <a:pt x="4" y="19"/>
                  </a:moveTo>
                  <a:cubicBezTo>
                    <a:pt x="0" y="18"/>
                    <a:pt x="5" y="9"/>
                    <a:pt x="5" y="6"/>
                  </a:cubicBezTo>
                  <a:cubicBezTo>
                    <a:pt x="6" y="4"/>
                    <a:pt x="6" y="0"/>
                    <a:pt x="7" y="5"/>
                  </a:cubicBezTo>
                  <a:cubicBezTo>
                    <a:pt x="8" y="9"/>
                    <a:pt x="5" y="15"/>
                    <a:pt x="4" y="19"/>
                  </a:cubicBezTo>
                  <a:close/>
                </a:path>
              </a:pathLst>
            </a:custGeom>
            <a:solidFill>
              <a:srgbClr val="009FE3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4" name="Freeform 105">
              <a:extLst>
                <a:ext uri="{FF2B5EF4-FFF2-40B4-BE49-F238E27FC236}">
                  <a16:creationId xmlns:a16="http://schemas.microsoft.com/office/drawing/2014/main" id="{47C2633C-9852-4A80-A89C-2A37C336A6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37513" y="4108450"/>
              <a:ext cx="736600" cy="1196975"/>
            </a:xfrm>
            <a:custGeom>
              <a:avLst/>
              <a:gdLst>
                <a:gd name="T0" fmla="*/ 86 w 651"/>
                <a:gd name="T1" fmla="*/ 925 h 1060"/>
                <a:gd name="T2" fmla="*/ 98 w 651"/>
                <a:gd name="T3" fmla="*/ 720 h 1060"/>
                <a:gd name="T4" fmla="*/ 157 w 651"/>
                <a:gd name="T5" fmla="*/ 614 h 1060"/>
                <a:gd name="T6" fmla="*/ 143 w 651"/>
                <a:gd name="T7" fmla="*/ 545 h 1060"/>
                <a:gd name="T8" fmla="*/ 164 w 651"/>
                <a:gd name="T9" fmla="*/ 464 h 1060"/>
                <a:gd name="T10" fmla="*/ 116 w 651"/>
                <a:gd name="T11" fmla="*/ 392 h 1060"/>
                <a:gd name="T12" fmla="*/ 12 w 651"/>
                <a:gd name="T13" fmla="*/ 362 h 1060"/>
                <a:gd name="T14" fmla="*/ 119 w 651"/>
                <a:gd name="T15" fmla="*/ 250 h 1060"/>
                <a:gd name="T16" fmla="*/ 236 w 651"/>
                <a:gd name="T17" fmla="*/ 257 h 1060"/>
                <a:gd name="T18" fmla="*/ 251 w 651"/>
                <a:gd name="T19" fmla="*/ 349 h 1060"/>
                <a:gd name="T20" fmla="*/ 302 w 651"/>
                <a:gd name="T21" fmla="*/ 412 h 1060"/>
                <a:gd name="T22" fmla="*/ 342 w 651"/>
                <a:gd name="T23" fmla="*/ 280 h 1060"/>
                <a:gd name="T24" fmla="*/ 281 w 651"/>
                <a:gd name="T25" fmla="*/ 148 h 1060"/>
                <a:gd name="T26" fmla="*/ 336 w 651"/>
                <a:gd name="T27" fmla="*/ 70 h 1060"/>
                <a:gd name="T28" fmla="*/ 414 w 651"/>
                <a:gd name="T29" fmla="*/ 71 h 1060"/>
                <a:gd name="T30" fmla="*/ 488 w 651"/>
                <a:gd name="T31" fmla="*/ 50 h 1060"/>
                <a:gd name="T32" fmla="*/ 555 w 651"/>
                <a:gd name="T33" fmla="*/ 44 h 1060"/>
                <a:gd name="T34" fmla="*/ 641 w 651"/>
                <a:gd name="T35" fmla="*/ 23 h 1060"/>
                <a:gd name="T36" fmla="*/ 635 w 651"/>
                <a:gd name="T37" fmla="*/ 118 h 1060"/>
                <a:gd name="T38" fmla="*/ 637 w 651"/>
                <a:gd name="T39" fmla="*/ 190 h 1060"/>
                <a:gd name="T40" fmla="*/ 643 w 651"/>
                <a:gd name="T41" fmla="*/ 296 h 1060"/>
                <a:gd name="T42" fmla="*/ 584 w 651"/>
                <a:gd name="T43" fmla="*/ 389 h 1060"/>
                <a:gd name="T44" fmla="*/ 485 w 651"/>
                <a:gd name="T45" fmla="*/ 442 h 1060"/>
                <a:gd name="T46" fmla="*/ 377 w 651"/>
                <a:gd name="T47" fmla="*/ 525 h 1060"/>
                <a:gd name="T48" fmla="*/ 319 w 651"/>
                <a:gd name="T49" fmla="*/ 573 h 1060"/>
                <a:gd name="T50" fmla="*/ 275 w 651"/>
                <a:gd name="T51" fmla="*/ 655 h 1060"/>
                <a:gd name="T52" fmla="*/ 299 w 651"/>
                <a:gd name="T53" fmla="*/ 742 h 1060"/>
                <a:gd name="T54" fmla="*/ 278 w 651"/>
                <a:gd name="T55" fmla="*/ 914 h 1060"/>
                <a:gd name="T56" fmla="*/ 144 w 651"/>
                <a:gd name="T57" fmla="*/ 1025 h 1060"/>
                <a:gd name="T58" fmla="*/ 131 w 651"/>
                <a:gd name="T59" fmla="*/ 1022 h 1060"/>
                <a:gd name="T60" fmla="*/ 182 w 651"/>
                <a:gd name="T61" fmla="*/ 943 h 1060"/>
                <a:gd name="T62" fmla="*/ 296 w 651"/>
                <a:gd name="T63" fmla="*/ 828 h 1060"/>
                <a:gd name="T64" fmla="*/ 274 w 651"/>
                <a:gd name="T65" fmla="*/ 687 h 1060"/>
                <a:gd name="T66" fmla="*/ 259 w 651"/>
                <a:gd name="T67" fmla="*/ 632 h 1060"/>
                <a:gd name="T68" fmla="*/ 299 w 651"/>
                <a:gd name="T69" fmla="*/ 582 h 1060"/>
                <a:gd name="T70" fmla="*/ 366 w 651"/>
                <a:gd name="T71" fmla="*/ 527 h 1060"/>
                <a:gd name="T72" fmla="*/ 408 w 651"/>
                <a:gd name="T73" fmla="*/ 476 h 1060"/>
                <a:gd name="T74" fmla="*/ 496 w 651"/>
                <a:gd name="T75" fmla="*/ 427 h 1060"/>
                <a:gd name="T76" fmla="*/ 588 w 651"/>
                <a:gd name="T77" fmla="*/ 366 h 1060"/>
                <a:gd name="T78" fmla="*/ 630 w 651"/>
                <a:gd name="T79" fmla="*/ 297 h 1060"/>
                <a:gd name="T80" fmla="*/ 624 w 651"/>
                <a:gd name="T81" fmla="*/ 239 h 1060"/>
                <a:gd name="T82" fmla="*/ 622 w 651"/>
                <a:gd name="T83" fmla="*/ 156 h 1060"/>
                <a:gd name="T84" fmla="*/ 622 w 651"/>
                <a:gd name="T85" fmla="*/ 79 h 1060"/>
                <a:gd name="T86" fmla="*/ 632 w 651"/>
                <a:gd name="T87" fmla="*/ 15 h 1060"/>
                <a:gd name="T88" fmla="*/ 524 w 651"/>
                <a:gd name="T89" fmla="*/ 59 h 1060"/>
                <a:gd name="T90" fmla="*/ 452 w 651"/>
                <a:gd name="T91" fmla="*/ 86 h 1060"/>
                <a:gd name="T92" fmla="*/ 353 w 651"/>
                <a:gd name="T93" fmla="*/ 72 h 1060"/>
                <a:gd name="T94" fmla="*/ 284 w 651"/>
                <a:gd name="T95" fmla="*/ 125 h 1060"/>
                <a:gd name="T96" fmla="*/ 316 w 651"/>
                <a:gd name="T97" fmla="*/ 224 h 1060"/>
                <a:gd name="T98" fmla="*/ 311 w 651"/>
                <a:gd name="T99" fmla="*/ 379 h 1060"/>
                <a:gd name="T100" fmla="*/ 279 w 651"/>
                <a:gd name="T101" fmla="*/ 406 h 1060"/>
                <a:gd name="T102" fmla="*/ 263 w 651"/>
                <a:gd name="T103" fmla="*/ 310 h 1060"/>
                <a:gd name="T104" fmla="*/ 211 w 651"/>
                <a:gd name="T105" fmla="*/ 273 h 1060"/>
                <a:gd name="T106" fmla="*/ 26 w 651"/>
                <a:gd name="T107" fmla="*/ 291 h 1060"/>
                <a:gd name="T108" fmla="*/ 77 w 651"/>
                <a:gd name="T109" fmla="*/ 364 h 1060"/>
                <a:gd name="T110" fmla="*/ 169 w 651"/>
                <a:gd name="T111" fmla="*/ 414 h 1060"/>
                <a:gd name="T112" fmla="*/ 171 w 651"/>
                <a:gd name="T113" fmla="*/ 504 h 1060"/>
                <a:gd name="T114" fmla="*/ 156 w 651"/>
                <a:gd name="T115" fmla="*/ 574 h 1060"/>
                <a:gd name="T116" fmla="*/ 138 w 651"/>
                <a:gd name="T117" fmla="*/ 656 h 1060"/>
                <a:gd name="T118" fmla="*/ 66 w 651"/>
                <a:gd name="T119" fmla="*/ 794 h 1060"/>
                <a:gd name="T120" fmla="*/ 93 w 651"/>
                <a:gd name="T121" fmla="*/ 975 h 1060"/>
                <a:gd name="T122" fmla="*/ 301 w 651"/>
                <a:gd name="T123" fmla="*/ 422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1" h="1060">
                  <a:moveTo>
                    <a:pt x="113" y="1060"/>
                  </a:moveTo>
                  <a:cubicBezTo>
                    <a:pt x="107" y="1060"/>
                    <a:pt x="101" y="1060"/>
                    <a:pt x="97" y="1059"/>
                  </a:cubicBezTo>
                  <a:cubicBezTo>
                    <a:pt x="95" y="1059"/>
                    <a:pt x="93" y="1060"/>
                    <a:pt x="90" y="1059"/>
                  </a:cubicBezTo>
                  <a:cubicBezTo>
                    <a:pt x="86" y="1057"/>
                    <a:pt x="87" y="1050"/>
                    <a:pt x="87" y="1045"/>
                  </a:cubicBezTo>
                  <a:cubicBezTo>
                    <a:pt x="87" y="1044"/>
                    <a:pt x="87" y="1044"/>
                    <a:pt x="87" y="1043"/>
                  </a:cubicBezTo>
                  <a:cubicBezTo>
                    <a:pt x="87" y="1042"/>
                    <a:pt x="87" y="1042"/>
                    <a:pt x="87" y="1042"/>
                  </a:cubicBezTo>
                  <a:cubicBezTo>
                    <a:pt x="88" y="1037"/>
                    <a:pt x="88" y="1034"/>
                    <a:pt x="86" y="1030"/>
                  </a:cubicBezTo>
                  <a:cubicBezTo>
                    <a:pt x="84" y="1024"/>
                    <a:pt x="84" y="1017"/>
                    <a:pt x="87" y="1010"/>
                  </a:cubicBezTo>
                  <a:cubicBezTo>
                    <a:pt x="87" y="1010"/>
                    <a:pt x="87" y="1006"/>
                    <a:pt x="87" y="1005"/>
                  </a:cubicBezTo>
                  <a:cubicBezTo>
                    <a:pt x="87" y="1005"/>
                    <a:pt x="87" y="1004"/>
                    <a:pt x="87" y="1004"/>
                  </a:cubicBezTo>
                  <a:cubicBezTo>
                    <a:pt x="80" y="1003"/>
                    <a:pt x="79" y="997"/>
                    <a:pt x="79" y="994"/>
                  </a:cubicBezTo>
                  <a:cubicBezTo>
                    <a:pt x="79" y="993"/>
                    <a:pt x="79" y="993"/>
                    <a:pt x="79" y="993"/>
                  </a:cubicBezTo>
                  <a:cubicBezTo>
                    <a:pt x="77" y="987"/>
                    <a:pt x="80" y="982"/>
                    <a:pt x="82" y="978"/>
                  </a:cubicBezTo>
                  <a:cubicBezTo>
                    <a:pt x="83" y="977"/>
                    <a:pt x="83" y="977"/>
                    <a:pt x="83" y="977"/>
                  </a:cubicBezTo>
                  <a:cubicBezTo>
                    <a:pt x="83" y="977"/>
                    <a:pt x="83" y="976"/>
                    <a:pt x="83" y="976"/>
                  </a:cubicBezTo>
                  <a:cubicBezTo>
                    <a:pt x="83" y="975"/>
                    <a:pt x="83" y="974"/>
                    <a:pt x="83" y="973"/>
                  </a:cubicBezTo>
                  <a:cubicBezTo>
                    <a:pt x="83" y="972"/>
                    <a:pt x="83" y="972"/>
                    <a:pt x="83" y="971"/>
                  </a:cubicBezTo>
                  <a:cubicBezTo>
                    <a:pt x="83" y="970"/>
                    <a:pt x="82" y="969"/>
                    <a:pt x="83" y="967"/>
                  </a:cubicBezTo>
                  <a:cubicBezTo>
                    <a:pt x="83" y="965"/>
                    <a:pt x="83" y="963"/>
                    <a:pt x="84" y="961"/>
                  </a:cubicBezTo>
                  <a:cubicBezTo>
                    <a:pt x="84" y="959"/>
                    <a:pt x="84" y="957"/>
                    <a:pt x="85" y="955"/>
                  </a:cubicBezTo>
                  <a:cubicBezTo>
                    <a:pt x="85" y="945"/>
                    <a:pt x="86" y="935"/>
                    <a:pt x="86" y="925"/>
                  </a:cubicBezTo>
                  <a:cubicBezTo>
                    <a:pt x="85" y="921"/>
                    <a:pt x="86" y="917"/>
                    <a:pt x="86" y="914"/>
                  </a:cubicBezTo>
                  <a:cubicBezTo>
                    <a:pt x="87" y="908"/>
                    <a:pt x="87" y="902"/>
                    <a:pt x="86" y="898"/>
                  </a:cubicBezTo>
                  <a:cubicBezTo>
                    <a:pt x="85" y="896"/>
                    <a:pt x="85" y="894"/>
                    <a:pt x="84" y="892"/>
                  </a:cubicBezTo>
                  <a:cubicBezTo>
                    <a:pt x="83" y="889"/>
                    <a:pt x="81" y="887"/>
                    <a:pt x="81" y="884"/>
                  </a:cubicBezTo>
                  <a:cubicBezTo>
                    <a:pt x="80" y="881"/>
                    <a:pt x="80" y="878"/>
                    <a:pt x="80" y="876"/>
                  </a:cubicBezTo>
                  <a:cubicBezTo>
                    <a:pt x="80" y="874"/>
                    <a:pt x="80" y="873"/>
                    <a:pt x="80" y="872"/>
                  </a:cubicBezTo>
                  <a:cubicBezTo>
                    <a:pt x="80" y="870"/>
                    <a:pt x="80" y="870"/>
                    <a:pt x="78" y="868"/>
                  </a:cubicBezTo>
                  <a:cubicBezTo>
                    <a:pt x="76" y="866"/>
                    <a:pt x="74" y="864"/>
                    <a:pt x="73" y="861"/>
                  </a:cubicBezTo>
                  <a:cubicBezTo>
                    <a:pt x="72" y="858"/>
                    <a:pt x="72" y="856"/>
                    <a:pt x="71" y="854"/>
                  </a:cubicBezTo>
                  <a:cubicBezTo>
                    <a:pt x="71" y="852"/>
                    <a:pt x="70" y="851"/>
                    <a:pt x="70" y="849"/>
                  </a:cubicBezTo>
                  <a:cubicBezTo>
                    <a:pt x="70" y="848"/>
                    <a:pt x="68" y="847"/>
                    <a:pt x="67" y="846"/>
                  </a:cubicBezTo>
                  <a:cubicBezTo>
                    <a:pt x="66" y="844"/>
                    <a:pt x="64" y="842"/>
                    <a:pt x="63" y="840"/>
                  </a:cubicBezTo>
                  <a:cubicBezTo>
                    <a:pt x="61" y="836"/>
                    <a:pt x="62" y="832"/>
                    <a:pt x="62" y="828"/>
                  </a:cubicBezTo>
                  <a:cubicBezTo>
                    <a:pt x="62" y="827"/>
                    <a:pt x="62" y="827"/>
                    <a:pt x="62" y="827"/>
                  </a:cubicBezTo>
                  <a:cubicBezTo>
                    <a:pt x="64" y="817"/>
                    <a:pt x="60" y="807"/>
                    <a:pt x="57" y="797"/>
                  </a:cubicBezTo>
                  <a:cubicBezTo>
                    <a:pt x="56" y="793"/>
                    <a:pt x="55" y="789"/>
                    <a:pt x="54" y="786"/>
                  </a:cubicBezTo>
                  <a:cubicBezTo>
                    <a:pt x="54" y="785"/>
                    <a:pt x="54" y="784"/>
                    <a:pt x="53" y="783"/>
                  </a:cubicBezTo>
                  <a:cubicBezTo>
                    <a:pt x="50" y="774"/>
                    <a:pt x="48" y="769"/>
                    <a:pt x="52" y="766"/>
                  </a:cubicBezTo>
                  <a:cubicBezTo>
                    <a:pt x="57" y="763"/>
                    <a:pt x="60" y="760"/>
                    <a:pt x="64" y="756"/>
                  </a:cubicBezTo>
                  <a:cubicBezTo>
                    <a:pt x="81" y="738"/>
                    <a:pt x="81" y="738"/>
                    <a:pt x="81" y="738"/>
                  </a:cubicBezTo>
                  <a:cubicBezTo>
                    <a:pt x="87" y="732"/>
                    <a:pt x="92" y="726"/>
                    <a:pt x="98" y="720"/>
                  </a:cubicBezTo>
                  <a:cubicBezTo>
                    <a:pt x="101" y="716"/>
                    <a:pt x="101" y="716"/>
                    <a:pt x="101" y="716"/>
                  </a:cubicBezTo>
                  <a:cubicBezTo>
                    <a:pt x="105" y="713"/>
                    <a:pt x="108" y="709"/>
                    <a:pt x="111" y="706"/>
                  </a:cubicBezTo>
                  <a:cubicBezTo>
                    <a:pt x="111" y="706"/>
                    <a:pt x="112" y="705"/>
                    <a:pt x="113" y="704"/>
                  </a:cubicBezTo>
                  <a:cubicBezTo>
                    <a:pt x="115" y="701"/>
                    <a:pt x="117" y="698"/>
                    <a:pt x="120" y="697"/>
                  </a:cubicBezTo>
                  <a:cubicBezTo>
                    <a:pt x="119" y="696"/>
                    <a:pt x="119" y="696"/>
                    <a:pt x="119" y="695"/>
                  </a:cubicBezTo>
                  <a:cubicBezTo>
                    <a:pt x="119" y="694"/>
                    <a:pt x="119" y="694"/>
                    <a:pt x="118" y="693"/>
                  </a:cubicBezTo>
                  <a:cubicBezTo>
                    <a:pt x="118" y="693"/>
                    <a:pt x="118" y="692"/>
                    <a:pt x="118" y="692"/>
                  </a:cubicBezTo>
                  <a:cubicBezTo>
                    <a:pt x="117" y="691"/>
                    <a:pt x="117" y="690"/>
                    <a:pt x="117" y="688"/>
                  </a:cubicBezTo>
                  <a:cubicBezTo>
                    <a:pt x="116" y="684"/>
                    <a:pt x="120" y="681"/>
                    <a:pt x="122" y="679"/>
                  </a:cubicBezTo>
                  <a:cubicBezTo>
                    <a:pt x="123" y="678"/>
                    <a:pt x="123" y="677"/>
                    <a:pt x="124" y="677"/>
                  </a:cubicBezTo>
                  <a:cubicBezTo>
                    <a:pt x="126" y="674"/>
                    <a:pt x="126" y="671"/>
                    <a:pt x="125" y="667"/>
                  </a:cubicBezTo>
                  <a:cubicBezTo>
                    <a:pt x="125" y="664"/>
                    <a:pt x="124" y="660"/>
                    <a:pt x="125" y="656"/>
                  </a:cubicBezTo>
                  <a:cubicBezTo>
                    <a:pt x="126" y="650"/>
                    <a:pt x="130" y="647"/>
                    <a:pt x="137" y="647"/>
                  </a:cubicBezTo>
                  <a:cubicBezTo>
                    <a:pt x="138" y="646"/>
                    <a:pt x="139" y="644"/>
                    <a:pt x="140" y="643"/>
                  </a:cubicBezTo>
                  <a:cubicBezTo>
                    <a:pt x="140" y="642"/>
                    <a:pt x="140" y="642"/>
                    <a:pt x="141" y="641"/>
                  </a:cubicBezTo>
                  <a:cubicBezTo>
                    <a:pt x="142" y="639"/>
                    <a:pt x="143" y="637"/>
                    <a:pt x="145" y="636"/>
                  </a:cubicBezTo>
                  <a:cubicBezTo>
                    <a:pt x="147" y="633"/>
                    <a:pt x="149" y="631"/>
                    <a:pt x="149" y="628"/>
                  </a:cubicBezTo>
                  <a:cubicBezTo>
                    <a:pt x="150" y="626"/>
                    <a:pt x="150" y="624"/>
                    <a:pt x="151" y="622"/>
                  </a:cubicBezTo>
                  <a:cubicBezTo>
                    <a:pt x="152" y="620"/>
                    <a:pt x="153" y="619"/>
                    <a:pt x="154" y="618"/>
                  </a:cubicBezTo>
                  <a:cubicBezTo>
                    <a:pt x="155" y="618"/>
                    <a:pt x="155" y="618"/>
                    <a:pt x="155" y="618"/>
                  </a:cubicBezTo>
                  <a:cubicBezTo>
                    <a:pt x="155" y="617"/>
                    <a:pt x="155" y="615"/>
                    <a:pt x="157" y="614"/>
                  </a:cubicBezTo>
                  <a:cubicBezTo>
                    <a:pt x="157" y="613"/>
                    <a:pt x="158" y="613"/>
                    <a:pt x="159" y="612"/>
                  </a:cubicBezTo>
                  <a:cubicBezTo>
                    <a:pt x="159" y="612"/>
                    <a:pt x="159" y="612"/>
                    <a:pt x="159" y="611"/>
                  </a:cubicBezTo>
                  <a:cubicBezTo>
                    <a:pt x="159" y="610"/>
                    <a:pt x="159" y="608"/>
                    <a:pt x="159" y="606"/>
                  </a:cubicBezTo>
                  <a:cubicBezTo>
                    <a:pt x="159" y="605"/>
                    <a:pt x="159" y="605"/>
                    <a:pt x="159" y="605"/>
                  </a:cubicBezTo>
                  <a:cubicBezTo>
                    <a:pt x="159" y="605"/>
                    <a:pt x="159" y="604"/>
                    <a:pt x="160" y="603"/>
                  </a:cubicBezTo>
                  <a:cubicBezTo>
                    <a:pt x="158" y="602"/>
                    <a:pt x="157" y="601"/>
                    <a:pt x="157" y="600"/>
                  </a:cubicBezTo>
                  <a:cubicBezTo>
                    <a:pt x="156" y="600"/>
                    <a:pt x="155" y="601"/>
                    <a:pt x="154" y="601"/>
                  </a:cubicBezTo>
                  <a:cubicBezTo>
                    <a:pt x="153" y="601"/>
                    <a:pt x="151" y="600"/>
                    <a:pt x="149" y="597"/>
                  </a:cubicBezTo>
                  <a:cubicBezTo>
                    <a:pt x="147" y="594"/>
                    <a:pt x="148" y="591"/>
                    <a:pt x="149" y="588"/>
                  </a:cubicBezTo>
                  <a:cubicBezTo>
                    <a:pt x="149" y="587"/>
                    <a:pt x="149" y="587"/>
                    <a:pt x="149" y="586"/>
                  </a:cubicBezTo>
                  <a:cubicBezTo>
                    <a:pt x="148" y="586"/>
                    <a:pt x="147" y="585"/>
                    <a:pt x="147" y="584"/>
                  </a:cubicBezTo>
                  <a:cubicBezTo>
                    <a:pt x="145" y="582"/>
                    <a:pt x="145" y="580"/>
                    <a:pt x="145" y="579"/>
                  </a:cubicBezTo>
                  <a:cubicBezTo>
                    <a:pt x="146" y="575"/>
                    <a:pt x="146" y="573"/>
                    <a:pt x="149" y="569"/>
                  </a:cubicBezTo>
                  <a:cubicBezTo>
                    <a:pt x="150" y="568"/>
                    <a:pt x="150" y="567"/>
                    <a:pt x="150" y="565"/>
                  </a:cubicBezTo>
                  <a:cubicBezTo>
                    <a:pt x="150" y="564"/>
                    <a:pt x="150" y="562"/>
                    <a:pt x="151" y="561"/>
                  </a:cubicBezTo>
                  <a:cubicBezTo>
                    <a:pt x="151" y="560"/>
                    <a:pt x="151" y="559"/>
                    <a:pt x="152" y="559"/>
                  </a:cubicBezTo>
                  <a:cubicBezTo>
                    <a:pt x="151" y="558"/>
                    <a:pt x="151" y="558"/>
                    <a:pt x="151" y="557"/>
                  </a:cubicBezTo>
                  <a:cubicBezTo>
                    <a:pt x="148" y="558"/>
                    <a:pt x="145" y="557"/>
                    <a:pt x="143" y="556"/>
                  </a:cubicBezTo>
                  <a:cubicBezTo>
                    <a:pt x="142" y="554"/>
                    <a:pt x="142" y="552"/>
                    <a:pt x="141" y="550"/>
                  </a:cubicBezTo>
                  <a:cubicBezTo>
                    <a:pt x="141" y="549"/>
                    <a:pt x="141" y="549"/>
                    <a:pt x="141" y="549"/>
                  </a:cubicBezTo>
                  <a:cubicBezTo>
                    <a:pt x="141" y="548"/>
                    <a:pt x="142" y="546"/>
                    <a:pt x="143" y="545"/>
                  </a:cubicBezTo>
                  <a:cubicBezTo>
                    <a:pt x="143" y="544"/>
                    <a:pt x="143" y="544"/>
                    <a:pt x="143" y="544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2" y="538"/>
                    <a:pt x="144" y="536"/>
                    <a:pt x="149" y="534"/>
                  </a:cubicBezTo>
                  <a:cubicBezTo>
                    <a:pt x="150" y="533"/>
                    <a:pt x="152" y="533"/>
                    <a:pt x="154" y="532"/>
                  </a:cubicBezTo>
                  <a:cubicBezTo>
                    <a:pt x="155" y="532"/>
                    <a:pt x="156" y="533"/>
                    <a:pt x="156" y="533"/>
                  </a:cubicBezTo>
                  <a:cubicBezTo>
                    <a:pt x="156" y="532"/>
                    <a:pt x="155" y="530"/>
                    <a:pt x="155" y="529"/>
                  </a:cubicBezTo>
                  <a:cubicBezTo>
                    <a:pt x="155" y="528"/>
                    <a:pt x="155" y="528"/>
                    <a:pt x="155" y="528"/>
                  </a:cubicBezTo>
                  <a:cubicBezTo>
                    <a:pt x="152" y="519"/>
                    <a:pt x="157" y="517"/>
                    <a:pt x="160" y="516"/>
                  </a:cubicBezTo>
                  <a:cubicBezTo>
                    <a:pt x="161" y="515"/>
                    <a:pt x="161" y="515"/>
                    <a:pt x="162" y="515"/>
                  </a:cubicBezTo>
                  <a:cubicBezTo>
                    <a:pt x="161" y="513"/>
                    <a:pt x="162" y="512"/>
                    <a:pt x="162" y="511"/>
                  </a:cubicBezTo>
                  <a:cubicBezTo>
                    <a:pt x="162" y="510"/>
                    <a:pt x="163" y="510"/>
                    <a:pt x="163" y="509"/>
                  </a:cubicBezTo>
                  <a:cubicBezTo>
                    <a:pt x="163" y="509"/>
                    <a:pt x="163" y="509"/>
                    <a:pt x="162" y="509"/>
                  </a:cubicBezTo>
                  <a:cubicBezTo>
                    <a:pt x="160" y="506"/>
                    <a:pt x="159" y="504"/>
                    <a:pt x="160" y="500"/>
                  </a:cubicBezTo>
                  <a:cubicBezTo>
                    <a:pt x="161" y="499"/>
                    <a:pt x="161" y="499"/>
                    <a:pt x="161" y="499"/>
                  </a:cubicBezTo>
                  <a:cubicBezTo>
                    <a:pt x="161" y="498"/>
                    <a:pt x="160" y="497"/>
                    <a:pt x="160" y="496"/>
                  </a:cubicBezTo>
                  <a:cubicBezTo>
                    <a:pt x="160" y="495"/>
                    <a:pt x="159" y="494"/>
                    <a:pt x="159" y="493"/>
                  </a:cubicBezTo>
                  <a:cubicBezTo>
                    <a:pt x="158" y="488"/>
                    <a:pt x="159" y="485"/>
                    <a:pt x="160" y="482"/>
                  </a:cubicBezTo>
                  <a:cubicBezTo>
                    <a:pt x="159" y="481"/>
                    <a:pt x="159" y="480"/>
                    <a:pt x="159" y="478"/>
                  </a:cubicBezTo>
                  <a:cubicBezTo>
                    <a:pt x="159" y="475"/>
                    <a:pt x="161" y="473"/>
                    <a:pt x="162" y="472"/>
                  </a:cubicBezTo>
                  <a:cubicBezTo>
                    <a:pt x="163" y="471"/>
                    <a:pt x="163" y="470"/>
                    <a:pt x="163" y="468"/>
                  </a:cubicBezTo>
                  <a:cubicBezTo>
                    <a:pt x="164" y="467"/>
                    <a:pt x="164" y="465"/>
                    <a:pt x="164" y="464"/>
                  </a:cubicBezTo>
                  <a:cubicBezTo>
                    <a:pt x="163" y="463"/>
                    <a:pt x="163" y="462"/>
                    <a:pt x="162" y="461"/>
                  </a:cubicBezTo>
                  <a:cubicBezTo>
                    <a:pt x="158" y="456"/>
                    <a:pt x="161" y="451"/>
                    <a:pt x="163" y="448"/>
                  </a:cubicBezTo>
                  <a:cubicBezTo>
                    <a:pt x="164" y="447"/>
                    <a:pt x="165" y="446"/>
                    <a:pt x="165" y="445"/>
                  </a:cubicBezTo>
                  <a:cubicBezTo>
                    <a:pt x="164" y="445"/>
                    <a:pt x="162" y="443"/>
                    <a:pt x="162" y="439"/>
                  </a:cubicBezTo>
                  <a:cubicBezTo>
                    <a:pt x="162" y="438"/>
                    <a:pt x="162" y="437"/>
                    <a:pt x="162" y="436"/>
                  </a:cubicBezTo>
                  <a:cubicBezTo>
                    <a:pt x="161" y="433"/>
                    <a:pt x="160" y="430"/>
                    <a:pt x="159" y="428"/>
                  </a:cubicBezTo>
                  <a:cubicBezTo>
                    <a:pt x="157" y="425"/>
                    <a:pt x="157" y="425"/>
                    <a:pt x="157" y="425"/>
                  </a:cubicBezTo>
                  <a:cubicBezTo>
                    <a:pt x="156" y="423"/>
                    <a:pt x="154" y="420"/>
                    <a:pt x="156" y="416"/>
                  </a:cubicBezTo>
                  <a:cubicBezTo>
                    <a:pt x="157" y="414"/>
                    <a:pt x="158" y="413"/>
                    <a:pt x="159" y="412"/>
                  </a:cubicBezTo>
                  <a:cubicBezTo>
                    <a:pt x="160" y="411"/>
                    <a:pt x="161" y="410"/>
                    <a:pt x="161" y="410"/>
                  </a:cubicBezTo>
                  <a:cubicBezTo>
                    <a:pt x="161" y="409"/>
                    <a:pt x="162" y="409"/>
                    <a:pt x="162" y="409"/>
                  </a:cubicBezTo>
                  <a:cubicBezTo>
                    <a:pt x="162" y="409"/>
                    <a:pt x="161" y="409"/>
                    <a:pt x="161" y="409"/>
                  </a:cubicBezTo>
                  <a:cubicBezTo>
                    <a:pt x="160" y="409"/>
                    <a:pt x="158" y="410"/>
                    <a:pt x="156" y="410"/>
                  </a:cubicBezTo>
                  <a:cubicBezTo>
                    <a:pt x="152" y="410"/>
                    <a:pt x="150" y="407"/>
                    <a:pt x="148" y="406"/>
                  </a:cubicBezTo>
                  <a:cubicBezTo>
                    <a:pt x="147" y="404"/>
                    <a:pt x="147" y="401"/>
                    <a:pt x="147" y="400"/>
                  </a:cubicBezTo>
                  <a:cubicBezTo>
                    <a:pt x="146" y="400"/>
                    <a:pt x="144" y="399"/>
                    <a:pt x="143" y="398"/>
                  </a:cubicBezTo>
                  <a:cubicBezTo>
                    <a:pt x="141" y="398"/>
                    <a:pt x="141" y="398"/>
                    <a:pt x="141" y="398"/>
                  </a:cubicBezTo>
                  <a:cubicBezTo>
                    <a:pt x="140" y="397"/>
                    <a:pt x="139" y="397"/>
                    <a:pt x="137" y="396"/>
                  </a:cubicBezTo>
                  <a:cubicBezTo>
                    <a:pt x="135" y="395"/>
                    <a:pt x="133" y="394"/>
                    <a:pt x="130" y="393"/>
                  </a:cubicBezTo>
                  <a:cubicBezTo>
                    <a:pt x="127" y="392"/>
                    <a:pt x="125" y="392"/>
                    <a:pt x="122" y="392"/>
                  </a:cubicBezTo>
                  <a:cubicBezTo>
                    <a:pt x="116" y="392"/>
                    <a:pt x="116" y="392"/>
                    <a:pt x="116" y="392"/>
                  </a:cubicBezTo>
                  <a:cubicBezTo>
                    <a:pt x="115" y="392"/>
                    <a:pt x="114" y="392"/>
                    <a:pt x="112" y="392"/>
                  </a:cubicBezTo>
                  <a:cubicBezTo>
                    <a:pt x="110" y="392"/>
                    <a:pt x="103" y="391"/>
                    <a:pt x="100" y="388"/>
                  </a:cubicBezTo>
                  <a:cubicBezTo>
                    <a:pt x="99" y="386"/>
                    <a:pt x="99" y="384"/>
                    <a:pt x="99" y="383"/>
                  </a:cubicBezTo>
                  <a:cubicBezTo>
                    <a:pt x="99" y="383"/>
                    <a:pt x="98" y="383"/>
                    <a:pt x="98" y="383"/>
                  </a:cubicBezTo>
                  <a:cubicBezTo>
                    <a:pt x="97" y="382"/>
                    <a:pt x="96" y="381"/>
                    <a:pt x="95" y="381"/>
                  </a:cubicBezTo>
                  <a:cubicBezTo>
                    <a:pt x="95" y="380"/>
                    <a:pt x="94" y="380"/>
                    <a:pt x="94" y="379"/>
                  </a:cubicBezTo>
                  <a:cubicBezTo>
                    <a:pt x="93" y="378"/>
                    <a:pt x="92" y="377"/>
                    <a:pt x="91" y="377"/>
                  </a:cubicBezTo>
                  <a:cubicBezTo>
                    <a:pt x="90" y="376"/>
                    <a:pt x="89" y="376"/>
                    <a:pt x="88" y="376"/>
                  </a:cubicBezTo>
                  <a:cubicBezTo>
                    <a:pt x="85" y="376"/>
                    <a:pt x="83" y="376"/>
                    <a:pt x="81" y="375"/>
                  </a:cubicBezTo>
                  <a:cubicBezTo>
                    <a:pt x="77" y="374"/>
                    <a:pt x="73" y="373"/>
                    <a:pt x="71" y="371"/>
                  </a:cubicBezTo>
                  <a:cubicBezTo>
                    <a:pt x="69" y="369"/>
                    <a:pt x="68" y="368"/>
                    <a:pt x="67" y="367"/>
                  </a:cubicBezTo>
                  <a:cubicBezTo>
                    <a:pt x="67" y="366"/>
                    <a:pt x="66" y="365"/>
                    <a:pt x="66" y="365"/>
                  </a:cubicBezTo>
                  <a:cubicBezTo>
                    <a:pt x="64" y="364"/>
                    <a:pt x="60" y="363"/>
                    <a:pt x="59" y="363"/>
                  </a:cubicBezTo>
                  <a:cubicBezTo>
                    <a:pt x="59" y="363"/>
                    <a:pt x="58" y="364"/>
                    <a:pt x="58" y="364"/>
                  </a:cubicBezTo>
                  <a:cubicBezTo>
                    <a:pt x="57" y="365"/>
                    <a:pt x="56" y="365"/>
                    <a:pt x="54" y="366"/>
                  </a:cubicBezTo>
                  <a:cubicBezTo>
                    <a:pt x="53" y="367"/>
                    <a:pt x="49" y="368"/>
                    <a:pt x="46" y="366"/>
                  </a:cubicBezTo>
                  <a:cubicBezTo>
                    <a:pt x="45" y="365"/>
                    <a:pt x="45" y="364"/>
                    <a:pt x="44" y="364"/>
                  </a:cubicBezTo>
                  <a:cubicBezTo>
                    <a:pt x="39" y="363"/>
                    <a:pt x="33" y="363"/>
                    <a:pt x="28" y="363"/>
                  </a:cubicBezTo>
                  <a:cubicBezTo>
                    <a:pt x="26" y="363"/>
                    <a:pt x="23" y="363"/>
                    <a:pt x="20" y="363"/>
                  </a:cubicBezTo>
                  <a:cubicBezTo>
                    <a:pt x="15" y="363"/>
                    <a:pt x="15" y="363"/>
                    <a:pt x="15" y="363"/>
                  </a:cubicBezTo>
                  <a:cubicBezTo>
                    <a:pt x="14" y="363"/>
                    <a:pt x="13" y="363"/>
                    <a:pt x="12" y="362"/>
                  </a:cubicBezTo>
                  <a:cubicBezTo>
                    <a:pt x="11" y="361"/>
                    <a:pt x="11" y="360"/>
                    <a:pt x="11" y="359"/>
                  </a:cubicBezTo>
                  <a:cubicBezTo>
                    <a:pt x="11" y="357"/>
                    <a:pt x="11" y="354"/>
                    <a:pt x="11" y="352"/>
                  </a:cubicBezTo>
                  <a:cubicBezTo>
                    <a:pt x="11" y="345"/>
                    <a:pt x="12" y="339"/>
                    <a:pt x="10" y="333"/>
                  </a:cubicBezTo>
                  <a:cubicBezTo>
                    <a:pt x="9" y="331"/>
                    <a:pt x="9" y="330"/>
                    <a:pt x="9" y="328"/>
                  </a:cubicBezTo>
                  <a:cubicBezTo>
                    <a:pt x="9" y="327"/>
                    <a:pt x="9" y="327"/>
                    <a:pt x="9" y="326"/>
                  </a:cubicBezTo>
                  <a:cubicBezTo>
                    <a:pt x="9" y="326"/>
                    <a:pt x="9" y="326"/>
                    <a:pt x="9" y="325"/>
                  </a:cubicBezTo>
                  <a:cubicBezTo>
                    <a:pt x="9" y="324"/>
                    <a:pt x="9" y="322"/>
                    <a:pt x="9" y="321"/>
                  </a:cubicBezTo>
                  <a:cubicBezTo>
                    <a:pt x="9" y="319"/>
                    <a:pt x="9" y="319"/>
                    <a:pt x="7" y="318"/>
                  </a:cubicBezTo>
                  <a:cubicBezTo>
                    <a:pt x="6" y="317"/>
                    <a:pt x="5" y="316"/>
                    <a:pt x="4" y="314"/>
                  </a:cubicBezTo>
                  <a:cubicBezTo>
                    <a:pt x="1" y="310"/>
                    <a:pt x="1" y="304"/>
                    <a:pt x="1" y="300"/>
                  </a:cubicBezTo>
                  <a:cubicBezTo>
                    <a:pt x="1" y="298"/>
                    <a:pt x="1" y="296"/>
                    <a:pt x="0" y="294"/>
                  </a:cubicBezTo>
                  <a:cubicBezTo>
                    <a:pt x="0" y="293"/>
                    <a:pt x="0" y="292"/>
                    <a:pt x="1" y="291"/>
                  </a:cubicBezTo>
                  <a:cubicBezTo>
                    <a:pt x="2" y="290"/>
                    <a:pt x="3" y="289"/>
                    <a:pt x="4" y="289"/>
                  </a:cubicBezTo>
                  <a:cubicBezTo>
                    <a:pt x="11" y="288"/>
                    <a:pt x="16" y="285"/>
                    <a:pt x="23" y="283"/>
                  </a:cubicBezTo>
                  <a:cubicBezTo>
                    <a:pt x="26" y="281"/>
                    <a:pt x="29" y="280"/>
                    <a:pt x="32" y="279"/>
                  </a:cubicBezTo>
                  <a:cubicBezTo>
                    <a:pt x="40" y="276"/>
                    <a:pt x="48" y="273"/>
                    <a:pt x="56" y="272"/>
                  </a:cubicBezTo>
                  <a:cubicBezTo>
                    <a:pt x="69" y="269"/>
                    <a:pt x="79" y="266"/>
                    <a:pt x="89" y="261"/>
                  </a:cubicBezTo>
                  <a:cubicBezTo>
                    <a:pt x="92" y="259"/>
                    <a:pt x="95" y="258"/>
                    <a:pt x="99" y="257"/>
                  </a:cubicBezTo>
                  <a:cubicBezTo>
                    <a:pt x="101" y="257"/>
                    <a:pt x="103" y="256"/>
                    <a:pt x="104" y="255"/>
                  </a:cubicBezTo>
                  <a:cubicBezTo>
                    <a:pt x="106" y="254"/>
                    <a:pt x="108" y="253"/>
                    <a:pt x="111" y="253"/>
                  </a:cubicBezTo>
                  <a:cubicBezTo>
                    <a:pt x="113" y="252"/>
                    <a:pt x="116" y="251"/>
                    <a:pt x="119" y="250"/>
                  </a:cubicBezTo>
                  <a:cubicBezTo>
                    <a:pt x="123" y="249"/>
                    <a:pt x="126" y="248"/>
                    <a:pt x="130" y="247"/>
                  </a:cubicBezTo>
                  <a:cubicBezTo>
                    <a:pt x="142" y="244"/>
                    <a:pt x="153" y="240"/>
                    <a:pt x="164" y="235"/>
                  </a:cubicBezTo>
                  <a:cubicBezTo>
                    <a:pt x="169" y="233"/>
                    <a:pt x="174" y="231"/>
                    <a:pt x="178" y="230"/>
                  </a:cubicBezTo>
                  <a:cubicBezTo>
                    <a:pt x="179" y="229"/>
                    <a:pt x="179" y="229"/>
                    <a:pt x="179" y="229"/>
                  </a:cubicBezTo>
                  <a:cubicBezTo>
                    <a:pt x="182" y="228"/>
                    <a:pt x="185" y="227"/>
                    <a:pt x="188" y="227"/>
                  </a:cubicBezTo>
                  <a:cubicBezTo>
                    <a:pt x="192" y="227"/>
                    <a:pt x="196" y="230"/>
                    <a:pt x="197" y="234"/>
                  </a:cubicBezTo>
                  <a:cubicBezTo>
                    <a:pt x="198" y="236"/>
                    <a:pt x="198" y="238"/>
                    <a:pt x="198" y="239"/>
                  </a:cubicBezTo>
                  <a:cubicBezTo>
                    <a:pt x="198" y="240"/>
                    <a:pt x="198" y="240"/>
                    <a:pt x="198" y="241"/>
                  </a:cubicBezTo>
                  <a:cubicBezTo>
                    <a:pt x="198" y="241"/>
                    <a:pt x="199" y="242"/>
                    <a:pt x="199" y="242"/>
                  </a:cubicBezTo>
                  <a:cubicBezTo>
                    <a:pt x="200" y="244"/>
                    <a:pt x="202" y="245"/>
                    <a:pt x="203" y="247"/>
                  </a:cubicBezTo>
                  <a:cubicBezTo>
                    <a:pt x="203" y="248"/>
                    <a:pt x="203" y="249"/>
                    <a:pt x="204" y="250"/>
                  </a:cubicBezTo>
                  <a:cubicBezTo>
                    <a:pt x="204" y="251"/>
                    <a:pt x="205" y="253"/>
                    <a:pt x="206" y="253"/>
                  </a:cubicBezTo>
                  <a:cubicBezTo>
                    <a:pt x="207" y="254"/>
                    <a:pt x="208" y="255"/>
                    <a:pt x="209" y="256"/>
                  </a:cubicBezTo>
                  <a:cubicBezTo>
                    <a:pt x="210" y="257"/>
                    <a:pt x="211" y="258"/>
                    <a:pt x="213" y="259"/>
                  </a:cubicBezTo>
                  <a:cubicBezTo>
                    <a:pt x="216" y="255"/>
                    <a:pt x="219" y="258"/>
                    <a:pt x="221" y="259"/>
                  </a:cubicBezTo>
                  <a:cubicBezTo>
                    <a:pt x="221" y="259"/>
                    <a:pt x="222" y="260"/>
                    <a:pt x="222" y="260"/>
                  </a:cubicBezTo>
                  <a:cubicBezTo>
                    <a:pt x="222" y="260"/>
                    <a:pt x="222" y="259"/>
                    <a:pt x="223" y="259"/>
                  </a:cubicBezTo>
                  <a:cubicBezTo>
                    <a:pt x="224" y="258"/>
                    <a:pt x="225" y="257"/>
                    <a:pt x="227" y="257"/>
                  </a:cubicBezTo>
                  <a:cubicBezTo>
                    <a:pt x="230" y="256"/>
                    <a:pt x="232" y="257"/>
                    <a:pt x="234" y="257"/>
                  </a:cubicBezTo>
                  <a:cubicBezTo>
                    <a:pt x="234" y="257"/>
                    <a:pt x="235" y="257"/>
                    <a:pt x="236" y="257"/>
                  </a:cubicBezTo>
                  <a:cubicBezTo>
                    <a:pt x="236" y="257"/>
                    <a:pt x="236" y="257"/>
                    <a:pt x="236" y="257"/>
                  </a:cubicBezTo>
                  <a:cubicBezTo>
                    <a:pt x="238" y="256"/>
                    <a:pt x="240" y="254"/>
                    <a:pt x="243" y="254"/>
                  </a:cubicBezTo>
                  <a:cubicBezTo>
                    <a:pt x="246" y="254"/>
                    <a:pt x="247" y="253"/>
                    <a:pt x="250" y="252"/>
                  </a:cubicBezTo>
                  <a:cubicBezTo>
                    <a:pt x="252" y="252"/>
                    <a:pt x="253" y="251"/>
                    <a:pt x="255" y="251"/>
                  </a:cubicBezTo>
                  <a:cubicBezTo>
                    <a:pt x="259" y="251"/>
                    <a:pt x="261" y="254"/>
                    <a:pt x="262" y="255"/>
                  </a:cubicBezTo>
                  <a:cubicBezTo>
                    <a:pt x="263" y="256"/>
                    <a:pt x="263" y="258"/>
                    <a:pt x="264" y="259"/>
                  </a:cubicBezTo>
                  <a:cubicBezTo>
                    <a:pt x="265" y="260"/>
                    <a:pt x="266" y="262"/>
                    <a:pt x="267" y="263"/>
                  </a:cubicBezTo>
                  <a:cubicBezTo>
                    <a:pt x="270" y="267"/>
                    <a:pt x="270" y="270"/>
                    <a:pt x="270" y="274"/>
                  </a:cubicBezTo>
                  <a:cubicBezTo>
                    <a:pt x="270" y="275"/>
                    <a:pt x="270" y="277"/>
                    <a:pt x="271" y="278"/>
                  </a:cubicBezTo>
                  <a:cubicBezTo>
                    <a:pt x="271" y="281"/>
                    <a:pt x="271" y="283"/>
                    <a:pt x="271" y="286"/>
                  </a:cubicBezTo>
                  <a:cubicBezTo>
                    <a:pt x="271" y="287"/>
                    <a:pt x="272" y="288"/>
                    <a:pt x="272" y="289"/>
                  </a:cubicBezTo>
                  <a:cubicBezTo>
                    <a:pt x="273" y="291"/>
                    <a:pt x="274" y="295"/>
                    <a:pt x="272" y="298"/>
                  </a:cubicBezTo>
                  <a:cubicBezTo>
                    <a:pt x="271" y="300"/>
                    <a:pt x="270" y="305"/>
                    <a:pt x="271" y="306"/>
                  </a:cubicBezTo>
                  <a:cubicBezTo>
                    <a:pt x="274" y="313"/>
                    <a:pt x="270" y="316"/>
                    <a:pt x="269" y="318"/>
                  </a:cubicBezTo>
                  <a:cubicBezTo>
                    <a:pt x="268" y="319"/>
                    <a:pt x="268" y="319"/>
                    <a:pt x="267" y="320"/>
                  </a:cubicBezTo>
                  <a:cubicBezTo>
                    <a:pt x="266" y="321"/>
                    <a:pt x="266" y="322"/>
                    <a:pt x="265" y="323"/>
                  </a:cubicBezTo>
                  <a:cubicBezTo>
                    <a:pt x="264" y="324"/>
                    <a:pt x="264" y="325"/>
                    <a:pt x="263" y="327"/>
                  </a:cubicBezTo>
                  <a:cubicBezTo>
                    <a:pt x="262" y="328"/>
                    <a:pt x="262" y="328"/>
                    <a:pt x="262" y="329"/>
                  </a:cubicBezTo>
                  <a:cubicBezTo>
                    <a:pt x="262" y="331"/>
                    <a:pt x="262" y="332"/>
                    <a:pt x="262" y="334"/>
                  </a:cubicBezTo>
                  <a:cubicBezTo>
                    <a:pt x="262" y="338"/>
                    <a:pt x="259" y="342"/>
                    <a:pt x="257" y="344"/>
                  </a:cubicBezTo>
                  <a:cubicBezTo>
                    <a:pt x="255" y="346"/>
                    <a:pt x="253" y="347"/>
                    <a:pt x="252" y="348"/>
                  </a:cubicBezTo>
                  <a:cubicBezTo>
                    <a:pt x="251" y="348"/>
                    <a:pt x="251" y="348"/>
                    <a:pt x="251" y="349"/>
                  </a:cubicBezTo>
                  <a:cubicBezTo>
                    <a:pt x="250" y="350"/>
                    <a:pt x="250" y="350"/>
                    <a:pt x="252" y="351"/>
                  </a:cubicBezTo>
                  <a:cubicBezTo>
                    <a:pt x="253" y="352"/>
                    <a:pt x="253" y="352"/>
                    <a:pt x="254" y="353"/>
                  </a:cubicBezTo>
                  <a:cubicBezTo>
                    <a:pt x="256" y="355"/>
                    <a:pt x="258" y="357"/>
                    <a:pt x="260" y="360"/>
                  </a:cubicBezTo>
                  <a:cubicBezTo>
                    <a:pt x="261" y="363"/>
                    <a:pt x="260" y="366"/>
                    <a:pt x="260" y="368"/>
                  </a:cubicBezTo>
                  <a:cubicBezTo>
                    <a:pt x="259" y="369"/>
                    <a:pt x="259" y="370"/>
                    <a:pt x="259" y="371"/>
                  </a:cubicBezTo>
                  <a:cubicBezTo>
                    <a:pt x="259" y="372"/>
                    <a:pt x="259" y="372"/>
                    <a:pt x="262" y="373"/>
                  </a:cubicBezTo>
                  <a:cubicBezTo>
                    <a:pt x="267" y="375"/>
                    <a:pt x="268" y="377"/>
                    <a:pt x="269" y="380"/>
                  </a:cubicBezTo>
                  <a:cubicBezTo>
                    <a:pt x="269" y="380"/>
                    <a:pt x="269" y="381"/>
                    <a:pt x="269" y="382"/>
                  </a:cubicBezTo>
                  <a:cubicBezTo>
                    <a:pt x="270" y="383"/>
                    <a:pt x="272" y="385"/>
                    <a:pt x="275" y="387"/>
                  </a:cubicBezTo>
                  <a:cubicBezTo>
                    <a:pt x="276" y="389"/>
                    <a:pt x="277" y="390"/>
                    <a:pt x="279" y="391"/>
                  </a:cubicBezTo>
                  <a:cubicBezTo>
                    <a:pt x="279" y="392"/>
                    <a:pt x="280" y="393"/>
                    <a:pt x="281" y="394"/>
                  </a:cubicBezTo>
                  <a:cubicBezTo>
                    <a:pt x="283" y="396"/>
                    <a:pt x="284" y="397"/>
                    <a:pt x="284" y="399"/>
                  </a:cubicBezTo>
                  <a:cubicBezTo>
                    <a:pt x="284" y="399"/>
                    <a:pt x="284" y="399"/>
                    <a:pt x="284" y="399"/>
                  </a:cubicBezTo>
                  <a:cubicBezTo>
                    <a:pt x="286" y="400"/>
                    <a:pt x="287" y="401"/>
                    <a:pt x="288" y="403"/>
                  </a:cubicBezTo>
                  <a:cubicBezTo>
                    <a:pt x="288" y="403"/>
                    <a:pt x="290" y="405"/>
                    <a:pt x="291" y="405"/>
                  </a:cubicBezTo>
                  <a:cubicBezTo>
                    <a:pt x="292" y="406"/>
                    <a:pt x="292" y="406"/>
                    <a:pt x="292" y="406"/>
                  </a:cubicBezTo>
                  <a:cubicBezTo>
                    <a:pt x="292" y="407"/>
                    <a:pt x="293" y="407"/>
                    <a:pt x="293" y="407"/>
                  </a:cubicBezTo>
                  <a:cubicBezTo>
                    <a:pt x="293" y="407"/>
                    <a:pt x="294" y="407"/>
                    <a:pt x="295" y="407"/>
                  </a:cubicBezTo>
                  <a:cubicBezTo>
                    <a:pt x="297" y="407"/>
                    <a:pt x="299" y="408"/>
                    <a:pt x="300" y="410"/>
                  </a:cubicBezTo>
                  <a:cubicBezTo>
                    <a:pt x="301" y="411"/>
                    <a:pt x="302" y="412"/>
                    <a:pt x="302" y="413"/>
                  </a:cubicBezTo>
                  <a:cubicBezTo>
                    <a:pt x="302" y="413"/>
                    <a:pt x="302" y="412"/>
                    <a:pt x="302" y="412"/>
                  </a:cubicBezTo>
                  <a:cubicBezTo>
                    <a:pt x="302" y="410"/>
                    <a:pt x="301" y="406"/>
                    <a:pt x="300" y="405"/>
                  </a:cubicBezTo>
                  <a:cubicBezTo>
                    <a:pt x="300" y="405"/>
                    <a:pt x="299" y="404"/>
                    <a:pt x="298" y="403"/>
                  </a:cubicBezTo>
                  <a:cubicBezTo>
                    <a:pt x="296" y="402"/>
                    <a:pt x="293" y="399"/>
                    <a:pt x="293" y="395"/>
                  </a:cubicBezTo>
                  <a:cubicBezTo>
                    <a:pt x="293" y="394"/>
                    <a:pt x="294" y="391"/>
                    <a:pt x="296" y="389"/>
                  </a:cubicBezTo>
                  <a:cubicBezTo>
                    <a:pt x="299" y="386"/>
                    <a:pt x="301" y="384"/>
                    <a:pt x="302" y="381"/>
                  </a:cubicBezTo>
                  <a:cubicBezTo>
                    <a:pt x="302" y="381"/>
                    <a:pt x="302" y="380"/>
                    <a:pt x="302" y="379"/>
                  </a:cubicBezTo>
                  <a:cubicBezTo>
                    <a:pt x="302" y="377"/>
                    <a:pt x="302" y="374"/>
                    <a:pt x="303" y="372"/>
                  </a:cubicBezTo>
                  <a:cubicBezTo>
                    <a:pt x="305" y="369"/>
                    <a:pt x="309" y="365"/>
                    <a:pt x="312" y="364"/>
                  </a:cubicBezTo>
                  <a:cubicBezTo>
                    <a:pt x="313" y="363"/>
                    <a:pt x="317" y="362"/>
                    <a:pt x="320" y="363"/>
                  </a:cubicBezTo>
                  <a:cubicBezTo>
                    <a:pt x="321" y="363"/>
                    <a:pt x="322" y="363"/>
                    <a:pt x="322" y="364"/>
                  </a:cubicBezTo>
                  <a:cubicBezTo>
                    <a:pt x="322" y="363"/>
                    <a:pt x="323" y="363"/>
                    <a:pt x="323" y="363"/>
                  </a:cubicBezTo>
                  <a:cubicBezTo>
                    <a:pt x="324" y="363"/>
                    <a:pt x="326" y="362"/>
                    <a:pt x="328" y="362"/>
                  </a:cubicBezTo>
                  <a:cubicBezTo>
                    <a:pt x="329" y="362"/>
                    <a:pt x="330" y="362"/>
                    <a:pt x="331" y="361"/>
                  </a:cubicBezTo>
                  <a:cubicBezTo>
                    <a:pt x="334" y="360"/>
                    <a:pt x="335" y="359"/>
                    <a:pt x="335" y="356"/>
                  </a:cubicBezTo>
                  <a:cubicBezTo>
                    <a:pt x="335" y="351"/>
                    <a:pt x="336" y="346"/>
                    <a:pt x="337" y="341"/>
                  </a:cubicBezTo>
                  <a:cubicBezTo>
                    <a:pt x="338" y="332"/>
                    <a:pt x="339" y="323"/>
                    <a:pt x="337" y="314"/>
                  </a:cubicBezTo>
                  <a:cubicBezTo>
                    <a:pt x="336" y="306"/>
                    <a:pt x="338" y="301"/>
                    <a:pt x="341" y="294"/>
                  </a:cubicBezTo>
                  <a:cubicBezTo>
                    <a:pt x="341" y="292"/>
                    <a:pt x="342" y="291"/>
                    <a:pt x="342" y="290"/>
                  </a:cubicBezTo>
                  <a:cubicBezTo>
                    <a:pt x="343" y="288"/>
                    <a:pt x="343" y="288"/>
                    <a:pt x="343" y="288"/>
                  </a:cubicBezTo>
                  <a:cubicBezTo>
                    <a:pt x="342" y="287"/>
                    <a:pt x="342" y="285"/>
                    <a:pt x="342" y="283"/>
                  </a:cubicBezTo>
                  <a:cubicBezTo>
                    <a:pt x="342" y="282"/>
                    <a:pt x="342" y="281"/>
                    <a:pt x="342" y="280"/>
                  </a:cubicBezTo>
                  <a:cubicBezTo>
                    <a:pt x="342" y="278"/>
                    <a:pt x="342" y="275"/>
                    <a:pt x="341" y="274"/>
                  </a:cubicBezTo>
                  <a:cubicBezTo>
                    <a:pt x="339" y="272"/>
                    <a:pt x="337" y="269"/>
                    <a:pt x="335" y="266"/>
                  </a:cubicBezTo>
                  <a:cubicBezTo>
                    <a:pt x="333" y="263"/>
                    <a:pt x="333" y="263"/>
                    <a:pt x="333" y="263"/>
                  </a:cubicBezTo>
                  <a:cubicBezTo>
                    <a:pt x="329" y="258"/>
                    <a:pt x="325" y="252"/>
                    <a:pt x="321" y="246"/>
                  </a:cubicBezTo>
                  <a:cubicBezTo>
                    <a:pt x="318" y="240"/>
                    <a:pt x="313" y="235"/>
                    <a:pt x="309" y="230"/>
                  </a:cubicBezTo>
                  <a:cubicBezTo>
                    <a:pt x="308" y="228"/>
                    <a:pt x="308" y="228"/>
                    <a:pt x="308" y="228"/>
                  </a:cubicBezTo>
                  <a:cubicBezTo>
                    <a:pt x="306" y="226"/>
                    <a:pt x="304" y="223"/>
                    <a:pt x="303" y="221"/>
                  </a:cubicBezTo>
                  <a:cubicBezTo>
                    <a:pt x="301" y="218"/>
                    <a:pt x="298" y="215"/>
                    <a:pt x="296" y="212"/>
                  </a:cubicBezTo>
                  <a:cubicBezTo>
                    <a:pt x="294" y="211"/>
                    <a:pt x="294" y="211"/>
                    <a:pt x="294" y="211"/>
                  </a:cubicBezTo>
                  <a:cubicBezTo>
                    <a:pt x="292" y="209"/>
                    <a:pt x="290" y="206"/>
                    <a:pt x="287" y="204"/>
                  </a:cubicBezTo>
                  <a:cubicBezTo>
                    <a:pt x="283" y="201"/>
                    <a:pt x="283" y="199"/>
                    <a:pt x="283" y="195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3" y="194"/>
                    <a:pt x="282" y="193"/>
                    <a:pt x="282" y="193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0" y="191"/>
                    <a:pt x="278" y="188"/>
                    <a:pt x="279" y="184"/>
                  </a:cubicBezTo>
                  <a:cubicBezTo>
                    <a:pt x="279" y="183"/>
                    <a:pt x="279" y="183"/>
                    <a:pt x="279" y="183"/>
                  </a:cubicBezTo>
                  <a:cubicBezTo>
                    <a:pt x="280" y="179"/>
                    <a:pt x="281" y="175"/>
                    <a:pt x="280" y="171"/>
                  </a:cubicBezTo>
                  <a:cubicBezTo>
                    <a:pt x="280" y="171"/>
                    <a:pt x="280" y="170"/>
                    <a:pt x="279" y="169"/>
                  </a:cubicBezTo>
                  <a:cubicBezTo>
                    <a:pt x="278" y="168"/>
                    <a:pt x="277" y="165"/>
                    <a:pt x="277" y="163"/>
                  </a:cubicBezTo>
                  <a:cubicBezTo>
                    <a:pt x="277" y="159"/>
                    <a:pt x="278" y="156"/>
                    <a:pt x="279" y="154"/>
                  </a:cubicBezTo>
                  <a:cubicBezTo>
                    <a:pt x="280" y="152"/>
                    <a:pt x="281" y="150"/>
                    <a:pt x="281" y="148"/>
                  </a:cubicBezTo>
                  <a:cubicBezTo>
                    <a:pt x="281" y="147"/>
                    <a:pt x="281" y="147"/>
                    <a:pt x="280" y="145"/>
                  </a:cubicBezTo>
                  <a:cubicBezTo>
                    <a:pt x="279" y="144"/>
                    <a:pt x="279" y="142"/>
                    <a:pt x="278" y="140"/>
                  </a:cubicBezTo>
                  <a:cubicBezTo>
                    <a:pt x="278" y="139"/>
                    <a:pt x="278" y="139"/>
                    <a:pt x="277" y="138"/>
                  </a:cubicBezTo>
                  <a:cubicBezTo>
                    <a:pt x="276" y="137"/>
                    <a:pt x="275" y="135"/>
                    <a:pt x="275" y="133"/>
                  </a:cubicBezTo>
                  <a:cubicBezTo>
                    <a:pt x="274" y="130"/>
                    <a:pt x="274" y="127"/>
                    <a:pt x="275" y="125"/>
                  </a:cubicBezTo>
                  <a:cubicBezTo>
                    <a:pt x="275" y="122"/>
                    <a:pt x="275" y="122"/>
                    <a:pt x="275" y="122"/>
                  </a:cubicBezTo>
                  <a:cubicBezTo>
                    <a:pt x="275" y="121"/>
                    <a:pt x="275" y="121"/>
                    <a:pt x="275" y="120"/>
                  </a:cubicBezTo>
                  <a:cubicBezTo>
                    <a:pt x="275" y="116"/>
                    <a:pt x="275" y="111"/>
                    <a:pt x="279" y="108"/>
                  </a:cubicBezTo>
                  <a:cubicBezTo>
                    <a:pt x="280" y="107"/>
                    <a:pt x="281" y="106"/>
                    <a:pt x="282" y="106"/>
                  </a:cubicBezTo>
                  <a:cubicBezTo>
                    <a:pt x="284" y="105"/>
                    <a:pt x="285" y="103"/>
                    <a:pt x="286" y="103"/>
                  </a:cubicBezTo>
                  <a:cubicBezTo>
                    <a:pt x="287" y="101"/>
                    <a:pt x="288" y="98"/>
                    <a:pt x="289" y="96"/>
                  </a:cubicBezTo>
                  <a:cubicBezTo>
                    <a:pt x="289" y="94"/>
                    <a:pt x="290" y="93"/>
                    <a:pt x="290" y="92"/>
                  </a:cubicBezTo>
                  <a:cubicBezTo>
                    <a:pt x="291" y="89"/>
                    <a:pt x="292" y="84"/>
                    <a:pt x="292" y="79"/>
                  </a:cubicBezTo>
                  <a:cubicBezTo>
                    <a:pt x="292" y="77"/>
                    <a:pt x="292" y="74"/>
                    <a:pt x="293" y="72"/>
                  </a:cubicBezTo>
                  <a:cubicBezTo>
                    <a:pt x="295" y="70"/>
                    <a:pt x="298" y="70"/>
                    <a:pt x="299" y="70"/>
                  </a:cubicBezTo>
                  <a:cubicBezTo>
                    <a:pt x="318" y="70"/>
                    <a:pt x="318" y="70"/>
                    <a:pt x="318" y="70"/>
                  </a:cubicBezTo>
                  <a:cubicBezTo>
                    <a:pt x="321" y="71"/>
                    <a:pt x="323" y="71"/>
                    <a:pt x="326" y="71"/>
                  </a:cubicBezTo>
                  <a:cubicBezTo>
                    <a:pt x="327" y="71"/>
                    <a:pt x="328" y="71"/>
                    <a:pt x="329" y="71"/>
                  </a:cubicBezTo>
                  <a:cubicBezTo>
                    <a:pt x="330" y="71"/>
                    <a:pt x="331" y="71"/>
                    <a:pt x="332" y="72"/>
                  </a:cubicBezTo>
                  <a:cubicBezTo>
                    <a:pt x="334" y="72"/>
                    <a:pt x="335" y="72"/>
                    <a:pt x="335" y="71"/>
                  </a:cubicBezTo>
                  <a:cubicBezTo>
                    <a:pt x="336" y="71"/>
                    <a:pt x="336" y="70"/>
                    <a:pt x="336" y="70"/>
                  </a:cubicBezTo>
                  <a:cubicBezTo>
                    <a:pt x="337" y="68"/>
                    <a:pt x="338" y="67"/>
                    <a:pt x="340" y="65"/>
                  </a:cubicBezTo>
                  <a:cubicBezTo>
                    <a:pt x="341" y="65"/>
                    <a:pt x="342" y="64"/>
                    <a:pt x="343" y="64"/>
                  </a:cubicBezTo>
                  <a:cubicBezTo>
                    <a:pt x="343" y="64"/>
                    <a:pt x="344" y="64"/>
                    <a:pt x="344" y="63"/>
                  </a:cubicBezTo>
                  <a:cubicBezTo>
                    <a:pt x="345" y="62"/>
                    <a:pt x="346" y="61"/>
                    <a:pt x="349" y="60"/>
                  </a:cubicBezTo>
                  <a:cubicBezTo>
                    <a:pt x="350" y="60"/>
                    <a:pt x="350" y="60"/>
                    <a:pt x="350" y="60"/>
                  </a:cubicBezTo>
                  <a:cubicBezTo>
                    <a:pt x="351" y="60"/>
                    <a:pt x="355" y="61"/>
                    <a:pt x="357" y="62"/>
                  </a:cubicBezTo>
                  <a:cubicBezTo>
                    <a:pt x="360" y="63"/>
                    <a:pt x="361" y="65"/>
                    <a:pt x="361" y="66"/>
                  </a:cubicBezTo>
                  <a:cubicBezTo>
                    <a:pt x="362" y="66"/>
                    <a:pt x="363" y="67"/>
                    <a:pt x="364" y="67"/>
                  </a:cubicBezTo>
                  <a:cubicBezTo>
                    <a:pt x="367" y="69"/>
                    <a:pt x="372" y="70"/>
                    <a:pt x="374" y="75"/>
                  </a:cubicBezTo>
                  <a:cubicBezTo>
                    <a:pt x="374" y="77"/>
                    <a:pt x="374" y="78"/>
                    <a:pt x="374" y="79"/>
                  </a:cubicBezTo>
                  <a:cubicBezTo>
                    <a:pt x="374" y="79"/>
                    <a:pt x="374" y="79"/>
                    <a:pt x="374" y="79"/>
                  </a:cubicBezTo>
                  <a:cubicBezTo>
                    <a:pt x="375" y="79"/>
                    <a:pt x="377" y="78"/>
                    <a:pt x="378" y="78"/>
                  </a:cubicBezTo>
                  <a:cubicBezTo>
                    <a:pt x="379" y="78"/>
                    <a:pt x="380" y="78"/>
                    <a:pt x="381" y="77"/>
                  </a:cubicBezTo>
                  <a:cubicBezTo>
                    <a:pt x="382" y="77"/>
                    <a:pt x="384" y="77"/>
                    <a:pt x="386" y="77"/>
                  </a:cubicBezTo>
                  <a:cubicBezTo>
                    <a:pt x="386" y="77"/>
                    <a:pt x="387" y="77"/>
                    <a:pt x="387" y="77"/>
                  </a:cubicBezTo>
                  <a:cubicBezTo>
                    <a:pt x="391" y="77"/>
                    <a:pt x="392" y="79"/>
                    <a:pt x="393" y="80"/>
                  </a:cubicBezTo>
                  <a:cubicBezTo>
                    <a:pt x="394" y="80"/>
                    <a:pt x="394" y="80"/>
                    <a:pt x="395" y="80"/>
                  </a:cubicBezTo>
                  <a:cubicBezTo>
                    <a:pt x="396" y="80"/>
                    <a:pt x="397" y="79"/>
                    <a:pt x="398" y="79"/>
                  </a:cubicBezTo>
                  <a:cubicBezTo>
                    <a:pt x="399" y="79"/>
                    <a:pt x="400" y="77"/>
                    <a:pt x="401" y="76"/>
                  </a:cubicBezTo>
                  <a:cubicBezTo>
                    <a:pt x="403" y="74"/>
                    <a:pt x="406" y="70"/>
                    <a:pt x="410" y="70"/>
                  </a:cubicBezTo>
                  <a:cubicBezTo>
                    <a:pt x="412" y="70"/>
                    <a:pt x="413" y="70"/>
                    <a:pt x="414" y="71"/>
                  </a:cubicBezTo>
                  <a:cubicBezTo>
                    <a:pt x="415" y="71"/>
                    <a:pt x="416" y="71"/>
                    <a:pt x="416" y="71"/>
                  </a:cubicBezTo>
                  <a:cubicBezTo>
                    <a:pt x="417" y="71"/>
                    <a:pt x="420" y="70"/>
                    <a:pt x="420" y="70"/>
                  </a:cubicBezTo>
                  <a:cubicBezTo>
                    <a:pt x="421" y="70"/>
                    <a:pt x="422" y="70"/>
                    <a:pt x="423" y="70"/>
                  </a:cubicBezTo>
                  <a:cubicBezTo>
                    <a:pt x="425" y="71"/>
                    <a:pt x="426" y="73"/>
                    <a:pt x="427" y="75"/>
                  </a:cubicBezTo>
                  <a:cubicBezTo>
                    <a:pt x="428" y="76"/>
                    <a:pt x="428" y="77"/>
                    <a:pt x="428" y="77"/>
                  </a:cubicBezTo>
                  <a:cubicBezTo>
                    <a:pt x="429" y="77"/>
                    <a:pt x="432" y="77"/>
                    <a:pt x="433" y="78"/>
                  </a:cubicBezTo>
                  <a:cubicBezTo>
                    <a:pt x="436" y="78"/>
                    <a:pt x="436" y="78"/>
                    <a:pt x="436" y="78"/>
                  </a:cubicBezTo>
                  <a:cubicBezTo>
                    <a:pt x="437" y="78"/>
                    <a:pt x="437" y="78"/>
                    <a:pt x="438" y="78"/>
                  </a:cubicBezTo>
                  <a:cubicBezTo>
                    <a:pt x="438" y="78"/>
                    <a:pt x="439" y="78"/>
                    <a:pt x="439" y="78"/>
                  </a:cubicBezTo>
                  <a:cubicBezTo>
                    <a:pt x="441" y="78"/>
                    <a:pt x="442" y="78"/>
                    <a:pt x="443" y="79"/>
                  </a:cubicBezTo>
                  <a:cubicBezTo>
                    <a:pt x="443" y="79"/>
                    <a:pt x="443" y="79"/>
                    <a:pt x="444" y="79"/>
                  </a:cubicBezTo>
                  <a:cubicBezTo>
                    <a:pt x="444" y="80"/>
                    <a:pt x="445" y="80"/>
                    <a:pt x="445" y="80"/>
                  </a:cubicBezTo>
                  <a:cubicBezTo>
                    <a:pt x="446" y="79"/>
                    <a:pt x="446" y="78"/>
                    <a:pt x="447" y="78"/>
                  </a:cubicBezTo>
                  <a:cubicBezTo>
                    <a:pt x="450" y="75"/>
                    <a:pt x="453" y="75"/>
                    <a:pt x="455" y="75"/>
                  </a:cubicBezTo>
                  <a:cubicBezTo>
                    <a:pt x="456" y="75"/>
                    <a:pt x="457" y="75"/>
                    <a:pt x="457" y="75"/>
                  </a:cubicBezTo>
                  <a:cubicBezTo>
                    <a:pt x="458" y="75"/>
                    <a:pt x="458" y="74"/>
                    <a:pt x="459" y="73"/>
                  </a:cubicBezTo>
                  <a:cubicBezTo>
                    <a:pt x="460" y="73"/>
                    <a:pt x="461" y="71"/>
                    <a:pt x="463" y="71"/>
                  </a:cubicBezTo>
                  <a:cubicBezTo>
                    <a:pt x="464" y="70"/>
                    <a:pt x="464" y="70"/>
                    <a:pt x="464" y="70"/>
                  </a:cubicBezTo>
                  <a:cubicBezTo>
                    <a:pt x="464" y="70"/>
                    <a:pt x="464" y="69"/>
                    <a:pt x="464" y="69"/>
                  </a:cubicBezTo>
                  <a:cubicBezTo>
                    <a:pt x="465" y="65"/>
                    <a:pt x="467" y="56"/>
                    <a:pt x="473" y="53"/>
                  </a:cubicBezTo>
                  <a:cubicBezTo>
                    <a:pt x="477" y="51"/>
                    <a:pt x="485" y="49"/>
                    <a:pt x="488" y="50"/>
                  </a:cubicBezTo>
                  <a:cubicBezTo>
                    <a:pt x="489" y="50"/>
                    <a:pt x="490" y="50"/>
                    <a:pt x="491" y="51"/>
                  </a:cubicBezTo>
                  <a:cubicBezTo>
                    <a:pt x="492" y="51"/>
                    <a:pt x="492" y="51"/>
                    <a:pt x="493" y="51"/>
                  </a:cubicBezTo>
                  <a:cubicBezTo>
                    <a:pt x="493" y="56"/>
                    <a:pt x="493" y="56"/>
                    <a:pt x="493" y="56"/>
                  </a:cubicBezTo>
                  <a:cubicBezTo>
                    <a:pt x="494" y="51"/>
                    <a:pt x="494" y="51"/>
                    <a:pt x="494" y="51"/>
                  </a:cubicBezTo>
                  <a:cubicBezTo>
                    <a:pt x="496" y="51"/>
                    <a:pt x="498" y="51"/>
                    <a:pt x="500" y="53"/>
                  </a:cubicBezTo>
                  <a:cubicBezTo>
                    <a:pt x="501" y="54"/>
                    <a:pt x="502" y="55"/>
                    <a:pt x="503" y="56"/>
                  </a:cubicBezTo>
                  <a:cubicBezTo>
                    <a:pt x="504" y="57"/>
                    <a:pt x="505" y="58"/>
                    <a:pt x="505" y="58"/>
                  </a:cubicBezTo>
                  <a:cubicBezTo>
                    <a:pt x="506" y="59"/>
                    <a:pt x="507" y="59"/>
                    <a:pt x="509" y="59"/>
                  </a:cubicBezTo>
                  <a:cubicBezTo>
                    <a:pt x="509" y="59"/>
                    <a:pt x="510" y="58"/>
                    <a:pt x="511" y="58"/>
                  </a:cubicBezTo>
                  <a:cubicBezTo>
                    <a:pt x="512" y="57"/>
                    <a:pt x="513" y="56"/>
                    <a:pt x="513" y="55"/>
                  </a:cubicBezTo>
                  <a:cubicBezTo>
                    <a:pt x="514" y="54"/>
                    <a:pt x="514" y="54"/>
                    <a:pt x="514" y="54"/>
                  </a:cubicBezTo>
                  <a:cubicBezTo>
                    <a:pt x="516" y="53"/>
                    <a:pt x="518" y="51"/>
                    <a:pt x="521" y="50"/>
                  </a:cubicBezTo>
                  <a:cubicBezTo>
                    <a:pt x="522" y="50"/>
                    <a:pt x="523" y="50"/>
                    <a:pt x="524" y="50"/>
                  </a:cubicBezTo>
                  <a:cubicBezTo>
                    <a:pt x="528" y="54"/>
                    <a:pt x="528" y="54"/>
                    <a:pt x="528" y="54"/>
                  </a:cubicBezTo>
                  <a:cubicBezTo>
                    <a:pt x="526" y="50"/>
                    <a:pt x="526" y="50"/>
                    <a:pt x="526" y="50"/>
                  </a:cubicBezTo>
                  <a:cubicBezTo>
                    <a:pt x="526" y="50"/>
                    <a:pt x="527" y="49"/>
                    <a:pt x="528" y="48"/>
                  </a:cubicBezTo>
                  <a:cubicBezTo>
                    <a:pt x="530" y="47"/>
                    <a:pt x="532" y="45"/>
                    <a:pt x="535" y="44"/>
                  </a:cubicBezTo>
                  <a:cubicBezTo>
                    <a:pt x="537" y="44"/>
                    <a:pt x="539" y="44"/>
                    <a:pt x="541" y="44"/>
                  </a:cubicBezTo>
                  <a:cubicBezTo>
                    <a:pt x="542" y="44"/>
                    <a:pt x="544" y="44"/>
                    <a:pt x="545" y="43"/>
                  </a:cubicBezTo>
                  <a:cubicBezTo>
                    <a:pt x="548" y="43"/>
                    <a:pt x="551" y="43"/>
                    <a:pt x="553" y="44"/>
                  </a:cubicBezTo>
                  <a:cubicBezTo>
                    <a:pt x="554" y="44"/>
                    <a:pt x="554" y="44"/>
                    <a:pt x="555" y="44"/>
                  </a:cubicBezTo>
                  <a:cubicBezTo>
                    <a:pt x="555" y="44"/>
                    <a:pt x="555" y="44"/>
                    <a:pt x="555" y="44"/>
                  </a:cubicBezTo>
                  <a:cubicBezTo>
                    <a:pt x="557" y="44"/>
                    <a:pt x="560" y="42"/>
                    <a:pt x="562" y="39"/>
                  </a:cubicBezTo>
                  <a:cubicBezTo>
                    <a:pt x="564" y="38"/>
                    <a:pt x="566" y="36"/>
                    <a:pt x="568" y="35"/>
                  </a:cubicBezTo>
                  <a:cubicBezTo>
                    <a:pt x="571" y="33"/>
                    <a:pt x="575" y="32"/>
                    <a:pt x="578" y="31"/>
                  </a:cubicBezTo>
                  <a:cubicBezTo>
                    <a:pt x="582" y="30"/>
                    <a:pt x="585" y="28"/>
                    <a:pt x="589" y="26"/>
                  </a:cubicBezTo>
                  <a:cubicBezTo>
                    <a:pt x="591" y="24"/>
                    <a:pt x="594" y="23"/>
                    <a:pt x="598" y="21"/>
                  </a:cubicBezTo>
                  <a:cubicBezTo>
                    <a:pt x="600" y="21"/>
                    <a:pt x="600" y="21"/>
                    <a:pt x="602" y="19"/>
                  </a:cubicBezTo>
                  <a:cubicBezTo>
                    <a:pt x="606" y="15"/>
                    <a:pt x="610" y="11"/>
                    <a:pt x="614" y="9"/>
                  </a:cubicBezTo>
                  <a:cubicBezTo>
                    <a:pt x="616" y="8"/>
                    <a:pt x="618" y="7"/>
                    <a:pt x="619" y="6"/>
                  </a:cubicBezTo>
                  <a:cubicBezTo>
                    <a:pt x="622" y="5"/>
                    <a:pt x="624" y="4"/>
                    <a:pt x="624" y="3"/>
                  </a:cubicBezTo>
                  <a:cubicBezTo>
                    <a:pt x="625" y="2"/>
                    <a:pt x="625" y="1"/>
                    <a:pt x="626" y="0"/>
                  </a:cubicBezTo>
                  <a:cubicBezTo>
                    <a:pt x="627" y="0"/>
                    <a:pt x="628" y="0"/>
                    <a:pt x="629" y="0"/>
                  </a:cubicBezTo>
                  <a:cubicBezTo>
                    <a:pt x="629" y="0"/>
                    <a:pt x="630" y="0"/>
                    <a:pt x="631" y="0"/>
                  </a:cubicBezTo>
                  <a:cubicBezTo>
                    <a:pt x="631" y="0"/>
                    <a:pt x="632" y="0"/>
                    <a:pt x="632" y="0"/>
                  </a:cubicBezTo>
                  <a:cubicBezTo>
                    <a:pt x="634" y="0"/>
                    <a:pt x="636" y="1"/>
                    <a:pt x="637" y="2"/>
                  </a:cubicBezTo>
                  <a:cubicBezTo>
                    <a:pt x="638" y="4"/>
                    <a:pt x="639" y="6"/>
                    <a:pt x="638" y="8"/>
                  </a:cubicBezTo>
                  <a:cubicBezTo>
                    <a:pt x="639" y="8"/>
                    <a:pt x="641" y="10"/>
                    <a:pt x="641" y="12"/>
                  </a:cubicBezTo>
                  <a:cubicBezTo>
                    <a:pt x="642" y="13"/>
                    <a:pt x="644" y="14"/>
                    <a:pt x="645" y="15"/>
                  </a:cubicBezTo>
                  <a:cubicBezTo>
                    <a:pt x="646" y="16"/>
                    <a:pt x="646" y="18"/>
                    <a:pt x="646" y="19"/>
                  </a:cubicBezTo>
                  <a:cubicBezTo>
                    <a:pt x="645" y="21"/>
                    <a:pt x="644" y="22"/>
                    <a:pt x="643" y="22"/>
                  </a:cubicBezTo>
                  <a:cubicBezTo>
                    <a:pt x="642" y="23"/>
                    <a:pt x="642" y="23"/>
                    <a:pt x="641" y="23"/>
                  </a:cubicBezTo>
                  <a:cubicBezTo>
                    <a:pt x="642" y="24"/>
                    <a:pt x="643" y="26"/>
                    <a:pt x="643" y="28"/>
                  </a:cubicBezTo>
                  <a:cubicBezTo>
                    <a:pt x="644" y="32"/>
                    <a:pt x="640" y="34"/>
                    <a:pt x="638" y="35"/>
                  </a:cubicBezTo>
                  <a:cubicBezTo>
                    <a:pt x="638" y="35"/>
                    <a:pt x="637" y="35"/>
                    <a:pt x="637" y="35"/>
                  </a:cubicBezTo>
                  <a:cubicBezTo>
                    <a:pt x="639" y="37"/>
                    <a:pt x="640" y="39"/>
                    <a:pt x="640" y="42"/>
                  </a:cubicBezTo>
                  <a:cubicBezTo>
                    <a:pt x="640" y="45"/>
                    <a:pt x="639" y="47"/>
                    <a:pt x="637" y="48"/>
                  </a:cubicBezTo>
                  <a:cubicBezTo>
                    <a:pt x="637" y="49"/>
                    <a:pt x="636" y="50"/>
                    <a:pt x="636" y="50"/>
                  </a:cubicBezTo>
                  <a:cubicBezTo>
                    <a:pt x="636" y="52"/>
                    <a:pt x="635" y="54"/>
                    <a:pt x="631" y="58"/>
                  </a:cubicBezTo>
                  <a:cubicBezTo>
                    <a:pt x="630" y="59"/>
                    <a:pt x="630" y="59"/>
                    <a:pt x="630" y="59"/>
                  </a:cubicBezTo>
                  <a:cubicBezTo>
                    <a:pt x="632" y="60"/>
                    <a:pt x="636" y="63"/>
                    <a:pt x="634" y="67"/>
                  </a:cubicBezTo>
                  <a:cubicBezTo>
                    <a:pt x="633" y="69"/>
                    <a:pt x="632" y="72"/>
                    <a:pt x="632" y="74"/>
                  </a:cubicBezTo>
                  <a:cubicBezTo>
                    <a:pt x="632" y="75"/>
                    <a:pt x="633" y="76"/>
                    <a:pt x="633" y="77"/>
                  </a:cubicBezTo>
                  <a:cubicBezTo>
                    <a:pt x="633" y="78"/>
                    <a:pt x="632" y="79"/>
                    <a:pt x="631" y="80"/>
                  </a:cubicBezTo>
                  <a:cubicBezTo>
                    <a:pt x="632" y="81"/>
                    <a:pt x="632" y="82"/>
                    <a:pt x="632" y="83"/>
                  </a:cubicBezTo>
                  <a:cubicBezTo>
                    <a:pt x="633" y="86"/>
                    <a:pt x="635" y="89"/>
                    <a:pt x="635" y="91"/>
                  </a:cubicBezTo>
                  <a:cubicBezTo>
                    <a:pt x="635" y="93"/>
                    <a:pt x="635" y="95"/>
                    <a:pt x="634" y="96"/>
                  </a:cubicBezTo>
                  <a:cubicBezTo>
                    <a:pt x="634" y="96"/>
                    <a:pt x="634" y="96"/>
                    <a:pt x="634" y="96"/>
                  </a:cubicBezTo>
                  <a:cubicBezTo>
                    <a:pt x="634" y="97"/>
                    <a:pt x="634" y="97"/>
                    <a:pt x="635" y="97"/>
                  </a:cubicBezTo>
                  <a:cubicBezTo>
                    <a:pt x="635" y="99"/>
                    <a:pt x="636" y="101"/>
                    <a:pt x="636" y="102"/>
                  </a:cubicBezTo>
                  <a:cubicBezTo>
                    <a:pt x="636" y="105"/>
                    <a:pt x="636" y="106"/>
                    <a:pt x="635" y="108"/>
                  </a:cubicBezTo>
                  <a:cubicBezTo>
                    <a:pt x="635" y="109"/>
                    <a:pt x="634" y="110"/>
                    <a:pt x="635" y="111"/>
                  </a:cubicBezTo>
                  <a:cubicBezTo>
                    <a:pt x="635" y="113"/>
                    <a:pt x="636" y="115"/>
                    <a:pt x="635" y="118"/>
                  </a:cubicBezTo>
                  <a:cubicBezTo>
                    <a:pt x="635" y="118"/>
                    <a:pt x="634" y="119"/>
                    <a:pt x="634" y="119"/>
                  </a:cubicBezTo>
                  <a:cubicBezTo>
                    <a:pt x="635" y="121"/>
                    <a:pt x="635" y="123"/>
                    <a:pt x="635" y="124"/>
                  </a:cubicBezTo>
                  <a:cubicBezTo>
                    <a:pt x="635" y="124"/>
                    <a:pt x="635" y="125"/>
                    <a:pt x="636" y="125"/>
                  </a:cubicBezTo>
                  <a:cubicBezTo>
                    <a:pt x="637" y="127"/>
                    <a:pt x="636" y="129"/>
                    <a:pt x="636" y="130"/>
                  </a:cubicBezTo>
                  <a:cubicBezTo>
                    <a:pt x="636" y="131"/>
                    <a:pt x="635" y="132"/>
                    <a:pt x="635" y="132"/>
                  </a:cubicBezTo>
                  <a:cubicBezTo>
                    <a:pt x="637" y="133"/>
                    <a:pt x="638" y="136"/>
                    <a:pt x="638" y="139"/>
                  </a:cubicBezTo>
                  <a:cubicBezTo>
                    <a:pt x="639" y="140"/>
                    <a:pt x="640" y="141"/>
                    <a:pt x="640" y="142"/>
                  </a:cubicBezTo>
                  <a:cubicBezTo>
                    <a:pt x="640" y="143"/>
                    <a:pt x="640" y="144"/>
                    <a:pt x="639" y="145"/>
                  </a:cubicBezTo>
                  <a:cubicBezTo>
                    <a:pt x="640" y="147"/>
                    <a:pt x="642" y="148"/>
                    <a:pt x="642" y="151"/>
                  </a:cubicBezTo>
                  <a:cubicBezTo>
                    <a:pt x="642" y="153"/>
                    <a:pt x="641" y="155"/>
                    <a:pt x="640" y="156"/>
                  </a:cubicBezTo>
                  <a:cubicBezTo>
                    <a:pt x="639" y="157"/>
                    <a:pt x="637" y="158"/>
                    <a:pt x="636" y="158"/>
                  </a:cubicBezTo>
                  <a:cubicBezTo>
                    <a:pt x="636" y="158"/>
                    <a:pt x="636" y="159"/>
                    <a:pt x="636" y="159"/>
                  </a:cubicBezTo>
                  <a:cubicBezTo>
                    <a:pt x="636" y="160"/>
                    <a:pt x="636" y="160"/>
                    <a:pt x="635" y="161"/>
                  </a:cubicBezTo>
                  <a:cubicBezTo>
                    <a:pt x="636" y="161"/>
                    <a:pt x="637" y="162"/>
                    <a:pt x="637" y="163"/>
                  </a:cubicBezTo>
                  <a:cubicBezTo>
                    <a:pt x="639" y="166"/>
                    <a:pt x="637" y="169"/>
                    <a:pt x="636" y="171"/>
                  </a:cubicBezTo>
                  <a:cubicBezTo>
                    <a:pt x="636" y="172"/>
                    <a:pt x="636" y="173"/>
                    <a:pt x="636" y="174"/>
                  </a:cubicBezTo>
                  <a:cubicBezTo>
                    <a:pt x="637" y="175"/>
                    <a:pt x="637" y="176"/>
                    <a:pt x="637" y="178"/>
                  </a:cubicBezTo>
                  <a:cubicBezTo>
                    <a:pt x="636" y="180"/>
                    <a:pt x="636" y="181"/>
                    <a:pt x="635" y="183"/>
                  </a:cubicBezTo>
                  <a:cubicBezTo>
                    <a:pt x="636" y="183"/>
                    <a:pt x="636" y="184"/>
                    <a:pt x="636" y="185"/>
                  </a:cubicBezTo>
                  <a:cubicBezTo>
                    <a:pt x="636" y="185"/>
                    <a:pt x="636" y="186"/>
                    <a:pt x="636" y="186"/>
                  </a:cubicBezTo>
                  <a:cubicBezTo>
                    <a:pt x="637" y="187"/>
                    <a:pt x="637" y="189"/>
                    <a:pt x="637" y="190"/>
                  </a:cubicBezTo>
                  <a:cubicBezTo>
                    <a:pt x="637" y="192"/>
                    <a:pt x="636" y="194"/>
                    <a:pt x="635" y="195"/>
                  </a:cubicBezTo>
                  <a:cubicBezTo>
                    <a:pt x="635" y="196"/>
                    <a:pt x="634" y="196"/>
                    <a:pt x="634" y="196"/>
                  </a:cubicBezTo>
                  <a:cubicBezTo>
                    <a:pt x="634" y="197"/>
                    <a:pt x="634" y="198"/>
                    <a:pt x="634" y="198"/>
                  </a:cubicBezTo>
                  <a:cubicBezTo>
                    <a:pt x="636" y="200"/>
                    <a:pt x="637" y="201"/>
                    <a:pt x="637" y="203"/>
                  </a:cubicBezTo>
                  <a:cubicBezTo>
                    <a:pt x="637" y="206"/>
                    <a:pt x="635" y="208"/>
                    <a:pt x="634" y="209"/>
                  </a:cubicBezTo>
                  <a:cubicBezTo>
                    <a:pt x="636" y="212"/>
                    <a:pt x="636" y="215"/>
                    <a:pt x="636" y="217"/>
                  </a:cubicBezTo>
                  <a:cubicBezTo>
                    <a:pt x="636" y="218"/>
                    <a:pt x="636" y="218"/>
                    <a:pt x="636" y="219"/>
                  </a:cubicBezTo>
                  <a:cubicBezTo>
                    <a:pt x="636" y="219"/>
                    <a:pt x="637" y="221"/>
                    <a:pt x="637" y="222"/>
                  </a:cubicBezTo>
                  <a:cubicBezTo>
                    <a:pt x="639" y="227"/>
                    <a:pt x="641" y="234"/>
                    <a:pt x="637" y="238"/>
                  </a:cubicBezTo>
                  <a:cubicBezTo>
                    <a:pt x="637" y="238"/>
                    <a:pt x="637" y="238"/>
                    <a:pt x="637" y="238"/>
                  </a:cubicBezTo>
                  <a:cubicBezTo>
                    <a:pt x="639" y="238"/>
                    <a:pt x="641" y="239"/>
                    <a:pt x="643" y="242"/>
                  </a:cubicBezTo>
                  <a:cubicBezTo>
                    <a:pt x="644" y="245"/>
                    <a:pt x="644" y="249"/>
                    <a:pt x="643" y="252"/>
                  </a:cubicBezTo>
                  <a:cubicBezTo>
                    <a:pt x="643" y="252"/>
                    <a:pt x="643" y="252"/>
                    <a:pt x="643" y="252"/>
                  </a:cubicBezTo>
                  <a:cubicBezTo>
                    <a:pt x="646" y="252"/>
                    <a:pt x="648" y="254"/>
                    <a:pt x="649" y="257"/>
                  </a:cubicBezTo>
                  <a:cubicBezTo>
                    <a:pt x="650" y="259"/>
                    <a:pt x="650" y="262"/>
                    <a:pt x="649" y="264"/>
                  </a:cubicBezTo>
                  <a:cubicBezTo>
                    <a:pt x="649" y="265"/>
                    <a:pt x="649" y="267"/>
                    <a:pt x="649" y="268"/>
                  </a:cubicBezTo>
                  <a:cubicBezTo>
                    <a:pt x="648" y="269"/>
                    <a:pt x="648" y="269"/>
                    <a:pt x="648" y="270"/>
                  </a:cubicBezTo>
                  <a:cubicBezTo>
                    <a:pt x="651" y="274"/>
                    <a:pt x="649" y="280"/>
                    <a:pt x="648" y="282"/>
                  </a:cubicBezTo>
                  <a:cubicBezTo>
                    <a:pt x="648" y="284"/>
                    <a:pt x="646" y="286"/>
                    <a:pt x="643" y="289"/>
                  </a:cubicBezTo>
                  <a:cubicBezTo>
                    <a:pt x="643" y="290"/>
                    <a:pt x="644" y="290"/>
                    <a:pt x="644" y="291"/>
                  </a:cubicBezTo>
                  <a:cubicBezTo>
                    <a:pt x="644" y="292"/>
                    <a:pt x="644" y="295"/>
                    <a:pt x="643" y="296"/>
                  </a:cubicBezTo>
                  <a:cubicBezTo>
                    <a:pt x="642" y="297"/>
                    <a:pt x="641" y="298"/>
                    <a:pt x="640" y="298"/>
                  </a:cubicBezTo>
                  <a:cubicBezTo>
                    <a:pt x="640" y="298"/>
                    <a:pt x="640" y="299"/>
                    <a:pt x="640" y="299"/>
                  </a:cubicBezTo>
                  <a:cubicBezTo>
                    <a:pt x="640" y="301"/>
                    <a:pt x="638" y="302"/>
                    <a:pt x="636" y="304"/>
                  </a:cubicBezTo>
                  <a:cubicBezTo>
                    <a:pt x="636" y="304"/>
                    <a:pt x="636" y="304"/>
                    <a:pt x="636" y="304"/>
                  </a:cubicBezTo>
                  <a:cubicBezTo>
                    <a:pt x="641" y="310"/>
                    <a:pt x="637" y="317"/>
                    <a:pt x="634" y="321"/>
                  </a:cubicBezTo>
                  <a:cubicBezTo>
                    <a:pt x="633" y="322"/>
                    <a:pt x="632" y="324"/>
                    <a:pt x="631" y="325"/>
                  </a:cubicBezTo>
                  <a:cubicBezTo>
                    <a:pt x="632" y="326"/>
                    <a:pt x="632" y="328"/>
                    <a:pt x="630" y="330"/>
                  </a:cubicBezTo>
                  <a:cubicBezTo>
                    <a:pt x="628" y="332"/>
                    <a:pt x="626" y="333"/>
                    <a:pt x="624" y="333"/>
                  </a:cubicBezTo>
                  <a:cubicBezTo>
                    <a:pt x="624" y="333"/>
                    <a:pt x="624" y="334"/>
                    <a:pt x="624" y="334"/>
                  </a:cubicBezTo>
                  <a:cubicBezTo>
                    <a:pt x="623" y="335"/>
                    <a:pt x="623" y="335"/>
                    <a:pt x="623" y="335"/>
                  </a:cubicBezTo>
                  <a:cubicBezTo>
                    <a:pt x="621" y="337"/>
                    <a:pt x="621" y="338"/>
                    <a:pt x="620" y="339"/>
                  </a:cubicBezTo>
                  <a:cubicBezTo>
                    <a:pt x="616" y="345"/>
                    <a:pt x="612" y="350"/>
                    <a:pt x="607" y="354"/>
                  </a:cubicBezTo>
                  <a:cubicBezTo>
                    <a:pt x="606" y="355"/>
                    <a:pt x="604" y="356"/>
                    <a:pt x="603" y="357"/>
                  </a:cubicBezTo>
                  <a:cubicBezTo>
                    <a:pt x="604" y="362"/>
                    <a:pt x="598" y="369"/>
                    <a:pt x="598" y="369"/>
                  </a:cubicBezTo>
                  <a:cubicBezTo>
                    <a:pt x="597" y="370"/>
                    <a:pt x="597" y="371"/>
                    <a:pt x="596" y="372"/>
                  </a:cubicBezTo>
                  <a:cubicBezTo>
                    <a:pt x="594" y="374"/>
                    <a:pt x="592" y="377"/>
                    <a:pt x="587" y="379"/>
                  </a:cubicBezTo>
                  <a:cubicBezTo>
                    <a:pt x="587" y="379"/>
                    <a:pt x="586" y="379"/>
                    <a:pt x="586" y="379"/>
                  </a:cubicBezTo>
                  <a:cubicBezTo>
                    <a:pt x="585" y="379"/>
                    <a:pt x="584" y="380"/>
                    <a:pt x="582" y="380"/>
                  </a:cubicBezTo>
                  <a:cubicBezTo>
                    <a:pt x="583" y="381"/>
                    <a:pt x="583" y="381"/>
                    <a:pt x="583" y="382"/>
                  </a:cubicBezTo>
                  <a:cubicBezTo>
                    <a:pt x="583" y="382"/>
                    <a:pt x="583" y="382"/>
                    <a:pt x="583" y="383"/>
                  </a:cubicBezTo>
                  <a:cubicBezTo>
                    <a:pt x="585" y="385"/>
                    <a:pt x="584" y="387"/>
                    <a:pt x="584" y="389"/>
                  </a:cubicBezTo>
                  <a:cubicBezTo>
                    <a:pt x="583" y="391"/>
                    <a:pt x="580" y="392"/>
                    <a:pt x="578" y="392"/>
                  </a:cubicBezTo>
                  <a:cubicBezTo>
                    <a:pt x="577" y="393"/>
                    <a:pt x="577" y="394"/>
                    <a:pt x="576" y="394"/>
                  </a:cubicBezTo>
                  <a:cubicBezTo>
                    <a:pt x="574" y="398"/>
                    <a:pt x="570" y="400"/>
                    <a:pt x="567" y="401"/>
                  </a:cubicBezTo>
                  <a:cubicBezTo>
                    <a:pt x="566" y="402"/>
                    <a:pt x="565" y="402"/>
                    <a:pt x="564" y="403"/>
                  </a:cubicBezTo>
                  <a:cubicBezTo>
                    <a:pt x="561" y="405"/>
                    <a:pt x="558" y="407"/>
                    <a:pt x="555" y="408"/>
                  </a:cubicBezTo>
                  <a:cubicBezTo>
                    <a:pt x="553" y="409"/>
                    <a:pt x="551" y="411"/>
                    <a:pt x="549" y="412"/>
                  </a:cubicBezTo>
                  <a:cubicBezTo>
                    <a:pt x="539" y="418"/>
                    <a:pt x="539" y="418"/>
                    <a:pt x="539" y="418"/>
                  </a:cubicBezTo>
                  <a:cubicBezTo>
                    <a:pt x="539" y="421"/>
                    <a:pt x="539" y="423"/>
                    <a:pt x="537" y="424"/>
                  </a:cubicBezTo>
                  <a:cubicBezTo>
                    <a:pt x="537" y="426"/>
                    <a:pt x="535" y="427"/>
                    <a:pt x="533" y="427"/>
                  </a:cubicBezTo>
                  <a:cubicBezTo>
                    <a:pt x="529" y="427"/>
                    <a:pt x="528" y="427"/>
                    <a:pt x="525" y="429"/>
                  </a:cubicBezTo>
                  <a:cubicBezTo>
                    <a:pt x="522" y="430"/>
                    <a:pt x="518" y="430"/>
                    <a:pt x="515" y="429"/>
                  </a:cubicBezTo>
                  <a:cubicBezTo>
                    <a:pt x="513" y="429"/>
                    <a:pt x="512" y="429"/>
                    <a:pt x="511" y="429"/>
                  </a:cubicBezTo>
                  <a:cubicBezTo>
                    <a:pt x="510" y="429"/>
                    <a:pt x="510" y="430"/>
                    <a:pt x="510" y="430"/>
                  </a:cubicBezTo>
                  <a:cubicBezTo>
                    <a:pt x="509" y="431"/>
                    <a:pt x="507" y="433"/>
                    <a:pt x="504" y="433"/>
                  </a:cubicBezTo>
                  <a:cubicBezTo>
                    <a:pt x="504" y="433"/>
                    <a:pt x="503" y="433"/>
                    <a:pt x="503" y="433"/>
                  </a:cubicBezTo>
                  <a:cubicBezTo>
                    <a:pt x="502" y="433"/>
                    <a:pt x="502" y="434"/>
                    <a:pt x="501" y="434"/>
                  </a:cubicBezTo>
                  <a:cubicBezTo>
                    <a:pt x="500" y="435"/>
                    <a:pt x="499" y="436"/>
                    <a:pt x="497" y="437"/>
                  </a:cubicBezTo>
                  <a:cubicBezTo>
                    <a:pt x="495" y="438"/>
                    <a:pt x="495" y="438"/>
                    <a:pt x="495" y="438"/>
                  </a:cubicBezTo>
                  <a:cubicBezTo>
                    <a:pt x="494" y="438"/>
                    <a:pt x="492" y="439"/>
                    <a:pt x="491" y="439"/>
                  </a:cubicBezTo>
                  <a:cubicBezTo>
                    <a:pt x="489" y="440"/>
                    <a:pt x="487" y="441"/>
                    <a:pt x="486" y="441"/>
                  </a:cubicBezTo>
                  <a:cubicBezTo>
                    <a:pt x="485" y="442"/>
                    <a:pt x="485" y="442"/>
                    <a:pt x="485" y="442"/>
                  </a:cubicBezTo>
                  <a:cubicBezTo>
                    <a:pt x="483" y="444"/>
                    <a:pt x="481" y="445"/>
                    <a:pt x="478" y="445"/>
                  </a:cubicBezTo>
                  <a:cubicBezTo>
                    <a:pt x="476" y="448"/>
                    <a:pt x="472" y="448"/>
                    <a:pt x="468" y="449"/>
                  </a:cubicBezTo>
                  <a:cubicBezTo>
                    <a:pt x="467" y="449"/>
                    <a:pt x="466" y="450"/>
                    <a:pt x="466" y="450"/>
                  </a:cubicBezTo>
                  <a:cubicBezTo>
                    <a:pt x="462" y="451"/>
                    <a:pt x="458" y="453"/>
                    <a:pt x="455" y="456"/>
                  </a:cubicBezTo>
                  <a:cubicBezTo>
                    <a:pt x="453" y="457"/>
                    <a:pt x="452" y="458"/>
                    <a:pt x="450" y="458"/>
                  </a:cubicBezTo>
                  <a:cubicBezTo>
                    <a:pt x="449" y="458"/>
                    <a:pt x="449" y="458"/>
                    <a:pt x="449" y="458"/>
                  </a:cubicBezTo>
                  <a:cubicBezTo>
                    <a:pt x="447" y="460"/>
                    <a:pt x="444" y="462"/>
                    <a:pt x="441" y="463"/>
                  </a:cubicBezTo>
                  <a:cubicBezTo>
                    <a:pt x="434" y="466"/>
                    <a:pt x="428" y="470"/>
                    <a:pt x="423" y="474"/>
                  </a:cubicBezTo>
                  <a:cubicBezTo>
                    <a:pt x="422" y="475"/>
                    <a:pt x="421" y="475"/>
                    <a:pt x="421" y="475"/>
                  </a:cubicBezTo>
                  <a:cubicBezTo>
                    <a:pt x="420" y="477"/>
                    <a:pt x="418" y="479"/>
                    <a:pt x="416" y="481"/>
                  </a:cubicBezTo>
                  <a:cubicBezTo>
                    <a:pt x="415" y="482"/>
                    <a:pt x="415" y="482"/>
                    <a:pt x="415" y="482"/>
                  </a:cubicBezTo>
                  <a:cubicBezTo>
                    <a:pt x="414" y="483"/>
                    <a:pt x="413" y="484"/>
                    <a:pt x="412" y="486"/>
                  </a:cubicBezTo>
                  <a:cubicBezTo>
                    <a:pt x="411" y="487"/>
                    <a:pt x="410" y="489"/>
                    <a:pt x="408" y="491"/>
                  </a:cubicBezTo>
                  <a:cubicBezTo>
                    <a:pt x="408" y="496"/>
                    <a:pt x="403" y="501"/>
                    <a:pt x="401" y="502"/>
                  </a:cubicBezTo>
                  <a:cubicBezTo>
                    <a:pt x="401" y="502"/>
                    <a:pt x="401" y="502"/>
                    <a:pt x="401" y="503"/>
                  </a:cubicBezTo>
                  <a:cubicBezTo>
                    <a:pt x="400" y="506"/>
                    <a:pt x="397" y="509"/>
                    <a:pt x="394" y="511"/>
                  </a:cubicBezTo>
                  <a:cubicBezTo>
                    <a:pt x="393" y="511"/>
                    <a:pt x="392" y="512"/>
                    <a:pt x="391" y="513"/>
                  </a:cubicBezTo>
                  <a:cubicBezTo>
                    <a:pt x="390" y="513"/>
                    <a:pt x="390" y="514"/>
                    <a:pt x="389" y="516"/>
                  </a:cubicBezTo>
                  <a:cubicBezTo>
                    <a:pt x="386" y="518"/>
                    <a:pt x="384" y="521"/>
                    <a:pt x="381" y="523"/>
                  </a:cubicBezTo>
                  <a:cubicBezTo>
                    <a:pt x="381" y="523"/>
                    <a:pt x="381" y="523"/>
                    <a:pt x="380" y="524"/>
                  </a:cubicBezTo>
                  <a:cubicBezTo>
                    <a:pt x="379" y="525"/>
                    <a:pt x="378" y="525"/>
                    <a:pt x="377" y="525"/>
                  </a:cubicBezTo>
                  <a:cubicBezTo>
                    <a:pt x="377" y="526"/>
                    <a:pt x="377" y="526"/>
                    <a:pt x="377" y="526"/>
                  </a:cubicBezTo>
                  <a:cubicBezTo>
                    <a:pt x="376" y="529"/>
                    <a:pt x="375" y="533"/>
                    <a:pt x="372" y="535"/>
                  </a:cubicBezTo>
                  <a:cubicBezTo>
                    <a:pt x="372" y="536"/>
                    <a:pt x="372" y="538"/>
                    <a:pt x="372" y="539"/>
                  </a:cubicBezTo>
                  <a:cubicBezTo>
                    <a:pt x="371" y="542"/>
                    <a:pt x="368" y="544"/>
                    <a:pt x="364" y="543"/>
                  </a:cubicBezTo>
                  <a:cubicBezTo>
                    <a:pt x="363" y="545"/>
                    <a:pt x="363" y="545"/>
                    <a:pt x="363" y="546"/>
                  </a:cubicBezTo>
                  <a:cubicBezTo>
                    <a:pt x="362" y="546"/>
                    <a:pt x="361" y="549"/>
                    <a:pt x="357" y="548"/>
                  </a:cubicBezTo>
                  <a:cubicBezTo>
                    <a:pt x="356" y="549"/>
                    <a:pt x="354" y="550"/>
                    <a:pt x="352" y="550"/>
                  </a:cubicBezTo>
                  <a:cubicBezTo>
                    <a:pt x="352" y="550"/>
                    <a:pt x="351" y="550"/>
                    <a:pt x="350" y="549"/>
                  </a:cubicBezTo>
                  <a:cubicBezTo>
                    <a:pt x="349" y="549"/>
                    <a:pt x="349" y="549"/>
                    <a:pt x="349" y="549"/>
                  </a:cubicBezTo>
                  <a:cubicBezTo>
                    <a:pt x="347" y="550"/>
                    <a:pt x="345" y="551"/>
                    <a:pt x="343" y="551"/>
                  </a:cubicBezTo>
                  <a:cubicBezTo>
                    <a:pt x="342" y="552"/>
                    <a:pt x="341" y="553"/>
                    <a:pt x="339" y="554"/>
                  </a:cubicBezTo>
                  <a:cubicBezTo>
                    <a:pt x="339" y="554"/>
                    <a:pt x="339" y="554"/>
                    <a:pt x="339" y="554"/>
                  </a:cubicBezTo>
                  <a:cubicBezTo>
                    <a:pt x="338" y="555"/>
                    <a:pt x="337" y="555"/>
                    <a:pt x="336" y="556"/>
                  </a:cubicBezTo>
                  <a:cubicBezTo>
                    <a:pt x="334" y="557"/>
                    <a:pt x="334" y="557"/>
                    <a:pt x="334" y="557"/>
                  </a:cubicBezTo>
                  <a:cubicBezTo>
                    <a:pt x="332" y="558"/>
                    <a:pt x="331" y="559"/>
                    <a:pt x="329" y="560"/>
                  </a:cubicBezTo>
                  <a:cubicBezTo>
                    <a:pt x="328" y="561"/>
                    <a:pt x="328" y="561"/>
                    <a:pt x="328" y="561"/>
                  </a:cubicBezTo>
                  <a:cubicBezTo>
                    <a:pt x="328" y="562"/>
                    <a:pt x="327" y="562"/>
                    <a:pt x="327" y="562"/>
                  </a:cubicBezTo>
                  <a:cubicBezTo>
                    <a:pt x="327" y="564"/>
                    <a:pt x="326" y="565"/>
                    <a:pt x="325" y="566"/>
                  </a:cubicBezTo>
                  <a:cubicBezTo>
                    <a:pt x="324" y="567"/>
                    <a:pt x="322" y="569"/>
                    <a:pt x="320" y="571"/>
                  </a:cubicBezTo>
                  <a:cubicBezTo>
                    <a:pt x="320" y="571"/>
                    <a:pt x="320" y="571"/>
                    <a:pt x="320" y="571"/>
                  </a:cubicBezTo>
                  <a:cubicBezTo>
                    <a:pt x="321" y="571"/>
                    <a:pt x="320" y="571"/>
                    <a:pt x="319" y="573"/>
                  </a:cubicBezTo>
                  <a:cubicBezTo>
                    <a:pt x="318" y="574"/>
                    <a:pt x="317" y="575"/>
                    <a:pt x="316" y="575"/>
                  </a:cubicBezTo>
                  <a:cubicBezTo>
                    <a:pt x="313" y="580"/>
                    <a:pt x="309" y="585"/>
                    <a:pt x="305" y="588"/>
                  </a:cubicBezTo>
                  <a:cubicBezTo>
                    <a:pt x="298" y="595"/>
                    <a:pt x="290" y="602"/>
                    <a:pt x="281" y="607"/>
                  </a:cubicBezTo>
                  <a:cubicBezTo>
                    <a:pt x="281" y="608"/>
                    <a:pt x="280" y="608"/>
                    <a:pt x="280" y="608"/>
                  </a:cubicBezTo>
                  <a:cubicBezTo>
                    <a:pt x="278" y="610"/>
                    <a:pt x="276" y="612"/>
                    <a:pt x="271" y="611"/>
                  </a:cubicBezTo>
                  <a:cubicBezTo>
                    <a:pt x="271" y="611"/>
                    <a:pt x="271" y="612"/>
                    <a:pt x="271" y="612"/>
                  </a:cubicBezTo>
                  <a:cubicBezTo>
                    <a:pt x="271" y="613"/>
                    <a:pt x="271" y="615"/>
                    <a:pt x="271" y="617"/>
                  </a:cubicBezTo>
                  <a:cubicBezTo>
                    <a:pt x="271" y="617"/>
                    <a:pt x="270" y="618"/>
                    <a:pt x="270" y="619"/>
                  </a:cubicBezTo>
                  <a:cubicBezTo>
                    <a:pt x="270" y="619"/>
                    <a:pt x="271" y="619"/>
                    <a:pt x="271" y="620"/>
                  </a:cubicBezTo>
                  <a:cubicBezTo>
                    <a:pt x="271" y="622"/>
                    <a:pt x="273" y="628"/>
                    <a:pt x="268" y="631"/>
                  </a:cubicBezTo>
                  <a:cubicBezTo>
                    <a:pt x="269" y="632"/>
                    <a:pt x="268" y="634"/>
                    <a:pt x="267" y="636"/>
                  </a:cubicBezTo>
                  <a:cubicBezTo>
                    <a:pt x="267" y="637"/>
                    <a:pt x="266" y="638"/>
                    <a:pt x="266" y="638"/>
                  </a:cubicBezTo>
                  <a:cubicBezTo>
                    <a:pt x="266" y="639"/>
                    <a:pt x="266" y="639"/>
                    <a:pt x="266" y="639"/>
                  </a:cubicBezTo>
                  <a:cubicBezTo>
                    <a:pt x="266" y="640"/>
                    <a:pt x="265" y="641"/>
                    <a:pt x="265" y="641"/>
                  </a:cubicBezTo>
                  <a:cubicBezTo>
                    <a:pt x="266" y="642"/>
                    <a:pt x="267" y="643"/>
                    <a:pt x="267" y="644"/>
                  </a:cubicBezTo>
                  <a:cubicBezTo>
                    <a:pt x="267" y="645"/>
                    <a:pt x="267" y="646"/>
                    <a:pt x="267" y="647"/>
                  </a:cubicBezTo>
                  <a:cubicBezTo>
                    <a:pt x="267" y="647"/>
                    <a:pt x="267" y="647"/>
                    <a:pt x="267" y="647"/>
                  </a:cubicBezTo>
                  <a:cubicBezTo>
                    <a:pt x="267" y="647"/>
                    <a:pt x="267" y="647"/>
                    <a:pt x="267" y="647"/>
                  </a:cubicBezTo>
                  <a:cubicBezTo>
                    <a:pt x="268" y="648"/>
                    <a:pt x="270" y="649"/>
                    <a:pt x="271" y="650"/>
                  </a:cubicBezTo>
                  <a:cubicBezTo>
                    <a:pt x="272" y="651"/>
                    <a:pt x="273" y="652"/>
                    <a:pt x="273" y="653"/>
                  </a:cubicBezTo>
                  <a:cubicBezTo>
                    <a:pt x="274" y="654"/>
                    <a:pt x="275" y="654"/>
                    <a:pt x="275" y="655"/>
                  </a:cubicBezTo>
                  <a:cubicBezTo>
                    <a:pt x="275" y="655"/>
                    <a:pt x="275" y="655"/>
                    <a:pt x="276" y="656"/>
                  </a:cubicBezTo>
                  <a:cubicBezTo>
                    <a:pt x="280" y="656"/>
                    <a:pt x="283" y="660"/>
                    <a:pt x="284" y="665"/>
                  </a:cubicBezTo>
                  <a:cubicBezTo>
                    <a:pt x="284" y="666"/>
                    <a:pt x="284" y="667"/>
                    <a:pt x="284" y="667"/>
                  </a:cubicBezTo>
                  <a:cubicBezTo>
                    <a:pt x="284" y="668"/>
                    <a:pt x="284" y="668"/>
                    <a:pt x="284" y="668"/>
                  </a:cubicBezTo>
                  <a:cubicBezTo>
                    <a:pt x="284" y="669"/>
                    <a:pt x="284" y="669"/>
                    <a:pt x="284" y="669"/>
                  </a:cubicBezTo>
                  <a:cubicBezTo>
                    <a:pt x="284" y="669"/>
                    <a:pt x="284" y="670"/>
                    <a:pt x="284" y="670"/>
                  </a:cubicBezTo>
                  <a:cubicBezTo>
                    <a:pt x="285" y="670"/>
                    <a:pt x="285" y="670"/>
                    <a:pt x="285" y="670"/>
                  </a:cubicBezTo>
                  <a:cubicBezTo>
                    <a:pt x="287" y="671"/>
                    <a:pt x="290" y="673"/>
                    <a:pt x="289" y="676"/>
                  </a:cubicBezTo>
                  <a:cubicBezTo>
                    <a:pt x="290" y="678"/>
                    <a:pt x="290" y="680"/>
                    <a:pt x="289" y="682"/>
                  </a:cubicBezTo>
                  <a:cubicBezTo>
                    <a:pt x="288" y="682"/>
                    <a:pt x="288" y="683"/>
                    <a:pt x="288" y="683"/>
                  </a:cubicBezTo>
                  <a:cubicBezTo>
                    <a:pt x="288" y="684"/>
                    <a:pt x="288" y="686"/>
                    <a:pt x="287" y="687"/>
                  </a:cubicBezTo>
                  <a:cubicBezTo>
                    <a:pt x="287" y="687"/>
                    <a:pt x="287" y="687"/>
                    <a:pt x="287" y="687"/>
                  </a:cubicBezTo>
                  <a:cubicBezTo>
                    <a:pt x="288" y="688"/>
                    <a:pt x="289" y="689"/>
                    <a:pt x="290" y="690"/>
                  </a:cubicBezTo>
                  <a:cubicBezTo>
                    <a:pt x="290" y="693"/>
                    <a:pt x="290" y="696"/>
                    <a:pt x="289" y="698"/>
                  </a:cubicBezTo>
                  <a:cubicBezTo>
                    <a:pt x="289" y="699"/>
                    <a:pt x="289" y="700"/>
                    <a:pt x="289" y="701"/>
                  </a:cubicBezTo>
                  <a:cubicBezTo>
                    <a:pt x="289" y="703"/>
                    <a:pt x="290" y="705"/>
                    <a:pt x="291" y="708"/>
                  </a:cubicBezTo>
                  <a:cubicBezTo>
                    <a:pt x="292" y="710"/>
                    <a:pt x="292" y="711"/>
                    <a:pt x="293" y="712"/>
                  </a:cubicBezTo>
                  <a:cubicBezTo>
                    <a:pt x="295" y="715"/>
                    <a:pt x="297" y="719"/>
                    <a:pt x="297" y="725"/>
                  </a:cubicBezTo>
                  <a:cubicBezTo>
                    <a:pt x="297" y="727"/>
                    <a:pt x="297" y="729"/>
                    <a:pt x="298" y="731"/>
                  </a:cubicBezTo>
                  <a:cubicBezTo>
                    <a:pt x="298" y="733"/>
                    <a:pt x="299" y="735"/>
                    <a:pt x="299" y="736"/>
                  </a:cubicBezTo>
                  <a:cubicBezTo>
                    <a:pt x="299" y="738"/>
                    <a:pt x="299" y="740"/>
                    <a:pt x="299" y="742"/>
                  </a:cubicBezTo>
                  <a:cubicBezTo>
                    <a:pt x="299" y="743"/>
                    <a:pt x="299" y="744"/>
                    <a:pt x="299" y="745"/>
                  </a:cubicBezTo>
                  <a:cubicBezTo>
                    <a:pt x="299" y="745"/>
                    <a:pt x="299" y="746"/>
                    <a:pt x="299" y="746"/>
                  </a:cubicBezTo>
                  <a:cubicBezTo>
                    <a:pt x="298" y="766"/>
                    <a:pt x="297" y="789"/>
                    <a:pt x="297" y="796"/>
                  </a:cubicBezTo>
                  <a:cubicBezTo>
                    <a:pt x="311" y="804"/>
                    <a:pt x="311" y="806"/>
                    <a:pt x="311" y="808"/>
                  </a:cubicBezTo>
                  <a:cubicBezTo>
                    <a:pt x="311" y="812"/>
                    <a:pt x="309" y="814"/>
                    <a:pt x="308" y="816"/>
                  </a:cubicBezTo>
                  <a:cubicBezTo>
                    <a:pt x="307" y="817"/>
                    <a:pt x="307" y="817"/>
                    <a:pt x="307" y="818"/>
                  </a:cubicBezTo>
                  <a:cubicBezTo>
                    <a:pt x="306" y="820"/>
                    <a:pt x="306" y="822"/>
                    <a:pt x="305" y="824"/>
                  </a:cubicBezTo>
                  <a:cubicBezTo>
                    <a:pt x="305" y="826"/>
                    <a:pt x="305" y="828"/>
                    <a:pt x="305" y="830"/>
                  </a:cubicBezTo>
                  <a:cubicBezTo>
                    <a:pt x="304" y="832"/>
                    <a:pt x="303" y="834"/>
                    <a:pt x="303" y="836"/>
                  </a:cubicBezTo>
                  <a:cubicBezTo>
                    <a:pt x="302" y="839"/>
                    <a:pt x="301" y="842"/>
                    <a:pt x="300" y="845"/>
                  </a:cubicBezTo>
                  <a:cubicBezTo>
                    <a:pt x="300" y="846"/>
                    <a:pt x="300" y="846"/>
                    <a:pt x="300" y="847"/>
                  </a:cubicBezTo>
                  <a:cubicBezTo>
                    <a:pt x="300" y="849"/>
                    <a:pt x="300" y="852"/>
                    <a:pt x="300" y="854"/>
                  </a:cubicBezTo>
                  <a:cubicBezTo>
                    <a:pt x="300" y="854"/>
                    <a:pt x="300" y="854"/>
                    <a:pt x="300" y="854"/>
                  </a:cubicBezTo>
                  <a:cubicBezTo>
                    <a:pt x="303" y="854"/>
                    <a:pt x="305" y="856"/>
                    <a:pt x="306" y="858"/>
                  </a:cubicBezTo>
                  <a:cubicBezTo>
                    <a:pt x="308" y="861"/>
                    <a:pt x="307" y="866"/>
                    <a:pt x="305" y="868"/>
                  </a:cubicBezTo>
                  <a:cubicBezTo>
                    <a:pt x="305" y="869"/>
                    <a:pt x="305" y="869"/>
                    <a:pt x="305" y="869"/>
                  </a:cubicBezTo>
                  <a:cubicBezTo>
                    <a:pt x="304" y="871"/>
                    <a:pt x="304" y="873"/>
                    <a:pt x="304" y="875"/>
                  </a:cubicBezTo>
                  <a:cubicBezTo>
                    <a:pt x="303" y="878"/>
                    <a:pt x="303" y="882"/>
                    <a:pt x="300" y="886"/>
                  </a:cubicBezTo>
                  <a:cubicBezTo>
                    <a:pt x="297" y="890"/>
                    <a:pt x="294" y="895"/>
                    <a:pt x="290" y="899"/>
                  </a:cubicBezTo>
                  <a:cubicBezTo>
                    <a:pt x="289" y="901"/>
                    <a:pt x="287" y="903"/>
                    <a:pt x="286" y="904"/>
                  </a:cubicBezTo>
                  <a:cubicBezTo>
                    <a:pt x="284" y="908"/>
                    <a:pt x="281" y="911"/>
                    <a:pt x="278" y="914"/>
                  </a:cubicBezTo>
                  <a:cubicBezTo>
                    <a:pt x="271" y="919"/>
                    <a:pt x="263" y="922"/>
                    <a:pt x="255" y="925"/>
                  </a:cubicBezTo>
                  <a:cubicBezTo>
                    <a:pt x="245" y="930"/>
                    <a:pt x="233" y="934"/>
                    <a:pt x="220" y="938"/>
                  </a:cubicBezTo>
                  <a:cubicBezTo>
                    <a:pt x="218" y="939"/>
                    <a:pt x="218" y="939"/>
                    <a:pt x="218" y="939"/>
                  </a:cubicBezTo>
                  <a:cubicBezTo>
                    <a:pt x="211" y="941"/>
                    <a:pt x="205" y="943"/>
                    <a:pt x="198" y="946"/>
                  </a:cubicBezTo>
                  <a:cubicBezTo>
                    <a:pt x="194" y="947"/>
                    <a:pt x="190" y="949"/>
                    <a:pt x="186" y="951"/>
                  </a:cubicBezTo>
                  <a:cubicBezTo>
                    <a:pt x="180" y="954"/>
                    <a:pt x="173" y="957"/>
                    <a:pt x="165" y="960"/>
                  </a:cubicBezTo>
                  <a:cubicBezTo>
                    <a:pt x="165" y="960"/>
                    <a:pt x="165" y="960"/>
                    <a:pt x="165" y="960"/>
                  </a:cubicBezTo>
                  <a:cubicBezTo>
                    <a:pt x="163" y="962"/>
                    <a:pt x="160" y="964"/>
                    <a:pt x="156" y="966"/>
                  </a:cubicBezTo>
                  <a:cubicBezTo>
                    <a:pt x="155" y="967"/>
                    <a:pt x="153" y="968"/>
                    <a:pt x="152" y="968"/>
                  </a:cubicBezTo>
                  <a:cubicBezTo>
                    <a:pt x="150" y="970"/>
                    <a:pt x="149" y="970"/>
                    <a:pt x="148" y="971"/>
                  </a:cubicBezTo>
                  <a:cubicBezTo>
                    <a:pt x="147" y="972"/>
                    <a:pt x="146" y="972"/>
                    <a:pt x="145" y="973"/>
                  </a:cubicBezTo>
                  <a:cubicBezTo>
                    <a:pt x="132" y="995"/>
                    <a:pt x="132" y="995"/>
                    <a:pt x="132" y="995"/>
                  </a:cubicBezTo>
                  <a:cubicBezTo>
                    <a:pt x="130" y="998"/>
                    <a:pt x="127" y="1000"/>
                    <a:pt x="126" y="1001"/>
                  </a:cubicBezTo>
                  <a:cubicBezTo>
                    <a:pt x="128" y="1003"/>
                    <a:pt x="129" y="1006"/>
                    <a:pt x="130" y="1008"/>
                  </a:cubicBezTo>
                  <a:cubicBezTo>
                    <a:pt x="131" y="1008"/>
                    <a:pt x="132" y="1009"/>
                    <a:pt x="133" y="1010"/>
                  </a:cubicBezTo>
                  <a:cubicBezTo>
                    <a:pt x="134" y="1007"/>
                    <a:pt x="136" y="1003"/>
                    <a:pt x="140" y="1002"/>
                  </a:cubicBezTo>
                  <a:cubicBezTo>
                    <a:pt x="141" y="1001"/>
                    <a:pt x="143" y="1001"/>
                    <a:pt x="144" y="1002"/>
                  </a:cubicBezTo>
                  <a:cubicBezTo>
                    <a:pt x="145" y="1002"/>
                    <a:pt x="146" y="1004"/>
                    <a:pt x="146" y="1005"/>
                  </a:cubicBezTo>
                  <a:cubicBezTo>
                    <a:pt x="147" y="1008"/>
                    <a:pt x="146" y="1012"/>
                    <a:pt x="145" y="1016"/>
                  </a:cubicBezTo>
                  <a:cubicBezTo>
                    <a:pt x="145" y="1017"/>
                    <a:pt x="145" y="1019"/>
                    <a:pt x="145" y="1020"/>
                  </a:cubicBezTo>
                  <a:cubicBezTo>
                    <a:pt x="144" y="1022"/>
                    <a:pt x="144" y="1023"/>
                    <a:pt x="144" y="1025"/>
                  </a:cubicBezTo>
                  <a:cubicBezTo>
                    <a:pt x="144" y="1028"/>
                    <a:pt x="144" y="1031"/>
                    <a:pt x="143" y="1034"/>
                  </a:cubicBezTo>
                  <a:cubicBezTo>
                    <a:pt x="143" y="1038"/>
                    <a:pt x="143" y="1038"/>
                    <a:pt x="143" y="1038"/>
                  </a:cubicBezTo>
                  <a:cubicBezTo>
                    <a:pt x="142" y="1040"/>
                    <a:pt x="142" y="1042"/>
                    <a:pt x="142" y="1045"/>
                  </a:cubicBezTo>
                  <a:cubicBezTo>
                    <a:pt x="142" y="1046"/>
                    <a:pt x="141" y="1048"/>
                    <a:pt x="141" y="1049"/>
                  </a:cubicBezTo>
                  <a:cubicBezTo>
                    <a:pt x="141" y="1050"/>
                    <a:pt x="140" y="1053"/>
                    <a:pt x="140" y="1053"/>
                  </a:cubicBezTo>
                  <a:cubicBezTo>
                    <a:pt x="141" y="1055"/>
                    <a:pt x="141" y="1056"/>
                    <a:pt x="140" y="1058"/>
                  </a:cubicBezTo>
                  <a:cubicBezTo>
                    <a:pt x="139" y="1059"/>
                    <a:pt x="138" y="1059"/>
                    <a:pt x="136" y="1059"/>
                  </a:cubicBezTo>
                  <a:cubicBezTo>
                    <a:pt x="133" y="1060"/>
                    <a:pt x="130" y="1060"/>
                    <a:pt x="127" y="1060"/>
                  </a:cubicBezTo>
                  <a:cubicBezTo>
                    <a:pt x="122" y="1060"/>
                    <a:pt x="118" y="1060"/>
                    <a:pt x="113" y="1060"/>
                  </a:cubicBezTo>
                  <a:close/>
                  <a:moveTo>
                    <a:pt x="96" y="1049"/>
                  </a:moveTo>
                  <a:cubicBezTo>
                    <a:pt x="97" y="1049"/>
                    <a:pt x="98" y="1050"/>
                    <a:pt x="98" y="1050"/>
                  </a:cubicBezTo>
                  <a:cubicBezTo>
                    <a:pt x="102" y="1051"/>
                    <a:pt x="107" y="1051"/>
                    <a:pt x="113" y="1051"/>
                  </a:cubicBezTo>
                  <a:cubicBezTo>
                    <a:pt x="117" y="1051"/>
                    <a:pt x="122" y="1051"/>
                    <a:pt x="126" y="1051"/>
                  </a:cubicBezTo>
                  <a:cubicBezTo>
                    <a:pt x="128" y="1051"/>
                    <a:pt x="130" y="1050"/>
                    <a:pt x="131" y="1050"/>
                  </a:cubicBezTo>
                  <a:cubicBezTo>
                    <a:pt x="132" y="1049"/>
                    <a:pt x="132" y="1048"/>
                    <a:pt x="132" y="1047"/>
                  </a:cubicBezTo>
                  <a:cubicBezTo>
                    <a:pt x="132" y="1046"/>
                    <a:pt x="133" y="1045"/>
                    <a:pt x="133" y="1044"/>
                  </a:cubicBezTo>
                  <a:cubicBezTo>
                    <a:pt x="133" y="1041"/>
                    <a:pt x="133" y="1039"/>
                    <a:pt x="134" y="1036"/>
                  </a:cubicBezTo>
                  <a:cubicBezTo>
                    <a:pt x="134" y="1033"/>
                    <a:pt x="134" y="1033"/>
                    <a:pt x="134" y="1033"/>
                  </a:cubicBezTo>
                  <a:cubicBezTo>
                    <a:pt x="135" y="1030"/>
                    <a:pt x="135" y="1027"/>
                    <a:pt x="135" y="1025"/>
                  </a:cubicBezTo>
                  <a:cubicBezTo>
                    <a:pt x="135" y="1024"/>
                    <a:pt x="135" y="1024"/>
                    <a:pt x="135" y="1024"/>
                  </a:cubicBezTo>
                  <a:cubicBezTo>
                    <a:pt x="134" y="1024"/>
                    <a:pt x="132" y="1023"/>
                    <a:pt x="131" y="1022"/>
                  </a:cubicBezTo>
                  <a:cubicBezTo>
                    <a:pt x="129" y="1021"/>
                    <a:pt x="128" y="1019"/>
                    <a:pt x="128" y="1018"/>
                  </a:cubicBezTo>
                  <a:cubicBezTo>
                    <a:pt x="128" y="1017"/>
                    <a:pt x="127" y="1017"/>
                    <a:pt x="127" y="1017"/>
                  </a:cubicBezTo>
                  <a:cubicBezTo>
                    <a:pt x="127" y="1017"/>
                    <a:pt x="127" y="1017"/>
                    <a:pt x="127" y="1016"/>
                  </a:cubicBezTo>
                  <a:cubicBezTo>
                    <a:pt x="125" y="1016"/>
                    <a:pt x="123" y="1015"/>
                    <a:pt x="121" y="1012"/>
                  </a:cubicBezTo>
                  <a:cubicBezTo>
                    <a:pt x="121" y="1010"/>
                    <a:pt x="120" y="1007"/>
                    <a:pt x="118" y="1006"/>
                  </a:cubicBezTo>
                  <a:cubicBezTo>
                    <a:pt x="118" y="1005"/>
                    <a:pt x="118" y="1005"/>
                    <a:pt x="118" y="1005"/>
                  </a:cubicBezTo>
                  <a:cubicBezTo>
                    <a:pt x="116" y="1006"/>
                    <a:pt x="114" y="1006"/>
                    <a:pt x="113" y="1005"/>
                  </a:cubicBezTo>
                  <a:cubicBezTo>
                    <a:pt x="109" y="1002"/>
                    <a:pt x="110" y="999"/>
                    <a:pt x="110" y="998"/>
                  </a:cubicBezTo>
                  <a:cubicBezTo>
                    <a:pt x="111" y="994"/>
                    <a:pt x="115" y="993"/>
                    <a:pt x="119" y="993"/>
                  </a:cubicBezTo>
                  <a:cubicBezTo>
                    <a:pt x="119" y="993"/>
                    <a:pt x="119" y="993"/>
                    <a:pt x="119" y="993"/>
                  </a:cubicBezTo>
                  <a:cubicBezTo>
                    <a:pt x="120" y="993"/>
                    <a:pt x="120" y="993"/>
                    <a:pt x="121" y="993"/>
                  </a:cubicBezTo>
                  <a:cubicBezTo>
                    <a:pt x="122" y="992"/>
                    <a:pt x="123" y="991"/>
                    <a:pt x="124" y="990"/>
                  </a:cubicBezTo>
                  <a:cubicBezTo>
                    <a:pt x="137" y="967"/>
                    <a:pt x="137" y="967"/>
                    <a:pt x="137" y="967"/>
                  </a:cubicBezTo>
                  <a:cubicBezTo>
                    <a:pt x="138" y="967"/>
                    <a:pt x="138" y="966"/>
                    <a:pt x="138" y="966"/>
                  </a:cubicBezTo>
                  <a:cubicBezTo>
                    <a:pt x="140" y="965"/>
                    <a:pt x="141" y="964"/>
                    <a:pt x="143" y="963"/>
                  </a:cubicBezTo>
                  <a:cubicBezTo>
                    <a:pt x="144" y="963"/>
                    <a:pt x="145" y="962"/>
                    <a:pt x="146" y="961"/>
                  </a:cubicBezTo>
                  <a:cubicBezTo>
                    <a:pt x="148" y="960"/>
                    <a:pt x="150" y="959"/>
                    <a:pt x="152" y="958"/>
                  </a:cubicBezTo>
                  <a:cubicBezTo>
                    <a:pt x="153" y="957"/>
                    <a:pt x="155" y="956"/>
                    <a:pt x="156" y="955"/>
                  </a:cubicBezTo>
                  <a:cubicBezTo>
                    <a:pt x="157" y="951"/>
                    <a:pt x="164" y="949"/>
                    <a:pt x="166" y="948"/>
                  </a:cubicBezTo>
                  <a:cubicBezTo>
                    <a:pt x="167" y="948"/>
                    <a:pt x="168" y="948"/>
                    <a:pt x="169" y="949"/>
                  </a:cubicBezTo>
                  <a:cubicBezTo>
                    <a:pt x="174" y="947"/>
                    <a:pt x="178" y="945"/>
                    <a:pt x="182" y="943"/>
                  </a:cubicBezTo>
                  <a:cubicBezTo>
                    <a:pt x="187" y="941"/>
                    <a:pt x="191" y="939"/>
                    <a:pt x="195" y="937"/>
                  </a:cubicBezTo>
                  <a:cubicBezTo>
                    <a:pt x="201" y="934"/>
                    <a:pt x="208" y="932"/>
                    <a:pt x="215" y="930"/>
                  </a:cubicBezTo>
                  <a:cubicBezTo>
                    <a:pt x="217" y="929"/>
                    <a:pt x="217" y="929"/>
                    <a:pt x="217" y="929"/>
                  </a:cubicBezTo>
                  <a:cubicBezTo>
                    <a:pt x="230" y="925"/>
                    <a:pt x="242" y="921"/>
                    <a:pt x="252" y="917"/>
                  </a:cubicBezTo>
                  <a:cubicBezTo>
                    <a:pt x="259" y="914"/>
                    <a:pt x="266" y="911"/>
                    <a:pt x="272" y="906"/>
                  </a:cubicBezTo>
                  <a:cubicBezTo>
                    <a:pt x="274" y="904"/>
                    <a:pt x="277" y="902"/>
                    <a:pt x="279" y="899"/>
                  </a:cubicBezTo>
                  <a:cubicBezTo>
                    <a:pt x="280" y="897"/>
                    <a:pt x="281" y="895"/>
                    <a:pt x="283" y="893"/>
                  </a:cubicBezTo>
                  <a:cubicBezTo>
                    <a:pt x="286" y="889"/>
                    <a:pt x="290" y="885"/>
                    <a:pt x="292" y="880"/>
                  </a:cubicBezTo>
                  <a:cubicBezTo>
                    <a:pt x="294" y="878"/>
                    <a:pt x="294" y="876"/>
                    <a:pt x="295" y="874"/>
                  </a:cubicBezTo>
                  <a:cubicBezTo>
                    <a:pt x="295" y="873"/>
                    <a:pt x="295" y="873"/>
                    <a:pt x="295" y="872"/>
                  </a:cubicBezTo>
                  <a:cubicBezTo>
                    <a:pt x="294" y="873"/>
                    <a:pt x="294" y="873"/>
                    <a:pt x="293" y="873"/>
                  </a:cubicBezTo>
                  <a:cubicBezTo>
                    <a:pt x="291" y="875"/>
                    <a:pt x="288" y="875"/>
                    <a:pt x="286" y="872"/>
                  </a:cubicBezTo>
                  <a:cubicBezTo>
                    <a:pt x="285" y="870"/>
                    <a:pt x="285" y="868"/>
                    <a:pt x="286" y="867"/>
                  </a:cubicBezTo>
                  <a:cubicBezTo>
                    <a:pt x="286" y="865"/>
                    <a:pt x="286" y="862"/>
                    <a:pt x="287" y="855"/>
                  </a:cubicBezTo>
                  <a:cubicBezTo>
                    <a:pt x="287" y="853"/>
                    <a:pt x="287" y="852"/>
                    <a:pt x="287" y="851"/>
                  </a:cubicBezTo>
                  <a:cubicBezTo>
                    <a:pt x="287" y="851"/>
                    <a:pt x="287" y="851"/>
                    <a:pt x="287" y="851"/>
                  </a:cubicBezTo>
                  <a:cubicBezTo>
                    <a:pt x="288" y="849"/>
                    <a:pt x="289" y="848"/>
                    <a:pt x="290" y="847"/>
                  </a:cubicBezTo>
                  <a:cubicBezTo>
                    <a:pt x="290" y="847"/>
                    <a:pt x="291" y="847"/>
                    <a:pt x="291" y="847"/>
                  </a:cubicBezTo>
                  <a:cubicBezTo>
                    <a:pt x="291" y="846"/>
                    <a:pt x="291" y="845"/>
                    <a:pt x="291" y="844"/>
                  </a:cubicBezTo>
                  <a:cubicBezTo>
                    <a:pt x="291" y="840"/>
                    <a:pt x="293" y="837"/>
                    <a:pt x="294" y="833"/>
                  </a:cubicBezTo>
                  <a:cubicBezTo>
                    <a:pt x="295" y="831"/>
                    <a:pt x="295" y="830"/>
                    <a:pt x="296" y="828"/>
                  </a:cubicBezTo>
                  <a:cubicBezTo>
                    <a:pt x="296" y="826"/>
                    <a:pt x="296" y="825"/>
                    <a:pt x="296" y="823"/>
                  </a:cubicBezTo>
                  <a:cubicBezTo>
                    <a:pt x="297" y="820"/>
                    <a:pt x="297" y="817"/>
                    <a:pt x="298" y="814"/>
                  </a:cubicBezTo>
                  <a:cubicBezTo>
                    <a:pt x="299" y="813"/>
                    <a:pt x="300" y="811"/>
                    <a:pt x="301" y="810"/>
                  </a:cubicBezTo>
                  <a:cubicBezTo>
                    <a:pt x="301" y="810"/>
                    <a:pt x="301" y="810"/>
                    <a:pt x="301" y="810"/>
                  </a:cubicBezTo>
                  <a:cubicBezTo>
                    <a:pt x="299" y="808"/>
                    <a:pt x="295" y="805"/>
                    <a:pt x="291" y="802"/>
                  </a:cubicBezTo>
                  <a:cubicBezTo>
                    <a:pt x="290" y="802"/>
                    <a:pt x="290" y="802"/>
                    <a:pt x="290" y="801"/>
                  </a:cubicBezTo>
                  <a:cubicBezTo>
                    <a:pt x="288" y="800"/>
                    <a:pt x="286" y="797"/>
                    <a:pt x="290" y="746"/>
                  </a:cubicBezTo>
                  <a:cubicBezTo>
                    <a:pt x="290" y="744"/>
                    <a:pt x="290" y="743"/>
                    <a:pt x="290" y="742"/>
                  </a:cubicBezTo>
                  <a:cubicBezTo>
                    <a:pt x="290" y="741"/>
                    <a:pt x="290" y="739"/>
                    <a:pt x="290" y="738"/>
                  </a:cubicBezTo>
                  <a:cubicBezTo>
                    <a:pt x="289" y="736"/>
                    <a:pt x="289" y="735"/>
                    <a:pt x="289" y="733"/>
                  </a:cubicBezTo>
                  <a:cubicBezTo>
                    <a:pt x="288" y="731"/>
                    <a:pt x="288" y="728"/>
                    <a:pt x="288" y="724"/>
                  </a:cubicBezTo>
                  <a:cubicBezTo>
                    <a:pt x="288" y="721"/>
                    <a:pt x="286" y="719"/>
                    <a:pt x="285" y="716"/>
                  </a:cubicBezTo>
                  <a:cubicBezTo>
                    <a:pt x="284" y="715"/>
                    <a:pt x="283" y="714"/>
                    <a:pt x="283" y="712"/>
                  </a:cubicBezTo>
                  <a:cubicBezTo>
                    <a:pt x="281" y="710"/>
                    <a:pt x="280" y="707"/>
                    <a:pt x="279" y="704"/>
                  </a:cubicBezTo>
                  <a:cubicBezTo>
                    <a:pt x="278" y="703"/>
                    <a:pt x="277" y="701"/>
                    <a:pt x="277" y="699"/>
                  </a:cubicBezTo>
                  <a:cubicBezTo>
                    <a:pt x="277" y="699"/>
                    <a:pt x="277" y="699"/>
                    <a:pt x="277" y="699"/>
                  </a:cubicBezTo>
                  <a:cubicBezTo>
                    <a:pt x="276" y="698"/>
                    <a:pt x="276" y="697"/>
                    <a:pt x="276" y="695"/>
                  </a:cubicBezTo>
                  <a:cubicBezTo>
                    <a:pt x="276" y="695"/>
                    <a:pt x="277" y="694"/>
                    <a:pt x="277" y="693"/>
                  </a:cubicBezTo>
                  <a:cubicBezTo>
                    <a:pt x="277" y="693"/>
                    <a:pt x="277" y="693"/>
                    <a:pt x="277" y="693"/>
                  </a:cubicBezTo>
                  <a:cubicBezTo>
                    <a:pt x="277" y="692"/>
                    <a:pt x="277" y="692"/>
                    <a:pt x="276" y="691"/>
                  </a:cubicBezTo>
                  <a:cubicBezTo>
                    <a:pt x="274" y="690"/>
                    <a:pt x="274" y="687"/>
                    <a:pt x="274" y="687"/>
                  </a:cubicBezTo>
                  <a:cubicBezTo>
                    <a:pt x="275" y="684"/>
                    <a:pt x="276" y="682"/>
                    <a:pt x="278" y="681"/>
                  </a:cubicBezTo>
                  <a:cubicBezTo>
                    <a:pt x="278" y="681"/>
                    <a:pt x="278" y="680"/>
                    <a:pt x="278" y="679"/>
                  </a:cubicBezTo>
                  <a:cubicBezTo>
                    <a:pt x="277" y="678"/>
                    <a:pt x="276" y="676"/>
                    <a:pt x="276" y="674"/>
                  </a:cubicBezTo>
                  <a:cubicBezTo>
                    <a:pt x="276" y="673"/>
                    <a:pt x="275" y="672"/>
                    <a:pt x="275" y="670"/>
                  </a:cubicBezTo>
                  <a:cubicBezTo>
                    <a:pt x="274" y="669"/>
                    <a:pt x="274" y="667"/>
                    <a:pt x="274" y="667"/>
                  </a:cubicBezTo>
                  <a:cubicBezTo>
                    <a:pt x="274" y="665"/>
                    <a:pt x="274" y="665"/>
                    <a:pt x="274" y="665"/>
                  </a:cubicBezTo>
                  <a:cubicBezTo>
                    <a:pt x="272" y="666"/>
                    <a:pt x="269" y="665"/>
                    <a:pt x="268" y="664"/>
                  </a:cubicBezTo>
                  <a:cubicBezTo>
                    <a:pt x="267" y="663"/>
                    <a:pt x="267" y="662"/>
                    <a:pt x="267" y="661"/>
                  </a:cubicBezTo>
                  <a:cubicBezTo>
                    <a:pt x="266" y="660"/>
                    <a:pt x="265" y="660"/>
                    <a:pt x="265" y="658"/>
                  </a:cubicBezTo>
                  <a:cubicBezTo>
                    <a:pt x="265" y="658"/>
                    <a:pt x="265" y="657"/>
                    <a:pt x="264" y="656"/>
                  </a:cubicBezTo>
                  <a:cubicBezTo>
                    <a:pt x="264" y="656"/>
                    <a:pt x="263" y="656"/>
                    <a:pt x="263" y="656"/>
                  </a:cubicBezTo>
                  <a:cubicBezTo>
                    <a:pt x="262" y="655"/>
                    <a:pt x="262" y="655"/>
                    <a:pt x="261" y="655"/>
                  </a:cubicBezTo>
                  <a:cubicBezTo>
                    <a:pt x="261" y="654"/>
                    <a:pt x="261" y="654"/>
                    <a:pt x="261" y="654"/>
                  </a:cubicBezTo>
                  <a:cubicBezTo>
                    <a:pt x="259" y="655"/>
                    <a:pt x="257" y="654"/>
                    <a:pt x="256" y="653"/>
                  </a:cubicBezTo>
                  <a:cubicBezTo>
                    <a:pt x="255" y="651"/>
                    <a:pt x="255" y="649"/>
                    <a:pt x="256" y="647"/>
                  </a:cubicBezTo>
                  <a:cubicBezTo>
                    <a:pt x="257" y="646"/>
                    <a:pt x="257" y="646"/>
                    <a:pt x="257" y="646"/>
                  </a:cubicBezTo>
                  <a:cubicBezTo>
                    <a:pt x="255" y="645"/>
                    <a:pt x="254" y="643"/>
                    <a:pt x="254" y="640"/>
                  </a:cubicBezTo>
                  <a:cubicBezTo>
                    <a:pt x="254" y="638"/>
                    <a:pt x="255" y="636"/>
                    <a:pt x="257" y="636"/>
                  </a:cubicBezTo>
                  <a:cubicBezTo>
                    <a:pt x="257" y="636"/>
                    <a:pt x="257" y="635"/>
                    <a:pt x="257" y="635"/>
                  </a:cubicBezTo>
                  <a:cubicBezTo>
                    <a:pt x="258" y="635"/>
                    <a:pt x="258" y="635"/>
                    <a:pt x="258" y="635"/>
                  </a:cubicBezTo>
                  <a:cubicBezTo>
                    <a:pt x="258" y="634"/>
                    <a:pt x="258" y="633"/>
                    <a:pt x="259" y="632"/>
                  </a:cubicBezTo>
                  <a:cubicBezTo>
                    <a:pt x="257" y="631"/>
                    <a:pt x="256" y="629"/>
                    <a:pt x="255" y="627"/>
                  </a:cubicBezTo>
                  <a:cubicBezTo>
                    <a:pt x="255" y="625"/>
                    <a:pt x="256" y="623"/>
                    <a:pt x="257" y="622"/>
                  </a:cubicBezTo>
                  <a:cubicBezTo>
                    <a:pt x="258" y="621"/>
                    <a:pt x="260" y="621"/>
                    <a:pt x="262" y="621"/>
                  </a:cubicBezTo>
                  <a:cubicBezTo>
                    <a:pt x="262" y="621"/>
                    <a:pt x="262" y="621"/>
                    <a:pt x="262" y="621"/>
                  </a:cubicBezTo>
                  <a:cubicBezTo>
                    <a:pt x="261" y="620"/>
                    <a:pt x="261" y="619"/>
                    <a:pt x="261" y="618"/>
                  </a:cubicBezTo>
                  <a:cubicBezTo>
                    <a:pt x="261" y="617"/>
                    <a:pt x="261" y="616"/>
                    <a:pt x="261" y="615"/>
                  </a:cubicBezTo>
                  <a:cubicBezTo>
                    <a:pt x="262" y="615"/>
                    <a:pt x="262" y="614"/>
                    <a:pt x="262" y="613"/>
                  </a:cubicBezTo>
                  <a:cubicBezTo>
                    <a:pt x="260" y="612"/>
                    <a:pt x="259" y="610"/>
                    <a:pt x="259" y="609"/>
                  </a:cubicBezTo>
                  <a:cubicBezTo>
                    <a:pt x="259" y="606"/>
                    <a:pt x="261" y="605"/>
                    <a:pt x="262" y="604"/>
                  </a:cubicBezTo>
                  <a:cubicBezTo>
                    <a:pt x="262" y="604"/>
                    <a:pt x="261" y="603"/>
                    <a:pt x="261" y="603"/>
                  </a:cubicBezTo>
                  <a:cubicBezTo>
                    <a:pt x="258" y="600"/>
                    <a:pt x="257" y="598"/>
                    <a:pt x="256" y="595"/>
                  </a:cubicBezTo>
                  <a:cubicBezTo>
                    <a:pt x="256" y="595"/>
                    <a:pt x="255" y="595"/>
                    <a:pt x="255" y="595"/>
                  </a:cubicBezTo>
                  <a:cubicBezTo>
                    <a:pt x="254" y="596"/>
                    <a:pt x="252" y="596"/>
                    <a:pt x="250" y="594"/>
                  </a:cubicBezTo>
                  <a:cubicBezTo>
                    <a:pt x="249" y="593"/>
                    <a:pt x="249" y="591"/>
                    <a:pt x="250" y="589"/>
                  </a:cubicBezTo>
                  <a:cubicBezTo>
                    <a:pt x="252" y="585"/>
                    <a:pt x="255" y="584"/>
                    <a:pt x="256" y="584"/>
                  </a:cubicBezTo>
                  <a:cubicBezTo>
                    <a:pt x="261" y="584"/>
                    <a:pt x="263" y="588"/>
                    <a:pt x="266" y="592"/>
                  </a:cubicBezTo>
                  <a:cubicBezTo>
                    <a:pt x="267" y="593"/>
                    <a:pt x="268" y="594"/>
                    <a:pt x="268" y="594"/>
                  </a:cubicBezTo>
                  <a:cubicBezTo>
                    <a:pt x="270" y="595"/>
                    <a:pt x="272" y="596"/>
                    <a:pt x="273" y="598"/>
                  </a:cubicBezTo>
                  <a:cubicBezTo>
                    <a:pt x="274" y="599"/>
                    <a:pt x="274" y="600"/>
                    <a:pt x="275" y="600"/>
                  </a:cubicBezTo>
                  <a:cubicBezTo>
                    <a:pt x="275" y="600"/>
                    <a:pt x="276" y="600"/>
                    <a:pt x="276" y="600"/>
                  </a:cubicBezTo>
                  <a:cubicBezTo>
                    <a:pt x="284" y="594"/>
                    <a:pt x="292" y="588"/>
                    <a:pt x="299" y="582"/>
                  </a:cubicBezTo>
                  <a:cubicBezTo>
                    <a:pt x="302" y="578"/>
                    <a:pt x="306" y="575"/>
                    <a:pt x="309" y="570"/>
                  </a:cubicBezTo>
                  <a:cubicBezTo>
                    <a:pt x="309" y="570"/>
                    <a:pt x="310" y="568"/>
                    <a:pt x="312" y="567"/>
                  </a:cubicBezTo>
                  <a:cubicBezTo>
                    <a:pt x="312" y="566"/>
                    <a:pt x="313" y="565"/>
                    <a:pt x="313" y="565"/>
                  </a:cubicBezTo>
                  <a:cubicBezTo>
                    <a:pt x="314" y="564"/>
                    <a:pt x="315" y="562"/>
                    <a:pt x="317" y="561"/>
                  </a:cubicBezTo>
                  <a:cubicBezTo>
                    <a:pt x="317" y="561"/>
                    <a:pt x="317" y="560"/>
                    <a:pt x="317" y="560"/>
                  </a:cubicBezTo>
                  <a:cubicBezTo>
                    <a:pt x="319" y="557"/>
                    <a:pt x="321" y="555"/>
                    <a:pt x="322" y="554"/>
                  </a:cubicBezTo>
                  <a:cubicBezTo>
                    <a:pt x="323" y="553"/>
                    <a:pt x="323" y="553"/>
                    <a:pt x="323" y="553"/>
                  </a:cubicBezTo>
                  <a:cubicBezTo>
                    <a:pt x="325" y="552"/>
                    <a:pt x="327" y="550"/>
                    <a:pt x="329" y="549"/>
                  </a:cubicBezTo>
                  <a:cubicBezTo>
                    <a:pt x="329" y="549"/>
                    <a:pt x="329" y="549"/>
                    <a:pt x="329" y="549"/>
                  </a:cubicBezTo>
                  <a:cubicBezTo>
                    <a:pt x="329" y="549"/>
                    <a:pt x="329" y="549"/>
                    <a:pt x="329" y="549"/>
                  </a:cubicBezTo>
                  <a:cubicBezTo>
                    <a:pt x="329" y="547"/>
                    <a:pt x="331" y="545"/>
                    <a:pt x="333" y="544"/>
                  </a:cubicBezTo>
                  <a:cubicBezTo>
                    <a:pt x="334" y="544"/>
                    <a:pt x="335" y="543"/>
                    <a:pt x="337" y="544"/>
                  </a:cubicBezTo>
                  <a:cubicBezTo>
                    <a:pt x="337" y="543"/>
                    <a:pt x="337" y="543"/>
                    <a:pt x="337" y="543"/>
                  </a:cubicBezTo>
                  <a:cubicBezTo>
                    <a:pt x="338" y="540"/>
                    <a:pt x="340" y="540"/>
                    <a:pt x="342" y="540"/>
                  </a:cubicBezTo>
                  <a:cubicBezTo>
                    <a:pt x="342" y="540"/>
                    <a:pt x="343" y="540"/>
                    <a:pt x="344" y="540"/>
                  </a:cubicBezTo>
                  <a:cubicBezTo>
                    <a:pt x="346" y="535"/>
                    <a:pt x="349" y="533"/>
                    <a:pt x="352" y="534"/>
                  </a:cubicBezTo>
                  <a:cubicBezTo>
                    <a:pt x="352" y="533"/>
                    <a:pt x="352" y="532"/>
                    <a:pt x="353" y="531"/>
                  </a:cubicBezTo>
                  <a:cubicBezTo>
                    <a:pt x="353" y="529"/>
                    <a:pt x="355" y="528"/>
                    <a:pt x="356" y="527"/>
                  </a:cubicBezTo>
                  <a:cubicBezTo>
                    <a:pt x="357" y="527"/>
                    <a:pt x="358" y="527"/>
                    <a:pt x="358" y="527"/>
                  </a:cubicBezTo>
                  <a:cubicBezTo>
                    <a:pt x="360" y="527"/>
                    <a:pt x="362" y="528"/>
                    <a:pt x="363" y="529"/>
                  </a:cubicBezTo>
                  <a:cubicBezTo>
                    <a:pt x="364" y="528"/>
                    <a:pt x="365" y="527"/>
                    <a:pt x="366" y="527"/>
                  </a:cubicBezTo>
                  <a:cubicBezTo>
                    <a:pt x="366" y="527"/>
                    <a:pt x="367" y="527"/>
                    <a:pt x="367" y="527"/>
                  </a:cubicBezTo>
                  <a:cubicBezTo>
                    <a:pt x="367" y="526"/>
                    <a:pt x="368" y="525"/>
                    <a:pt x="368" y="523"/>
                  </a:cubicBezTo>
                  <a:cubicBezTo>
                    <a:pt x="369" y="521"/>
                    <a:pt x="371" y="519"/>
                    <a:pt x="372" y="518"/>
                  </a:cubicBezTo>
                  <a:cubicBezTo>
                    <a:pt x="372" y="518"/>
                    <a:pt x="373" y="517"/>
                    <a:pt x="374" y="517"/>
                  </a:cubicBezTo>
                  <a:cubicBezTo>
                    <a:pt x="374" y="516"/>
                    <a:pt x="376" y="515"/>
                    <a:pt x="377" y="514"/>
                  </a:cubicBezTo>
                  <a:cubicBezTo>
                    <a:pt x="378" y="514"/>
                    <a:pt x="380" y="511"/>
                    <a:pt x="382" y="510"/>
                  </a:cubicBezTo>
                  <a:cubicBezTo>
                    <a:pt x="383" y="508"/>
                    <a:pt x="384" y="507"/>
                    <a:pt x="385" y="506"/>
                  </a:cubicBezTo>
                  <a:cubicBezTo>
                    <a:pt x="386" y="505"/>
                    <a:pt x="387" y="504"/>
                    <a:pt x="388" y="504"/>
                  </a:cubicBezTo>
                  <a:cubicBezTo>
                    <a:pt x="387" y="502"/>
                    <a:pt x="387" y="500"/>
                    <a:pt x="387" y="500"/>
                  </a:cubicBezTo>
                  <a:cubicBezTo>
                    <a:pt x="388" y="496"/>
                    <a:pt x="391" y="495"/>
                    <a:pt x="394" y="495"/>
                  </a:cubicBezTo>
                  <a:cubicBezTo>
                    <a:pt x="395" y="495"/>
                    <a:pt x="396" y="494"/>
                    <a:pt x="396" y="494"/>
                  </a:cubicBezTo>
                  <a:cubicBezTo>
                    <a:pt x="397" y="494"/>
                    <a:pt x="398" y="493"/>
                    <a:pt x="398" y="492"/>
                  </a:cubicBezTo>
                  <a:cubicBezTo>
                    <a:pt x="397" y="491"/>
                    <a:pt x="395" y="489"/>
                    <a:pt x="394" y="485"/>
                  </a:cubicBezTo>
                  <a:cubicBezTo>
                    <a:pt x="394" y="485"/>
                    <a:pt x="394" y="485"/>
                    <a:pt x="394" y="485"/>
                  </a:cubicBezTo>
                  <a:cubicBezTo>
                    <a:pt x="394" y="485"/>
                    <a:pt x="393" y="485"/>
                    <a:pt x="392" y="484"/>
                  </a:cubicBezTo>
                  <a:cubicBezTo>
                    <a:pt x="391" y="483"/>
                    <a:pt x="390" y="480"/>
                    <a:pt x="391" y="479"/>
                  </a:cubicBezTo>
                  <a:cubicBezTo>
                    <a:pt x="393" y="475"/>
                    <a:pt x="396" y="474"/>
                    <a:pt x="397" y="474"/>
                  </a:cubicBezTo>
                  <a:cubicBezTo>
                    <a:pt x="401" y="474"/>
                    <a:pt x="403" y="478"/>
                    <a:pt x="404" y="480"/>
                  </a:cubicBezTo>
                  <a:cubicBezTo>
                    <a:pt x="404" y="480"/>
                    <a:pt x="404" y="480"/>
                    <a:pt x="405" y="480"/>
                  </a:cubicBezTo>
                  <a:cubicBezTo>
                    <a:pt x="405" y="480"/>
                    <a:pt x="405" y="480"/>
                    <a:pt x="405" y="480"/>
                  </a:cubicBezTo>
                  <a:cubicBezTo>
                    <a:pt x="406" y="479"/>
                    <a:pt x="407" y="477"/>
                    <a:pt x="408" y="476"/>
                  </a:cubicBezTo>
                  <a:cubicBezTo>
                    <a:pt x="409" y="475"/>
                    <a:pt x="409" y="475"/>
                    <a:pt x="410" y="474"/>
                  </a:cubicBezTo>
                  <a:cubicBezTo>
                    <a:pt x="411" y="473"/>
                    <a:pt x="412" y="472"/>
                    <a:pt x="413" y="470"/>
                  </a:cubicBezTo>
                  <a:cubicBezTo>
                    <a:pt x="415" y="468"/>
                    <a:pt x="415" y="468"/>
                    <a:pt x="417" y="467"/>
                  </a:cubicBezTo>
                  <a:cubicBezTo>
                    <a:pt x="417" y="467"/>
                    <a:pt x="417" y="467"/>
                    <a:pt x="418" y="466"/>
                  </a:cubicBezTo>
                  <a:cubicBezTo>
                    <a:pt x="423" y="463"/>
                    <a:pt x="430" y="458"/>
                    <a:pt x="437" y="455"/>
                  </a:cubicBezTo>
                  <a:cubicBezTo>
                    <a:pt x="439" y="454"/>
                    <a:pt x="442" y="452"/>
                    <a:pt x="444" y="450"/>
                  </a:cubicBezTo>
                  <a:cubicBezTo>
                    <a:pt x="446" y="449"/>
                    <a:pt x="448" y="449"/>
                    <a:pt x="449" y="449"/>
                  </a:cubicBezTo>
                  <a:cubicBezTo>
                    <a:pt x="453" y="445"/>
                    <a:pt x="458" y="442"/>
                    <a:pt x="463" y="441"/>
                  </a:cubicBezTo>
                  <a:cubicBezTo>
                    <a:pt x="464" y="441"/>
                    <a:pt x="465" y="440"/>
                    <a:pt x="466" y="440"/>
                  </a:cubicBezTo>
                  <a:cubicBezTo>
                    <a:pt x="466" y="440"/>
                    <a:pt x="467" y="440"/>
                    <a:pt x="468" y="440"/>
                  </a:cubicBezTo>
                  <a:cubicBezTo>
                    <a:pt x="467" y="439"/>
                    <a:pt x="467" y="438"/>
                    <a:pt x="467" y="436"/>
                  </a:cubicBezTo>
                  <a:cubicBezTo>
                    <a:pt x="467" y="435"/>
                    <a:pt x="468" y="433"/>
                    <a:pt x="470" y="432"/>
                  </a:cubicBezTo>
                  <a:cubicBezTo>
                    <a:pt x="472" y="430"/>
                    <a:pt x="473" y="430"/>
                    <a:pt x="475" y="430"/>
                  </a:cubicBezTo>
                  <a:cubicBezTo>
                    <a:pt x="475" y="430"/>
                    <a:pt x="475" y="430"/>
                    <a:pt x="475" y="430"/>
                  </a:cubicBezTo>
                  <a:cubicBezTo>
                    <a:pt x="477" y="430"/>
                    <a:pt x="479" y="431"/>
                    <a:pt x="480" y="432"/>
                  </a:cubicBezTo>
                  <a:cubicBezTo>
                    <a:pt x="480" y="432"/>
                    <a:pt x="480" y="433"/>
                    <a:pt x="481" y="434"/>
                  </a:cubicBezTo>
                  <a:cubicBezTo>
                    <a:pt x="481" y="434"/>
                    <a:pt x="481" y="433"/>
                    <a:pt x="481" y="433"/>
                  </a:cubicBezTo>
                  <a:cubicBezTo>
                    <a:pt x="484" y="432"/>
                    <a:pt x="486" y="431"/>
                    <a:pt x="488" y="431"/>
                  </a:cubicBezTo>
                  <a:cubicBezTo>
                    <a:pt x="489" y="430"/>
                    <a:pt x="491" y="430"/>
                    <a:pt x="492" y="429"/>
                  </a:cubicBezTo>
                  <a:cubicBezTo>
                    <a:pt x="494" y="429"/>
                    <a:pt x="494" y="429"/>
                    <a:pt x="494" y="429"/>
                  </a:cubicBezTo>
                  <a:cubicBezTo>
                    <a:pt x="494" y="428"/>
                    <a:pt x="495" y="427"/>
                    <a:pt x="496" y="427"/>
                  </a:cubicBezTo>
                  <a:cubicBezTo>
                    <a:pt x="496" y="426"/>
                    <a:pt x="496" y="426"/>
                    <a:pt x="497" y="426"/>
                  </a:cubicBezTo>
                  <a:cubicBezTo>
                    <a:pt x="498" y="425"/>
                    <a:pt x="500" y="423"/>
                    <a:pt x="503" y="423"/>
                  </a:cubicBezTo>
                  <a:cubicBezTo>
                    <a:pt x="503" y="423"/>
                    <a:pt x="503" y="423"/>
                    <a:pt x="503" y="423"/>
                  </a:cubicBezTo>
                  <a:cubicBezTo>
                    <a:pt x="504" y="423"/>
                    <a:pt x="504" y="422"/>
                    <a:pt x="505" y="421"/>
                  </a:cubicBezTo>
                  <a:cubicBezTo>
                    <a:pt x="508" y="419"/>
                    <a:pt x="513" y="419"/>
                    <a:pt x="517" y="420"/>
                  </a:cubicBezTo>
                  <a:cubicBezTo>
                    <a:pt x="518" y="420"/>
                    <a:pt x="519" y="421"/>
                    <a:pt x="520" y="421"/>
                  </a:cubicBezTo>
                  <a:cubicBezTo>
                    <a:pt x="524" y="419"/>
                    <a:pt x="527" y="418"/>
                    <a:pt x="529" y="418"/>
                  </a:cubicBezTo>
                  <a:cubicBezTo>
                    <a:pt x="529" y="417"/>
                    <a:pt x="530" y="413"/>
                    <a:pt x="533" y="411"/>
                  </a:cubicBezTo>
                  <a:cubicBezTo>
                    <a:pt x="544" y="404"/>
                    <a:pt x="544" y="404"/>
                    <a:pt x="544" y="404"/>
                  </a:cubicBezTo>
                  <a:cubicBezTo>
                    <a:pt x="546" y="403"/>
                    <a:pt x="548" y="401"/>
                    <a:pt x="551" y="400"/>
                  </a:cubicBezTo>
                  <a:cubicBezTo>
                    <a:pt x="554" y="399"/>
                    <a:pt x="556" y="397"/>
                    <a:pt x="558" y="396"/>
                  </a:cubicBezTo>
                  <a:cubicBezTo>
                    <a:pt x="560" y="395"/>
                    <a:pt x="561" y="394"/>
                    <a:pt x="563" y="393"/>
                  </a:cubicBezTo>
                  <a:cubicBezTo>
                    <a:pt x="565" y="392"/>
                    <a:pt x="567" y="391"/>
                    <a:pt x="568" y="390"/>
                  </a:cubicBezTo>
                  <a:cubicBezTo>
                    <a:pt x="569" y="389"/>
                    <a:pt x="569" y="389"/>
                    <a:pt x="569" y="389"/>
                  </a:cubicBezTo>
                  <a:cubicBezTo>
                    <a:pt x="569" y="388"/>
                    <a:pt x="570" y="387"/>
                    <a:pt x="570" y="387"/>
                  </a:cubicBezTo>
                  <a:cubicBezTo>
                    <a:pt x="570" y="385"/>
                    <a:pt x="572" y="384"/>
                    <a:pt x="573" y="383"/>
                  </a:cubicBezTo>
                  <a:cubicBezTo>
                    <a:pt x="573" y="383"/>
                    <a:pt x="573" y="383"/>
                    <a:pt x="573" y="382"/>
                  </a:cubicBezTo>
                  <a:cubicBezTo>
                    <a:pt x="572" y="380"/>
                    <a:pt x="572" y="378"/>
                    <a:pt x="573" y="376"/>
                  </a:cubicBezTo>
                  <a:cubicBezTo>
                    <a:pt x="575" y="372"/>
                    <a:pt x="579" y="371"/>
                    <a:pt x="583" y="370"/>
                  </a:cubicBezTo>
                  <a:cubicBezTo>
                    <a:pt x="584" y="370"/>
                    <a:pt x="584" y="370"/>
                    <a:pt x="585" y="370"/>
                  </a:cubicBezTo>
                  <a:cubicBezTo>
                    <a:pt x="586" y="369"/>
                    <a:pt x="587" y="368"/>
                    <a:pt x="588" y="366"/>
                  </a:cubicBezTo>
                  <a:cubicBezTo>
                    <a:pt x="589" y="365"/>
                    <a:pt x="590" y="364"/>
                    <a:pt x="591" y="363"/>
                  </a:cubicBezTo>
                  <a:cubicBezTo>
                    <a:pt x="591" y="363"/>
                    <a:pt x="592" y="362"/>
                    <a:pt x="592" y="362"/>
                  </a:cubicBezTo>
                  <a:cubicBezTo>
                    <a:pt x="592" y="362"/>
                    <a:pt x="591" y="361"/>
                    <a:pt x="591" y="361"/>
                  </a:cubicBezTo>
                  <a:cubicBezTo>
                    <a:pt x="590" y="358"/>
                    <a:pt x="592" y="356"/>
                    <a:pt x="593" y="354"/>
                  </a:cubicBezTo>
                  <a:cubicBezTo>
                    <a:pt x="596" y="352"/>
                    <a:pt x="598" y="350"/>
                    <a:pt x="600" y="347"/>
                  </a:cubicBezTo>
                  <a:cubicBezTo>
                    <a:pt x="605" y="343"/>
                    <a:pt x="609" y="339"/>
                    <a:pt x="612" y="335"/>
                  </a:cubicBezTo>
                  <a:cubicBezTo>
                    <a:pt x="613" y="333"/>
                    <a:pt x="614" y="331"/>
                    <a:pt x="616" y="330"/>
                  </a:cubicBezTo>
                  <a:cubicBezTo>
                    <a:pt x="616" y="329"/>
                    <a:pt x="616" y="329"/>
                    <a:pt x="616" y="329"/>
                  </a:cubicBezTo>
                  <a:cubicBezTo>
                    <a:pt x="618" y="326"/>
                    <a:pt x="618" y="326"/>
                    <a:pt x="619" y="325"/>
                  </a:cubicBezTo>
                  <a:cubicBezTo>
                    <a:pt x="620" y="324"/>
                    <a:pt x="621" y="324"/>
                    <a:pt x="622" y="324"/>
                  </a:cubicBezTo>
                  <a:cubicBezTo>
                    <a:pt x="622" y="323"/>
                    <a:pt x="622" y="323"/>
                    <a:pt x="622" y="322"/>
                  </a:cubicBezTo>
                  <a:cubicBezTo>
                    <a:pt x="623" y="320"/>
                    <a:pt x="624" y="318"/>
                    <a:pt x="626" y="316"/>
                  </a:cubicBezTo>
                  <a:cubicBezTo>
                    <a:pt x="627" y="315"/>
                    <a:pt x="628" y="313"/>
                    <a:pt x="629" y="311"/>
                  </a:cubicBezTo>
                  <a:cubicBezTo>
                    <a:pt x="628" y="312"/>
                    <a:pt x="627" y="312"/>
                    <a:pt x="626" y="312"/>
                  </a:cubicBezTo>
                  <a:cubicBezTo>
                    <a:pt x="626" y="312"/>
                    <a:pt x="625" y="312"/>
                    <a:pt x="625" y="312"/>
                  </a:cubicBezTo>
                  <a:cubicBezTo>
                    <a:pt x="623" y="311"/>
                    <a:pt x="621" y="310"/>
                    <a:pt x="620" y="309"/>
                  </a:cubicBezTo>
                  <a:cubicBezTo>
                    <a:pt x="619" y="306"/>
                    <a:pt x="620" y="304"/>
                    <a:pt x="620" y="303"/>
                  </a:cubicBezTo>
                  <a:cubicBezTo>
                    <a:pt x="622" y="299"/>
                    <a:pt x="625" y="298"/>
                    <a:pt x="626" y="298"/>
                  </a:cubicBezTo>
                  <a:cubicBezTo>
                    <a:pt x="626" y="298"/>
                    <a:pt x="627" y="298"/>
                    <a:pt x="627" y="298"/>
                  </a:cubicBezTo>
                  <a:cubicBezTo>
                    <a:pt x="628" y="298"/>
                    <a:pt x="628" y="298"/>
                    <a:pt x="628" y="298"/>
                  </a:cubicBezTo>
                  <a:cubicBezTo>
                    <a:pt x="628" y="298"/>
                    <a:pt x="629" y="297"/>
                    <a:pt x="630" y="297"/>
                  </a:cubicBezTo>
                  <a:cubicBezTo>
                    <a:pt x="629" y="295"/>
                    <a:pt x="629" y="294"/>
                    <a:pt x="629" y="293"/>
                  </a:cubicBezTo>
                  <a:cubicBezTo>
                    <a:pt x="629" y="293"/>
                    <a:pt x="629" y="292"/>
                    <a:pt x="630" y="292"/>
                  </a:cubicBezTo>
                  <a:cubicBezTo>
                    <a:pt x="629" y="292"/>
                    <a:pt x="629" y="292"/>
                    <a:pt x="629" y="291"/>
                  </a:cubicBezTo>
                  <a:cubicBezTo>
                    <a:pt x="628" y="289"/>
                    <a:pt x="628" y="287"/>
                    <a:pt x="628" y="285"/>
                  </a:cubicBezTo>
                  <a:cubicBezTo>
                    <a:pt x="629" y="283"/>
                    <a:pt x="631" y="281"/>
                    <a:pt x="633" y="281"/>
                  </a:cubicBezTo>
                  <a:cubicBezTo>
                    <a:pt x="633" y="281"/>
                    <a:pt x="633" y="281"/>
                    <a:pt x="633" y="281"/>
                  </a:cubicBezTo>
                  <a:cubicBezTo>
                    <a:pt x="634" y="281"/>
                    <a:pt x="635" y="282"/>
                    <a:pt x="636" y="283"/>
                  </a:cubicBezTo>
                  <a:cubicBezTo>
                    <a:pt x="637" y="282"/>
                    <a:pt x="639" y="279"/>
                    <a:pt x="640" y="278"/>
                  </a:cubicBezTo>
                  <a:cubicBezTo>
                    <a:pt x="640" y="277"/>
                    <a:pt x="641" y="275"/>
                    <a:pt x="640" y="275"/>
                  </a:cubicBezTo>
                  <a:cubicBezTo>
                    <a:pt x="639" y="273"/>
                    <a:pt x="639" y="271"/>
                    <a:pt x="639" y="270"/>
                  </a:cubicBezTo>
                  <a:cubicBezTo>
                    <a:pt x="638" y="269"/>
                    <a:pt x="638" y="269"/>
                    <a:pt x="637" y="269"/>
                  </a:cubicBezTo>
                  <a:cubicBezTo>
                    <a:pt x="636" y="270"/>
                    <a:pt x="635" y="271"/>
                    <a:pt x="634" y="271"/>
                  </a:cubicBezTo>
                  <a:cubicBezTo>
                    <a:pt x="632" y="271"/>
                    <a:pt x="631" y="271"/>
                    <a:pt x="629" y="270"/>
                  </a:cubicBezTo>
                  <a:cubicBezTo>
                    <a:pt x="628" y="269"/>
                    <a:pt x="628" y="268"/>
                    <a:pt x="628" y="266"/>
                  </a:cubicBezTo>
                  <a:cubicBezTo>
                    <a:pt x="628" y="264"/>
                    <a:pt x="628" y="264"/>
                    <a:pt x="628" y="264"/>
                  </a:cubicBezTo>
                  <a:cubicBezTo>
                    <a:pt x="629" y="260"/>
                    <a:pt x="629" y="257"/>
                    <a:pt x="629" y="253"/>
                  </a:cubicBezTo>
                  <a:cubicBezTo>
                    <a:pt x="629" y="252"/>
                    <a:pt x="629" y="252"/>
                    <a:pt x="629" y="252"/>
                  </a:cubicBezTo>
                  <a:cubicBezTo>
                    <a:pt x="628" y="251"/>
                    <a:pt x="628" y="251"/>
                    <a:pt x="627" y="250"/>
                  </a:cubicBezTo>
                  <a:cubicBezTo>
                    <a:pt x="627" y="250"/>
                    <a:pt x="626" y="249"/>
                    <a:pt x="626" y="248"/>
                  </a:cubicBezTo>
                  <a:cubicBezTo>
                    <a:pt x="625" y="247"/>
                    <a:pt x="625" y="246"/>
                    <a:pt x="624" y="245"/>
                  </a:cubicBezTo>
                  <a:cubicBezTo>
                    <a:pt x="624" y="243"/>
                    <a:pt x="623" y="241"/>
                    <a:pt x="624" y="239"/>
                  </a:cubicBezTo>
                  <a:cubicBezTo>
                    <a:pt x="624" y="238"/>
                    <a:pt x="625" y="237"/>
                    <a:pt x="627" y="236"/>
                  </a:cubicBezTo>
                  <a:cubicBezTo>
                    <a:pt x="627" y="235"/>
                    <a:pt x="627" y="234"/>
                    <a:pt x="628" y="234"/>
                  </a:cubicBezTo>
                  <a:cubicBezTo>
                    <a:pt x="628" y="233"/>
                    <a:pt x="629" y="232"/>
                    <a:pt x="630" y="232"/>
                  </a:cubicBezTo>
                  <a:cubicBezTo>
                    <a:pt x="630" y="230"/>
                    <a:pt x="629" y="227"/>
                    <a:pt x="629" y="225"/>
                  </a:cubicBezTo>
                  <a:cubicBezTo>
                    <a:pt x="628" y="223"/>
                    <a:pt x="627" y="221"/>
                    <a:pt x="627" y="220"/>
                  </a:cubicBezTo>
                  <a:cubicBezTo>
                    <a:pt x="627" y="219"/>
                    <a:pt x="627" y="218"/>
                    <a:pt x="627" y="217"/>
                  </a:cubicBezTo>
                  <a:cubicBezTo>
                    <a:pt x="627" y="216"/>
                    <a:pt x="627" y="214"/>
                    <a:pt x="627" y="214"/>
                  </a:cubicBezTo>
                  <a:cubicBezTo>
                    <a:pt x="624" y="211"/>
                    <a:pt x="624" y="208"/>
                    <a:pt x="625" y="206"/>
                  </a:cubicBezTo>
                  <a:cubicBezTo>
                    <a:pt x="625" y="205"/>
                    <a:pt x="626" y="204"/>
                    <a:pt x="626" y="204"/>
                  </a:cubicBezTo>
                  <a:cubicBezTo>
                    <a:pt x="626" y="204"/>
                    <a:pt x="626" y="203"/>
                    <a:pt x="626" y="203"/>
                  </a:cubicBezTo>
                  <a:cubicBezTo>
                    <a:pt x="624" y="200"/>
                    <a:pt x="624" y="197"/>
                    <a:pt x="625" y="196"/>
                  </a:cubicBezTo>
                  <a:cubicBezTo>
                    <a:pt x="625" y="196"/>
                    <a:pt x="625" y="195"/>
                    <a:pt x="625" y="195"/>
                  </a:cubicBezTo>
                  <a:cubicBezTo>
                    <a:pt x="625" y="193"/>
                    <a:pt x="626" y="192"/>
                    <a:pt x="627" y="191"/>
                  </a:cubicBezTo>
                  <a:cubicBezTo>
                    <a:pt x="627" y="190"/>
                    <a:pt x="627" y="190"/>
                    <a:pt x="627" y="190"/>
                  </a:cubicBezTo>
                  <a:cubicBezTo>
                    <a:pt x="626" y="189"/>
                    <a:pt x="625" y="187"/>
                    <a:pt x="625" y="186"/>
                  </a:cubicBezTo>
                  <a:cubicBezTo>
                    <a:pt x="625" y="184"/>
                    <a:pt x="626" y="182"/>
                    <a:pt x="626" y="181"/>
                  </a:cubicBezTo>
                  <a:cubicBezTo>
                    <a:pt x="627" y="179"/>
                    <a:pt x="627" y="178"/>
                    <a:pt x="627" y="177"/>
                  </a:cubicBezTo>
                  <a:cubicBezTo>
                    <a:pt x="627" y="176"/>
                    <a:pt x="627" y="176"/>
                    <a:pt x="627" y="175"/>
                  </a:cubicBezTo>
                  <a:cubicBezTo>
                    <a:pt x="627" y="174"/>
                    <a:pt x="627" y="173"/>
                    <a:pt x="627" y="172"/>
                  </a:cubicBezTo>
                  <a:cubicBezTo>
                    <a:pt x="624" y="172"/>
                    <a:pt x="620" y="170"/>
                    <a:pt x="619" y="166"/>
                  </a:cubicBezTo>
                  <a:cubicBezTo>
                    <a:pt x="618" y="162"/>
                    <a:pt x="619" y="159"/>
                    <a:pt x="622" y="156"/>
                  </a:cubicBezTo>
                  <a:cubicBezTo>
                    <a:pt x="623" y="156"/>
                    <a:pt x="624" y="155"/>
                    <a:pt x="625" y="155"/>
                  </a:cubicBezTo>
                  <a:cubicBezTo>
                    <a:pt x="625" y="154"/>
                    <a:pt x="625" y="153"/>
                    <a:pt x="626" y="153"/>
                  </a:cubicBezTo>
                  <a:cubicBezTo>
                    <a:pt x="626" y="151"/>
                    <a:pt x="627" y="151"/>
                    <a:pt x="628" y="150"/>
                  </a:cubicBezTo>
                  <a:cubicBezTo>
                    <a:pt x="629" y="150"/>
                    <a:pt x="629" y="149"/>
                    <a:pt x="629" y="149"/>
                  </a:cubicBezTo>
                  <a:cubicBezTo>
                    <a:pt x="628" y="147"/>
                    <a:pt x="628" y="146"/>
                    <a:pt x="629" y="145"/>
                  </a:cubicBezTo>
                  <a:cubicBezTo>
                    <a:pt x="629" y="144"/>
                    <a:pt x="629" y="144"/>
                    <a:pt x="629" y="143"/>
                  </a:cubicBezTo>
                  <a:cubicBezTo>
                    <a:pt x="629" y="142"/>
                    <a:pt x="628" y="141"/>
                    <a:pt x="628" y="140"/>
                  </a:cubicBezTo>
                  <a:cubicBezTo>
                    <a:pt x="627" y="139"/>
                    <a:pt x="625" y="139"/>
                    <a:pt x="624" y="137"/>
                  </a:cubicBezTo>
                  <a:cubicBezTo>
                    <a:pt x="623" y="134"/>
                    <a:pt x="624" y="131"/>
                    <a:pt x="625" y="130"/>
                  </a:cubicBezTo>
                  <a:cubicBezTo>
                    <a:pt x="625" y="129"/>
                    <a:pt x="626" y="129"/>
                    <a:pt x="626" y="128"/>
                  </a:cubicBezTo>
                  <a:cubicBezTo>
                    <a:pt x="626" y="127"/>
                    <a:pt x="626" y="126"/>
                    <a:pt x="626" y="124"/>
                  </a:cubicBezTo>
                  <a:cubicBezTo>
                    <a:pt x="626" y="124"/>
                    <a:pt x="626" y="123"/>
                    <a:pt x="625" y="122"/>
                  </a:cubicBezTo>
                  <a:cubicBezTo>
                    <a:pt x="625" y="122"/>
                    <a:pt x="622" y="120"/>
                    <a:pt x="623" y="117"/>
                  </a:cubicBezTo>
                  <a:cubicBezTo>
                    <a:pt x="623" y="115"/>
                    <a:pt x="624" y="114"/>
                    <a:pt x="626" y="114"/>
                  </a:cubicBezTo>
                  <a:cubicBezTo>
                    <a:pt x="625" y="110"/>
                    <a:pt x="626" y="107"/>
                    <a:pt x="626" y="105"/>
                  </a:cubicBezTo>
                  <a:cubicBezTo>
                    <a:pt x="627" y="104"/>
                    <a:pt x="627" y="103"/>
                    <a:pt x="627" y="103"/>
                  </a:cubicBezTo>
                  <a:cubicBezTo>
                    <a:pt x="627" y="103"/>
                    <a:pt x="627" y="102"/>
                    <a:pt x="626" y="102"/>
                  </a:cubicBezTo>
                  <a:cubicBezTo>
                    <a:pt x="625" y="100"/>
                    <a:pt x="624" y="97"/>
                    <a:pt x="625" y="94"/>
                  </a:cubicBezTo>
                  <a:cubicBezTo>
                    <a:pt x="625" y="92"/>
                    <a:pt x="625" y="92"/>
                    <a:pt x="625" y="92"/>
                  </a:cubicBezTo>
                  <a:cubicBezTo>
                    <a:pt x="626" y="92"/>
                    <a:pt x="625" y="89"/>
                    <a:pt x="624" y="87"/>
                  </a:cubicBezTo>
                  <a:cubicBezTo>
                    <a:pt x="622" y="84"/>
                    <a:pt x="622" y="81"/>
                    <a:pt x="622" y="79"/>
                  </a:cubicBezTo>
                  <a:cubicBezTo>
                    <a:pt x="622" y="78"/>
                    <a:pt x="622" y="77"/>
                    <a:pt x="623" y="77"/>
                  </a:cubicBezTo>
                  <a:cubicBezTo>
                    <a:pt x="623" y="76"/>
                    <a:pt x="622" y="75"/>
                    <a:pt x="622" y="75"/>
                  </a:cubicBezTo>
                  <a:cubicBezTo>
                    <a:pt x="623" y="72"/>
                    <a:pt x="623" y="69"/>
                    <a:pt x="624" y="66"/>
                  </a:cubicBezTo>
                  <a:cubicBezTo>
                    <a:pt x="624" y="66"/>
                    <a:pt x="624" y="66"/>
                    <a:pt x="624" y="66"/>
                  </a:cubicBezTo>
                  <a:cubicBezTo>
                    <a:pt x="624" y="66"/>
                    <a:pt x="623" y="65"/>
                    <a:pt x="623" y="65"/>
                  </a:cubicBezTo>
                  <a:cubicBezTo>
                    <a:pt x="621" y="65"/>
                    <a:pt x="619" y="63"/>
                    <a:pt x="618" y="60"/>
                  </a:cubicBezTo>
                  <a:cubicBezTo>
                    <a:pt x="618" y="57"/>
                    <a:pt x="619" y="56"/>
                    <a:pt x="620" y="55"/>
                  </a:cubicBezTo>
                  <a:cubicBezTo>
                    <a:pt x="620" y="55"/>
                    <a:pt x="620" y="55"/>
                    <a:pt x="621" y="55"/>
                  </a:cubicBezTo>
                  <a:cubicBezTo>
                    <a:pt x="621" y="55"/>
                    <a:pt x="622" y="54"/>
                    <a:pt x="623" y="53"/>
                  </a:cubicBezTo>
                  <a:cubicBezTo>
                    <a:pt x="623" y="52"/>
                    <a:pt x="624" y="52"/>
                    <a:pt x="624" y="51"/>
                  </a:cubicBezTo>
                  <a:cubicBezTo>
                    <a:pt x="625" y="51"/>
                    <a:pt x="626" y="49"/>
                    <a:pt x="627" y="48"/>
                  </a:cubicBezTo>
                  <a:cubicBezTo>
                    <a:pt x="628" y="46"/>
                    <a:pt x="629" y="44"/>
                    <a:pt x="630" y="42"/>
                  </a:cubicBezTo>
                  <a:cubicBezTo>
                    <a:pt x="630" y="42"/>
                    <a:pt x="630" y="42"/>
                    <a:pt x="631" y="42"/>
                  </a:cubicBezTo>
                  <a:cubicBezTo>
                    <a:pt x="627" y="39"/>
                    <a:pt x="626" y="35"/>
                    <a:pt x="628" y="31"/>
                  </a:cubicBezTo>
                  <a:cubicBezTo>
                    <a:pt x="629" y="30"/>
                    <a:pt x="630" y="29"/>
                    <a:pt x="630" y="29"/>
                  </a:cubicBezTo>
                  <a:cubicBezTo>
                    <a:pt x="630" y="29"/>
                    <a:pt x="630" y="29"/>
                    <a:pt x="630" y="29"/>
                  </a:cubicBezTo>
                  <a:cubicBezTo>
                    <a:pt x="629" y="28"/>
                    <a:pt x="628" y="27"/>
                    <a:pt x="628" y="26"/>
                  </a:cubicBezTo>
                  <a:cubicBezTo>
                    <a:pt x="626" y="21"/>
                    <a:pt x="630" y="18"/>
                    <a:pt x="632" y="17"/>
                  </a:cubicBezTo>
                  <a:cubicBezTo>
                    <a:pt x="632" y="16"/>
                    <a:pt x="632" y="16"/>
                    <a:pt x="632" y="16"/>
                  </a:cubicBezTo>
                  <a:cubicBezTo>
                    <a:pt x="632" y="16"/>
                    <a:pt x="632" y="16"/>
                    <a:pt x="632" y="16"/>
                  </a:cubicBezTo>
                  <a:cubicBezTo>
                    <a:pt x="632" y="16"/>
                    <a:pt x="632" y="15"/>
                    <a:pt x="632" y="15"/>
                  </a:cubicBezTo>
                  <a:cubicBezTo>
                    <a:pt x="631" y="14"/>
                    <a:pt x="630" y="13"/>
                    <a:pt x="629" y="12"/>
                  </a:cubicBezTo>
                  <a:cubicBezTo>
                    <a:pt x="627" y="13"/>
                    <a:pt x="625" y="14"/>
                    <a:pt x="623" y="15"/>
                  </a:cubicBezTo>
                  <a:cubicBezTo>
                    <a:pt x="621" y="15"/>
                    <a:pt x="620" y="16"/>
                    <a:pt x="619" y="16"/>
                  </a:cubicBezTo>
                  <a:cubicBezTo>
                    <a:pt x="616" y="19"/>
                    <a:pt x="612" y="22"/>
                    <a:pt x="609" y="25"/>
                  </a:cubicBezTo>
                  <a:cubicBezTo>
                    <a:pt x="606" y="28"/>
                    <a:pt x="605" y="29"/>
                    <a:pt x="601" y="30"/>
                  </a:cubicBezTo>
                  <a:cubicBezTo>
                    <a:pt x="598" y="31"/>
                    <a:pt x="596" y="32"/>
                    <a:pt x="594" y="34"/>
                  </a:cubicBezTo>
                  <a:cubicBezTo>
                    <a:pt x="590" y="37"/>
                    <a:pt x="585" y="38"/>
                    <a:pt x="581" y="40"/>
                  </a:cubicBezTo>
                  <a:cubicBezTo>
                    <a:pt x="578" y="41"/>
                    <a:pt x="575" y="42"/>
                    <a:pt x="572" y="43"/>
                  </a:cubicBezTo>
                  <a:cubicBezTo>
                    <a:pt x="571" y="44"/>
                    <a:pt x="570" y="45"/>
                    <a:pt x="568" y="46"/>
                  </a:cubicBezTo>
                  <a:cubicBezTo>
                    <a:pt x="564" y="50"/>
                    <a:pt x="560" y="54"/>
                    <a:pt x="555" y="54"/>
                  </a:cubicBezTo>
                  <a:cubicBezTo>
                    <a:pt x="555" y="54"/>
                    <a:pt x="555" y="54"/>
                    <a:pt x="555" y="54"/>
                  </a:cubicBezTo>
                  <a:cubicBezTo>
                    <a:pt x="552" y="54"/>
                    <a:pt x="550" y="53"/>
                    <a:pt x="549" y="53"/>
                  </a:cubicBezTo>
                  <a:cubicBezTo>
                    <a:pt x="549" y="52"/>
                    <a:pt x="548" y="52"/>
                    <a:pt x="548" y="52"/>
                  </a:cubicBezTo>
                  <a:cubicBezTo>
                    <a:pt x="548" y="52"/>
                    <a:pt x="547" y="52"/>
                    <a:pt x="547" y="52"/>
                  </a:cubicBezTo>
                  <a:cubicBezTo>
                    <a:pt x="545" y="53"/>
                    <a:pt x="543" y="53"/>
                    <a:pt x="541" y="53"/>
                  </a:cubicBezTo>
                  <a:cubicBezTo>
                    <a:pt x="540" y="53"/>
                    <a:pt x="538" y="53"/>
                    <a:pt x="537" y="53"/>
                  </a:cubicBezTo>
                  <a:cubicBezTo>
                    <a:pt x="536" y="53"/>
                    <a:pt x="535" y="54"/>
                    <a:pt x="534" y="55"/>
                  </a:cubicBezTo>
                  <a:cubicBezTo>
                    <a:pt x="533" y="56"/>
                    <a:pt x="531" y="58"/>
                    <a:pt x="529" y="58"/>
                  </a:cubicBezTo>
                  <a:cubicBezTo>
                    <a:pt x="528" y="59"/>
                    <a:pt x="526" y="59"/>
                    <a:pt x="525" y="59"/>
                  </a:cubicBezTo>
                  <a:cubicBezTo>
                    <a:pt x="522" y="55"/>
                    <a:pt x="522" y="55"/>
                    <a:pt x="522" y="55"/>
                  </a:cubicBezTo>
                  <a:cubicBezTo>
                    <a:pt x="524" y="59"/>
                    <a:pt x="524" y="59"/>
                    <a:pt x="524" y="59"/>
                  </a:cubicBezTo>
                  <a:cubicBezTo>
                    <a:pt x="523" y="60"/>
                    <a:pt x="521" y="61"/>
                    <a:pt x="520" y="62"/>
                  </a:cubicBezTo>
                  <a:cubicBezTo>
                    <a:pt x="519" y="63"/>
                    <a:pt x="519" y="63"/>
                    <a:pt x="519" y="63"/>
                  </a:cubicBezTo>
                  <a:cubicBezTo>
                    <a:pt x="518" y="63"/>
                    <a:pt x="518" y="63"/>
                    <a:pt x="517" y="64"/>
                  </a:cubicBezTo>
                  <a:cubicBezTo>
                    <a:pt x="515" y="66"/>
                    <a:pt x="512" y="69"/>
                    <a:pt x="509" y="69"/>
                  </a:cubicBezTo>
                  <a:cubicBezTo>
                    <a:pt x="508" y="69"/>
                    <a:pt x="507" y="69"/>
                    <a:pt x="507" y="69"/>
                  </a:cubicBezTo>
                  <a:cubicBezTo>
                    <a:pt x="506" y="68"/>
                    <a:pt x="506" y="68"/>
                    <a:pt x="506" y="68"/>
                  </a:cubicBezTo>
                  <a:cubicBezTo>
                    <a:pt x="504" y="68"/>
                    <a:pt x="502" y="67"/>
                    <a:pt x="500" y="66"/>
                  </a:cubicBezTo>
                  <a:cubicBezTo>
                    <a:pt x="498" y="65"/>
                    <a:pt x="497" y="63"/>
                    <a:pt x="496" y="62"/>
                  </a:cubicBezTo>
                  <a:cubicBezTo>
                    <a:pt x="496" y="62"/>
                    <a:pt x="495" y="61"/>
                    <a:pt x="495" y="61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1"/>
                    <a:pt x="492" y="60"/>
                    <a:pt x="491" y="60"/>
                  </a:cubicBezTo>
                  <a:cubicBezTo>
                    <a:pt x="490" y="60"/>
                    <a:pt x="489" y="60"/>
                    <a:pt x="488" y="59"/>
                  </a:cubicBezTo>
                  <a:cubicBezTo>
                    <a:pt x="488" y="59"/>
                    <a:pt x="487" y="59"/>
                    <a:pt x="487" y="59"/>
                  </a:cubicBezTo>
                  <a:cubicBezTo>
                    <a:pt x="484" y="59"/>
                    <a:pt x="479" y="60"/>
                    <a:pt x="477" y="61"/>
                  </a:cubicBezTo>
                  <a:cubicBezTo>
                    <a:pt x="475" y="62"/>
                    <a:pt x="474" y="68"/>
                    <a:pt x="474" y="70"/>
                  </a:cubicBezTo>
                  <a:cubicBezTo>
                    <a:pt x="473" y="75"/>
                    <a:pt x="471" y="77"/>
                    <a:pt x="467" y="79"/>
                  </a:cubicBezTo>
                  <a:cubicBezTo>
                    <a:pt x="466" y="79"/>
                    <a:pt x="466" y="80"/>
                    <a:pt x="465" y="81"/>
                  </a:cubicBezTo>
                  <a:cubicBezTo>
                    <a:pt x="464" y="81"/>
                    <a:pt x="463" y="82"/>
                    <a:pt x="461" y="83"/>
                  </a:cubicBezTo>
                  <a:cubicBezTo>
                    <a:pt x="459" y="84"/>
                    <a:pt x="457" y="84"/>
                    <a:pt x="455" y="84"/>
                  </a:cubicBezTo>
                  <a:cubicBezTo>
                    <a:pt x="454" y="84"/>
                    <a:pt x="453" y="84"/>
                    <a:pt x="453" y="85"/>
                  </a:cubicBezTo>
                  <a:cubicBezTo>
                    <a:pt x="452" y="85"/>
                    <a:pt x="452" y="86"/>
                    <a:pt x="452" y="86"/>
                  </a:cubicBezTo>
                  <a:cubicBezTo>
                    <a:pt x="450" y="88"/>
                    <a:pt x="447" y="90"/>
                    <a:pt x="441" y="88"/>
                  </a:cubicBezTo>
                  <a:cubicBezTo>
                    <a:pt x="440" y="88"/>
                    <a:pt x="439" y="87"/>
                    <a:pt x="439" y="87"/>
                  </a:cubicBezTo>
                  <a:cubicBezTo>
                    <a:pt x="439" y="87"/>
                    <a:pt x="438" y="87"/>
                    <a:pt x="438" y="87"/>
                  </a:cubicBezTo>
                  <a:cubicBezTo>
                    <a:pt x="435" y="87"/>
                    <a:pt x="434" y="87"/>
                    <a:pt x="433" y="87"/>
                  </a:cubicBezTo>
                  <a:cubicBezTo>
                    <a:pt x="429" y="87"/>
                    <a:pt x="426" y="86"/>
                    <a:pt x="423" y="84"/>
                  </a:cubicBezTo>
                  <a:cubicBezTo>
                    <a:pt x="421" y="83"/>
                    <a:pt x="420" y="81"/>
                    <a:pt x="419" y="80"/>
                  </a:cubicBezTo>
                  <a:cubicBezTo>
                    <a:pt x="417" y="81"/>
                    <a:pt x="416" y="81"/>
                    <a:pt x="416" y="81"/>
                  </a:cubicBezTo>
                  <a:cubicBezTo>
                    <a:pt x="414" y="81"/>
                    <a:pt x="412" y="80"/>
                    <a:pt x="411" y="79"/>
                  </a:cubicBezTo>
                  <a:cubicBezTo>
                    <a:pt x="411" y="79"/>
                    <a:pt x="410" y="79"/>
                    <a:pt x="410" y="79"/>
                  </a:cubicBezTo>
                  <a:cubicBezTo>
                    <a:pt x="410" y="79"/>
                    <a:pt x="409" y="81"/>
                    <a:pt x="408" y="82"/>
                  </a:cubicBezTo>
                  <a:cubicBezTo>
                    <a:pt x="406" y="84"/>
                    <a:pt x="404" y="88"/>
                    <a:pt x="399" y="89"/>
                  </a:cubicBezTo>
                  <a:cubicBezTo>
                    <a:pt x="398" y="89"/>
                    <a:pt x="398" y="89"/>
                    <a:pt x="397" y="89"/>
                  </a:cubicBezTo>
                  <a:cubicBezTo>
                    <a:pt x="394" y="90"/>
                    <a:pt x="391" y="90"/>
                    <a:pt x="388" y="88"/>
                  </a:cubicBezTo>
                  <a:cubicBezTo>
                    <a:pt x="387" y="88"/>
                    <a:pt x="386" y="87"/>
                    <a:pt x="386" y="86"/>
                  </a:cubicBezTo>
                  <a:cubicBezTo>
                    <a:pt x="384" y="86"/>
                    <a:pt x="383" y="86"/>
                    <a:pt x="382" y="87"/>
                  </a:cubicBezTo>
                  <a:cubicBezTo>
                    <a:pt x="381" y="87"/>
                    <a:pt x="381" y="87"/>
                    <a:pt x="380" y="87"/>
                  </a:cubicBezTo>
                  <a:cubicBezTo>
                    <a:pt x="377" y="88"/>
                    <a:pt x="374" y="88"/>
                    <a:pt x="371" y="88"/>
                  </a:cubicBezTo>
                  <a:cubicBezTo>
                    <a:pt x="366" y="86"/>
                    <a:pt x="365" y="83"/>
                    <a:pt x="365" y="80"/>
                  </a:cubicBezTo>
                  <a:cubicBezTo>
                    <a:pt x="365" y="79"/>
                    <a:pt x="365" y="79"/>
                    <a:pt x="365" y="78"/>
                  </a:cubicBezTo>
                  <a:cubicBezTo>
                    <a:pt x="365" y="78"/>
                    <a:pt x="362" y="76"/>
                    <a:pt x="360" y="76"/>
                  </a:cubicBezTo>
                  <a:cubicBezTo>
                    <a:pt x="358" y="75"/>
                    <a:pt x="355" y="74"/>
                    <a:pt x="353" y="72"/>
                  </a:cubicBezTo>
                  <a:cubicBezTo>
                    <a:pt x="353" y="71"/>
                    <a:pt x="352" y="70"/>
                    <a:pt x="352" y="70"/>
                  </a:cubicBezTo>
                  <a:cubicBezTo>
                    <a:pt x="352" y="70"/>
                    <a:pt x="351" y="70"/>
                    <a:pt x="351" y="70"/>
                  </a:cubicBezTo>
                  <a:cubicBezTo>
                    <a:pt x="350" y="70"/>
                    <a:pt x="350" y="71"/>
                    <a:pt x="349" y="71"/>
                  </a:cubicBezTo>
                  <a:cubicBezTo>
                    <a:pt x="348" y="72"/>
                    <a:pt x="347" y="72"/>
                    <a:pt x="346" y="73"/>
                  </a:cubicBezTo>
                  <a:cubicBezTo>
                    <a:pt x="345" y="73"/>
                    <a:pt x="345" y="73"/>
                    <a:pt x="344" y="74"/>
                  </a:cubicBezTo>
                  <a:cubicBezTo>
                    <a:pt x="344" y="75"/>
                    <a:pt x="343" y="77"/>
                    <a:pt x="341" y="78"/>
                  </a:cubicBezTo>
                  <a:cubicBezTo>
                    <a:pt x="338" y="81"/>
                    <a:pt x="334" y="81"/>
                    <a:pt x="331" y="81"/>
                  </a:cubicBezTo>
                  <a:cubicBezTo>
                    <a:pt x="329" y="81"/>
                    <a:pt x="329" y="81"/>
                    <a:pt x="329" y="81"/>
                  </a:cubicBezTo>
                  <a:cubicBezTo>
                    <a:pt x="329" y="81"/>
                    <a:pt x="328" y="81"/>
                    <a:pt x="327" y="81"/>
                  </a:cubicBezTo>
                  <a:cubicBezTo>
                    <a:pt x="327" y="81"/>
                    <a:pt x="327" y="81"/>
                    <a:pt x="327" y="81"/>
                  </a:cubicBezTo>
                  <a:cubicBezTo>
                    <a:pt x="327" y="81"/>
                    <a:pt x="326" y="81"/>
                    <a:pt x="326" y="81"/>
                  </a:cubicBezTo>
                  <a:cubicBezTo>
                    <a:pt x="323" y="80"/>
                    <a:pt x="320" y="80"/>
                    <a:pt x="318" y="80"/>
                  </a:cubicBezTo>
                  <a:cubicBezTo>
                    <a:pt x="301" y="79"/>
                    <a:pt x="301" y="79"/>
                    <a:pt x="301" y="79"/>
                  </a:cubicBezTo>
                  <a:cubicBezTo>
                    <a:pt x="301" y="84"/>
                    <a:pt x="301" y="90"/>
                    <a:pt x="299" y="95"/>
                  </a:cubicBezTo>
                  <a:cubicBezTo>
                    <a:pt x="298" y="96"/>
                    <a:pt x="298" y="97"/>
                    <a:pt x="298" y="98"/>
                  </a:cubicBezTo>
                  <a:cubicBezTo>
                    <a:pt x="297" y="102"/>
                    <a:pt x="295" y="106"/>
                    <a:pt x="293" y="108"/>
                  </a:cubicBezTo>
                  <a:cubicBezTo>
                    <a:pt x="292" y="110"/>
                    <a:pt x="289" y="112"/>
                    <a:pt x="287" y="113"/>
                  </a:cubicBezTo>
                  <a:cubicBezTo>
                    <a:pt x="287" y="114"/>
                    <a:pt x="286" y="114"/>
                    <a:pt x="285" y="115"/>
                  </a:cubicBezTo>
                  <a:cubicBezTo>
                    <a:pt x="284" y="116"/>
                    <a:pt x="284" y="118"/>
                    <a:pt x="284" y="120"/>
                  </a:cubicBezTo>
                  <a:cubicBezTo>
                    <a:pt x="284" y="121"/>
                    <a:pt x="284" y="122"/>
                    <a:pt x="284" y="123"/>
                  </a:cubicBezTo>
                  <a:cubicBezTo>
                    <a:pt x="284" y="124"/>
                    <a:pt x="284" y="125"/>
                    <a:pt x="284" y="125"/>
                  </a:cubicBezTo>
                  <a:cubicBezTo>
                    <a:pt x="284" y="127"/>
                    <a:pt x="283" y="130"/>
                    <a:pt x="284" y="131"/>
                  </a:cubicBezTo>
                  <a:cubicBezTo>
                    <a:pt x="284" y="132"/>
                    <a:pt x="284" y="132"/>
                    <a:pt x="285" y="133"/>
                  </a:cubicBezTo>
                  <a:cubicBezTo>
                    <a:pt x="286" y="134"/>
                    <a:pt x="287" y="136"/>
                    <a:pt x="288" y="139"/>
                  </a:cubicBezTo>
                  <a:cubicBezTo>
                    <a:pt x="288" y="140"/>
                    <a:pt x="288" y="140"/>
                    <a:pt x="288" y="141"/>
                  </a:cubicBezTo>
                  <a:cubicBezTo>
                    <a:pt x="289" y="143"/>
                    <a:pt x="291" y="146"/>
                    <a:pt x="290" y="150"/>
                  </a:cubicBezTo>
                  <a:cubicBezTo>
                    <a:pt x="290" y="152"/>
                    <a:pt x="289" y="155"/>
                    <a:pt x="288" y="157"/>
                  </a:cubicBezTo>
                  <a:cubicBezTo>
                    <a:pt x="287" y="159"/>
                    <a:pt x="286" y="161"/>
                    <a:pt x="286" y="163"/>
                  </a:cubicBezTo>
                  <a:cubicBezTo>
                    <a:pt x="286" y="163"/>
                    <a:pt x="287" y="164"/>
                    <a:pt x="287" y="165"/>
                  </a:cubicBezTo>
                  <a:cubicBezTo>
                    <a:pt x="288" y="166"/>
                    <a:pt x="289" y="168"/>
                    <a:pt x="289" y="170"/>
                  </a:cubicBezTo>
                  <a:cubicBezTo>
                    <a:pt x="290" y="175"/>
                    <a:pt x="289" y="180"/>
                    <a:pt x="288" y="185"/>
                  </a:cubicBezTo>
                  <a:cubicBezTo>
                    <a:pt x="288" y="185"/>
                    <a:pt x="288" y="185"/>
                    <a:pt x="288" y="185"/>
                  </a:cubicBezTo>
                  <a:cubicBezTo>
                    <a:pt x="289" y="186"/>
                    <a:pt x="290" y="187"/>
                    <a:pt x="290" y="188"/>
                  </a:cubicBezTo>
                  <a:cubicBezTo>
                    <a:pt x="291" y="189"/>
                    <a:pt x="291" y="190"/>
                    <a:pt x="292" y="192"/>
                  </a:cubicBezTo>
                  <a:cubicBezTo>
                    <a:pt x="292" y="194"/>
                    <a:pt x="292" y="194"/>
                    <a:pt x="292" y="194"/>
                  </a:cubicBezTo>
                  <a:cubicBezTo>
                    <a:pt x="292" y="195"/>
                    <a:pt x="292" y="196"/>
                    <a:pt x="292" y="196"/>
                  </a:cubicBezTo>
                  <a:cubicBezTo>
                    <a:pt x="292" y="196"/>
                    <a:pt x="292" y="196"/>
                    <a:pt x="293" y="197"/>
                  </a:cubicBezTo>
                  <a:cubicBezTo>
                    <a:pt x="296" y="199"/>
                    <a:pt x="298" y="202"/>
                    <a:pt x="301" y="204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6" y="209"/>
                    <a:pt x="308" y="212"/>
                    <a:pt x="310" y="216"/>
                  </a:cubicBezTo>
                  <a:cubicBezTo>
                    <a:pt x="312" y="218"/>
                    <a:pt x="313" y="220"/>
                    <a:pt x="315" y="222"/>
                  </a:cubicBezTo>
                  <a:cubicBezTo>
                    <a:pt x="316" y="224"/>
                    <a:pt x="316" y="224"/>
                    <a:pt x="316" y="224"/>
                  </a:cubicBezTo>
                  <a:cubicBezTo>
                    <a:pt x="320" y="229"/>
                    <a:pt x="325" y="235"/>
                    <a:pt x="329" y="241"/>
                  </a:cubicBezTo>
                  <a:cubicBezTo>
                    <a:pt x="332" y="247"/>
                    <a:pt x="337" y="252"/>
                    <a:pt x="340" y="258"/>
                  </a:cubicBezTo>
                  <a:cubicBezTo>
                    <a:pt x="343" y="261"/>
                    <a:pt x="343" y="261"/>
                    <a:pt x="343" y="261"/>
                  </a:cubicBezTo>
                  <a:cubicBezTo>
                    <a:pt x="344" y="263"/>
                    <a:pt x="346" y="266"/>
                    <a:pt x="348" y="268"/>
                  </a:cubicBezTo>
                  <a:cubicBezTo>
                    <a:pt x="351" y="271"/>
                    <a:pt x="351" y="276"/>
                    <a:pt x="351" y="280"/>
                  </a:cubicBezTo>
                  <a:cubicBezTo>
                    <a:pt x="351" y="281"/>
                    <a:pt x="351" y="282"/>
                    <a:pt x="351" y="283"/>
                  </a:cubicBezTo>
                  <a:cubicBezTo>
                    <a:pt x="351" y="283"/>
                    <a:pt x="351" y="283"/>
                    <a:pt x="351" y="284"/>
                  </a:cubicBezTo>
                  <a:cubicBezTo>
                    <a:pt x="352" y="286"/>
                    <a:pt x="353" y="288"/>
                    <a:pt x="352" y="292"/>
                  </a:cubicBezTo>
                  <a:cubicBezTo>
                    <a:pt x="351" y="294"/>
                    <a:pt x="351" y="294"/>
                    <a:pt x="351" y="294"/>
                  </a:cubicBezTo>
                  <a:cubicBezTo>
                    <a:pt x="350" y="295"/>
                    <a:pt x="350" y="296"/>
                    <a:pt x="350" y="297"/>
                  </a:cubicBezTo>
                  <a:cubicBezTo>
                    <a:pt x="347" y="304"/>
                    <a:pt x="345" y="307"/>
                    <a:pt x="347" y="312"/>
                  </a:cubicBezTo>
                  <a:cubicBezTo>
                    <a:pt x="349" y="323"/>
                    <a:pt x="347" y="333"/>
                    <a:pt x="346" y="343"/>
                  </a:cubicBezTo>
                  <a:cubicBezTo>
                    <a:pt x="345" y="348"/>
                    <a:pt x="344" y="352"/>
                    <a:pt x="344" y="357"/>
                  </a:cubicBezTo>
                  <a:cubicBezTo>
                    <a:pt x="344" y="364"/>
                    <a:pt x="341" y="368"/>
                    <a:pt x="334" y="370"/>
                  </a:cubicBezTo>
                  <a:cubicBezTo>
                    <a:pt x="332" y="371"/>
                    <a:pt x="331" y="371"/>
                    <a:pt x="329" y="371"/>
                  </a:cubicBezTo>
                  <a:cubicBezTo>
                    <a:pt x="328" y="371"/>
                    <a:pt x="327" y="372"/>
                    <a:pt x="326" y="372"/>
                  </a:cubicBezTo>
                  <a:cubicBezTo>
                    <a:pt x="325" y="373"/>
                    <a:pt x="323" y="374"/>
                    <a:pt x="321" y="374"/>
                  </a:cubicBezTo>
                  <a:cubicBezTo>
                    <a:pt x="319" y="374"/>
                    <a:pt x="318" y="374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5" y="373"/>
                    <a:pt x="312" y="375"/>
                    <a:pt x="311" y="376"/>
                  </a:cubicBezTo>
                  <a:cubicBezTo>
                    <a:pt x="311" y="377"/>
                    <a:pt x="311" y="378"/>
                    <a:pt x="311" y="379"/>
                  </a:cubicBezTo>
                  <a:cubicBezTo>
                    <a:pt x="311" y="381"/>
                    <a:pt x="311" y="382"/>
                    <a:pt x="311" y="383"/>
                  </a:cubicBezTo>
                  <a:cubicBezTo>
                    <a:pt x="310" y="389"/>
                    <a:pt x="306" y="393"/>
                    <a:pt x="303" y="395"/>
                  </a:cubicBezTo>
                  <a:cubicBezTo>
                    <a:pt x="304" y="396"/>
                    <a:pt x="304" y="396"/>
                    <a:pt x="304" y="396"/>
                  </a:cubicBezTo>
                  <a:cubicBezTo>
                    <a:pt x="305" y="397"/>
                    <a:pt x="307" y="398"/>
                    <a:pt x="307" y="399"/>
                  </a:cubicBezTo>
                  <a:cubicBezTo>
                    <a:pt x="310" y="402"/>
                    <a:pt x="312" y="408"/>
                    <a:pt x="312" y="412"/>
                  </a:cubicBezTo>
                  <a:cubicBezTo>
                    <a:pt x="311" y="414"/>
                    <a:pt x="311" y="416"/>
                    <a:pt x="310" y="417"/>
                  </a:cubicBezTo>
                  <a:cubicBezTo>
                    <a:pt x="310" y="418"/>
                    <a:pt x="310" y="419"/>
                    <a:pt x="310" y="419"/>
                  </a:cubicBezTo>
                  <a:cubicBezTo>
                    <a:pt x="310" y="420"/>
                    <a:pt x="311" y="421"/>
                    <a:pt x="311" y="422"/>
                  </a:cubicBezTo>
                  <a:cubicBezTo>
                    <a:pt x="311" y="423"/>
                    <a:pt x="311" y="425"/>
                    <a:pt x="311" y="426"/>
                  </a:cubicBezTo>
                  <a:cubicBezTo>
                    <a:pt x="312" y="429"/>
                    <a:pt x="311" y="432"/>
                    <a:pt x="310" y="433"/>
                  </a:cubicBezTo>
                  <a:cubicBezTo>
                    <a:pt x="308" y="435"/>
                    <a:pt x="305" y="437"/>
                    <a:pt x="301" y="437"/>
                  </a:cubicBezTo>
                  <a:cubicBezTo>
                    <a:pt x="297" y="437"/>
                    <a:pt x="291" y="434"/>
                    <a:pt x="288" y="430"/>
                  </a:cubicBezTo>
                  <a:cubicBezTo>
                    <a:pt x="286" y="428"/>
                    <a:pt x="286" y="425"/>
                    <a:pt x="287" y="422"/>
                  </a:cubicBezTo>
                  <a:cubicBezTo>
                    <a:pt x="288" y="420"/>
                    <a:pt x="290" y="418"/>
                    <a:pt x="292" y="418"/>
                  </a:cubicBezTo>
                  <a:cubicBezTo>
                    <a:pt x="292" y="417"/>
                    <a:pt x="293" y="417"/>
                    <a:pt x="293" y="417"/>
                  </a:cubicBezTo>
                  <a:cubicBezTo>
                    <a:pt x="293" y="417"/>
                    <a:pt x="293" y="417"/>
                    <a:pt x="293" y="416"/>
                  </a:cubicBezTo>
                  <a:cubicBezTo>
                    <a:pt x="290" y="416"/>
                    <a:pt x="287" y="415"/>
                    <a:pt x="286" y="413"/>
                  </a:cubicBezTo>
                  <a:cubicBezTo>
                    <a:pt x="285" y="412"/>
                    <a:pt x="285" y="412"/>
                    <a:pt x="285" y="412"/>
                  </a:cubicBezTo>
                  <a:cubicBezTo>
                    <a:pt x="283" y="411"/>
                    <a:pt x="281" y="409"/>
                    <a:pt x="281" y="409"/>
                  </a:cubicBezTo>
                  <a:cubicBezTo>
                    <a:pt x="280" y="408"/>
                    <a:pt x="280" y="408"/>
                    <a:pt x="280" y="408"/>
                  </a:cubicBezTo>
                  <a:cubicBezTo>
                    <a:pt x="279" y="407"/>
                    <a:pt x="279" y="407"/>
                    <a:pt x="279" y="406"/>
                  </a:cubicBezTo>
                  <a:cubicBezTo>
                    <a:pt x="277" y="405"/>
                    <a:pt x="276" y="403"/>
                    <a:pt x="275" y="402"/>
                  </a:cubicBezTo>
                  <a:cubicBezTo>
                    <a:pt x="274" y="400"/>
                    <a:pt x="273" y="399"/>
                    <a:pt x="271" y="397"/>
                  </a:cubicBezTo>
                  <a:cubicBezTo>
                    <a:pt x="271" y="396"/>
                    <a:pt x="270" y="395"/>
                    <a:pt x="269" y="395"/>
                  </a:cubicBezTo>
                  <a:cubicBezTo>
                    <a:pt x="267" y="393"/>
                    <a:pt x="263" y="390"/>
                    <a:pt x="261" y="386"/>
                  </a:cubicBezTo>
                  <a:cubicBezTo>
                    <a:pt x="261" y="385"/>
                    <a:pt x="260" y="384"/>
                    <a:pt x="260" y="383"/>
                  </a:cubicBezTo>
                  <a:cubicBezTo>
                    <a:pt x="260" y="382"/>
                    <a:pt x="259" y="382"/>
                    <a:pt x="259" y="382"/>
                  </a:cubicBezTo>
                  <a:cubicBezTo>
                    <a:pt x="255" y="380"/>
                    <a:pt x="251" y="379"/>
                    <a:pt x="250" y="372"/>
                  </a:cubicBezTo>
                  <a:cubicBezTo>
                    <a:pt x="250" y="369"/>
                    <a:pt x="250" y="367"/>
                    <a:pt x="251" y="366"/>
                  </a:cubicBezTo>
                  <a:cubicBezTo>
                    <a:pt x="251" y="365"/>
                    <a:pt x="251" y="364"/>
                    <a:pt x="251" y="364"/>
                  </a:cubicBezTo>
                  <a:cubicBezTo>
                    <a:pt x="251" y="363"/>
                    <a:pt x="249" y="361"/>
                    <a:pt x="247" y="360"/>
                  </a:cubicBezTo>
                  <a:cubicBezTo>
                    <a:pt x="246" y="358"/>
                    <a:pt x="246" y="358"/>
                    <a:pt x="246" y="358"/>
                  </a:cubicBezTo>
                  <a:cubicBezTo>
                    <a:pt x="243" y="356"/>
                    <a:pt x="240" y="352"/>
                    <a:pt x="242" y="346"/>
                  </a:cubicBezTo>
                  <a:cubicBezTo>
                    <a:pt x="243" y="342"/>
                    <a:pt x="246" y="340"/>
                    <a:pt x="248" y="339"/>
                  </a:cubicBezTo>
                  <a:cubicBezTo>
                    <a:pt x="249" y="339"/>
                    <a:pt x="249" y="339"/>
                    <a:pt x="250" y="338"/>
                  </a:cubicBezTo>
                  <a:cubicBezTo>
                    <a:pt x="251" y="337"/>
                    <a:pt x="253" y="335"/>
                    <a:pt x="253" y="333"/>
                  </a:cubicBezTo>
                  <a:cubicBezTo>
                    <a:pt x="253" y="331"/>
                    <a:pt x="253" y="331"/>
                    <a:pt x="253" y="330"/>
                  </a:cubicBezTo>
                  <a:cubicBezTo>
                    <a:pt x="253" y="328"/>
                    <a:pt x="253" y="325"/>
                    <a:pt x="255" y="321"/>
                  </a:cubicBezTo>
                  <a:cubicBezTo>
                    <a:pt x="256" y="320"/>
                    <a:pt x="257" y="319"/>
                    <a:pt x="257" y="318"/>
                  </a:cubicBezTo>
                  <a:cubicBezTo>
                    <a:pt x="258" y="317"/>
                    <a:pt x="259" y="316"/>
                    <a:pt x="260" y="314"/>
                  </a:cubicBezTo>
                  <a:cubicBezTo>
                    <a:pt x="260" y="313"/>
                    <a:pt x="261" y="312"/>
                    <a:pt x="262" y="311"/>
                  </a:cubicBezTo>
                  <a:cubicBezTo>
                    <a:pt x="262" y="311"/>
                    <a:pt x="263" y="311"/>
                    <a:pt x="263" y="310"/>
                  </a:cubicBezTo>
                  <a:cubicBezTo>
                    <a:pt x="260" y="306"/>
                    <a:pt x="262" y="297"/>
                    <a:pt x="264" y="294"/>
                  </a:cubicBezTo>
                  <a:cubicBezTo>
                    <a:pt x="264" y="294"/>
                    <a:pt x="263" y="292"/>
                    <a:pt x="263" y="291"/>
                  </a:cubicBezTo>
                  <a:cubicBezTo>
                    <a:pt x="263" y="290"/>
                    <a:pt x="262" y="289"/>
                    <a:pt x="262" y="287"/>
                  </a:cubicBezTo>
                  <a:cubicBezTo>
                    <a:pt x="262" y="287"/>
                    <a:pt x="262" y="286"/>
                    <a:pt x="262" y="286"/>
                  </a:cubicBezTo>
                  <a:cubicBezTo>
                    <a:pt x="262" y="284"/>
                    <a:pt x="262" y="282"/>
                    <a:pt x="262" y="280"/>
                  </a:cubicBezTo>
                  <a:cubicBezTo>
                    <a:pt x="261" y="278"/>
                    <a:pt x="261" y="276"/>
                    <a:pt x="261" y="274"/>
                  </a:cubicBezTo>
                  <a:cubicBezTo>
                    <a:pt x="261" y="271"/>
                    <a:pt x="260" y="270"/>
                    <a:pt x="260" y="269"/>
                  </a:cubicBezTo>
                  <a:cubicBezTo>
                    <a:pt x="258" y="267"/>
                    <a:pt x="257" y="265"/>
                    <a:pt x="256" y="263"/>
                  </a:cubicBezTo>
                  <a:cubicBezTo>
                    <a:pt x="256" y="262"/>
                    <a:pt x="255" y="261"/>
                    <a:pt x="254" y="261"/>
                  </a:cubicBezTo>
                  <a:cubicBezTo>
                    <a:pt x="254" y="260"/>
                    <a:pt x="254" y="260"/>
                    <a:pt x="254" y="260"/>
                  </a:cubicBezTo>
                  <a:cubicBezTo>
                    <a:pt x="254" y="261"/>
                    <a:pt x="254" y="261"/>
                    <a:pt x="253" y="261"/>
                  </a:cubicBezTo>
                  <a:cubicBezTo>
                    <a:pt x="250" y="262"/>
                    <a:pt x="248" y="263"/>
                    <a:pt x="244" y="263"/>
                  </a:cubicBezTo>
                  <a:cubicBezTo>
                    <a:pt x="243" y="263"/>
                    <a:pt x="243" y="263"/>
                    <a:pt x="242" y="264"/>
                  </a:cubicBezTo>
                  <a:cubicBezTo>
                    <a:pt x="241" y="265"/>
                    <a:pt x="240" y="266"/>
                    <a:pt x="238" y="266"/>
                  </a:cubicBezTo>
                  <a:cubicBezTo>
                    <a:pt x="236" y="267"/>
                    <a:pt x="233" y="266"/>
                    <a:pt x="231" y="266"/>
                  </a:cubicBezTo>
                  <a:cubicBezTo>
                    <a:pt x="231" y="266"/>
                    <a:pt x="230" y="266"/>
                    <a:pt x="230" y="266"/>
                  </a:cubicBezTo>
                  <a:cubicBezTo>
                    <a:pt x="229" y="266"/>
                    <a:pt x="229" y="266"/>
                    <a:pt x="229" y="266"/>
                  </a:cubicBezTo>
                  <a:cubicBezTo>
                    <a:pt x="227" y="268"/>
                    <a:pt x="224" y="270"/>
                    <a:pt x="220" y="269"/>
                  </a:cubicBezTo>
                  <a:cubicBezTo>
                    <a:pt x="220" y="269"/>
                    <a:pt x="220" y="269"/>
                    <a:pt x="219" y="269"/>
                  </a:cubicBezTo>
                  <a:cubicBezTo>
                    <a:pt x="218" y="273"/>
                    <a:pt x="215" y="273"/>
                    <a:pt x="214" y="273"/>
                  </a:cubicBezTo>
                  <a:cubicBezTo>
                    <a:pt x="213" y="273"/>
                    <a:pt x="212" y="273"/>
                    <a:pt x="211" y="273"/>
                  </a:cubicBezTo>
                  <a:cubicBezTo>
                    <a:pt x="209" y="272"/>
                    <a:pt x="207" y="271"/>
                    <a:pt x="207" y="267"/>
                  </a:cubicBezTo>
                  <a:cubicBezTo>
                    <a:pt x="206" y="266"/>
                    <a:pt x="205" y="265"/>
                    <a:pt x="203" y="263"/>
                  </a:cubicBezTo>
                  <a:cubicBezTo>
                    <a:pt x="201" y="262"/>
                    <a:pt x="200" y="261"/>
                    <a:pt x="199" y="259"/>
                  </a:cubicBezTo>
                  <a:cubicBezTo>
                    <a:pt x="197" y="258"/>
                    <a:pt x="196" y="255"/>
                    <a:pt x="195" y="253"/>
                  </a:cubicBezTo>
                  <a:cubicBezTo>
                    <a:pt x="195" y="252"/>
                    <a:pt x="195" y="252"/>
                    <a:pt x="194" y="251"/>
                  </a:cubicBezTo>
                  <a:cubicBezTo>
                    <a:pt x="194" y="250"/>
                    <a:pt x="193" y="249"/>
                    <a:pt x="192" y="248"/>
                  </a:cubicBezTo>
                  <a:cubicBezTo>
                    <a:pt x="192" y="247"/>
                    <a:pt x="191" y="247"/>
                    <a:pt x="190" y="246"/>
                  </a:cubicBezTo>
                  <a:cubicBezTo>
                    <a:pt x="188" y="243"/>
                    <a:pt x="188" y="240"/>
                    <a:pt x="188" y="239"/>
                  </a:cubicBezTo>
                  <a:cubicBezTo>
                    <a:pt x="188" y="238"/>
                    <a:pt x="188" y="238"/>
                    <a:pt x="188" y="237"/>
                  </a:cubicBezTo>
                  <a:cubicBezTo>
                    <a:pt x="187" y="236"/>
                    <a:pt x="184" y="237"/>
                    <a:pt x="183" y="238"/>
                  </a:cubicBezTo>
                  <a:cubicBezTo>
                    <a:pt x="181" y="238"/>
                    <a:pt x="181" y="238"/>
                    <a:pt x="181" y="238"/>
                  </a:cubicBezTo>
                  <a:cubicBezTo>
                    <a:pt x="177" y="240"/>
                    <a:pt x="172" y="242"/>
                    <a:pt x="167" y="244"/>
                  </a:cubicBezTo>
                  <a:cubicBezTo>
                    <a:pt x="156" y="248"/>
                    <a:pt x="144" y="253"/>
                    <a:pt x="132" y="256"/>
                  </a:cubicBezTo>
                  <a:cubicBezTo>
                    <a:pt x="129" y="257"/>
                    <a:pt x="125" y="258"/>
                    <a:pt x="122" y="259"/>
                  </a:cubicBezTo>
                  <a:cubicBezTo>
                    <a:pt x="119" y="260"/>
                    <a:pt x="116" y="261"/>
                    <a:pt x="113" y="262"/>
                  </a:cubicBezTo>
                  <a:cubicBezTo>
                    <a:pt x="111" y="262"/>
                    <a:pt x="110" y="263"/>
                    <a:pt x="108" y="264"/>
                  </a:cubicBezTo>
                  <a:cubicBezTo>
                    <a:pt x="106" y="265"/>
                    <a:pt x="104" y="265"/>
                    <a:pt x="101" y="266"/>
                  </a:cubicBezTo>
                  <a:cubicBezTo>
                    <a:pt x="98" y="267"/>
                    <a:pt x="96" y="268"/>
                    <a:pt x="93" y="269"/>
                  </a:cubicBezTo>
                  <a:cubicBezTo>
                    <a:pt x="81" y="276"/>
                    <a:pt x="69" y="278"/>
                    <a:pt x="58" y="281"/>
                  </a:cubicBezTo>
                  <a:cubicBezTo>
                    <a:pt x="50" y="282"/>
                    <a:pt x="43" y="284"/>
                    <a:pt x="35" y="287"/>
                  </a:cubicBezTo>
                  <a:cubicBezTo>
                    <a:pt x="32" y="289"/>
                    <a:pt x="29" y="290"/>
                    <a:pt x="26" y="291"/>
                  </a:cubicBezTo>
                  <a:cubicBezTo>
                    <a:pt x="21" y="293"/>
                    <a:pt x="16" y="296"/>
                    <a:pt x="10" y="297"/>
                  </a:cubicBezTo>
                  <a:cubicBezTo>
                    <a:pt x="10" y="298"/>
                    <a:pt x="10" y="299"/>
                    <a:pt x="10" y="299"/>
                  </a:cubicBezTo>
                  <a:cubicBezTo>
                    <a:pt x="10" y="303"/>
                    <a:pt x="10" y="306"/>
                    <a:pt x="12" y="309"/>
                  </a:cubicBezTo>
                  <a:cubicBezTo>
                    <a:pt x="13" y="310"/>
                    <a:pt x="13" y="311"/>
                    <a:pt x="14" y="311"/>
                  </a:cubicBezTo>
                  <a:cubicBezTo>
                    <a:pt x="16" y="313"/>
                    <a:pt x="19" y="316"/>
                    <a:pt x="18" y="322"/>
                  </a:cubicBezTo>
                  <a:cubicBezTo>
                    <a:pt x="18" y="322"/>
                    <a:pt x="18" y="323"/>
                    <a:pt x="18" y="323"/>
                  </a:cubicBezTo>
                  <a:cubicBezTo>
                    <a:pt x="18" y="324"/>
                    <a:pt x="19" y="326"/>
                    <a:pt x="19" y="327"/>
                  </a:cubicBezTo>
                  <a:cubicBezTo>
                    <a:pt x="18" y="328"/>
                    <a:pt x="18" y="329"/>
                    <a:pt x="18" y="330"/>
                  </a:cubicBezTo>
                  <a:cubicBezTo>
                    <a:pt x="21" y="337"/>
                    <a:pt x="21" y="345"/>
                    <a:pt x="20" y="353"/>
                  </a:cubicBezTo>
                  <a:cubicBezTo>
                    <a:pt x="20" y="353"/>
                    <a:pt x="20" y="354"/>
                    <a:pt x="20" y="354"/>
                  </a:cubicBezTo>
                  <a:cubicBezTo>
                    <a:pt x="20" y="354"/>
                    <a:pt x="20" y="354"/>
                    <a:pt x="20" y="354"/>
                  </a:cubicBezTo>
                  <a:cubicBezTo>
                    <a:pt x="23" y="354"/>
                    <a:pt x="25" y="354"/>
                    <a:pt x="28" y="354"/>
                  </a:cubicBezTo>
                  <a:cubicBezTo>
                    <a:pt x="33" y="354"/>
                    <a:pt x="39" y="354"/>
                    <a:pt x="45" y="354"/>
                  </a:cubicBezTo>
                  <a:cubicBezTo>
                    <a:pt x="48" y="354"/>
                    <a:pt x="50" y="356"/>
                    <a:pt x="51" y="357"/>
                  </a:cubicBezTo>
                  <a:cubicBezTo>
                    <a:pt x="51" y="357"/>
                    <a:pt x="51" y="357"/>
                    <a:pt x="51" y="357"/>
                  </a:cubicBezTo>
                  <a:cubicBezTo>
                    <a:pt x="51" y="357"/>
                    <a:pt x="52" y="357"/>
                    <a:pt x="52" y="356"/>
                  </a:cubicBezTo>
                  <a:cubicBezTo>
                    <a:pt x="54" y="355"/>
                    <a:pt x="56" y="354"/>
                    <a:pt x="58" y="354"/>
                  </a:cubicBezTo>
                  <a:cubicBezTo>
                    <a:pt x="58" y="354"/>
                    <a:pt x="58" y="354"/>
                    <a:pt x="58" y="354"/>
                  </a:cubicBezTo>
                  <a:cubicBezTo>
                    <a:pt x="62" y="354"/>
                    <a:pt x="68" y="355"/>
                    <a:pt x="70" y="356"/>
                  </a:cubicBezTo>
                  <a:cubicBezTo>
                    <a:pt x="72" y="358"/>
                    <a:pt x="74" y="360"/>
                    <a:pt x="75" y="362"/>
                  </a:cubicBezTo>
                  <a:cubicBezTo>
                    <a:pt x="76" y="362"/>
                    <a:pt x="76" y="363"/>
                    <a:pt x="77" y="364"/>
                  </a:cubicBezTo>
                  <a:cubicBezTo>
                    <a:pt x="78" y="365"/>
                    <a:pt x="80" y="366"/>
                    <a:pt x="83" y="366"/>
                  </a:cubicBezTo>
                  <a:cubicBezTo>
                    <a:pt x="85" y="367"/>
                    <a:pt x="87" y="367"/>
                    <a:pt x="88" y="367"/>
                  </a:cubicBezTo>
                  <a:cubicBezTo>
                    <a:pt x="90" y="367"/>
                    <a:pt x="91" y="367"/>
                    <a:pt x="92" y="367"/>
                  </a:cubicBezTo>
                  <a:cubicBezTo>
                    <a:pt x="96" y="368"/>
                    <a:pt x="99" y="371"/>
                    <a:pt x="100" y="373"/>
                  </a:cubicBezTo>
                  <a:cubicBezTo>
                    <a:pt x="101" y="373"/>
                    <a:pt x="101" y="374"/>
                    <a:pt x="102" y="374"/>
                  </a:cubicBezTo>
                  <a:cubicBezTo>
                    <a:pt x="102" y="374"/>
                    <a:pt x="102" y="375"/>
                    <a:pt x="103" y="375"/>
                  </a:cubicBezTo>
                  <a:cubicBezTo>
                    <a:pt x="104" y="376"/>
                    <a:pt x="106" y="377"/>
                    <a:pt x="106" y="378"/>
                  </a:cubicBezTo>
                  <a:cubicBezTo>
                    <a:pt x="108" y="380"/>
                    <a:pt x="108" y="381"/>
                    <a:pt x="108" y="382"/>
                  </a:cubicBezTo>
                  <a:cubicBezTo>
                    <a:pt x="109" y="382"/>
                    <a:pt x="111" y="383"/>
                    <a:pt x="113" y="383"/>
                  </a:cubicBezTo>
                  <a:cubicBezTo>
                    <a:pt x="114" y="383"/>
                    <a:pt x="115" y="383"/>
                    <a:pt x="116" y="383"/>
                  </a:cubicBezTo>
                  <a:cubicBezTo>
                    <a:pt x="122" y="383"/>
                    <a:pt x="122" y="383"/>
                    <a:pt x="122" y="383"/>
                  </a:cubicBezTo>
                  <a:cubicBezTo>
                    <a:pt x="125" y="383"/>
                    <a:pt x="129" y="383"/>
                    <a:pt x="133" y="384"/>
                  </a:cubicBezTo>
                  <a:cubicBezTo>
                    <a:pt x="136" y="385"/>
                    <a:pt x="138" y="386"/>
                    <a:pt x="141" y="388"/>
                  </a:cubicBezTo>
                  <a:cubicBezTo>
                    <a:pt x="142" y="388"/>
                    <a:pt x="143" y="389"/>
                    <a:pt x="145" y="389"/>
                  </a:cubicBezTo>
                  <a:cubicBezTo>
                    <a:pt x="146" y="390"/>
                    <a:pt x="146" y="390"/>
                    <a:pt x="146" y="390"/>
                  </a:cubicBezTo>
                  <a:cubicBezTo>
                    <a:pt x="150" y="391"/>
                    <a:pt x="154" y="393"/>
                    <a:pt x="156" y="396"/>
                  </a:cubicBezTo>
                  <a:cubicBezTo>
                    <a:pt x="156" y="398"/>
                    <a:pt x="156" y="399"/>
                    <a:pt x="156" y="400"/>
                  </a:cubicBezTo>
                  <a:cubicBezTo>
                    <a:pt x="158" y="400"/>
                    <a:pt x="159" y="400"/>
                    <a:pt x="159" y="400"/>
                  </a:cubicBezTo>
                  <a:cubicBezTo>
                    <a:pt x="162" y="399"/>
                    <a:pt x="164" y="399"/>
                    <a:pt x="166" y="399"/>
                  </a:cubicBezTo>
                  <a:cubicBezTo>
                    <a:pt x="169" y="400"/>
                    <a:pt x="171" y="402"/>
                    <a:pt x="171" y="404"/>
                  </a:cubicBezTo>
                  <a:cubicBezTo>
                    <a:pt x="173" y="407"/>
                    <a:pt x="171" y="412"/>
                    <a:pt x="169" y="414"/>
                  </a:cubicBezTo>
                  <a:cubicBezTo>
                    <a:pt x="168" y="416"/>
                    <a:pt x="167" y="417"/>
                    <a:pt x="166" y="418"/>
                  </a:cubicBezTo>
                  <a:cubicBezTo>
                    <a:pt x="165" y="419"/>
                    <a:pt x="165" y="419"/>
                    <a:pt x="165" y="420"/>
                  </a:cubicBezTo>
                  <a:cubicBezTo>
                    <a:pt x="165" y="420"/>
                    <a:pt x="165" y="420"/>
                    <a:pt x="165" y="420"/>
                  </a:cubicBezTo>
                  <a:cubicBezTo>
                    <a:pt x="167" y="423"/>
                    <a:pt x="167" y="423"/>
                    <a:pt x="167" y="423"/>
                  </a:cubicBezTo>
                  <a:cubicBezTo>
                    <a:pt x="168" y="426"/>
                    <a:pt x="170" y="430"/>
                    <a:pt x="171" y="434"/>
                  </a:cubicBezTo>
                  <a:cubicBezTo>
                    <a:pt x="171" y="435"/>
                    <a:pt x="172" y="437"/>
                    <a:pt x="172" y="440"/>
                  </a:cubicBezTo>
                  <a:cubicBezTo>
                    <a:pt x="172" y="440"/>
                    <a:pt x="173" y="441"/>
                    <a:pt x="174" y="443"/>
                  </a:cubicBezTo>
                  <a:cubicBezTo>
                    <a:pt x="175" y="447"/>
                    <a:pt x="172" y="451"/>
                    <a:pt x="171" y="453"/>
                  </a:cubicBezTo>
                  <a:cubicBezTo>
                    <a:pt x="170" y="454"/>
                    <a:pt x="169" y="456"/>
                    <a:pt x="169" y="456"/>
                  </a:cubicBezTo>
                  <a:cubicBezTo>
                    <a:pt x="171" y="457"/>
                    <a:pt x="176" y="459"/>
                    <a:pt x="173" y="466"/>
                  </a:cubicBezTo>
                  <a:cubicBezTo>
                    <a:pt x="173" y="467"/>
                    <a:pt x="173" y="468"/>
                    <a:pt x="173" y="470"/>
                  </a:cubicBezTo>
                  <a:cubicBezTo>
                    <a:pt x="172" y="472"/>
                    <a:pt x="172" y="475"/>
                    <a:pt x="170" y="477"/>
                  </a:cubicBezTo>
                  <a:cubicBezTo>
                    <a:pt x="169" y="478"/>
                    <a:pt x="169" y="479"/>
                    <a:pt x="168" y="479"/>
                  </a:cubicBezTo>
                  <a:cubicBezTo>
                    <a:pt x="169" y="480"/>
                    <a:pt x="169" y="482"/>
                    <a:pt x="169" y="484"/>
                  </a:cubicBezTo>
                  <a:cubicBezTo>
                    <a:pt x="169" y="484"/>
                    <a:pt x="169" y="485"/>
                    <a:pt x="169" y="485"/>
                  </a:cubicBezTo>
                  <a:cubicBezTo>
                    <a:pt x="168" y="487"/>
                    <a:pt x="168" y="489"/>
                    <a:pt x="168" y="491"/>
                  </a:cubicBezTo>
                  <a:cubicBezTo>
                    <a:pt x="168" y="492"/>
                    <a:pt x="169" y="492"/>
                    <a:pt x="169" y="493"/>
                  </a:cubicBezTo>
                  <a:cubicBezTo>
                    <a:pt x="170" y="495"/>
                    <a:pt x="171" y="497"/>
                    <a:pt x="170" y="500"/>
                  </a:cubicBezTo>
                  <a:cubicBezTo>
                    <a:pt x="170" y="501"/>
                    <a:pt x="170" y="502"/>
                    <a:pt x="169" y="503"/>
                  </a:cubicBezTo>
                  <a:cubicBezTo>
                    <a:pt x="169" y="503"/>
                    <a:pt x="169" y="503"/>
                    <a:pt x="169" y="503"/>
                  </a:cubicBezTo>
                  <a:cubicBezTo>
                    <a:pt x="170" y="503"/>
                    <a:pt x="170" y="504"/>
                    <a:pt x="171" y="504"/>
                  </a:cubicBezTo>
                  <a:cubicBezTo>
                    <a:pt x="173" y="506"/>
                    <a:pt x="174" y="509"/>
                    <a:pt x="172" y="514"/>
                  </a:cubicBezTo>
                  <a:cubicBezTo>
                    <a:pt x="172" y="514"/>
                    <a:pt x="171" y="514"/>
                    <a:pt x="171" y="515"/>
                  </a:cubicBezTo>
                  <a:cubicBezTo>
                    <a:pt x="171" y="516"/>
                    <a:pt x="171" y="517"/>
                    <a:pt x="171" y="517"/>
                  </a:cubicBezTo>
                  <a:cubicBezTo>
                    <a:pt x="169" y="522"/>
                    <a:pt x="166" y="523"/>
                    <a:pt x="164" y="524"/>
                  </a:cubicBezTo>
                  <a:cubicBezTo>
                    <a:pt x="164" y="524"/>
                    <a:pt x="163" y="524"/>
                    <a:pt x="163" y="524"/>
                  </a:cubicBezTo>
                  <a:cubicBezTo>
                    <a:pt x="163" y="524"/>
                    <a:pt x="163" y="525"/>
                    <a:pt x="164" y="525"/>
                  </a:cubicBezTo>
                  <a:cubicBezTo>
                    <a:pt x="164" y="526"/>
                    <a:pt x="164" y="526"/>
                    <a:pt x="164" y="526"/>
                  </a:cubicBezTo>
                  <a:cubicBezTo>
                    <a:pt x="165" y="529"/>
                    <a:pt x="168" y="538"/>
                    <a:pt x="161" y="542"/>
                  </a:cubicBezTo>
                  <a:cubicBezTo>
                    <a:pt x="159" y="543"/>
                    <a:pt x="156" y="542"/>
                    <a:pt x="155" y="542"/>
                  </a:cubicBezTo>
                  <a:cubicBezTo>
                    <a:pt x="154" y="542"/>
                    <a:pt x="154" y="542"/>
                    <a:pt x="154" y="542"/>
                  </a:cubicBezTo>
                  <a:cubicBezTo>
                    <a:pt x="152" y="543"/>
                    <a:pt x="152" y="543"/>
                    <a:pt x="152" y="543"/>
                  </a:cubicBezTo>
                  <a:cubicBezTo>
                    <a:pt x="152" y="543"/>
                    <a:pt x="152" y="543"/>
                    <a:pt x="152" y="543"/>
                  </a:cubicBezTo>
                  <a:cubicBezTo>
                    <a:pt x="152" y="544"/>
                    <a:pt x="152" y="544"/>
                    <a:pt x="152" y="544"/>
                  </a:cubicBezTo>
                  <a:cubicBezTo>
                    <a:pt x="152" y="545"/>
                    <a:pt x="152" y="546"/>
                    <a:pt x="152" y="547"/>
                  </a:cubicBezTo>
                  <a:cubicBezTo>
                    <a:pt x="152" y="548"/>
                    <a:pt x="152" y="548"/>
                    <a:pt x="152" y="548"/>
                  </a:cubicBezTo>
                  <a:cubicBezTo>
                    <a:pt x="156" y="548"/>
                    <a:pt x="158" y="550"/>
                    <a:pt x="159" y="553"/>
                  </a:cubicBezTo>
                  <a:cubicBezTo>
                    <a:pt x="160" y="554"/>
                    <a:pt x="161" y="555"/>
                    <a:pt x="161" y="557"/>
                  </a:cubicBezTo>
                  <a:cubicBezTo>
                    <a:pt x="161" y="559"/>
                    <a:pt x="161" y="561"/>
                    <a:pt x="160" y="562"/>
                  </a:cubicBezTo>
                  <a:cubicBezTo>
                    <a:pt x="160" y="562"/>
                    <a:pt x="160" y="563"/>
                    <a:pt x="160" y="563"/>
                  </a:cubicBezTo>
                  <a:cubicBezTo>
                    <a:pt x="159" y="564"/>
                    <a:pt x="159" y="565"/>
                    <a:pt x="159" y="566"/>
                  </a:cubicBezTo>
                  <a:cubicBezTo>
                    <a:pt x="159" y="568"/>
                    <a:pt x="158" y="571"/>
                    <a:pt x="156" y="574"/>
                  </a:cubicBezTo>
                  <a:cubicBezTo>
                    <a:pt x="156" y="576"/>
                    <a:pt x="155" y="576"/>
                    <a:pt x="155" y="577"/>
                  </a:cubicBezTo>
                  <a:cubicBezTo>
                    <a:pt x="155" y="578"/>
                    <a:pt x="156" y="578"/>
                    <a:pt x="156" y="578"/>
                  </a:cubicBezTo>
                  <a:cubicBezTo>
                    <a:pt x="158" y="580"/>
                    <a:pt x="158" y="582"/>
                    <a:pt x="158" y="583"/>
                  </a:cubicBezTo>
                  <a:cubicBezTo>
                    <a:pt x="159" y="585"/>
                    <a:pt x="158" y="587"/>
                    <a:pt x="158" y="589"/>
                  </a:cubicBezTo>
                  <a:cubicBezTo>
                    <a:pt x="158" y="588"/>
                    <a:pt x="159" y="588"/>
                    <a:pt x="159" y="588"/>
                  </a:cubicBezTo>
                  <a:cubicBezTo>
                    <a:pt x="161" y="588"/>
                    <a:pt x="163" y="589"/>
                    <a:pt x="164" y="590"/>
                  </a:cubicBezTo>
                  <a:cubicBezTo>
                    <a:pt x="166" y="592"/>
                    <a:pt x="166" y="594"/>
                    <a:pt x="166" y="596"/>
                  </a:cubicBezTo>
                  <a:cubicBezTo>
                    <a:pt x="166" y="596"/>
                    <a:pt x="167" y="597"/>
                    <a:pt x="167" y="598"/>
                  </a:cubicBezTo>
                  <a:cubicBezTo>
                    <a:pt x="170" y="600"/>
                    <a:pt x="169" y="604"/>
                    <a:pt x="169" y="605"/>
                  </a:cubicBezTo>
                  <a:cubicBezTo>
                    <a:pt x="169" y="606"/>
                    <a:pt x="169" y="608"/>
                    <a:pt x="168" y="609"/>
                  </a:cubicBezTo>
                  <a:cubicBezTo>
                    <a:pt x="168" y="609"/>
                    <a:pt x="168" y="611"/>
                    <a:pt x="168" y="612"/>
                  </a:cubicBezTo>
                  <a:cubicBezTo>
                    <a:pt x="168" y="615"/>
                    <a:pt x="168" y="617"/>
                    <a:pt x="166" y="619"/>
                  </a:cubicBezTo>
                  <a:cubicBezTo>
                    <a:pt x="166" y="621"/>
                    <a:pt x="164" y="621"/>
                    <a:pt x="163" y="622"/>
                  </a:cubicBezTo>
                  <a:cubicBezTo>
                    <a:pt x="162" y="622"/>
                    <a:pt x="162" y="623"/>
                    <a:pt x="161" y="624"/>
                  </a:cubicBezTo>
                  <a:cubicBezTo>
                    <a:pt x="160" y="625"/>
                    <a:pt x="160" y="625"/>
                    <a:pt x="160" y="625"/>
                  </a:cubicBezTo>
                  <a:cubicBezTo>
                    <a:pt x="160" y="625"/>
                    <a:pt x="160" y="625"/>
                    <a:pt x="159" y="626"/>
                  </a:cubicBezTo>
                  <a:cubicBezTo>
                    <a:pt x="159" y="627"/>
                    <a:pt x="159" y="628"/>
                    <a:pt x="158" y="629"/>
                  </a:cubicBezTo>
                  <a:cubicBezTo>
                    <a:pt x="157" y="635"/>
                    <a:pt x="155" y="638"/>
                    <a:pt x="152" y="641"/>
                  </a:cubicBezTo>
                  <a:cubicBezTo>
                    <a:pt x="151" y="643"/>
                    <a:pt x="150" y="644"/>
                    <a:pt x="149" y="646"/>
                  </a:cubicBezTo>
                  <a:cubicBezTo>
                    <a:pt x="148" y="647"/>
                    <a:pt x="148" y="647"/>
                    <a:pt x="148" y="647"/>
                  </a:cubicBezTo>
                  <a:cubicBezTo>
                    <a:pt x="146" y="650"/>
                    <a:pt x="144" y="656"/>
                    <a:pt x="138" y="656"/>
                  </a:cubicBezTo>
                  <a:cubicBezTo>
                    <a:pt x="138" y="656"/>
                    <a:pt x="138" y="656"/>
                    <a:pt x="138" y="656"/>
                  </a:cubicBezTo>
                  <a:cubicBezTo>
                    <a:pt x="134" y="656"/>
                    <a:pt x="134" y="656"/>
                    <a:pt x="134" y="658"/>
                  </a:cubicBezTo>
                  <a:cubicBezTo>
                    <a:pt x="133" y="660"/>
                    <a:pt x="134" y="663"/>
                    <a:pt x="134" y="666"/>
                  </a:cubicBezTo>
                  <a:cubicBezTo>
                    <a:pt x="135" y="670"/>
                    <a:pt x="136" y="677"/>
                    <a:pt x="131" y="683"/>
                  </a:cubicBezTo>
                  <a:cubicBezTo>
                    <a:pt x="131" y="683"/>
                    <a:pt x="130" y="684"/>
                    <a:pt x="129" y="685"/>
                  </a:cubicBezTo>
                  <a:cubicBezTo>
                    <a:pt x="128" y="686"/>
                    <a:pt x="127" y="687"/>
                    <a:pt x="126" y="688"/>
                  </a:cubicBezTo>
                  <a:cubicBezTo>
                    <a:pt x="127" y="689"/>
                    <a:pt x="127" y="690"/>
                    <a:pt x="128" y="691"/>
                  </a:cubicBezTo>
                  <a:cubicBezTo>
                    <a:pt x="128" y="694"/>
                    <a:pt x="130" y="696"/>
                    <a:pt x="131" y="698"/>
                  </a:cubicBezTo>
                  <a:cubicBezTo>
                    <a:pt x="132" y="699"/>
                    <a:pt x="132" y="699"/>
                    <a:pt x="132" y="699"/>
                  </a:cubicBezTo>
                  <a:cubicBezTo>
                    <a:pt x="133" y="701"/>
                    <a:pt x="132" y="704"/>
                    <a:pt x="131" y="705"/>
                  </a:cubicBezTo>
                  <a:cubicBezTo>
                    <a:pt x="129" y="707"/>
                    <a:pt x="126" y="707"/>
                    <a:pt x="124" y="705"/>
                  </a:cubicBezTo>
                  <a:cubicBezTo>
                    <a:pt x="123" y="705"/>
                    <a:pt x="121" y="708"/>
                    <a:pt x="120" y="709"/>
                  </a:cubicBezTo>
                  <a:cubicBezTo>
                    <a:pt x="119" y="711"/>
                    <a:pt x="118" y="712"/>
                    <a:pt x="118" y="712"/>
                  </a:cubicBezTo>
                  <a:cubicBezTo>
                    <a:pt x="114" y="716"/>
                    <a:pt x="111" y="719"/>
                    <a:pt x="108" y="722"/>
                  </a:cubicBezTo>
                  <a:cubicBezTo>
                    <a:pt x="105" y="726"/>
                    <a:pt x="105" y="726"/>
                    <a:pt x="105" y="726"/>
                  </a:cubicBezTo>
                  <a:cubicBezTo>
                    <a:pt x="99" y="732"/>
                    <a:pt x="93" y="738"/>
                    <a:pt x="88" y="744"/>
                  </a:cubicBezTo>
                  <a:cubicBezTo>
                    <a:pt x="70" y="762"/>
                    <a:pt x="70" y="762"/>
                    <a:pt x="70" y="762"/>
                  </a:cubicBezTo>
                  <a:cubicBezTo>
                    <a:pt x="67" y="766"/>
                    <a:pt x="64" y="769"/>
                    <a:pt x="59" y="772"/>
                  </a:cubicBezTo>
                  <a:cubicBezTo>
                    <a:pt x="60" y="775"/>
                    <a:pt x="61" y="779"/>
                    <a:pt x="62" y="780"/>
                  </a:cubicBezTo>
                  <a:cubicBezTo>
                    <a:pt x="62" y="782"/>
                    <a:pt x="63" y="783"/>
                    <a:pt x="63" y="783"/>
                  </a:cubicBezTo>
                  <a:cubicBezTo>
                    <a:pt x="64" y="787"/>
                    <a:pt x="65" y="790"/>
                    <a:pt x="66" y="794"/>
                  </a:cubicBezTo>
                  <a:cubicBezTo>
                    <a:pt x="70" y="805"/>
                    <a:pt x="73" y="816"/>
                    <a:pt x="72" y="828"/>
                  </a:cubicBezTo>
                  <a:cubicBezTo>
                    <a:pt x="71" y="830"/>
                    <a:pt x="71" y="830"/>
                    <a:pt x="71" y="830"/>
                  </a:cubicBezTo>
                  <a:cubicBezTo>
                    <a:pt x="71" y="832"/>
                    <a:pt x="71" y="835"/>
                    <a:pt x="71" y="837"/>
                  </a:cubicBezTo>
                  <a:cubicBezTo>
                    <a:pt x="72" y="837"/>
                    <a:pt x="73" y="838"/>
                    <a:pt x="74" y="839"/>
                  </a:cubicBezTo>
                  <a:cubicBezTo>
                    <a:pt x="75" y="841"/>
                    <a:pt x="78" y="843"/>
                    <a:pt x="79" y="846"/>
                  </a:cubicBezTo>
                  <a:cubicBezTo>
                    <a:pt x="79" y="848"/>
                    <a:pt x="80" y="850"/>
                    <a:pt x="80" y="852"/>
                  </a:cubicBezTo>
                  <a:cubicBezTo>
                    <a:pt x="81" y="854"/>
                    <a:pt x="81" y="856"/>
                    <a:pt x="82" y="857"/>
                  </a:cubicBezTo>
                  <a:cubicBezTo>
                    <a:pt x="82" y="859"/>
                    <a:pt x="83" y="860"/>
                    <a:pt x="85" y="861"/>
                  </a:cubicBezTo>
                  <a:cubicBezTo>
                    <a:pt x="87" y="863"/>
                    <a:pt x="89" y="866"/>
                    <a:pt x="90" y="872"/>
                  </a:cubicBezTo>
                  <a:cubicBezTo>
                    <a:pt x="90" y="873"/>
                    <a:pt x="90" y="875"/>
                    <a:pt x="90" y="876"/>
                  </a:cubicBezTo>
                  <a:cubicBezTo>
                    <a:pt x="89" y="878"/>
                    <a:pt x="89" y="880"/>
                    <a:pt x="90" y="882"/>
                  </a:cubicBezTo>
                  <a:cubicBezTo>
                    <a:pt x="90" y="884"/>
                    <a:pt x="91" y="886"/>
                    <a:pt x="92" y="888"/>
                  </a:cubicBezTo>
                  <a:cubicBezTo>
                    <a:pt x="93" y="890"/>
                    <a:pt x="94" y="893"/>
                    <a:pt x="95" y="895"/>
                  </a:cubicBezTo>
                  <a:cubicBezTo>
                    <a:pt x="97" y="902"/>
                    <a:pt x="96" y="908"/>
                    <a:pt x="95" y="915"/>
                  </a:cubicBezTo>
                  <a:cubicBezTo>
                    <a:pt x="95" y="918"/>
                    <a:pt x="95" y="922"/>
                    <a:pt x="95" y="925"/>
                  </a:cubicBezTo>
                  <a:cubicBezTo>
                    <a:pt x="95" y="935"/>
                    <a:pt x="95" y="945"/>
                    <a:pt x="94" y="956"/>
                  </a:cubicBezTo>
                  <a:cubicBezTo>
                    <a:pt x="94" y="958"/>
                    <a:pt x="93" y="961"/>
                    <a:pt x="93" y="963"/>
                  </a:cubicBezTo>
                  <a:cubicBezTo>
                    <a:pt x="92" y="965"/>
                    <a:pt x="92" y="966"/>
                    <a:pt x="92" y="968"/>
                  </a:cubicBezTo>
                  <a:cubicBezTo>
                    <a:pt x="92" y="969"/>
                    <a:pt x="92" y="969"/>
                    <a:pt x="92" y="969"/>
                  </a:cubicBezTo>
                  <a:cubicBezTo>
                    <a:pt x="92" y="970"/>
                    <a:pt x="93" y="971"/>
                    <a:pt x="93" y="972"/>
                  </a:cubicBezTo>
                  <a:cubicBezTo>
                    <a:pt x="93" y="974"/>
                    <a:pt x="93" y="975"/>
                    <a:pt x="93" y="975"/>
                  </a:cubicBezTo>
                  <a:cubicBezTo>
                    <a:pt x="93" y="978"/>
                    <a:pt x="93" y="980"/>
                    <a:pt x="91" y="982"/>
                  </a:cubicBezTo>
                  <a:cubicBezTo>
                    <a:pt x="90" y="983"/>
                    <a:pt x="90" y="983"/>
                    <a:pt x="90" y="983"/>
                  </a:cubicBezTo>
                  <a:cubicBezTo>
                    <a:pt x="88" y="986"/>
                    <a:pt x="87" y="988"/>
                    <a:pt x="88" y="991"/>
                  </a:cubicBezTo>
                  <a:cubicBezTo>
                    <a:pt x="88" y="991"/>
                    <a:pt x="88" y="992"/>
                    <a:pt x="88" y="992"/>
                  </a:cubicBezTo>
                  <a:cubicBezTo>
                    <a:pt x="88" y="993"/>
                    <a:pt x="88" y="995"/>
                    <a:pt x="89" y="995"/>
                  </a:cubicBezTo>
                  <a:cubicBezTo>
                    <a:pt x="91" y="996"/>
                    <a:pt x="92" y="996"/>
                    <a:pt x="94" y="998"/>
                  </a:cubicBezTo>
                  <a:cubicBezTo>
                    <a:pt x="97" y="1001"/>
                    <a:pt x="97" y="1011"/>
                    <a:pt x="96" y="1014"/>
                  </a:cubicBezTo>
                  <a:cubicBezTo>
                    <a:pt x="94" y="1018"/>
                    <a:pt x="93" y="1023"/>
                    <a:pt x="95" y="1026"/>
                  </a:cubicBezTo>
                  <a:cubicBezTo>
                    <a:pt x="97" y="1032"/>
                    <a:pt x="97" y="1037"/>
                    <a:pt x="97" y="1042"/>
                  </a:cubicBezTo>
                  <a:cubicBezTo>
                    <a:pt x="97" y="1043"/>
                    <a:pt x="97" y="1043"/>
                    <a:pt x="97" y="1043"/>
                  </a:cubicBezTo>
                  <a:cubicBezTo>
                    <a:pt x="97" y="1044"/>
                    <a:pt x="96" y="1045"/>
                    <a:pt x="96" y="1046"/>
                  </a:cubicBezTo>
                  <a:cubicBezTo>
                    <a:pt x="96" y="1047"/>
                    <a:pt x="96" y="1048"/>
                    <a:pt x="96" y="1049"/>
                  </a:cubicBezTo>
                  <a:cubicBezTo>
                    <a:pt x="96" y="1049"/>
                    <a:pt x="96" y="1049"/>
                    <a:pt x="96" y="1049"/>
                  </a:cubicBezTo>
                  <a:close/>
                  <a:moveTo>
                    <a:pt x="160" y="602"/>
                  </a:moveTo>
                  <a:cubicBezTo>
                    <a:pt x="165" y="602"/>
                    <a:pt x="165" y="602"/>
                    <a:pt x="165" y="602"/>
                  </a:cubicBezTo>
                  <a:cubicBezTo>
                    <a:pt x="160" y="601"/>
                    <a:pt x="160" y="601"/>
                    <a:pt x="160" y="601"/>
                  </a:cubicBezTo>
                  <a:cubicBezTo>
                    <a:pt x="160" y="601"/>
                    <a:pt x="160" y="602"/>
                    <a:pt x="160" y="602"/>
                  </a:cubicBezTo>
                  <a:close/>
                  <a:moveTo>
                    <a:pt x="296" y="426"/>
                  </a:moveTo>
                  <a:cubicBezTo>
                    <a:pt x="297" y="426"/>
                    <a:pt x="299" y="427"/>
                    <a:pt x="302" y="427"/>
                  </a:cubicBezTo>
                  <a:cubicBezTo>
                    <a:pt x="301" y="426"/>
                    <a:pt x="301" y="425"/>
                    <a:pt x="302" y="424"/>
                  </a:cubicBezTo>
                  <a:cubicBezTo>
                    <a:pt x="301" y="423"/>
                    <a:pt x="301" y="422"/>
                    <a:pt x="301" y="422"/>
                  </a:cubicBezTo>
                  <a:cubicBezTo>
                    <a:pt x="299" y="424"/>
                    <a:pt x="298" y="425"/>
                    <a:pt x="297" y="426"/>
                  </a:cubicBezTo>
                  <a:cubicBezTo>
                    <a:pt x="296" y="426"/>
                    <a:pt x="296" y="426"/>
                    <a:pt x="296" y="42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5" name="Freeform 106">
              <a:extLst>
                <a:ext uri="{FF2B5EF4-FFF2-40B4-BE49-F238E27FC236}">
                  <a16:creationId xmlns:a16="http://schemas.microsoft.com/office/drawing/2014/main" id="{26DA166C-7430-44DB-A10B-5C8B3D383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1481" y="4092575"/>
              <a:ext cx="725488" cy="1189038"/>
            </a:xfrm>
            <a:custGeom>
              <a:avLst/>
              <a:gdLst>
                <a:gd name="T0" fmla="*/ 635 w 642"/>
                <a:gd name="T1" fmla="*/ 24 h 1053"/>
                <a:gd name="T2" fmla="*/ 625 w 642"/>
                <a:gd name="T3" fmla="*/ 61 h 1053"/>
                <a:gd name="T4" fmla="*/ 626 w 642"/>
                <a:gd name="T5" fmla="*/ 109 h 1053"/>
                <a:gd name="T6" fmla="*/ 630 w 642"/>
                <a:gd name="T7" fmla="*/ 143 h 1053"/>
                <a:gd name="T8" fmla="*/ 628 w 642"/>
                <a:gd name="T9" fmla="*/ 165 h 1053"/>
                <a:gd name="T10" fmla="*/ 626 w 642"/>
                <a:gd name="T11" fmla="*/ 207 h 1053"/>
                <a:gd name="T12" fmla="*/ 628 w 642"/>
                <a:gd name="T13" fmla="*/ 243 h 1053"/>
                <a:gd name="T14" fmla="*/ 640 w 642"/>
                <a:gd name="T15" fmla="*/ 260 h 1053"/>
                <a:gd name="T16" fmla="*/ 624 w 642"/>
                <a:gd name="T17" fmla="*/ 299 h 1053"/>
                <a:gd name="T18" fmla="*/ 612 w 642"/>
                <a:gd name="T19" fmla="*/ 333 h 1053"/>
                <a:gd name="T20" fmla="*/ 568 w 642"/>
                <a:gd name="T21" fmla="*/ 388 h 1053"/>
                <a:gd name="T22" fmla="*/ 500 w 642"/>
                <a:gd name="T23" fmla="*/ 424 h 1053"/>
                <a:gd name="T24" fmla="*/ 471 w 642"/>
                <a:gd name="T25" fmla="*/ 438 h 1053"/>
                <a:gd name="T26" fmla="*/ 401 w 642"/>
                <a:gd name="T27" fmla="*/ 484 h 1053"/>
                <a:gd name="T28" fmla="*/ 384 w 642"/>
                <a:gd name="T29" fmla="*/ 505 h 1053"/>
                <a:gd name="T30" fmla="*/ 358 w 642"/>
                <a:gd name="T31" fmla="*/ 534 h 1053"/>
                <a:gd name="T32" fmla="*/ 339 w 642"/>
                <a:gd name="T33" fmla="*/ 543 h 1053"/>
                <a:gd name="T34" fmla="*/ 318 w 642"/>
                <a:gd name="T35" fmla="*/ 558 h 1053"/>
                <a:gd name="T36" fmla="*/ 250 w 642"/>
                <a:gd name="T37" fmla="*/ 587 h 1053"/>
                <a:gd name="T38" fmla="*/ 262 w 642"/>
                <a:gd name="T39" fmla="*/ 623 h 1053"/>
                <a:gd name="T40" fmla="*/ 260 w 642"/>
                <a:gd name="T41" fmla="*/ 647 h 1053"/>
                <a:gd name="T42" fmla="*/ 279 w 642"/>
                <a:gd name="T43" fmla="*/ 670 h 1053"/>
                <a:gd name="T44" fmla="*/ 277 w 642"/>
                <a:gd name="T45" fmla="*/ 688 h 1053"/>
                <a:gd name="T46" fmla="*/ 288 w 642"/>
                <a:gd name="T47" fmla="*/ 721 h 1053"/>
                <a:gd name="T48" fmla="*/ 291 w 642"/>
                <a:gd name="T49" fmla="*/ 850 h 1053"/>
                <a:gd name="T50" fmla="*/ 292 w 642"/>
                <a:gd name="T51" fmla="*/ 879 h 1053"/>
                <a:gd name="T52" fmla="*/ 158 w 642"/>
                <a:gd name="T53" fmla="*/ 952 h 1053"/>
                <a:gd name="T54" fmla="*/ 122 w 642"/>
                <a:gd name="T55" fmla="*/ 1006 h 1053"/>
                <a:gd name="T56" fmla="*/ 132 w 642"/>
                <a:gd name="T57" fmla="*/ 1051 h 1053"/>
                <a:gd name="T58" fmla="*/ 79 w 642"/>
                <a:gd name="T59" fmla="*/ 988 h 1053"/>
                <a:gd name="T60" fmla="*/ 81 w 642"/>
                <a:gd name="T61" fmla="*/ 879 h 1053"/>
                <a:gd name="T62" fmla="*/ 63 w 642"/>
                <a:gd name="T63" fmla="*/ 755 h 1053"/>
                <a:gd name="T64" fmla="*/ 125 w 642"/>
                <a:gd name="T65" fmla="*/ 653 h 1053"/>
                <a:gd name="T66" fmla="*/ 160 w 642"/>
                <a:gd name="T67" fmla="*/ 604 h 1053"/>
                <a:gd name="T68" fmla="*/ 146 w 642"/>
                <a:gd name="T69" fmla="*/ 576 h 1053"/>
                <a:gd name="T70" fmla="*/ 143 w 642"/>
                <a:gd name="T71" fmla="*/ 540 h 1053"/>
                <a:gd name="T72" fmla="*/ 162 w 642"/>
                <a:gd name="T73" fmla="*/ 502 h 1053"/>
                <a:gd name="T74" fmla="*/ 165 w 642"/>
                <a:gd name="T75" fmla="*/ 440 h 1053"/>
                <a:gd name="T76" fmla="*/ 148 w 642"/>
                <a:gd name="T77" fmla="*/ 394 h 1053"/>
                <a:gd name="T78" fmla="*/ 78 w 642"/>
                <a:gd name="T79" fmla="*/ 367 h 1053"/>
                <a:gd name="T80" fmla="*/ 11 w 642"/>
                <a:gd name="T81" fmla="*/ 355 h 1053"/>
                <a:gd name="T82" fmla="*/ 87 w 642"/>
                <a:gd name="T83" fmla="*/ 261 h 1053"/>
                <a:gd name="T84" fmla="*/ 198 w 642"/>
                <a:gd name="T85" fmla="*/ 252 h 1053"/>
                <a:gd name="T86" fmla="*/ 248 w 642"/>
                <a:gd name="T87" fmla="*/ 252 h 1053"/>
                <a:gd name="T88" fmla="*/ 255 w 642"/>
                <a:gd name="T89" fmla="*/ 320 h 1053"/>
                <a:gd name="T90" fmla="*/ 261 w 642"/>
                <a:gd name="T91" fmla="*/ 380 h 1053"/>
                <a:gd name="T92" fmla="*/ 287 w 642"/>
                <a:gd name="T93" fmla="*/ 420 h 1053"/>
                <a:gd name="T94" fmla="*/ 303 w 642"/>
                <a:gd name="T95" fmla="*/ 370 h 1053"/>
                <a:gd name="T96" fmla="*/ 341 w 642"/>
                <a:gd name="T97" fmla="*/ 291 h 1053"/>
                <a:gd name="T98" fmla="*/ 286 w 642"/>
                <a:gd name="T99" fmla="*/ 197 h 1053"/>
                <a:gd name="T100" fmla="*/ 275 w 642"/>
                <a:gd name="T101" fmla="*/ 128 h 1053"/>
                <a:gd name="T102" fmla="*/ 323 w 642"/>
                <a:gd name="T103" fmla="*/ 72 h 1053"/>
                <a:gd name="T104" fmla="*/ 353 w 642"/>
                <a:gd name="T105" fmla="*/ 65 h 1053"/>
                <a:gd name="T106" fmla="*/ 412 w 642"/>
                <a:gd name="T107" fmla="*/ 72 h 1053"/>
                <a:gd name="T108" fmla="*/ 461 w 642"/>
                <a:gd name="T109" fmla="*/ 71 h 1053"/>
                <a:gd name="T110" fmla="*/ 512 w 642"/>
                <a:gd name="T111" fmla="*/ 55 h 1053"/>
                <a:gd name="T112" fmla="*/ 595 w 642"/>
                <a:gd name="T113" fmla="*/ 22 h 10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2" h="1053">
                  <a:moveTo>
                    <a:pt x="625" y="1"/>
                  </a:moveTo>
                  <a:cubicBezTo>
                    <a:pt x="625" y="0"/>
                    <a:pt x="630" y="2"/>
                    <a:pt x="629" y="1"/>
                  </a:cubicBezTo>
                  <a:cubicBezTo>
                    <a:pt x="631" y="3"/>
                    <a:pt x="628" y="4"/>
                    <a:pt x="629" y="5"/>
                  </a:cubicBezTo>
                  <a:cubicBezTo>
                    <a:pt x="629" y="7"/>
                    <a:pt x="632" y="6"/>
                    <a:pt x="632" y="9"/>
                  </a:cubicBezTo>
                  <a:cubicBezTo>
                    <a:pt x="632" y="12"/>
                    <a:pt x="636" y="12"/>
                    <a:pt x="637" y="14"/>
                  </a:cubicBezTo>
                  <a:cubicBezTo>
                    <a:pt x="635" y="15"/>
                    <a:pt x="634" y="14"/>
                    <a:pt x="631" y="16"/>
                  </a:cubicBezTo>
                  <a:cubicBezTo>
                    <a:pt x="630" y="17"/>
                    <a:pt x="627" y="18"/>
                    <a:pt x="628" y="20"/>
                  </a:cubicBezTo>
                  <a:cubicBezTo>
                    <a:pt x="629" y="20"/>
                    <a:pt x="635" y="22"/>
                    <a:pt x="635" y="24"/>
                  </a:cubicBezTo>
                  <a:cubicBezTo>
                    <a:pt x="635" y="26"/>
                    <a:pt x="630" y="27"/>
                    <a:pt x="629" y="29"/>
                  </a:cubicBezTo>
                  <a:cubicBezTo>
                    <a:pt x="626" y="34"/>
                    <a:pt x="632" y="34"/>
                    <a:pt x="632" y="37"/>
                  </a:cubicBezTo>
                  <a:cubicBezTo>
                    <a:pt x="631" y="41"/>
                    <a:pt x="628" y="42"/>
                    <a:pt x="628" y="46"/>
                  </a:cubicBezTo>
                  <a:cubicBezTo>
                    <a:pt x="628" y="47"/>
                    <a:pt x="623" y="51"/>
                    <a:pt x="622" y="52"/>
                  </a:cubicBezTo>
                  <a:cubicBezTo>
                    <a:pt x="622" y="52"/>
                    <a:pt x="619" y="54"/>
                    <a:pt x="619" y="54"/>
                  </a:cubicBezTo>
                  <a:cubicBezTo>
                    <a:pt x="619" y="55"/>
                    <a:pt x="619" y="54"/>
                    <a:pt x="619" y="56"/>
                  </a:cubicBezTo>
                  <a:cubicBezTo>
                    <a:pt x="619" y="57"/>
                    <a:pt x="620" y="56"/>
                    <a:pt x="620" y="56"/>
                  </a:cubicBezTo>
                  <a:cubicBezTo>
                    <a:pt x="622" y="58"/>
                    <a:pt x="626" y="59"/>
                    <a:pt x="625" y="61"/>
                  </a:cubicBezTo>
                  <a:cubicBezTo>
                    <a:pt x="624" y="64"/>
                    <a:pt x="623" y="68"/>
                    <a:pt x="623" y="71"/>
                  </a:cubicBezTo>
                  <a:cubicBezTo>
                    <a:pt x="623" y="72"/>
                    <a:pt x="624" y="72"/>
                    <a:pt x="624" y="73"/>
                  </a:cubicBezTo>
                  <a:cubicBezTo>
                    <a:pt x="624" y="74"/>
                    <a:pt x="623" y="74"/>
                    <a:pt x="623" y="75"/>
                  </a:cubicBezTo>
                  <a:cubicBezTo>
                    <a:pt x="623" y="76"/>
                    <a:pt x="623" y="79"/>
                    <a:pt x="624" y="81"/>
                  </a:cubicBezTo>
                  <a:cubicBezTo>
                    <a:pt x="625" y="83"/>
                    <a:pt x="626" y="86"/>
                    <a:pt x="626" y="88"/>
                  </a:cubicBezTo>
                  <a:cubicBezTo>
                    <a:pt x="626" y="89"/>
                    <a:pt x="626" y="89"/>
                    <a:pt x="625" y="91"/>
                  </a:cubicBezTo>
                  <a:cubicBezTo>
                    <a:pt x="624" y="93"/>
                    <a:pt x="628" y="97"/>
                    <a:pt x="628" y="99"/>
                  </a:cubicBezTo>
                  <a:cubicBezTo>
                    <a:pt x="628" y="102"/>
                    <a:pt x="625" y="105"/>
                    <a:pt x="626" y="109"/>
                  </a:cubicBezTo>
                  <a:cubicBezTo>
                    <a:pt x="627" y="110"/>
                    <a:pt x="627" y="113"/>
                    <a:pt x="625" y="114"/>
                  </a:cubicBezTo>
                  <a:cubicBezTo>
                    <a:pt x="624" y="114"/>
                    <a:pt x="622" y="113"/>
                    <a:pt x="624" y="115"/>
                  </a:cubicBezTo>
                  <a:cubicBezTo>
                    <a:pt x="627" y="117"/>
                    <a:pt x="626" y="121"/>
                    <a:pt x="627" y="123"/>
                  </a:cubicBezTo>
                  <a:cubicBezTo>
                    <a:pt x="627" y="125"/>
                    <a:pt x="628" y="122"/>
                    <a:pt x="627" y="125"/>
                  </a:cubicBezTo>
                  <a:cubicBezTo>
                    <a:pt x="627" y="125"/>
                    <a:pt x="626" y="127"/>
                    <a:pt x="625" y="128"/>
                  </a:cubicBezTo>
                  <a:cubicBezTo>
                    <a:pt x="623" y="132"/>
                    <a:pt x="624" y="131"/>
                    <a:pt x="628" y="132"/>
                  </a:cubicBezTo>
                  <a:cubicBezTo>
                    <a:pt x="630" y="133"/>
                    <a:pt x="627" y="138"/>
                    <a:pt x="631" y="139"/>
                  </a:cubicBezTo>
                  <a:cubicBezTo>
                    <a:pt x="633" y="139"/>
                    <a:pt x="627" y="140"/>
                    <a:pt x="630" y="143"/>
                  </a:cubicBezTo>
                  <a:cubicBezTo>
                    <a:pt x="630" y="144"/>
                    <a:pt x="633" y="145"/>
                    <a:pt x="633" y="147"/>
                  </a:cubicBezTo>
                  <a:cubicBezTo>
                    <a:pt x="633" y="149"/>
                    <a:pt x="630" y="150"/>
                    <a:pt x="629" y="149"/>
                  </a:cubicBezTo>
                  <a:cubicBezTo>
                    <a:pt x="629" y="150"/>
                    <a:pt x="628" y="151"/>
                    <a:pt x="626" y="151"/>
                  </a:cubicBezTo>
                  <a:cubicBezTo>
                    <a:pt x="628" y="152"/>
                    <a:pt x="628" y="156"/>
                    <a:pt x="626" y="156"/>
                  </a:cubicBezTo>
                  <a:cubicBezTo>
                    <a:pt x="625" y="157"/>
                    <a:pt x="624" y="154"/>
                    <a:pt x="621" y="156"/>
                  </a:cubicBezTo>
                  <a:cubicBezTo>
                    <a:pt x="617" y="159"/>
                    <a:pt x="622" y="166"/>
                    <a:pt x="625" y="162"/>
                  </a:cubicBezTo>
                  <a:cubicBezTo>
                    <a:pt x="626" y="160"/>
                    <a:pt x="622" y="159"/>
                    <a:pt x="627" y="160"/>
                  </a:cubicBezTo>
                  <a:cubicBezTo>
                    <a:pt x="630" y="160"/>
                    <a:pt x="630" y="162"/>
                    <a:pt x="628" y="165"/>
                  </a:cubicBezTo>
                  <a:cubicBezTo>
                    <a:pt x="627" y="168"/>
                    <a:pt x="628" y="171"/>
                    <a:pt x="628" y="173"/>
                  </a:cubicBezTo>
                  <a:cubicBezTo>
                    <a:pt x="628" y="176"/>
                    <a:pt x="626" y="180"/>
                    <a:pt x="626" y="182"/>
                  </a:cubicBezTo>
                  <a:cubicBezTo>
                    <a:pt x="626" y="182"/>
                    <a:pt x="627" y="181"/>
                    <a:pt x="627" y="181"/>
                  </a:cubicBezTo>
                  <a:cubicBezTo>
                    <a:pt x="627" y="182"/>
                    <a:pt x="628" y="185"/>
                    <a:pt x="628" y="185"/>
                  </a:cubicBezTo>
                  <a:cubicBezTo>
                    <a:pt x="628" y="188"/>
                    <a:pt x="626" y="189"/>
                    <a:pt x="626" y="192"/>
                  </a:cubicBezTo>
                  <a:cubicBezTo>
                    <a:pt x="625" y="194"/>
                    <a:pt x="624" y="195"/>
                    <a:pt x="626" y="196"/>
                  </a:cubicBezTo>
                  <a:cubicBezTo>
                    <a:pt x="626" y="197"/>
                    <a:pt x="628" y="199"/>
                    <a:pt x="628" y="199"/>
                  </a:cubicBezTo>
                  <a:cubicBezTo>
                    <a:pt x="628" y="202"/>
                    <a:pt x="623" y="203"/>
                    <a:pt x="626" y="207"/>
                  </a:cubicBezTo>
                  <a:cubicBezTo>
                    <a:pt x="628" y="209"/>
                    <a:pt x="627" y="213"/>
                    <a:pt x="628" y="215"/>
                  </a:cubicBezTo>
                  <a:cubicBezTo>
                    <a:pt x="628" y="219"/>
                    <a:pt x="633" y="228"/>
                    <a:pt x="630" y="231"/>
                  </a:cubicBezTo>
                  <a:cubicBezTo>
                    <a:pt x="629" y="231"/>
                    <a:pt x="628" y="232"/>
                    <a:pt x="628" y="232"/>
                  </a:cubicBezTo>
                  <a:cubicBezTo>
                    <a:pt x="627" y="233"/>
                    <a:pt x="629" y="233"/>
                    <a:pt x="629" y="234"/>
                  </a:cubicBezTo>
                  <a:cubicBezTo>
                    <a:pt x="628" y="235"/>
                    <a:pt x="627" y="236"/>
                    <a:pt x="625" y="236"/>
                  </a:cubicBezTo>
                  <a:cubicBezTo>
                    <a:pt x="623" y="237"/>
                    <a:pt x="624" y="238"/>
                    <a:pt x="624" y="239"/>
                  </a:cubicBezTo>
                  <a:cubicBezTo>
                    <a:pt x="625" y="242"/>
                    <a:pt x="626" y="240"/>
                    <a:pt x="627" y="241"/>
                  </a:cubicBezTo>
                  <a:cubicBezTo>
                    <a:pt x="627" y="241"/>
                    <a:pt x="626" y="244"/>
                    <a:pt x="628" y="243"/>
                  </a:cubicBezTo>
                  <a:cubicBezTo>
                    <a:pt x="629" y="243"/>
                    <a:pt x="628" y="241"/>
                    <a:pt x="629" y="240"/>
                  </a:cubicBezTo>
                  <a:cubicBezTo>
                    <a:pt x="632" y="238"/>
                    <a:pt x="633" y="238"/>
                    <a:pt x="635" y="240"/>
                  </a:cubicBezTo>
                  <a:cubicBezTo>
                    <a:pt x="637" y="243"/>
                    <a:pt x="634" y="253"/>
                    <a:pt x="630" y="249"/>
                  </a:cubicBezTo>
                  <a:cubicBezTo>
                    <a:pt x="630" y="254"/>
                    <a:pt x="629" y="257"/>
                    <a:pt x="628" y="263"/>
                  </a:cubicBezTo>
                  <a:cubicBezTo>
                    <a:pt x="632" y="261"/>
                    <a:pt x="631" y="251"/>
                    <a:pt x="638" y="252"/>
                  </a:cubicBezTo>
                  <a:cubicBezTo>
                    <a:pt x="641" y="253"/>
                    <a:pt x="641" y="256"/>
                    <a:pt x="640" y="258"/>
                  </a:cubicBezTo>
                  <a:cubicBezTo>
                    <a:pt x="639" y="259"/>
                    <a:pt x="637" y="259"/>
                    <a:pt x="637" y="260"/>
                  </a:cubicBezTo>
                  <a:cubicBezTo>
                    <a:pt x="635" y="263"/>
                    <a:pt x="639" y="260"/>
                    <a:pt x="640" y="260"/>
                  </a:cubicBezTo>
                  <a:cubicBezTo>
                    <a:pt x="641" y="260"/>
                    <a:pt x="639" y="267"/>
                    <a:pt x="640" y="268"/>
                  </a:cubicBezTo>
                  <a:cubicBezTo>
                    <a:pt x="642" y="270"/>
                    <a:pt x="641" y="274"/>
                    <a:pt x="640" y="276"/>
                  </a:cubicBezTo>
                  <a:cubicBezTo>
                    <a:pt x="639" y="279"/>
                    <a:pt x="630" y="288"/>
                    <a:pt x="629" y="282"/>
                  </a:cubicBezTo>
                  <a:cubicBezTo>
                    <a:pt x="628" y="286"/>
                    <a:pt x="631" y="286"/>
                    <a:pt x="634" y="286"/>
                  </a:cubicBezTo>
                  <a:cubicBezTo>
                    <a:pt x="635" y="286"/>
                    <a:pt x="635" y="288"/>
                    <a:pt x="636" y="289"/>
                  </a:cubicBezTo>
                  <a:cubicBezTo>
                    <a:pt x="636" y="290"/>
                    <a:pt x="634" y="290"/>
                    <a:pt x="632" y="290"/>
                  </a:cubicBezTo>
                  <a:cubicBezTo>
                    <a:pt x="626" y="290"/>
                    <a:pt x="631" y="291"/>
                    <a:pt x="631" y="294"/>
                  </a:cubicBezTo>
                  <a:cubicBezTo>
                    <a:pt x="631" y="296"/>
                    <a:pt x="626" y="298"/>
                    <a:pt x="624" y="299"/>
                  </a:cubicBezTo>
                  <a:cubicBezTo>
                    <a:pt x="623" y="300"/>
                    <a:pt x="622" y="298"/>
                    <a:pt x="621" y="300"/>
                  </a:cubicBezTo>
                  <a:cubicBezTo>
                    <a:pt x="620" y="302"/>
                    <a:pt x="619" y="303"/>
                    <a:pt x="622" y="303"/>
                  </a:cubicBezTo>
                  <a:cubicBezTo>
                    <a:pt x="625" y="304"/>
                    <a:pt x="626" y="299"/>
                    <a:pt x="629" y="303"/>
                  </a:cubicBezTo>
                  <a:cubicBezTo>
                    <a:pt x="633" y="308"/>
                    <a:pt x="624" y="315"/>
                    <a:pt x="623" y="320"/>
                  </a:cubicBezTo>
                  <a:cubicBezTo>
                    <a:pt x="622" y="321"/>
                    <a:pt x="623" y="322"/>
                    <a:pt x="622" y="323"/>
                  </a:cubicBezTo>
                  <a:cubicBezTo>
                    <a:pt x="621" y="325"/>
                    <a:pt x="619" y="324"/>
                    <a:pt x="618" y="325"/>
                  </a:cubicBezTo>
                  <a:cubicBezTo>
                    <a:pt x="617" y="325"/>
                    <a:pt x="616" y="328"/>
                    <a:pt x="615" y="329"/>
                  </a:cubicBezTo>
                  <a:cubicBezTo>
                    <a:pt x="614" y="330"/>
                    <a:pt x="613" y="331"/>
                    <a:pt x="612" y="333"/>
                  </a:cubicBezTo>
                  <a:cubicBezTo>
                    <a:pt x="607" y="341"/>
                    <a:pt x="599" y="347"/>
                    <a:pt x="593" y="353"/>
                  </a:cubicBezTo>
                  <a:cubicBezTo>
                    <a:pt x="589" y="358"/>
                    <a:pt x="594" y="352"/>
                    <a:pt x="595" y="354"/>
                  </a:cubicBezTo>
                  <a:cubicBezTo>
                    <a:pt x="596" y="355"/>
                    <a:pt x="591" y="361"/>
                    <a:pt x="591" y="362"/>
                  </a:cubicBezTo>
                  <a:cubicBezTo>
                    <a:pt x="587" y="366"/>
                    <a:pt x="587" y="369"/>
                    <a:pt x="582" y="370"/>
                  </a:cubicBezTo>
                  <a:cubicBezTo>
                    <a:pt x="580" y="371"/>
                    <a:pt x="572" y="372"/>
                    <a:pt x="573" y="376"/>
                  </a:cubicBezTo>
                  <a:cubicBezTo>
                    <a:pt x="574" y="377"/>
                    <a:pt x="573" y="380"/>
                    <a:pt x="575" y="381"/>
                  </a:cubicBezTo>
                  <a:cubicBezTo>
                    <a:pt x="577" y="384"/>
                    <a:pt x="573" y="383"/>
                    <a:pt x="571" y="384"/>
                  </a:cubicBezTo>
                  <a:cubicBezTo>
                    <a:pt x="571" y="385"/>
                    <a:pt x="569" y="387"/>
                    <a:pt x="568" y="388"/>
                  </a:cubicBezTo>
                  <a:cubicBezTo>
                    <a:pt x="566" y="392"/>
                    <a:pt x="560" y="393"/>
                    <a:pt x="557" y="396"/>
                  </a:cubicBezTo>
                  <a:cubicBezTo>
                    <a:pt x="552" y="399"/>
                    <a:pt x="547" y="401"/>
                    <a:pt x="542" y="404"/>
                  </a:cubicBezTo>
                  <a:cubicBezTo>
                    <a:pt x="540" y="405"/>
                    <a:pt x="534" y="409"/>
                    <a:pt x="532" y="411"/>
                  </a:cubicBezTo>
                  <a:cubicBezTo>
                    <a:pt x="531" y="411"/>
                    <a:pt x="530" y="412"/>
                    <a:pt x="530" y="414"/>
                  </a:cubicBezTo>
                  <a:cubicBezTo>
                    <a:pt x="531" y="417"/>
                    <a:pt x="530" y="418"/>
                    <a:pt x="528" y="418"/>
                  </a:cubicBezTo>
                  <a:cubicBezTo>
                    <a:pt x="524" y="419"/>
                    <a:pt x="523" y="419"/>
                    <a:pt x="519" y="421"/>
                  </a:cubicBezTo>
                  <a:cubicBezTo>
                    <a:pt x="515" y="423"/>
                    <a:pt x="508" y="418"/>
                    <a:pt x="504" y="421"/>
                  </a:cubicBezTo>
                  <a:cubicBezTo>
                    <a:pt x="501" y="423"/>
                    <a:pt x="502" y="424"/>
                    <a:pt x="500" y="424"/>
                  </a:cubicBezTo>
                  <a:cubicBezTo>
                    <a:pt x="497" y="424"/>
                    <a:pt x="496" y="426"/>
                    <a:pt x="494" y="427"/>
                  </a:cubicBezTo>
                  <a:cubicBezTo>
                    <a:pt x="493" y="427"/>
                    <a:pt x="493" y="428"/>
                    <a:pt x="492" y="429"/>
                  </a:cubicBezTo>
                  <a:cubicBezTo>
                    <a:pt x="490" y="429"/>
                    <a:pt x="488" y="430"/>
                    <a:pt x="486" y="431"/>
                  </a:cubicBezTo>
                  <a:cubicBezTo>
                    <a:pt x="484" y="432"/>
                    <a:pt x="482" y="432"/>
                    <a:pt x="480" y="433"/>
                  </a:cubicBezTo>
                  <a:cubicBezTo>
                    <a:pt x="478" y="434"/>
                    <a:pt x="475" y="437"/>
                    <a:pt x="474" y="437"/>
                  </a:cubicBezTo>
                  <a:cubicBezTo>
                    <a:pt x="470" y="437"/>
                    <a:pt x="474" y="431"/>
                    <a:pt x="471" y="431"/>
                  </a:cubicBezTo>
                  <a:cubicBezTo>
                    <a:pt x="470" y="431"/>
                    <a:pt x="470" y="431"/>
                    <a:pt x="469" y="432"/>
                  </a:cubicBezTo>
                  <a:cubicBezTo>
                    <a:pt x="466" y="434"/>
                    <a:pt x="471" y="435"/>
                    <a:pt x="471" y="438"/>
                  </a:cubicBezTo>
                  <a:cubicBezTo>
                    <a:pt x="471" y="440"/>
                    <a:pt x="463" y="441"/>
                    <a:pt x="461" y="441"/>
                  </a:cubicBezTo>
                  <a:cubicBezTo>
                    <a:pt x="456" y="442"/>
                    <a:pt x="451" y="445"/>
                    <a:pt x="448" y="448"/>
                  </a:cubicBezTo>
                  <a:cubicBezTo>
                    <a:pt x="447" y="450"/>
                    <a:pt x="445" y="449"/>
                    <a:pt x="443" y="450"/>
                  </a:cubicBezTo>
                  <a:cubicBezTo>
                    <a:pt x="441" y="452"/>
                    <a:pt x="438" y="454"/>
                    <a:pt x="435" y="455"/>
                  </a:cubicBezTo>
                  <a:cubicBezTo>
                    <a:pt x="428" y="458"/>
                    <a:pt x="422" y="462"/>
                    <a:pt x="416" y="466"/>
                  </a:cubicBezTo>
                  <a:cubicBezTo>
                    <a:pt x="414" y="468"/>
                    <a:pt x="414" y="467"/>
                    <a:pt x="413" y="469"/>
                  </a:cubicBezTo>
                  <a:cubicBezTo>
                    <a:pt x="412" y="471"/>
                    <a:pt x="409" y="473"/>
                    <a:pt x="407" y="475"/>
                  </a:cubicBezTo>
                  <a:cubicBezTo>
                    <a:pt x="405" y="478"/>
                    <a:pt x="403" y="482"/>
                    <a:pt x="401" y="484"/>
                  </a:cubicBezTo>
                  <a:cubicBezTo>
                    <a:pt x="400" y="482"/>
                    <a:pt x="397" y="480"/>
                    <a:pt x="396" y="478"/>
                  </a:cubicBezTo>
                  <a:cubicBezTo>
                    <a:pt x="396" y="477"/>
                    <a:pt x="393" y="472"/>
                    <a:pt x="391" y="477"/>
                  </a:cubicBezTo>
                  <a:cubicBezTo>
                    <a:pt x="395" y="475"/>
                    <a:pt x="395" y="478"/>
                    <a:pt x="395" y="481"/>
                  </a:cubicBezTo>
                  <a:cubicBezTo>
                    <a:pt x="396" y="484"/>
                    <a:pt x="398" y="483"/>
                    <a:pt x="399" y="486"/>
                  </a:cubicBezTo>
                  <a:cubicBezTo>
                    <a:pt x="400" y="488"/>
                    <a:pt x="396" y="493"/>
                    <a:pt x="395" y="494"/>
                  </a:cubicBezTo>
                  <a:cubicBezTo>
                    <a:pt x="393" y="496"/>
                    <a:pt x="385" y="495"/>
                    <a:pt x="388" y="498"/>
                  </a:cubicBezTo>
                  <a:cubicBezTo>
                    <a:pt x="389" y="499"/>
                    <a:pt x="390" y="496"/>
                    <a:pt x="391" y="497"/>
                  </a:cubicBezTo>
                  <a:cubicBezTo>
                    <a:pt x="394" y="499"/>
                    <a:pt x="387" y="503"/>
                    <a:pt x="384" y="505"/>
                  </a:cubicBezTo>
                  <a:cubicBezTo>
                    <a:pt x="382" y="507"/>
                    <a:pt x="378" y="514"/>
                    <a:pt x="374" y="515"/>
                  </a:cubicBezTo>
                  <a:cubicBezTo>
                    <a:pt x="373" y="515"/>
                    <a:pt x="374" y="516"/>
                    <a:pt x="373" y="516"/>
                  </a:cubicBezTo>
                  <a:cubicBezTo>
                    <a:pt x="372" y="517"/>
                    <a:pt x="371" y="517"/>
                    <a:pt x="371" y="517"/>
                  </a:cubicBezTo>
                  <a:cubicBezTo>
                    <a:pt x="370" y="518"/>
                    <a:pt x="369" y="519"/>
                    <a:pt x="369" y="520"/>
                  </a:cubicBezTo>
                  <a:cubicBezTo>
                    <a:pt x="368" y="523"/>
                    <a:pt x="367" y="528"/>
                    <a:pt x="364" y="528"/>
                  </a:cubicBezTo>
                  <a:cubicBezTo>
                    <a:pt x="364" y="528"/>
                    <a:pt x="364" y="527"/>
                    <a:pt x="363" y="527"/>
                  </a:cubicBezTo>
                  <a:cubicBezTo>
                    <a:pt x="362" y="528"/>
                    <a:pt x="361" y="530"/>
                    <a:pt x="362" y="531"/>
                  </a:cubicBezTo>
                  <a:cubicBezTo>
                    <a:pt x="365" y="533"/>
                    <a:pt x="363" y="536"/>
                    <a:pt x="358" y="534"/>
                  </a:cubicBezTo>
                  <a:cubicBezTo>
                    <a:pt x="355" y="532"/>
                    <a:pt x="356" y="527"/>
                    <a:pt x="354" y="528"/>
                  </a:cubicBezTo>
                  <a:cubicBezTo>
                    <a:pt x="351" y="529"/>
                    <a:pt x="355" y="533"/>
                    <a:pt x="355" y="536"/>
                  </a:cubicBezTo>
                  <a:cubicBezTo>
                    <a:pt x="355" y="536"/>
                    <a:pt x="355" y="539"/>
                    <a:pt x="355" y="539"/>
                  </a:cubicBezTo>
                  <a:cubicBezTo>
                    <a:pt x="354" y="541"/>
                    <a:pt x="355" y="539"/>
                    <a:pt x="352" y="540"/>
                  </a:cubicBezTo>
                  <a:cubicBezTo>
                    <a:pt x="351" y="540"/>
                    <a:pt x="349" y="542"/>
                    <a:pt x="348" y="541"/>
                  </a:cubicBezTo>
                  <a:cubicBezTo>
                    <a:pt x="345" y="540"/>
                    <a:pt x="348" y="536"/>
                    <a:pt x="347" y="535"/>
                  </a:cubicBezTo>
                  <a:cubicBezTo>
                    <a:pt x="346" y="533"/>
                    <a:pt x="342" y="540"/>
                    <a:pt x="342" y="541"/>
                  </a:cubicBezTo>
                  <a:cubicBezTo>
                    <a:pt x="341" y="542"/>
                    <a:pt x="340" y="543"/>
                    <a:pt x="339" y="543"/>
                  </a:cubicBezTo>
                  <a:cubicBezTo>
                    <a:pt x="338" y="543"/>
                    <a:pt x="338" y="539"/>
                    <a:pt x="337" y="541"/>
                  </a:cubicBezTo>
                  <a:cubicBezTo>
                    <a:pt x="336" y="543"/>
                    <a:pt x="336" y="545"/>
                    <a:pt x="334" y="545"/>
                  </a:cubicBezTo>
                  <a:cubicBezTo>
                    <a:pt x="332" y="546"/>
                    <a:pt x="333" y="544"/>
                    <a:pt x="331" y="544"/>
                  </a:cubicBezTo>
                  <a:cubicBezTo>
                    <a:pt x="328" y="545"/>
                    <a:pt x="332" y="546"/>
                    <a:pt x="332" y="546"/>
                  </a:cubicBezTo>
                  <a:cubicBezTo>
                    <a:pt x="331" y="547"/>
                    <a:pt x="330" y="547"/>
                    <a:pt x="329" y="548"/>
                  </a:cubicBezTo>
                  <a:cubicBezTo>
                    <a:pt x="327" y="550"/>
                    <a:pt x="324" y="551"/>
                    <a:pt x="322" y="553"/>
                  </a:cubicBezTo>
                  <a:cubicBezTo>
                    <a:pt x="320" y="555"/>
                    <a:pt x="319" y="556"/>
                    <a:pt x="317" y="558"/>
                  </a:cubicBezTo>
                  <a:cubicBezTo>
                    <a:pt x="318" y="558"/>
                    <a:pt x="318" y="558"/>
                    <a:pt x="318" y="558"/>
                  </a:cubicBezTo>
                  <a:cubicBezTo>
                    <a:pt x="316" y="559"/>
                    <a:pt x="314" y="562"/>
                    <a:pt x="313" y="564"/>
                  </a:cubicBezTo>
                  <a:cubicBezTo>
                    <a:pt x="313" y="564"/>
                    <a:pt x="309" y="568"/>
                    <a:pt x="309" y="569"/>
                  </a:cubicBezTo>
                  <a:cubicBezTo>
                    <a:pt x="306" y="573"/>
                    <a:pt x="302" y="577"/>
                    <a:pt x="298" y="581"/>
                  </a:cubicBezTo>
                  <a:cubicBezTo>
                    <a:pt x="291" y="588"/>
                    <a:pt x="282" y="595"/>
                    <a:pt x="275" y="599"/>
                  </a:cubicBezTo>
                  <a:cubicBezTo>
                    <a:pt x="272" y="601"/>
                    <a:pt x="270" y="604"/>
                    <a:pt x="267" y="601"/>
                  </a:cubicBezTo>
                  <a:cubicBezTo>
                    <a:pt x="266" y="600"/>
                    <a:pt x="267" y="598"/>
                    <a:pt x="266" y="597"/>
                  </a:cubicBezTo>
                  <a:cubicBezTo>
                    <a:pt x="265" y="595"/>
                    <a:pt x="263" y="595"/>
                    <a:pt x="262" y="594"/>
                  </a:cubicBezTo>
                  <a:cubicBezTo>
                    <a:pt x="258" y="592"/>
                    <a:pt x="253" y="580"/>
                    <a:pt x="250" y="587"/>
                  </a:cubicBezTo>
                  <a:cubicBezTo>
                    <a:pt x="251" y="586"/>
                    <a:pt x="254" y="585"/>
                    <a:pt x="255" y="588"/>
                  </a:cubicBezTo>
                  <a:cubicBezTo>
                    <a:pt x="257" y="591"/>
                    <a:pt x="257" y="593"/>
                    <a:pt x="260" y="595"/>
                  </a:cubicBezTo>
                  <a:cubicBezTo>
                    <a:pt x="261" y="597"/>
                    <a:pt x="264" y="597"/>
                    <a:pt x="264" y="600"/>
                  </a:cubicBezTo>
                  <a:cubicBezTo>
                    <a:pt x="264" y="602"/>
                    <a:pt x="260" y="604"/>
                    <a:pt x="260" y="605"/>
                  </a:cubicBezTo>
                  <a:cubicBezTo>
                    <a:pt x="260" y="606"/>
                    <a:pt x="262" y="604"/>
                    <a:pt x="262" y="605"/>
                  </a:cubicBezTo>
                  <a:cubicBezTo>
                    <a:pt x="263" y="606"/>
                    <a:pt x="262" y="607"/>
                    <a:pt x="262" y="608"/>
                  </a:cubicBezTo>
                  <a:cubicBezTo>
                    <a:pt x="262" y="610"/>
                    <a:pt x="262" y="612"/>
                    <a:pt x="262" y="614"/>
                  </a:cubicBezTo>
                  <a:cubicBezTo>
                    <a:pt x="262" y="616"/>
                    <a:pt x="264" y="622"/>
                    <a:pt x="262" y="623"/>
                  </a:cubicBezTo>
                  <a:cubicBezTo>
                    <a:pt x="261" y="623"/>
                    <a:pt x="256" y="622"/>
                    <a:pt x="256" y="622"/>
                  </a:cubicBezTo>
                  <a:cubicBezTo>
                    <a:pt x="257" y="626"/>
                    <a:pt x="262" y="624"/>
                    <a:pt x="259" y="630"/>
                  </a:cubicBezTo>
                  <a:cubicBezTo>
                    <a:pt x="258" y="631"/>
                    <a:pt x="258" y="633"/>
                    <a:pt x="257" y="634"/>
                  </a:cubicBezTo>
                  <a:cubicBezTo>
                    <a:pt x="257" y="634"/>
                    <a:pt x="258" y="638"/>
                    <a:pt x="255" y="636"/>
                  </a:cubicBezTo>
                  <a:cubicBezTo>
                    <a:pt x="254" y="639"/>
                    <a:pt x="258" y="639"/>
                    <a:pt x="258" y="641"/>
                  </a:cubicBezTo>
                  <a:cubicBezTo>
                    <a:pt x="259" y="644"/>
                    <a:pt x="257" y="644"/>
                    <a:pt x="256" y="646"/>
                  </a:cubicBezTo>
                  <a:cubicBezTo>
                    <a:pt x="256" y="646"/>
                    <a:pt x="258" y="645"/>
                    <a:pt x="258" y="645"/>
                  </a:cubicBezTo>
                  <a:cubicBezTo>
                    <a:pt x="259" y="646"/>
                    <a:pt x="259" y="646"/>
                    <a:pt x="260" y="647"/>
                  </a:cubicBezTo>
                  <a:cubicBezTo>
                    <a:pt x="261" y="647"/>
                    <a:pt x="263" y="648"/>
                    <a:pt x="264" y="649"/>
                  </a:cubicBezTo>
                  <a:cubicBezTo>
                    <a:pt x="265" y="651"/>
                    <a:pt x="266" y="652"/>
                    <a:pt x="266" y="653"/>
                  </a:cubicBezTo>
                  <a:cubicBezTo>
                    <a:pt x="266" y="655"/>
                    <a:pt x="267" y="654"/>
                    <a:pt x="267" y="654"/>
                  </a:cubicBezTo>
                  <a:cubicBezTo>
                    <a:pt x="268" y="655"/>
                    <a:pt x="268" y="655"/>
                    <a:pt x="267" y="657"/>
                  </a:cubicBezTo>
                  <a:cubicBezTo>
                    <a:pt x="271" y="655"/>
                    <a:pt x="275" y="657"/>
                    <a:pt x="275" y="661"/>
                  </a:cubicBezTo>
                  <a:cubicBezTo>
                    <a:pt x="275" y="663"/>
                    <a:pt x="275" y="664"/>
                    <a:pt x="275" y="665"/>
                  </a:cubicBezTo>
                  <a:cubicBezTo>
                    <a:pt x="276" y="668"/>
                    <a:pt x="277" y="668"/>
                    <a:pt x="277" y="671"/>
                  </a:cubicBezTo>
                  <a:cubicBezTo>
                    <a:pt x="277" y="671"/>
                    <a:pt x="278" y="670"/>
                    <a:pt x="279" y="670"/>
                  </a:cubicBezTo>
                  <a:cubicBezTo>
                    <a:pt x="281" y="672"/>
                    <a:pt x="280" y="671"/>
                    <a:pt x="280" y="673"/>
                  </a:cubicBezTo>
                  <a:cubicBezTo>
                    <a:pt x="281" y="674"/>
                    <a:pt x="282" y="674"/>
                    <a:pt x="281" y="675"/>
                  </a:cubicBezTo>
                  <a:cubicBezTo>
                    <a:pt x="280" y="676"/>
                    <a:pt x="279" y="676"/>
                    <a:pt x="279" y="676"/>
                  </a:cubicBezTo>
                  <a:cubicBezTo>
                    <a:pt x="279" y="677"/>
                    <a:pt x="279" y="677"/>
                    <a:pt x="279" y="678"/>
                  </a:cubicBezTo>
                  <a:cubicBezTo>
                    <a:pt x="279" y="678"/>
                    <a:pt x="279" y="680"/>
                    <a:pt x="279" y="680"/>
                  </a:cubicBezTo>
                  <a:cubicBezTo>
                    <a:pt x="278" y="683"/>
                    <a:pt x="275" y="680"/>
                    <a:pt x="275" y="683"/>
                  </a:cubicBezTo>
                  <a:cubicBezTo>
                    <a:pt x="275" y="684"/>
                    <a:pt x="277" y="683"/>
                    <a:pt x="277" y="685"/>
                  </a:cubicBezTo>
                  <a:cubicBezTo>
                    <a:pt x="277" y="686"/>
                    <a:pt x="277" y="687"/>
                    <a:pt x="277" y="688"/>
                  </a:cubicBezTo>
                  <a:cubicBezTo>
                    <a:pt x="278" y="689"/>
                    <a:pt x="279" y="689"/>
                    <a:pt x="279" y="691"/>
                  </a:cubicBezTo>
                  <a:cubicBezTo>
                    <a:pt x="279" y="691"/>
                    <a:pt x="277" y="692"/>
                    <a:pt x="277" y="692"/>
                  </a:cubicBezTo>
                  <a:cubicBezTo>
                    <a:pt x="277" y="691"/>
                    <a:pt x="278" y="696"/>
                    <a:pt x="278" y="696"/>
                  </a:cubicBezTo>
                  <a:cubicBezTo>
                    <a:pt x="279" y="696"/>
                    <a:pt x="279" y="696"/>
                    <a:pt x="279" y="694"/>
                  </a:cubicBezTo>
                  <a:cubicBezTo>
                    <a:pt x="280" y="693"/>
                    <a:pt x="281" y="689"/>
                    <a:pt x="281" y="688"/>
                  </a:cubicBezTo>
                  <a:cubicBezTo>
                    <a:pt x="282" y="690"/>
                    <a:pt x="280" y="694"/>
                    <a:pt x="280" y="697"/>
                  </a:cubicBezTo>
                  <a:cubicBezTo>
                    <a:pt x="280" y="700"/>
                    <a:pt x="281" y="703"/>
                    <a:pt x="283" y="706"/>
                  </a:cubicBezTo>
                  <a:cubicBezTo>
                    <a:pt x="285" y="712"/>
                    <a:pt x="288" y="715"/>
                    <a:pt x="288" y="721"/>
                  </a:cubicBezTo>
                  <a:cubicBezTo>
                    <a:pt x="288" y="725"/>
                    <a:pt x="290" y="729"/>
                    <a:pt x="290" y="733"/>
                  </a:cubicBezTo>
                  <a:cubicBezTo>
                    <a:pt x="291" y="736"/>
                    <a:pt x="290" y="739"/>
                    <a:pt x="291" y="742"/>
                  </a:cubicBezTo>
                  <a:cubicBezTo>
                    <a:pt x="291" y="742"/>
                    <a:pt x="287" y="791"/>
                    <a:pt x="289" y="794"/>
                  </a:cubicBezTo>
                  <a:cubicBezTo>
                    <a:pt x="289" y="794"/>
                    <a:pt x="302" y="802"/>
                    <a:pt x="302" y="805"/>
                  </a:cubicBezTo>
                  <a:cubicBezTo>
                    <a:pt x="303" y="807"/>
                    <a:pt x="300" y="809"/>
                    <a:pt x="299" y="812"/>
                  </a:cubicBezTo>
                  <a:cubicBezTo>
                    <a:pt x="296" y="816"/>
                    <a:pt x="297" y="820"/>
                    <a:pt x="296" y="825"/>
                  </a:cubicBezTo>
                  <a:cubicBezTo>
                    <a:pt x="295" y="830"/>
                    <a:pt x="292" y="835"/>
                    <a:pt x="292" y="841"/>
                  </a:cubicBezTo>
                  <a:cubicBezTo>
                    <a:pt x="292" y="843"/>
                    <a:pt x="292" y="848"/>
                    <a:pt x="291" y="850"/>
                  </a:cubicBezTo>
                  <a:cubicBezTo>
                    <a:pt x="289" y="856"/>
                    <a:pt x="291" y="846"/>
                    <a:pt x="288" y="847"/>
                  </a:cubicBezTo>
                  <a:cubicBezTo>
                    <a:pt x="288" y="847"/>
                    <a:pt x="286" y="862"/>
                    <a:pt x="286" y="864"/>
                  </a:cubicBezTo>
                  <a:cubicBezTo>
                    <a:pt x="287" y="865"/>
                    <a:pt x="285" y="867"/>
                    <a:pt x="287" y="865"/>
                  </a:cubicBezTo>
                  <a:cubicBezTo>
                    <a:pt x="289" y="864"/>
                    <a:pt x="288" y="862"/>
                    <a:pt x="288" y="861"/>
                  </a:cubicBezTo>
                  <a:cubicBezTo>
                    <a:pt x="291" y="855"/>
                    <a:pt x="290" y="862"/>
                    <a:pt x="294" y="861"/>
                  </a:cubicBezTo>
                  <a:cubicBezTo>
                    <a:pt x="295" y="860"/>
                    <a:pt x="294" y="850"/>
                    <a:pt x="298" y="856"/>
                  </a:cubicBezTo>
                  <a:cubicBezTo>
                    <a:pt x="299" y="858"/>
                    <a:pt x="297" y="862"/>
                    <a:pt x="297" y="864"/>
                  </a:cubicBezTo>
                  <a:cubicBezTo>
                    <a:pt x="295" y="869"/>
                    <a:pt x="296" y="874"/>
                    <a:pt x="292" y="879"/>
                  </a:cubicBezTo>
                  <a:cubicBezTo>
                    <a:pt x="289" y="884"/>
                    <a:pt x="286" y="888"/>
                    <a:pt x="282" y="892"/>
                  </a:cubicBezTo>
                  <a:cubicBezTo>
                    <a:pt x="279" y="897"/>
                    <a:pt x="275" y="902"/>
                    <a:pt x="271" y="906"/>
                  </a:cubicBezTo>
                  <a:cubicBezTo>
                    <a:pt x="265" y="911"/>
                    <a:pt x="257" y="914"/>
                    <a:pt x="250" y="917"/>
                  </a:cubicBezTo>
                  <a:cubicBezTo>
                    <a:pt x="238" y="922"/>
                    <a:pt x="226" y="926"/>
                    <a:pt x="215" y="930"/>
                  </a:cubicBezTo>
                  <a:cubicBezTo>
                    <a:pt x="207" y="932"/>
                    <a:pt x="200" y="934"/>
                    <a:pt x="193" y="937"/>
                  </a:cubicBezTo>
                  <a:cubicBezTo>
                    <a:pt x="182" y="942"/>
                    <a:pt x="171" y="948"/>
                    <a:pt x="160" y="951"/>
                  </a:cubicBezTo>
                  <a:cubicBezTo>
                    <a:pt x="161" y="950"/>
                    <a:pt x="162" y="950"/>
                    <a:pt x="163" y="949"/>
                  </a:cubicBezTo>
                  <a:cubicBezTo>
                    <a:pt x="162" y="949"/>
                    <a:pt x="154" y="952"/>
                    <a:pt x="158" y="952"/>
                  </a:cubicBezTo>
                  <a:cubicBezTo>
                    <a:pt x="156" y="956"/>
                    <a:pt x="149" y="958"/>
                    <a:pt x="145" y="961"/>
                  </a:cubicBezTo>
                  <a:cubicBezTo>
                    <a:pt x="143" y="963"/>
                    <a:pt x="140" y="964"/>
                    <a:pt x="137" y="966"/>
                  </a:cubicBezTo>
                  <a:cubicBezTo>
                    <a:pt x="124" y="988"/>
                    <a:pt x="124" y="988"/>
                    <a:pt x="124" y="988"/>
                  </a:cubicBezTo>
                  <a:cubicBezTo>
                    <a:pt x="123" y="990"/>
                    <a:pt x="121" y="992"/>
                    <a:pt x="120" y="993"/>
                  </a:cubicBezTo>
                  <a:cubicBezTo>
                    <a:pt x="116" y="995"/>
                    <a:pt x="117" y="993"/>
                    <a:pt x="115" y="993"/>
                  </a:cubicBezTo>
                  <a:cubicBezTo>
                    <a:pt x="112" y="993"/>
                    <a:pt x="109" y="995"/>
                    <a:pt x="112" y="997"/>
                  </a:cubicBezTo>
                  <a:cubicBezTo>
                    <a:pt x="110" y="992"/>
                    <a:pt x="117" y="997"/>
                    <a:pt x="118" y="999"/>
                  </a:cubicBezTo>
                  <a:cubicBezTo>
                    <a:pt x="120" y="1001"/>
                    <a:pt x="121" y="1004"/>
                    <a:pt x="122" y="1006"/>
                  </a:cubicBezTo>
                  <a:cubicBezTo>
                    <a:pt x="123" y="1008"/>
                    <a:pt x="125" y="1008"/>
                    <a:pt x="127" y="1010"/>
                  </a:cubicBezTo>
                  <a:cubicBezTo>
                    <a:pt x="128" y="1011"/>
                    <a:pt x="128" y="1013"/>
                    <a:pt x="130" y="1014"/>
                  </a:cubicBezTo>
                  <a:cubicBezTo>
                    <a:pt x="133" y="1016"/>
                    <a:pt x="132" y="1014"/>
                    <a:pt x="133" y="1012"/>
                  </a:cubicBezTo>
                  <a:cubicBezTo>
                    <a:pt x="134" y="1009"/>
                    <a:pt x="133" y="1004"/>
                    <a:pt x="138" y="1002"/>
                  </a:cubicBezTo>
                  <a:cubicBezTo>
                    <a:pt x="139" y="1006"/>
                    <a:pt x="137" y="1011"/>
                    <a:pt x="136" y="1015"/>
                  </a:cubicBezTo>
                  <a:cubicBezTo>
                    <a:pt x="136" y="1020"/>
                    <a:pt x="135" y="1025"/>
                    <a:pt x="135" y="1030"/>
                  </a:cubicBezTo>
                  <a:cubicBezTo>
                    <a:pt x="134" y="1033"/>
                    <a:pt x="134" y="1037"/>
                    <a:pt x="133" y="1040"/>
                  </a:cubicBezTo>
                  <a:cubicBezTo>
                    <a:pt x="133" y="1044"/>
                    <a:pt x="131" y="1048"/>
                    <a:pt x="132" y="1051"/>
                  </a:cubicBezTo>
                  <a:cubicBezTo>
                    <a:pt x="119" y="1051"/>
                    <a:pt x="105" y="1053"/>
                    <a:pt x="93" y="1050"/>
                  </a:cubicBezTo>
                  <a:cubicBezTo>
                    <a:pt x="91" y="1050"/>
                    <a:pt x="90" y="1052"/>
                    <a:pt x="89" y="1051"/>
                  </a:cubicBezTo>
                  <a:cubicBezTo>
                    <a:pt x="86" y="1050"/>
                    <a:pt x="88" y="1042"/>
                    <a:pt x="88" y="1039"/>
                  </a:cubicBezTo>
                  <a:cubicBezTo>
                    <a:pt x="88" y="1034"/>
                    <a:pt x="89" y="1029"/>
                    <a:pt x="86" y="1024"/>
                  </a:cubicBezTo>
                  <a:cubicBezTo>
                    <a:pt x="84" y="1019"/>
                    <a:pt x="85" y="1013"/>
                    <a:pt x="87" y="1008"/>
                  </a:cubicBezTo>
                  <a:cubicBezTo>
                    <a:pt x="88" y="1006"/>
                    <a:pt x="88" y="998"/>
                    <a:pt x="87" y="997"/>
                  </a:cubicBezTo>
                  <a:cubicBezTo>
                    <a:pt x="86" y="996"/>
                    <a:pt x="84" y="996"/>
                    <a:pt x="83" y="996"/>
                  </a:cubicBezTo>
                  <a:cubicBezTo>
                    <a:pt x="80" y="995"/>
                    <a:pt x="80" y="990"/>
                    <a:pt x="79" y="988"/>
                  </a:cubicBezTo>
                  <a:cubicBezTo>
                    <a:pt x="78" y="983"/>
                    <a:pt x="81" y="979"/>
                    <a:pt x="83" y="975"/>
                  </a:cubicBezTo>
                  <a:cubicBezTo>
                    <a:pt x="84" y="974"/>
                    <a:pt x="85" y="974"/>
                    <a:pt x="84" y="972"/>
                  </a:cubicBezTo>
                  <a:cubicBezTo>
                    <a:pt x="84" y="971"/>
                    <a:pt x="84" y="970"/>
                    <a:pt x="84" y="968"/>
                  </a:cubicBezTo>
                  <a:cubicBezTo>
                    <a:pt x="84" y="967"/>
                    <a:pt x="83" y="965"/>
                    <a:pt x="83" y="964"/>
                  </a:cubicBezTo>
                  <a:cubicBezTo>
                    <a:pt x="84" y="960"/>
                    <a:pt x="85" y="956"/>
                    <a:pt x="85" y="951"/>
                  </a:cubicBezTo>
                  <a:cubicBezTo>
                    <a:pt x="86" y="941"/>
                    <a:pt x="86" y="931"/>
                    <a:pt x="86" y="921"/>
                  </a:cubicBezTo>
                  <a:cubicBezTo>
                    <a:pt x="86" y="911"/>
                    <a:pt x="89" y="901"/>
                    <a:pt x="86" y="892"/>
                  </a:cubicBezTo>
                  <a:cubicBezTo>
                    <a:pt x="85" y="888"/>
                    <a:pt x="82" y="883"/>
                    <a:pt x="81" y="879"/>
                  </a:cubicBezTo>
                  <a:cubicBezTo>
                    <a:pt x="80" y="875"/>
                    <a:pt x="81" y="871"/>
                    <a:pt x="81" y="868"/>
                  </a:cubicBezTo>
                  <a:cubicBezTo>
                    <a:pt x="81" y="862"/>
                    <a:pt x="75" y="860"/>
                    <a:pt x="73" y="855"/>
                  </a:cubicBezTo>
                  <a:cubicBezTo>
                    <a:pt x="72" y="851"/>
                    <a:pt x="72" y="847"/>
                    <a:pt x="70" y="844"/>
                  </a:cubicBezTo>
                  <a:cubicBezTo>
                    <a:pt x="69" y="840"/>
                    <a:pt x="64" y="838"/>
                    <a:pt x="63" y="834"/>
                  </a:cubicBezTo>
                  <a:cubicBezTo>
                    <a:pt x="62" y="831"/>
                    <a:pt x="63" y="827"/>
                    <a:pt x="63" y="824"/>
                  </a:cubicBezTo>
                  <a:cubicBezTo>
                    <a:pt x="65" y="809"/>
                    <a:pt x="58" y="795"/>
                    <a:pt x="55" y="781"/>
                  </a:cubicBezTo>
                  <a:cubicBezTo>
                    <a:pt x="54" y="778"/>
                    <a:pt x="50" y="767"/>
                    <a:pt x="51" y="766"/>
                  </a:cubicBezTo>
                  <a:cubicBezTo>
                    <a:pt x="55" y="763"/>
                    <a:pt x="59" y="759"/>
                    <a:pt x="63" y="755"/>
                  </a:cubicBezTo>
                  <a:cubicBezTo>
                    <a:pt x="69" y="749"/>
                    <a:pt x="75" y="743"/>
                    <a:pt x="80" y="737"/>
                  </a:cubicBezTo>
                  <a:cubicBezTo>
                    <a:pt x="87" y="730"/>
                    <a:pt x="94" y="723"/>
                    <a:pt x="101" y="715"/>
                  </a:cubicBezTo>
                  <a:cubicBezTo>
                    <a:pt x="104" y="712"/>
                    <a:pt x="107" y="709"/>
                    <a:pt x="110" y="705"/>
                  </a:cubicBezTo>
                  <a:cubicBezTo>
                    <a:pt x="114" y="702"/>
                    <a:pt x="119" y="692"/>
                    <a:pt x="124" y="698"/>
                  </a:cubicBezTo>
                  <a:cubicBezTo>
                    <a:pt x="122" y="695"/>
                    <a:pt x="120" y="692"/>
                    <a:pt x="119" y="689"/>
                  </a:cubicBezTo>
                  <a:cubicBezTo>
                    <a:pt x="119" y="688"/>
                    <a:pt x="119" y="686"/>
                    <a:pt x="118" y="685"/>
                  </a:cubicBezTo>
                  <a:cubicBezTo>
                    <a:pt x="115" y="683"/>
                    <a:pt x="122" y="678"/>
                    <a:pt x="123" y="676"/>
                  </a:cubicBezTo>
                  <a:cubicBezTo>
                    <a:pt x="129" y="668"/>
                    <a:pt x="124" y="661"/>
                    <a:pt x="125" y="653"/>
                  </a:cubicBezTo>
                  <a:cubicBezTo>
                    <a:pt x="126" y="648"/>
                    <a:pt x="129" y="647"/>
                    <a:pt x="134" y="647"/>
                  </a:cubicBezTo>
                  <a:cubicBezTo>
                    <a:pt x="137" y="647"/>
                    <a:pt x="139" y="642"/>
                    <a:pt x="141" y="639"/>
                  </a:cubicBezTo>
                  <a:cubicBezTo>
                    <a:pt x="144" y="634"/>
                    <a:pt x="149" y="631"/>
                    <a:pt x="150" y="625"/>
                  </a:cubicBezTo>
                  <a:cubicBezTo>
                    <a:pt x="150" y="623"/>
                    <a:pt x="150" y="622"/>
                    <a:pt x="151" y="620"/>
                  </a:cubicBezTo>
                  <a:cubicBezTo>
                    <a:pt x="152" y="618"/>
                    <a:pt x="153" y="618"/>
                    <a:pt x="154" y="617"/>
                  </a:cubicBezTo>
                  <a:cubicBezTo>
                    <a:pt x="155" y="615"/>
                    <a:pt x="154" y="614"/>
                    <a:pt x="156" y="613"/>
                  </a:cubicBezTo>
                  <a:cubicBezTo>
                    <a:pt x="157" y="612"/>
                    <a:pt x="158" y="614"/>
                    <a:pt x="159" y="613"/>
                  </a:cubicBezTo>
                  <a:cubicBezTo>
                    <a:pt x="160" y="611"/>
                    <a:pt x="159" y="606"/>
                    <a:pt x="160" y="604"/>
                  </a:cubicBezTo>
                  <a:cubicBezTo>
                    <a:pt x="160" y="602"/>
                    <a:pt x="160" y="601"/>
                    <a:pt x="160" y="599"/>
                  </a:cubicBezTo>
                  <a:cubicBezTo>
                    <a:pt x="161" y="597"/>
                    <a:pt x="160" y="598"/>
                    <a:pt x="159" y="596"/>
                  </a:cubicBezTo>
                  <a:cubicBezTo>
                    <a:pt x="158" y="594"/>
                    <a:pt x="157" y="596"/>
                    <a:pt x="157" y="593"/>
                  </a:cubicBezTo>
                  <a:cubicBezTo>
                    <a:pt x="157" y="592"/>
                    <a:pt x="158" y="589"/>
                    <a:pt x="155" y="589"/>
                  </a:cubicBezTo>
                  <a:cubicBezTo>
                    <a:pt x="154" y="589"/>
                    <a:pt x="151" y="595"/>
                    <a:pt x="149" y="591"/>
                  </a:cubicBezTo>
                  <a:cubicBezTo>
                    <a:pt x="147" y="589"/>
                    <a:pt x="150" y="583"/>
                    <a:pt x="150" y="580"/>
                  </a:cubicBezTo>
                  <a:cubicBezTo>
                    <a:pt x="149" y="579"/>
                    <a:pt x="150" y="579"/>
                    <a:pt x="149" y="578"/>
                  </a:cubicBezTo>
                  <a:cubicBezTo>
                    <a:pt x="148" y="576"/>
                    <a:pt x="145" y="579"/>
                    <a:pt x="146" y="576"/>
                  </a:cubicBezTo>
                  <a:cubicBezTo>
                    <a:pt x="146" y="572"/>
                    <a:pt x="147" y="571"/>
                    <a:pt x="149" y="568"/>
                  </a:cubicBezTo>
                  <a:cubicBezTo>
                    <a:pt x="151" y="565"/>
                    <a:pt x="150" y="561"/>
                    <a:pt x="151" y="558"/>
                  </a:cubicBezTo>
                  <a:cubicBezTo>
                    <a:pt x="152" y="556"/>
                    <a:pt x="153" y="555"/>
                    <a:pt x="153" y="553"/>
                  </a:cubicBezTo>
                  <a:cubicBezTo>
                    <a:pt x="152" y="552"/>
                    <a:pt x="150" y="552"/>
                    <a:pt x="150" y="550"/>
                  </a:cubicBezTo>
                  <a:cubicBezTo>
                    <a:pt x="150" y="547"/>
                    <a:pt x="144" y="550"/>
                    <a:pt x="142" y="548"/>
                  </a:cubicBezTo>
                  <a:cubicBezTo>
                    <a:pt x="142" y="548"/>
                    <a:pt x="142" y="545"/>
                    <a:pt x="142" y="544"/>
                  </a:cubicBezTo>
                  <a:cubicBezTo>
                    <a:pt x="142" y="543"/>
                    <a:pt x="143" y="543"/>
                    <a:pt x="143" y="543"/>
                  </a:cubicBezTo>
                  <a:cubicBezTo>
                    <a:pt x="143" y="542"/>
                    <a:pt x="143" y="541"/>
                    <a:pt x="143" y="540"/>
                  </a:cubicBezTo>
                  <a:cubicBezTo>
                    <a:pt x="143" y="536"/>
                    <a:pt x="142" y="536"/>
                    <a:pt x="147" y="534"/>
                  </a:cubicBezTo>
                  <a:cubicBezTo>
                    <a:pt x="148" y="534"/>
                    <a:pt x="149" y="533"/>
                    <a:pt x="150" y="533"/>
                  </a:cubicBezTo>
                  <a:cubicBezTo>
                    <a:pt x="152" y="533"/>
                    <a:pt x="153" y="534"/>
                    <a:pt x="155" y="534"/>
                  </a:cubicBezTo>
                  <a:cubicBezTo>
                    <a:pt x="159" y="532"/>
                    <a:pt x="156" y="525"/>
                    <a:pt x="155" y="523"/>
                  </a:cubicBezTo>
                  <a:cubicBezTo>
                    <a:pt x="152" y="514"/>
                    <a:pt x="160" y="517"/>
                    <a:pt x="162" y="512"/>
                  </a:cubicBezTo>
                  <a:cubicBezTo>
                    <a:pt x="162" y="511"/>
                    <a:pt x="162" y="510"/>
                    <a:pt x="162" y="509"/>
                  </a:cubicBezTo>
                  <a:cubicBezTo>
                    <a:pt x="163" y="508"/>
                    <a:pt x="164" y="508"/>
                    <a:pt x="164" y="507"/>
                  </a:cubicBezTo>
                  <a:cubicBezTo>
                    <a:pt x="165" y="504"/>
                    <a:pt x="164" y="504"/>
                    <a:pt x="162" y="502"/>
                  </a:cubicBezTo>
                  <a:cubicBezTo>
                    <a:pt x="159" y="498"/>
                    <a:pt x="161" y="499"/>
                    <a:pt x="161" y="495"/>
                  </a:cubicBezTo>
                  <a:cubicBezTo>
                    <a:pt x="162" y="493"/>
                    <a:pt x="160" y="490"/>
                    <a:pt x="160" y="488"/>
                  </a:cubicBezTo>
                  <a:cubicBezTo>
                    <a:pt x="159" y="484"/>
                    <a:pt x="160" y="482"/>
                    <a:pt x="160" y="479"/>
                  </a:cubicBezTo>
                  <a:cubicBezTo>
                    <a:pt x="161" y="478"/>
                    <a:pt x="160" y="476"/>
                    <a:pt x="160" y="475"/>
                  </a:cubicBezTo>
                  <a:cubicBezTo>
                    <a:pt x="160" y="472"/>
                    <a:pt x="161" y="472"/>
                    <a:pt x="162" y="471"/>
                  </a:cubicBezTo>
                  <a:cubicBezTo>
                    <a:pt x="164" y="468"/>
                    <a:pt x="164" y="464"/>
                    <a:pt x="165" y="460"/>
                  </a:cubicBezTo>
                  <a:cubicBezTo>
                    <a:pt x="167" y="456"/>
                    <a:pt x="163" y="457"/>
                    <a:pt x="161" y="455"/>
                  </a:cubicBezTo>
                  <a:cubicBezTo>
                    <a:pt x="158" y="450"/>
                    <a:pt x="166" y="445"/>
                    <a:pt x="165" y="440"/>
                  </a:cubicBezTo>
                  <a:cubicBezTo>
                    <a:pt x="165" y="438"/>
                    <a:pt x="163" y="439"/>
                    <a:pt x="163" y="436"/>
                  </a:cubicBezTo>
                  <a:cubicBezTo>
                    <a:pt x="163" y="434"/>
                    <a:pt x="163" y="432"/>
                    <a:pt x="163" y="431"/>
                  </a:cubicBezTo>
                  <a:cubicBezTo>
                    <a:pt x="162" y="427"/>
                    <a:pt x="160" y="423"/>
                    <a:pt x="158" y="420"/>
                  </a:cubicBezTo>
                  <a:cubicBezTo>
                    <a:pt x="156" y="417"/>
                    <a:pt x="155" y="416"/>
                    <a:pt x="156" y="414"/>
                  </a:cubicBezTo>
                  <a:cubicBezTo>
                    <a:pt x="157" y="412"/>
                    <a:pt x="160" y="410"/>
                    <a:pt x="161" y="408"/>
                  </a:cubicBezTo>
                  <a:cubicBezTo>
                    <a:pt x="163" y="405"/>
                    <a:pt x="165" y="401"/>
                    <a:pt x="161" y="400"/>
                  </a:cubicBezTo>
                  <a:cubicBezTo>
                    <a:pt x="157" y="399"/>
                    <a:pt x="151" y="403"/>
                    <a:pt x="148" y="399"/>
                  </a:cubicBezTo>
                  <a:cubicBezTo>
                    <a:pt x="147" y="397"/>
                    <a:pt x="148" y="396"/>
                    <a:pt x="148" y="394"/>
                  </a:cubicBezTo>
                  <a:cubicBezTo>
                    <a:pt x="146" y="392"/>
                    <a:pt x="141" y="390"/>
                    <a:pt x="139" y="389"/>
                  </a:cubicBezTo>
                  <a:cubicBezTo>
                    <a:pt x="135" y="388"/>
                    <a:pt x="131" y="386"/>
                    <a:pt x="128" y="385"/>
                  </a:cubicBezTo>
                  <a:cubicBezTo>
                    <a:pt x="121" y="383"/>
                    <a:pt x="115" y="384"/>
                    <a:pt x="109" y="384"/>
                  </a:cubicBezTo>
                  <a:cubicBezTo>
                    <a:pt x="106" y="383"/>
                    <a:pt x="101" y="383"/>
                    <a:pt x="100" y="381"/>
                  </a:cubicBezTo>
                  <a:cubicBezTo>
                    <a:pt x="99" y="380"/>
                    <a:pt x="100" y="378"/>
                    <a:pt x="99" y="377"/>
                  </a:cubicBezTo>
                  <a:cubicBezTo>
                    <a:pt x="98" y="376"/>
                    <a:pt x="96" y="375"/>
                    <a:pt x="94" y="373"/>
                  </a:cubicBezTo>
                  <a:cubicBezTo>
                    <a:pt x="93" y="372"/>
                    <a:pt x="90" y="368"/>
                    <a:pt x="88" y="368"/>
                  </a:cubicBezTo>
                  <a:cubicBezTo>
                    <a:pt x="85" y="368"/>
                    <a:pt x="81" y="368"/>
                    <a:pt x="78" y="367"/>
                  </a:cubicBezTo>
                  <a:cubicBezTo>
                    <a:pt x="75" y="366"/>
                    <a:pt x="72" y="365"/>
                    <a:pt x="70" y="363"/>
                  </a:cubicBezTo>
                  <a:cubicBezTo>
                    <a:pt x="67" y="361"/>
                    <a:pt x="66" y="358"/>
                    <a:pt x="64" y="357"/>
                  </a:cubicBezTo>
                  <a:cubicBezTo>
                    <a:pt x="62" y="356"/>
                    <a:pt x="56" y="354"/>
                    <a:pt x="55" y="354"/>
                  </a:cubicBezTo>
                  <a:cubicBezTo>
                    <a:pt x="52" y="355"/>
                    <a:pt x="50" y="357"/>
                    <a:pt x="48" y="358"/>
                  </a:cubicBezTo>
                  <a:cubicBezTo>
                    <a:pt x="47" y="358"/>
                    <a:pt x="47" y="360"/>
                    <a:pt x="45" y="358"/>
                  </a:cubicBezTo>
                  <a:cubicBezTo>
                    <a:pt x="43" y="357"/>
                    <a:pt x="43" y="355"/>
                    <a:pt x="40" y="355"/>
                  </a:cubicBezTo>
                  <a:cubicBezTo>
                    <a:pt x="32" y="354"/>
                    <a:pt x="24" y="355"/>
                    <a:pt x="16" y="355"/>
                  </a:cubicBezTo>
                  <a:cubicBezTo>
                    <a:pt x="15" y="355"/>
                    <a:pt x="13" y="355"/>
                    <a:pt x="11" y="355"/>
                  </a:cubicBezTo>
                  <a:cubicBezTo>
                    <a:pt x="12" y="346"/>
                    <a:pt x="13" y="336"/>
                    <a:pt x="10" y="328"/>
                  </a:cubicBezTo>
                  <a:cubicBezTo>
                    <a:pt x="9" y="325"/>
                    <a:pt x="10" y="326"/>
                    <a:pt x="10" y="323"/>
                  </a:cubicBezTo>
                  <a:cubicBezTo>
                    <a:pt x="10" y="321"/>
                    <a:pt x="9" y="319"/>
                    <a:pt x="9" y="317"/>
                  </a:cubicBezTo>
                  <a:cubicBezTo>
                    <a:pt x="10" y="312"/>
                    <a:pt x="7" y="311"/>
                    <a:pt x="4" y="308"/>
                  </a:cubicBezTo>
                  <a:cubicBezTo>
                    <a:pt x="0" y="302"/>
                    <a:pt x="2" y="295"/>
                    <a:pt x="1" y="289"/>
                  </a:cubicBezTo>
                  <a:cubicBezTo>
                    <a:pt x="11" y="288"/>
                    <a:pt x="20" y="283"/>
                    <a:pt x="29" y="279"/>
                  </a:cubicBezTo>
                  <a:cubicBezTo>
                    <a:pt x="37" y="276"/>
                    <a:pt x="45" y="274"/>
                    <a:pt x="53" y="272"/>
                  </a:cubicBezTo>
                  <a:cubicBezTo>
                    <a:pt x="65" y="270"/>
                    <a:pt x="76" y="267"/>
                    <a:pt x="87" y="261"/>
                  </a:cubicBezTo>
                  <a:cubicBezTo>
                    <a:pt x="90" y="259"/>
                    <a:pt x="93" y="258"/>
                    <a:pt x="96" y="258"/>
                  </a:cubicBezTo>
                  <a:cubicBezTo>
                    <a:pt x="100" y="257"/>
                    <a:pt x="104" y="254"/>
                    <a:pt x="108" y="253"/>
                  </a:cubicBezTo>
                  <a:cubicBezTo>
                    <a:pt x="114" y="252"/>
                    <a:pt x="120" y="249"/>
                    <a:pt x="127" y="247"/>
                  </a:cubicBezTo>
                  <a:cubicBezTo>
                    <a:pt x="144" y="243"/>
                    <a:pt x="160" y="236"/>
                    <a:pt x="176" y="230"/>
                  </a:cubicBezTo>
                  <a:cubicBezTo>
                    <a:pt x="180" y="228"/>
                    <a:pt x="187" y="225"/>
                    <a:pt x="189" y="232"/>
                  </a:cubicBezTo>
                  <a:cubicBezTo>
                    <a:pt x="190" y="235"/>
                    <a:pt x="188" y="236"/>
                    <a:pt x="190" y="239"/>
                  </a:cubicBezTo>
                  <a:cubicBezTo>
                    <a:pt x="192" y="241"/>
                    <a:pt x="193" y="243"/>
                    <a:pt x="195" y="245"/>
                  </a:cubicBezTo>
                  <a:cubicBezTo>
                    <a:pt x="196" y="247"/>
                    <a:pt x="196" y="250"/>
                    <a:pt x="198" y="252"/>
                  </a:cubicBezTo>
                  <a:cubicBezTo>
                    <a:pt x="201" y="255"/>
                    <a:pt x="205" y="257"/>
                    <a:pt x="207" y="261"/>
                  </a:cubicBezTo>
                  <a:cubicBezTo>
                    <a:pt x="208" y="262"/>
                    <a:pt x="207" y="264"/>
                    <a:pt x="209" y="264"/>
                  </a:cubicBezTo>
                  <a:cubicBezTo>
                    <a:pt x="211" y="265"/>
                    <a:pt x="211" y="262"/>
                    <a:pt x="211" y="261"/>
                  </a:cubicBezTo>
                  <a:cubicBezTo>
                    <a:pt x="212" y="256"/>
                    <a:pt x="214" y="260"/>
                    <a:pt x="217" y="260"/>
                  </a:cubicBezTo>
                  <a:cubicBezTo>
                    <a:pt x="221" y="261"/>
                    <a:pt x="222" y="258"/>
                    <a:pt x="224" y="257"/>
                  </a:cubicBezTo>
                  <a:cubicBezTo>
                    <a:pt x="227" y="256"/>
                    <a:pt x="230" y="259"/>
                    <a:pt x="233" y="258"/>
                  </a:cubicBezTo>
                  <a:cubicBezTo>
                    <a:pt x="235" y="257"/>
                    <a:pt x="236" y="255"/>
                    <a:pt x="240" y="255"/>
                  </a:cubicBezTo>
                  <a:cubicBezTo>
                    <a:pt x="243" y="254"/>
                    <a:pt x="245" y="253"/>
                    <a:pt x="248" y="252"/>
                  </a:cubicBezTo>
                  <a:cubicBezTo>
                    <a:pt x="251" y="251"/>
                    <a:pt x="252" y="251"/>
                    <a:pt x="254" y="254"/>
                  </a:cubicBezTo>
                  <a:cubicBezTo>
                    <a:pt x="256" y="257"/>
                    <a:pt x="257" y="259"/>
                    <a:pt x="259" y="262"/>
                  </a:cubicBezTo>
                  <a:cubicBezTo>
                    <a:pt x="262" y="266"/>
                    <a:pt x="261" y="270"/>
                    <a:pt x="262" y="275"/>
                  </a:cubicBezTo>
                  <a:cubicBezTo>
                    <a:pt x="263" y="278"/>
                    <a:pt x="263" y="280"/>
                    <a:pt x="263" y="283"/>
                  </a:cubicBezTo>
                  <a:cubicBezTo>
                    <a:pt x="263" y="286"/>
                    <a:pt x="265" y="289"/>
                    <a:pt x="264" y="292"/>
                  </a:cubicBezTo>
                  <a:cubicBezTo>
                    <a:pt x="262" y="295"/>
                    <a:pt x="261" y="301"/>
                    <a:pt x="263" y="304"/>
                  </a:cubicBezTo>
                  <a:cubicBezTo>
                    <a:pt x="265" y="309"/>
                    <a:pt x="261" y="310"/>
                    <a:pt x="259" y="313"/>
                  </a:cubicBezTo>
                  <a:cubicBezTo>
                    <a:pt x="258" y="315"/>
                    <a:pt x="257" y="318"/>
                    <a:pt x="255" y="320"/>
                  </a:cubicBezTo>
                  <a:cubicBezTo>
                    <a:pt x="253" y="323"/>
                    <a:pt x="254" y="325"/>
                    <a:pt x="253" y="329"/>
                  </a:cubicBezTo>
                  <a:cubicBezTo>
                    <a:pt x="253" y="332"/>
                    <a:pt x="251" y="335"/>
                    <a:pt x="249" y="337"/>
                  </a:cubicBezTo>
                  <a:cubicBezTo>
                    <a:pt x="247" y="340"/>
                    <a:pt x="243" y="339"/>
                    <a:pt x="242" y="344"/>
                  </a:cubicBezTo>
                  <a:cubicBezTo>
                    <a:pt x="241" y="348"/>
                    <a:pt x="244" y="349"/>
                    <a:pt x="246" y="352"/>
                  </a:cubicBezTo>
                  <a:cubicBezTo>
                    <a:pt x="248" y="354"/>
                    <a:pt x="250" y="356"/>
                    <a:pt x="251" y="358"/>
                  </a:cubicBezTo>
                  <a:cubicBezTo>
                    <a:pt x="253" y="361"/>
                    <a:pt x="250" y="364"/>
                    <a:pt x="251" y="367"/>
                  </a:cubicBezTo>
                  <a:cubicBezTo>
                    <a:pt x="251" y="371"/>
                    <a:pt x="253" y="372"/>
                    <a:pt x="256" y="374"/>
                  </a:cubicBezTo>
                  <a:cubicBezTo>
                    <a:pt x="260" y="375"/>
                    <a:pt x="259" y="377"/>
                    <a:pt x="261" y="380"/>
                  </a:cubicBezTo>
                  <a:cubicBezTo>
                    <a:pt x="263" y="383"/>
                    <a:pt x="266" y="385"/>
                    <a:pt x="268" y="387"/>
                  </a:cubicBezTo>
                  <a:cubicBezTo>
                    <a:pt x="270" y="389"/>
                    <a:pt x="272" y="392"/>
                    <a:pt x="274" y="394"/>
                  </a:cubicBezTo>
                  <a:cubicBezTo>
                    <a:pt x="276" y="395"/>
                    <a:pt x="276" y="397"/>
                    <a:pt x="277" y="398"/>
                  </a:cubicBezTo>
                  <a:cubicBezTo>
                    <a:pt x="279" y="399"/>
                    <a:pt x="279" y="400"/>
                    <a:pt x="280" y="402"/>
                  </a:cubicBezTo>
                  <a:cubicBezTo>
                    <a:pt x="281" y="403"/>
                    <a:pt x="284" y="405"/>
                    <a:pt x="285" y="406"/>
                  </a:cubicBezTo>
                  <a:cubicBezTo>
                    <a:pt x="286" y="407"/>
                    <a:pt x="288" y="408"/>
                    <a:pt x="290" y="408"/>
                  </a:cubicBezTo>
                  <a:cubicBezTo>
                    <a:pt x="294" y="407"/>
                    <a:pt x="294" y="412"/>
                    <a:pt x="293" y="415"/>
                  </a:cubicBezTo>
                  <a:cubicBezTo>
                    <a:pt x="292" y="417"/>
                    <a:pt x="289" y="418"/>
                    <a:pt x="287" y="420"/>
                  </a:cubicBezTo>
                  <a:cubicBezTo>
                    <a:pt x="284" y="427"/>
                    <a:pt x="306" y="432"/>
                    <a:pt x="302" y="422"/>
                  </a:cubicBezTo>
                  <a:cubicBezTo>
                    <a:pt x="302" y="421"/>
                    <a:pt x="303" y="420"/>
                    <a:pt x="303" y="419"/>
                  </a:cubicBezTo>
                  <a:cubicBezTo>
                    <a:pt x="302" y="418"/>
                    <a:pt x="301" y="417"/>
                    <a:pt x="301" y="417"/>
                  </a:cubicBezTo>
                  <a:cubicBezTo>
                    <a:pt x="300" y="413"/>
                    <a:pt x="303" y="411"/>
                    <a:pt x="303" y="408"/>
                  </a:cubicBezTo>
                  <a:cubicBezTo>
                    <a:pt x="303" y="405"/>
                    <a:pt x="302" y="400"/>
                    <a:pt x="300" y="398"/>
                  </a:cubicBezTo>
                  <a:cubicBezTo>
                    <a:pt x="297" y="395"/>
                    <a:pt x="291" y="392"/>
                    <a:pt x="295" y="389"/>
                  </a:cubicBezTo>
                  <a:cubicBezTo>
                    <a:pt x="299" y="386"/>
                    <a:pt x="301" y="382"/>
                    <a:pt x="302" y="378"/>
                  </a:cubicBezTo>
                  <a:cubicBezTo>
                    <a:pt x="303" y="376"/>
                    <a:pt x="302" y="372"/>
                    <a:pt x="303" y="370"/>
                  </a:cubicBezTo>
                  <a:cubicBezTo>
                    <a:pt x="304" y="368"/>
                    <a:pt x="308" y="365"/>
                    <a:pt x="310" y="364"/>
                  </a:cubicBezTo>
                  <a:cubicBezTo>
                    <a:pt x="311" y="363"/>
                    <a:pt x="313" y="363"/>
                    <a:pt x="315" y="363"/>
                  </a:cubicBezTo>
                  <a:cubicBezTo>
                    <a:pt x="316" y="364"/>
                    <a:pt x="316" y="365"/>
                    <a:pt x="317" y="366"/>
                  </a:cubicBezTo>
                  <a:cubicBezTo>
                    <a:pt x="318" y="366"/>
                    <a:pt x="319" y="364"/>
                    <a:pt x="320" y="364"/>
                  </a:cubicBezTo>
                  <a:cubicBezTo>
                    <a:pt x="323" y="363"/>
                    <a:pt x="326" y="363"/>
                    <a:pt x="328" y="362"/>
                  </a:cubicBezTo>
                  <a:cubicBezTo>
                    <a:pt x="334" y="360"/>
                    <a:pt x="335" y="358"/>
                    <a:pt x="335" y="353"/>
                  </a:cubicBezTo>
                  <a:cubicBezTo>
                    <a:pt x="336" y="338"/>
                    <a:pt x="341" y="324"/>
                    <a:pt x="338" y="309"/>
                  </a:cubicBezTo>
                  <a:cubicBezTo>
                    <a:pt x="336" y="302"/>
                    <a:pt x="338" y="298"/>
                    <a:pt x="341" y="291"/>
                  </a:cubicBezTo>
                  <a:cubicBezTo>
                    <a:pt x="342" y="289"/>
                    <a:pt x="343" y="287"/>
                    <a:pt x="343" y="286"/>
                  </a:cubicBezTo>
                  <a:cubicBezTo>
                    <a:pt x="344" y="283"/>
                    <a:pt x="342" y="282"/>
                    <a:pt x="342" y="279"/>
                  </a:cubicBezTo>
                  <a:cubicBezTo>
                    <a:pt x="342" y="275"/>
                    <a:pt x="343" y="270"/>
                    <a:pt x="341" y="267"/>
                  </a:cubicBezTo>
                  <a:cubicBezTo>
                    <a:pt x="338" y="264"/>
                    <a:pt x="336" y="261"/>
                    <a:pt x="334" y="258"/>
                  </a:cubicBezTo>
                  <a:cubicBezTo>
                    <a:pt x="330" y="252"/>
                    <a:pt x="325" y="246"/>
                    <a:pt x="321" y="239"/>
                  </a:cubicBezTo>
                  <a:cubicBezTo>
                    <a:pt x="317" y="233"/>
                    <a:pt x="312" y="227"/>
                    <a:pt x="307" y="221"/>
                  </a:cubicBezTo>
                  <a:cubicBezTo>
                    <a:pt x="303" y="216"/>
                    <a:pt x="300" y="209"/>
                    <a:pt x="295" y="205"/>
                  </a:cubicBezTo>
                  <a:cubicBezTo>
                    <a:pt x="292" y="202"/>
                    <a:pt x="289" y="199"/>
                    <a:pt x="286" y="197"/>
                  </a:cubicBezTo>
                  <a:cubicBezTo>
                    <a:pt x="283" y="194"/>
                    <a:pt x="284" y="193"/>
                    <a:pt x="283" y="190"/>
                  </a:cubicBezTo>
                  <a:cubicBezTo>
                    <a:pt x="283" y="187"/>
                    <a:pt x="283" y="188"/>
                    <a:pt x="282" y="186"/>
                  </a:cubicBezTo>
                  <a:cubicBezTo>
                    <a:pt x="281" y="184"/>
                    <a:pt x="279" y="184"/>
                    <a:pt x="280" y="181"/>
                  </a:cubicBezTo>
                  <a:cubicBezTo>
                    <a:pt x="280" y="177"/>
                    <a:pt x="281" y="171"/>
                    <a:pt x="281" y="167"/>
                  </a:cubicBezTo>
                  <a:cubicBezTo>
                    <a:pt x="280" y="164"/>
                    <a:pt x="277" y="161"/>
                    <a:pt x="278" y="159"/>
                  </a:cubicBezTo>
                  <a:cubicBezTo>
                    <a:pt x="278" y="154"/>
                    <a:pt x="281" y="150"/>
                    <a:pt x="282" y="145"/>
                  </a:cubicBezTo>
                  <a:cubicBezTo>
                    <a:pt x="282" y="141"/>
                    <a:pt x="279" y="139"/>
                    <a:pt x="279" y="135"/>
                  </a:cubicBezTo>
                  <a:cubicBezTo>
                    <a:pt x="279" y="132"/>
                    <a:pt x="276" y="131"/>
                    <a:pt x="275" y="128"/>
                  </a:cubicBezTo>
                  <a:cubicBezTo>
                    <a:pt x="275" y="125"/>
                    <a:pt x="275" y="121"/>
                    <a:pt x="275" y="119"/>
                  </a:cubicBezTo>
                  <a:cubicBezTo>
                    <a:pt x="276" y="115"/>
                    <a:pt x="275" y="110"/>
                    <a:pt x="278" y="107"/>
                  </a:cubicBezTo>
                  <a:cubicBezTo>
                    <a:pt x="280" y="106"/>
                    <a:pt x="284" y="104"/>
                    <a:pt x="286" y="101"/>
                  </a:cubicBezTo>
                  <a:cubicBezTo>
                    <a:pt x="288" y="99"/>
                    <a:pt x="289" y="93"/>
                    <a:pt x="290" y="89"/>
                  </a:cubicBezTo>
                  <a:cubicBezTo>
                    <a:pt x="292" y="85"/>
                    <a:pt x="293" y="79"/>
                    <a:pt x="292" y="75"/>
                  </a:cubicBezTo>
                  <a:cubicBezTo>
                    <a:pt x="292" y="71"/>
                    <a:pt x="292" y="71"/>
                    <a:pt x="297" y="71"/>
                  </a:cubicBezTo>
                  <a:cubicBezTo>
                    <a:pt x="303" y="71"/>
                    <a:pt x="308" y="71"/>
                    <a:pt x="314" y="71"/>
                  </a:cubicBezTo>
                  <a:cubicBezTo>
                    <a:pt x="317" y="71"/>
                    <a:pt x="320" y="72"/>
                    <a:pt x="323" y="72"/>
                  </a:cubicBezTo>
                  <a:cubicBezTo>
                    <a:pt x="324" y="72"/>
                    <a:pt x="324" y="71"/>
                    <a:pt x="325" y="71"/>
                  </a:cubicBezTo>
                  <a:cubicBezTo>
                    <a:pt x="325" y="71"/>
                    <a:pt x="325" y="73"/>
                    <a:pt x="326" y="73"/>
                  </a:cubicBezTo>
                  <a:cubicBezTo>
                    <a:pt x="328" y="73"/>
                    <a:pt x="332" y="73"/>
                    <a:pt x="334" y="71"/>
                  </a:cubicBezTo>
                  <a:cubicBezTo>
                    <a:pt x="337" y="69"/>
                    <a:pt x="336" y="67"/>
                    <a:pt x="339" y="65"/>
                  </a:cubicBezTo>
                  <a:cubicBezTo>
                    <a:pt x="340" y="64"/>
                    <a:pt x="341" y="64"/>
                    <a:pt x="342" y="63"/>
                  </a:cubicBezTo>
                  <a:cubicBezTo>
                    <a:pt x="344" y="62"/>
                    <a:pt x="344" y="61"/>
                    <a:pt x="346" y="61"/>
                  </a:cubicBezTo>
                  <a:cubicBezTo>
                    <a:pt x="347" y="61"/>
                    <a:pt x="350" y="61"/>
                    <a:pt x="351" y="62"/>
                  </a:cubicBezTo>
                  <a:cubicBezTo>
                    <a:pt x="353" y="63"/>
                    <a:pt x="352" y="64"/>
                    <a:pt x="353" y="65"/>
                  </a:cubicBezTo>
                  <a:cubicBezTo>
                    <a:pt x="355" y="68"/>
                    <a:pt x="364" y="68"/>
                    <a:pt x="365" y="73"/>
                  </a:cubicBezTo>
                  <a:cubicBezTo>
                    <a:pt x="367" y="77"/>
                    <a:pt x="364" y="78"/>
                    <a:pt x="368" y="79"/>
                  </a:cubicBezTo>
                  <a:cubicBezTo>
                    <a:pt x="371" y="80"/>
                    <a:pt x="374" y="79"/>
                    <a:pt x="377" y="78"/>
                  </a:cubicBezTo>
                  <a:cubicBezTo>
                    <a:pt x="379" y="78"/>
                    <a:pt x="381" y="78"/>
                    <a:pt x="383" y="78"/>
                  </a:cubicBezTo>
                  <a:cubicBezTo>
                    <a:pt x="386" y="78"/>
                    <a:pt x="384" y="79"/>
                    <a:pt x="386" y="80"/>
                  </a:cubicBezTo>
                  <a:cubicBezTo>
                    <a:pt x="389" y="82"/>
                    <a:pt x="391" y="80"/>
                    <a:pt x="395" y="80"/>
                  </a:cubicBezTo>
                  <a:cubicBezTo>
                    <a:pt x="399" y="79"/>
                    <a:pt x="402" y="70"/>
                    <a:pt x="406" y="71"/>
                  </a:cubicBezTo>
                  <a:cubicBezTo>
                    <a:pt x="408" y="71"/>
                    <a:pt x="410" y="72"/>
                    <a:pt x="412" y="72"/>
                  </a:cubicBezTo>
                  <a:cubicBezTo>
                    <a:pt x="413" y="72"/>
                    <a:pt x="417" y="71"/>
                    <a:pt x="417" y="71"/>
                  </a:cubicBezTo>
                  <a:cubicBezTo>
                    <a:pt x="419" y="71"/>
                    <a:pt x="420" y="75"/>
                    <a:pt x="422" y="76"/>
                  </a:cubicBezTo>
                  <a:cubicBezTo>
                    <a:pt x="424" y="78"/>
                    <a:pt x="427" y="78"/>
                    <a:pt x="430" y="78"/>
                  </a:cubicBezTo>
                  <a:cubicBezTo>
                    <a:pt x="431" y="79"/>
                    <a:pt x="433" y="78"/>
                    <a:pt x="434" y="78"/>
                  </a:cubicBezTo>
                  <a:cubicBezTo>
                    <a:pt x="436" y="79"/>
                    <a:pt x="436" y="79"/>
                    <a:pt x="438" y="80"/>
                  </a:cubicBezTo>
                  <a:cubicBezTo>
                    <a:pt x="443" y="81"/>
                    <a:pt x="443" y="80"/>
                    <a:pt x="446" y="77"/>
                  </a:cubicBezTo>
                  <a:cubicBezTo>
                    <a:pt x="449" y="75"/>
                    <a:pt x="452" y="76"/>
                    <a:pt x="455" y="75"/>
                  </a:cubicBezTo>
                  <a:cubicBezTo>
                    <a:pt x="457" y="74"/>
                    <a:pt x="459" y="72"/>
                    <a:pt x="461" y="71"/>
                  </a:cubicBezTo>
                  <a:cubicBezTo>
                    <a:pt x="464" y="69"/>
                    <a:pt x="464" y="69"/>
                    <a:pt x="465" y="66"/>
                  </a:cubicBezTo>
                  <a:cubicBezTo>
                    <a:pt x="466" y="62"/>
                    <a:pt x="467" y="55"/>
                    <a:pt x="471" y="53"/>
                  </a:cubicBezTo>
                  <a:cubicBezTo>
                    <a:pt x="474" y="52"/>
                    <a:pt x="481" y="50"/>
                    <a:pt x="484" y="50"/>
                  </a:cubicBezTo>
                  <a:cubicBezTo>
                    <a:pt x="485" y="51"/>
                    <a:pt x="487" y="52"/>
                    <a:pt x="488" y="52"/>
                  </a:cubicBezTo>
                  <a:cubicBezTo>
                    <a:pt x="490" y="52"/>
                    <a:pt x="491" y="51"/>
                    <a:pt x="493" y="53"/>
                  </a:cubicBezTo>
                  <a:cubicBezTo>
                    <a:pt x="495" y="54"/>
                    <a:pt x="496" y="56"/>
                    <a:pt x="498" y="58"/>
                  </a:cubicBezTo>
                  <a:cubicBezTo>
                    <a:pt x="500" y="59"/>
                    <a:pt x="502" y="59"/>
                    <a:pt x="504" y="60"/>
                  </a:cubicBezTo>
                  <a:cubicBezTo>
                    <a:pt x="507" y="61"/>
                    <a:pt x="510" y="57"/>
                    <a:pt x="512" y="55"/>
                  </a:cubicBezTo>
                  <a:cubicBezTo>
                    <a:pt x="514" y="53"/>
                    <a:pt x="516" y="51"/>
                    <a:pt x="518" y="51"/>
                  </a:cubicBezTo>
                  <a:cubicBezTo>
                    <a:pt x="520" y="50"/>
                    <a:pt x="522" y="51"/>
                    <a:pt x="524" y="50"/>
                  </a:cubicBezTo>
                  <a:cubicBezTo>
                    <a:pt x="527" y="49"/>
                    <a:pt x="529" y="46"/>
                    <a:pt x="532" y="45"/>
                  </a:cubicBezTo>
                  <a:cubicBezTo>
                    <a:pt x="535" y="44"/>
                    <a:pt x="539" y="45"/>
                    <a:pt x="542" y="44"/>
                  </a:cubicBezTo>
                  <a:cubicBezTo>
                    <a:pt x="546" y="43"/>
                    <a:pt x="547" y="45"/>
                    <a:pt x="550" y="45"/>
                  </a:cubicBezTo>
                  <a:cubicBezTo>
                    <a:pt x="556" y="45"/>
                    <a:pt x="562" y="37"/>
                    <a:pt x="566" y="35"/>
                  </a:cubicBezTo>
                  <a:cubicBezTo>
                    <a:pt x="573" y="31"/>
                    <a:pt x="581" y="30"/>
                    <a:pt x="587" y="26"/>
                  </a:cubicBezTo>
                  <a:cubicBezTo>
                    <a:pt x="590" y="24"/>
                    <a:pt x="593" y="23"/>
                    <a:pt x="595" y="22"/>
                  </a:cubicBezTo>
                  <a:cubicBezTo>
                    <a:pt x="598" y="21"/>
                    <a:pt x="599" y="20"/>
                    <a:pt x="601" y="18"/>
                  </a:cubicBezTo>
                  <a:cubicBezTo>
                    <a:pt x="605" y="15"/>
                    <a:pt x="609" y="11"/>
                    <a:pt x="612" y="9"/>
                  </a:cubicBezTo>
                  <a:cubicBezTo>
                    <a:pt x="616" y="6"/>
                    <a:pt x="623" y="6"/>
                    <a:pt x="625" y="1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6" name="Freeform 107">
              <a:extLst>
                <a:ext uri="{FF2B5EF4-FFF2-40B4-BE49-F238E27FC236}">
                  <a16:creationId xmlns:a16="http://schemas.microsoft.com/office/drawing/2014/main" id="{DE6785A2-5087-4D8B-B846-EED4739EE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5063" y="3949700"/>
              <a:ext cx="803275" cy="706438"/>
            </a:xfrm>
            <a:custGeom>
              <a:avLst/>
              <a:gdLst>
                <a:gd name="T0" fmla="*/ 517 w 711"/>
                <a:gd name="T1" fmla="*/ 419 h 625"/>
                <a:gd name="T2" fmla="*/ 628 w 711"/>
                <a:gd name="T3" fmla="*/ 382 h 625"/>
                <a:gd name="T4" fmla="*/ 662 w 711"/>
                <a:gd name="T5" fmla="*/ 363 h 625"/>
                <a:gd name="T6" fmla="*/ 651 w 711"/>
                <a:gd name="T7" fmla="*/ 348 h 625"/>
                <a:gd name="T8" fmla="*/ 660 w 711"/>
                <a:gd name="T9" fmla="*/ 327 h 625"/>
                <a:gd name="T10" fmla="*/ 663 w 711"/>
                <a:gd name="T11" fmla="*/ 293 h 625"/>
                <a:gd name="T12" fmla="*/ 683 w 711"/>
                <a:gd name="T13" fmla="*/ 276 h 625"/>
                <a:gd name="T14" fmla="*/ 693 w 711"/>
                <a:gd name="T15" fmla="*/ 263 h 625"/>
                <a:gd name="T16" fmla="*/ 681 w 711"/>
                <a:gd name="T17" fmla="*/ 213 h 625"/>
                <a:gd name="T18" fmla="*/ 691 w 711"/>
                <a:gd name="T19" fmla="*/ 191 h 625"/>
                <a:gd name="T20" fmla="*/ 693 w 711"/>
                <a:gd name="T21" fmla="*/ 165 h 625"/>
                <a:gd name="T22" fmla="*/ 691 w 711"/>
                <a:gd name="T23" fmla="*/ 120 h 625"/>
                <a:gd name="T24" fmla="*/ 673 w 711"/>
                <a:gd name="T25" fmla="*/ 90 h 625"/>
                <a:gd name="T26" fmla="*/ 662 w 711"/>
                <a:gd name="T27" fmla="*/ 74 h 625"/>
                <a:gd name="T28" fmla="*/ 639 w 711"/>
                <a:gd name="T29" fmla="*/ 63 h 625"/>
                <a:gd name="T30" fmla="*/ 604 w 711"/>
                <a:gd name="T31" fmla="*/ 44 h 625"/>
                <a:gd name="T32" fmla="*/ 572 w 711"/>
                <a:gd name="T33" fmla="*/ 24 h 625"/>
                <a:gd name="T34" fmla="*/ 556 w 711"/>
                <a:gd name="T35" fmla="*/ 33 h 625"/>
                <a:gd name="T36" fmla="*/ 529 w 711"/>
                <a:gd name="T37" fmla="*/ 16 h 625"/>
                <a:gd name="T38" fmla="*/ 521 w 711"/>
                <a:gd name="T39" fmla="*/ 18 h 625"/>
                <a:gd name="T40" fmla="*/ 418 w 711"/>
                <a:gd name="T41" fmla="*/ 41 h 625"/>
                <a:gd name="T42" fmla="*/ 400 w 711"/>
                <a:gd name="T43" fmla="*/ 80 h 625"/>
                <a:gd name="T44" fmla="*/ 404 w 711"/>
                <a:gd name="T45" fmla="*/ 115 h 625"/>
                <a:gd name="T46" fmla="*/ 405 w 711"/>
                <a:gd name="T47" fmla="*/ 149 h 625"/>
                <a:gd name="T48" fmla="*/ 398 w 711"/>
                <a:gd name="T49" fmla="*/ 174 h 625"/>
                <a:gd name="T50" fmla="*/ 387 w 711"/>
                <a:gd name="T51" fmla="*/ 209 h 625"/>
                <a:gd name="T52" fmla="*/ 410 w 711"/>
                <a:gd name="T53" fmla="*/ 242 h 625"/>
                <a:gd name="T54" fmla="*/ 427 w 711"/>
                <a:gd name="T55" fmla="*/ 267 h 625"/>
                <a:gd name="T56" fmla="*/ 445 w 711"/>
                <a:gd name="T57" fmla="*/ 268 h 625"/>
                <a:gd name="T58" fmla="*/ 458 w 711"/>
                <a:gd name="T59" fmla="*/ 255 h 625"/>
                <a:gd name="T60" fmla="*/ 473 w 711"/>
                <a:gd name="T61" fmla="*/ 298 h 625"/>
                <a:gd name="T62" fmla="*/ 464 w 711"/>
                <a:gd name="T63" fmla="*/ 326 h 625"/>
                <a:gd name="T64" fmla="*/ 436 w 711"/>
                <a:gd name="T65" fmla="*/ 333 h 625"/>
                <a:gd name="T66" fmla="*/ 416 w 711"/>
                <a:gd name="T67" fmla="*/ 315 h 625"/>
                <a:gd name="T68" fmla="*/ 397 w 711"/>
                <a:gd name="T69" fmla="*/ 298 h 625"/>
                <a:gd name="T70" fmla="*/ 385 w 711"/>
                <a:gd name="T71" fmla="*/ 271 h 625"/>
                <a:gd name="T72" fmla="*/ 362 w 711"/>
                <a:gd name="T73" fmla="*/ 265 h 625"/>
                <a:gd name="T74" fmla="*/ 335 w 711"/>
                <a:gd name="T75" fmla="*/ 250 h 625"/>
                <a:gd name="T76" fmla="*/ 306 w 711"/>
                <a:gd name="T77" fmla="*/ 218 h 625"/>
                <a:gd name="T78" fmla="*/ 287 w 711"/>
                <a:gd name="T79" fmla="*/ 243 h 625"/>
                <a:gd name="T80" fmla="*/ 257 w 711"/>
                <a:gd name="T81" fmla="*/ 236 h 625"/>
                <a:gd name="T82" fmla="*/ 224 w 711"/>
                <a:gd name="T83" fmla="*/ 225 h 625"/>
                <a:gd name="T84" fmla="*/ 202 w 711"/>
                <a:gd name="T85" fmla="*/ 201 h 625"/>
                <a:gd name="T86" fmla="*/ 188 w 711"/>
                <a:gd name="T87" fmla="*/ 195 h 625"/>
                <a:gd name="T88" fmla="*/ 159 w 711"/>
                <a:gd name="T89" fmla="*/ 206 h 625"/>
                <a:gd name="T90" fmla="*/ 147 w 711"/>
                <a:gd name="T91" fmla="*/ 184 h 625"/>
                <a:gd name="T92" fmla="*/ 126 w 711"/>
                <a:gd name="T93" fmla="*/ 170 h 625"/>
                <a:gd name="T94" fmla="*/ 127 w 711"/>
                <a:gd name="T95" fmla="*/ 207 h 625"/>
                <a:gd name="T96" fmla="*/ 127 w 711"/>
                <a:gd name="T97" fmla="*/ 261 h 625"/>
                <a:gd name="T98" fmla="*/ 123 w 711"/>
                <a:gd name="T99" fmla="*/ 306 h 625"/>
                <a:gd name="T100" fmla="*/ 3 w 711"/>
                <a:gd name="T101" fmla="*/ 334 h 625"/>
                <a:gd name="T102" fmla="*/ 8 w 711"/>
                <a:gd name="T103" fmla="*/ 528 h 625"/>
                <a:gd name="T104" fmla="*/ 80 w 711"/>
                <a:gd name="T105" fmla="*/ 593 h 625"/>
                <a:gd name="T106" fmla="*/ 155 w 711"/>
                <a:gd name="T107" fmla="*/ 587 h 625"/>
                <a:gd name="T108" fmla="*/ 185 w 711"/>
                <a:gd name="T109" fmla="*/ 600 h 625"/>
                <a:gd name="T110" fmla="*/ 227 w 711"/>
                <a:gd name="T111" fmla="*/ 614 h 625"/>
                <a:gd name="T112" fmla="*/ 242 w 711"/>
                <a:gd name="T113" fmla="*/ 617 h 625"/>
                <a:gd name="T114" fmla="*/ 267 w 711"/>
                <a:gd name="T115" fmla="*/ 619 h 625"/>
                <a:gd name="T116" fmla="*/ 300 w 711"/>
                <a:gd name="T117" fmla="*/ 611 h 625"/>
                <a:gd name="T118" fmla="*/ 341 w 711"/>
                <a:gd name="T119" fmla="*/ 562 h 625"/>
                <a:gd name="T120" fmla="*/ 404 w 711"/>
                <a:gd name="T121" fmla="*/ 513 h 625"/>
                <a:gd name="T122" fmla="*/ 420 w 711"/>
                <a:gd name="T123" fmla="*/ 489 h 625"/>
                <a:gd name="T124" fmla="*/ 493 w 711"/>
                <a:gd name="T125" fmla="*/ 469 h 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1" h="625">
                  <a:moveTo>
                    <a:pt x="498" y="466"/>
                  </a:moveTo>
                  <a:cubicBezTo>
                    <a:pt x="497" y="462"/>
                    <a:pt x="497" y="459"/>
                    <a:pt x="493" y="454"/>
                  </a:cubicBezTo>
                  <a:cubicBezTo>
                    <a:pt x="491" y="452"/>
                    <a:pt x="490" y="446"/>
                    <a:pt x="489" y="443"/>
                  </a:cubicBezTo>
                  <a:cubicBezTo>
                    <a:pt x="487" y="438"/>
                    <a:pt x="490" y="434"/>
                    <a:pt x="489" y="429"/>
                  </a:cubicBezTo>
                  <a:cubicBezTo>
                    <a:pt x="498" y="428"/>
                    <a:pt x="509" y="422"/>
                    <a:pt x="517" y="419"/>
                  </a:cubicBezTo>
                  <a:cubicBezTo>
                    <a:pt x="524" y="416"/>
                    <a:pt x="530" y="413"/>
                    <a:pt x="537" y="412"/>
                  </a:cubicBezTo>
                  <a:cubicBezTo>
                    <a:pt x="547" y="410"/>
                    <a:pt x="557" y="407"/>
                    <a:pt x="567" y="405"/>
                  </a:cubicBezTo>
                  <a:cubicBezTo>
                    <a:pt x="573" y="403"/>
                    <a:pt x="578" y="399"/>
                    <a:pt x="584" y="396"/>
                  </a:cubicBezTo>
                  <a:cubicBezTo>
                    <a:pt x="590" y="394"/>
                    <a:pt x="598" y="392"/>
                    <a:pt x="605" y="390"/>
                  </a:cubicBezTo>
                  <a:cubicBezTo>
                    <a:pt x="613" y="387"/>
                    <a:pt x="620" y="385"/>
                    <a:pt x="628" y="382"/>
                  </a:cubicBezTo>
                  <a:cubicBezTo>
                    <a:pt x="644" y="377"/>
                    <a:pt x="660" y="371"/>
                    <a:pt x="676" y="365"/>
                  </a:cubicBezTo>
                  <a:cubicBezTo>
                    <a:pt x="676" y="364"/>
                    <a:pt x="674" y="359"/>
                    <a:pt x="673" y="358"/>
                  </a:cubicBezTo>
                  <a:cubicBezTo>
                    <a:pt x="672" y="358"/>
                    <a:pt x="672" y="360"/>
                    <a:pt x="671" y="361"/>
                  </a:cubicBezTo>
                  <a:cubicBezTo>
                    <a:pt x="668" y="362"/>
                    <a:pt x="668" y="362"/>
                    <a:pt x="667" y="364"/>
                  </a:cubicBezTo>
                  <a:cubicBezTo>
                    <a:pt x="665" y="368"/>
                    <a:pt x="663" y="364"/>
                    <a:pt x="662" y="363"/>
                  </a:cubicBezTo>
                  <a:cubicBezTo>
                    <a:pt x="662" y="362"/>
                    <a:pt x="662" y="360"/>
                    <a:pt x="662" y="359"/>
                  </a:cubicBezTo>
                  <a:cubicBezTo>
                    <a:pt x="662" y="358"/>
                    <a:pt x="661" y="365"/>
                    <a:pt x="660" y="364"/>
                  </a:cubicBezTo>
                  <a:cubicBezTo>
                    <a:pt x="660" y="362"/>
                    <a:pt x="657" y="359"/>
                    <a:pt x="656" y="358"/>
                  </a:cubicBezTo>
                  <a:cubicBezTo>
                    <a:pt x="655" y="358"/>
                    <a:pt x="651" y="357"/>
                    <a:pt x="651" y="356"/>
                  </a:cubicBezTo>
                  <a:cubicBezTo>
                    <a:pt x="649" y="353"/>
                    <a:pt x="656" y="351"/>
                    <a:pt x="651" y="348"/>
                  </a:cubicBezTo>
                  <a:cubicBezTo>
                    <a:pt x="649" y="346"/>
                    <a:pt x="642" y="347"/>
                    <a:pt x="645" y="343"/>
                  </a:cubicBezTo>
                  <a:cubicBezTo>
                    <a:pt x="646" y="342"/>
                    <a:pt x="651" y="342"/>
                    <a:pt x="652" y="341"/>
                  </a:cubicBezTo>
                  <a:cubicBezTo>
                    <a:pt x="654" y="340"/>
                    <a:pt x="653" y="339"/>
                    <a:pt x="654" y="337"/>
                  </a:cubicBezTo>
                  <a:cubicBezTo>
                    <a:pt x="655" y="336"/>
                    <a:pt x="656" y="336"/>
                    <a:pt x="657" y="335"/>
                  </a:cubicBezTo>
                  <a:cubicBezTo>
                    <a:pt x="659" y="332"/>
                    <a:pt x="659" y="330"/>
                    <a:pt x="660" y="327"/>
                  </a:cubicBezTo>
                  <a:cubicBezTo>
                    <a:pt x="661" y="325"/>
                    <a:pt x="661" y="324"/>
                    <a:pt x="662" y="322"/>
                  </a:cubicBezTo>
                  <a:cubicBezTo>
                    <a:pt x="663" y="321"/>
                    <a:pt x="665" y="320"/>
                    <a:pt x="665" y="319"/>
                  </a:cubicBezTo>
                  <a:cubicBezTo>
                    <a:pt x="666" y="317"/>
                    <a:pt x="663" y="314"/>
                    <a:pt x="664" y="311"/>
                  </a:cubicBezTo>
                  <a:cubicBezTo>
                    <a:pt x="665" y="308"/>
                    <a:pt x="666" y="305"/>
                    <a:pt x="667" y="302"/>
                  </a:cubicBezTo>
                  <a:cubicBezTo>
                    <a:pt x="667" y="298"/>
                    <a:pt x="663" y="298"/>
                    <a:pt x="663" y="293"/>
                  </a:cubicBezTo>
                  <a:cubicBezTo>
                    <a:pt x="663" y="290"/>
                    <a:pt x="665" y="288"/>
                    <a:pt x="667" y="285"/>
                  </a:cubicBezTo>
                  <a:cubicBezTo>
                    <a:pt x="667" y="283"/>
                    <a:pt x="668" y="282"/>
                    <a:pt x="669" y="280"/>
                  </a:cubicBezTo>
                  <a:cubicBezTo>
                    <a:pt x="670" y="279"/>
                    <a:pt x="671" y="281"/>
                    <a:pt x="672" y="280"/>
                  </a:cubicBezTo>
                  <a:cubicBezTo>
                    <a:pt x="676" y="279"/>
                    <a:pt x="676" y="283"/>
                    <a:pt x="680" y="279"/>
                  </a:cubicBezTo>
                  <a:cubicBezTo>
                    <a:pt x="681" y="278"/>
                    <a:pt x="681" y="276"/>
                    <a:pt x="683" y="276"/>
                  </a:cubicBezTo>
                  <a:cubicBezTo>
                    <a:pt x="685" y="275"/>
                    <a:pt x="686" y="277"/>
                    <a:pt x="687" y="277"/>
                  </a:cubicBezTo>
                  <a:cubicBezTo>
                    <a:pt x="690" y="276"/>
                    <a:pt x="693" y="272"/>
                    <a:pt x="694" y="270"/>
                  </a:cubicBezTo>
                  <a:cubicBezTo>
                    <a:pt x="695" y="269"/>
                    <a:pt x="701" y="263"/>
                    <a:pt x="698" y="263"/>
                  </a:cubicBezTo>
                  <a:cubicBezTo>
                    <a:pt x="696" y="263"/>
                    <a:pt x="696" y="262"/>
                    <a:pt x="695" y="262"/>
                  </a:cubicBezTo>
                  <a:cubicBezTo>
                    <a:pt x="694" y="262"/>
                    <a:pt x="694" y="263"/>
                    <a:pt x="693" y="263"/>
                  </a:cubicBezTo>
                  <a:cubicBezTo>
                    <a:pt x="690" y="263"/>
                    <a:pt x="689" y="264"/>
                    <a:pt x="687" y="261"/>
                  </a:cubicBezTo>
                  <a:cubicBezTo>
                    <a:pt x="685" y="259"/>
                    <a:pt x="686" y="256"/>
                    <a:pt x="684" y="253"/>
                  </a:cubicBezTo>
                  <a:cubicBezTo>
                    <a:pt x="680" y="248"/>
                    <a:pt x="686" y="240"/>
                    <a:pt x="686" y="235"/>
                  </a:cubicBezTo>
                  <a:cubicBezTo>
                    <a:pt x="686" y="230"/>
                    <a:pt x="689" y="218"/>
                    <a:pt x="684" y="215"/>
                  </a:cubicBezTo>
                  <a:cubicBezTo>
                    <a:pt x="682" y="213"/>
                    <a:pt x="682" y="216"/>
                    <a:pt x="681" y="213"/>
                  </a:cubicBezTo>
                  <a:cubicBezTo>
                    <a:pt x="681" y="212"/>
                    <a:pt x="682" y="209"/>
                    <a:pt x="682" y="208"/>
                  </a:cubicBezTo>
                  <a:cubicBezTo>
                    <a:pt x="682" y="207"/>
                    <a:pt x="682" y="205"/>
                    <a:pt x="682" y="204"/>
                  </a:cubicBezTo>
                  <a:cubicBezTo>
                    <a:pt x="683" y="204"/>
                    <a:pt x="684" y="205"/>
                    <a:pt x="684" y="204"/>
                  </a:cubicBezTo>
                  <a:cubicBezTo>
                    <a:pt x="685" y="203"/>
                    <a:pt x="686" y="201"/>
                    <a:pt x="686" y="200"/>
                  </a:cubicBezTo>
                  <a:cubicBezTo>
                    <a:pt x="688" y="197"/>
                    <a:pt x="690" y="194"/>
                    <a:pt x="691" y="191"/>
                  </a:cubicBezTo>
                  <a:cubicBezTo>
                    <a:pt x="693" y="187"/>
                    <a:pt x="688" y="181"/>
                    <a:pt x="687" y="177"/>
                  </a:cubicBezTo>
                  <a:cubicBezTo>
                    <a:pt x="686" y="175"/>
                    <a:pt x="686" y="174"/>
                    <a:pt x="685" y="172"/>
                  </a:cubicBezTo>
                  <a:cubicBezTo>
                    <a:pt x="685" y="171"/>
                    <a:pt x="684" y="172"/>
                    <a:pt x="683" y="171"/>
                  </a:cubicBezTo>
                  <a:cubicBezTo>
                    <a:pt x="683" y="169"/>
                    <a:pt x="684" y="170"/>
                    <a:pt x="685" y="169"/>
                  </a:cubicBezTo>
                  <a:cubicBezTo>
                    <a:pt x="687" y="167"/>
                    <a:pt x="690" y="165"/>
                    <a:pt x="693" y="165"/>
                  </a:cubicBezTo>
                  <a:cubicBezTo>
                    <a:pt x="700" y="166"/>
                    <a:pt x="700" y="158"/>
                    <a:pt x="705" y="155"/>
                  </a:cubicBezTo>
                  <a:cubicBezTo>
                    <a:pt x="708" y="154"/>
                    <a:pt x="711" y="151"/>
                    <a:pt x="710" y="148"/>
                  </a:cubicBezTo>
                  <a:cubicBezTo>
                    <a:pt x="708" y="144"/>
                    <a:pt x="704" y="141"/>
                    <a:pt x="702" y="137"/>
                  </a:cubicBezTo>
                  <a:cubicBezTo>
                    <a:pt x="700" y="133"/>
                    <a:pt x="703" y="130"/>
                    <a:pt x="700" y="126"/>
                  </a:cubicBezTo>
                  <a:cubicBezTo>
                    <a:pt x="698" y="124"/>
                    <a:pt x="695" y="121"/>
                    <a:pt x="691" y="120"/>
                  </a:cubicBezTo>
                  <a:cubicBezTo>
                    <a:pt x="688" y="119"/>
                    <a:pt x="688" y="115"/>
                    <a:pt x="689" y="112"/>
                  </a:cubicBezTo>
                  <a:cubicBezTo>
                    <a:pt x="691" y="109"/>
                    <a:pt x="694" y="106"/>
                    <a:pt x="690" y="102"/>
                  </a:cubicBezTo>
                  <a:cubicBezTo>
                    <a:pt x="687" y="100"/>
                    <a:pt x="684" y="97"/>
                    <a:pt x="683" y="93"/>
                  </a:cubicBezTo>
                  <a:cubicBezTo>
                    <a:pt x="682" y="91"/>
                    <a:pt x="683" y="88"/>
                    <a:pt x="678" y="88"/>
                  </a:cubicBezTo>
                  <a:cubicBezTo>
                    <a:pt x="674" y="88"/>
                    <a:pt x="677" y="94"/>
                    <a:pt x="673" y="90"/>
                  </a:cubicBezTo>
                  <a:cubicBezTo>
                    <a:pt x="671" y="88"/>
                    <a:pt x="669" y="91"/>
                    <a:pt x="669" y="87"/>
                  </a:cubicBezTo>
                  <a:cubicBezTo>
                    <a:pt x="669" y="85"/>
                    <a:pt x="670" y="83"/>
                    <a:pt x="670" y="82"/>
                  </a:cubicBezTo>
                  <a:cubicBezTo>
                    <a:pt x="670" y="81"/>
                    <a:pt x="668" y="81"/>
                    <a:pt x="667" y="81"/>
                  </a:cubicBezTo>
                  <a:cubicBezTo>
                    <a:pt x="667" y="80"/>
                    <a:pt x="667" y="79"/>
                    <a:pt x="666" y="77"/>
                  </a:cubicBezTo>
                  <a:cubicBezTo>
                    <a:pt x="665" y="75"/>
                    <a:pt x="664" y="75"/>
                    <a:pt x="662" y="74"/>
                  </a:cubicBezTo>
                  <a:cubicBezTo>
                    <a:pt x="660" y="73"/>
                    <a:pt x="659" y="73"/>
                    <a:pt x="658" y="71"/>
                  </a:cubicBezTo>
                  <a:cubicBezTo>
                    <a:pt x="657" y="71"/>
                    <a:pt x="656" y="72"/>
                    <a:pt x="656" y="71"/>
                  </a:cubicBezTo>
                  <a:cubicBezTo>
                    <a:pt x="655" y="71"/>
                    <a:pt x="655" y="69"/>
                    <a:pt x="655" y="69"/>
                  </a:cubicBezTo>
                  <a:cubicBezTo>
                    <a:pt x="653" y="68"/>
                    <a:pt x="650" y="67"/>
                    <a:pt x="647" y="67"/>
                  </a:cubicBezTo>
                  <a:cubicBezTo>
                    <a:pt x="642" y="66"/>
                    <a:pt x="642" y="66"/>
                    <a:pt x="639" y="63"/>
                  </a:cubicBezTo>
                  <a:cubicBezTo>
                    <a:pt x="638" y="60"/>
                    <a:pt x="637" y="59"/>
                    <a:pt x="633" y="58"/>
                  </a:cubicBezTo>
                  <a:cubicBezTo>
                    <a:pt x="630" y="58"/>
                    <a:pt x="626" y="59"/>
                    <a:pt x="623" y="57"/>
                  </a:cubicBezTo>
                  <a:cubicBezTo>
                    <a:pt x="620" y="55"/>
                    <a:pt x="617" y="52"/>
                    <a:pt x="612" y="52"/>
                  </a:cubicBezTo>
                  <a:cubicBezTo>
                    <a:pt x="609" y="53"/>
                    <a:pt x="608" y="56"/>
                    <a:pt x="606" y="52"/>
                  </a:cubicBezTo>
                  <a:cubicBezTo>
                    <a:pt x="604" y="49"/>
                    <a:pt x="608" y="46"/>
                    <a:pt x="604" y="44"/>
                  </a:cubicBezTo>
                  <a:cubicBezTo>
                    <a:pt x="601" y="43"/>
                    <a:pt x="598" y="43"/>
                    <a:pt x="595" y="43"/>
                  </a:cubicBezTo>
                  <a:cubicBezTo>
                    <a:pt x="591" y="44"/>
                    <a:pt x="591" y="44"/>
                    <a:pt x="587" y="41"/>
                  </a:cubicBezTo>
                  <a:cubicBezTo>
                    <a:pt x="583" y="37"/>
                    <a:pt x="585" y="37"/>
                    <a:pt x="584" y="32"/>
                  </a:cubicBezTo>
                  <a:cubicBezTo>
                    <a:pt x="583" y="30"/>
                    <a:pt x="578" y="26"/>
                    <a:pt x="576" y="26"/>
                  </a:cubicBezTo>
                  <a:cubicBezTo>
                    <a:pt x="573" y="26"/>
                    <a:pt x="574" y="24"/>
                    <a:pt x="572" y="24"/>
                  </a:cubicBezTo>
                  <a:cubicBezTo>
                    <a:pt x="571" y="23"/>
                    <a:pt x="571" y="24"/>
                    <a:pt x="569" y="24"/>
                  </a:cubicBezTo>
                  <a:cubicBezTo>
                    <a:pt x="565" y="25"/>
                    <a:pt x="563" y="21"/>
                    <a:pt x="559" y="24"/>
                  </a:cubicBezTo>
                  <a:cubicBezTo>
                    <a:pt x="561" y="25"/>
                    <a:pt x="562" y="31"/>
                    <a:pt x="561" y="33"/>
                  </a:cubicBezTo>
                  <a:cubicBezTo>
                    <a:pt x="559" y="35"/>
                    <a:pt x="560" y="32"/>
                    <a:pt x="558" y="32"/>
                  </a:cubicBezTo>
                  <a:cubicBezTo>
                    <a:pt x="557" y="32"/>
                    <a:pt x="558" y="32"/>
                    <a:pt x="556" y="33"/>
                  </a:cubicBezTo>
                  <a:cubicBezTo>
                    <a:pt x="554" y="35"/>
                    <a:pt x="553" y="38"/>
                    <a:pt x="549" y="36"/>
                  </a:cubicBezTo>
                  <a:cubicBezTo>
                    <a:pt x="546" y="34"/>
                    <a:pt x="544" y="29"/>
                    <a:pt x="541" y="26"/>
                  </a:cubicBezTo>
                  <a:cubicBezTo>
                    <a:pt x="539" y="24"/>
                    <a:pt x="537" y="23"/>
                    <a:pt x="535" y="21"/>
                  </a:cubicBezTo>
                  <a:cubicBezTo>
                    <a:pt x="534" y="21"/>
                    <a:pt x="532" y="21"/>
                    <a:pt x="530" y="19"/>
                  </a:cubicBezTo>
                  <a:cubicBezTo>
                    <a:pt x="529" y="18"/>
                    <a:pt x="531" y="17"/>
                    <a:pt x="529" y="16"/>
                  </a:cubicBezTo>
                  <a:cubicBezTo>
                    <a:pt x="527" y="15"/>
                    <a:pt x="527" y="19"/>
                    <a:pt x="528" y="18"/>
                  </a:cubicBezTo>
                  <a:cubicBezTo>
                    <a:pt x="528" y="18"/>
                    <a:pt x="527" y="20"/>
                    <a:pt x="526" y="20"/>
                  </a:cubicBezTo>
                  <a:cubicBezTo>
                    <a:pt x="525" y="21"/>
                    <a:pt x="524" y="22"/>
                    <a:pt x="523" y="23"/>
                  </a:cubicBezTo>
                  <a:cubicBezTo>
                    <a:pt x="520" y="23"/>
                    <a:pt x="522" y="23"/>
                    <a:pt x="522" y="21"/>
                  </a:cubicBezTo>
                  <a:cubicBezTo>
                    <a:pt x="523" y="18"/>
                    <a:pt x="524" y="18"/>
                    <a:pt x="521" y="18"/>
                  </a:cubicBezTo>
                  <a:cubicBezTo>
                    <a:pt x="519" y="18"/>
                    <a:pt x="520" y="19"/>
                    <a:pt x="517" y="18"/>
                  </a:cubicBezTo>
                  <a:cubicBezTo>
                    <a:pt x="517" y="18"/>
                    <a:pt x="515" y="15"/>
                    <a:pt x="516" y="15"/>
                  </a:cubicBezTo>
                  <a:cubicBezTo>
                    <a:pt x="528" y="2"/>
                    <a:pt x="519" y="0"/>
                    <a:pt x="519" y="0"/>
                  </a:cubicBezTo>
                  <a:cubicBezTo>
                    <a:pt x="487" y="5"/>
                    <a:pt x="454" y="10"/>
                    <a:pt x="422" y="16"/>
                  </a:cubicBezTo>
                  <a:cubicBezTo>
                    <a:pt x="428" y="26"/>
                    <a:pt x="424" y="33"/>
                    <a:pt x="418" y="41"/>
                  </a:cubicBezTo>
                  <a:cubicBezTo>
                    <a:pt x="411" y="50"/>
                    <a:pt x="404" y="57"/>
                    <a:pt x="394" y="63"/>
                  </a:cubicBezTo>
                  <a:cubicBezTo>
                    <a:pt x="391" y="64"/>
                    <a:pt x="388" y="66"/>
                    <a:pt x="391" y="69"/>
                  </a:cubicBezTo>
                  <a:cubicBezTo>
                    <a:pt x="393" y="71"/>
                    <a:pt x="397" y="70"/>
                    <a:pt x="398" y="72"/>
                  </a:cubicBezTo>
                  <a:cubicBezTo>
                    <a:pt x="399" y="74"/>
                    <a:pt x="398" y="75"/>
                    <a:pt x="398" y="77"/>
                  </a:cubicBezTo>
                  <a:cubicBezTo>
                    <a:pt x="398" y="78"/>
                    <a:pt x="399" y="79"/>
                    <a:pt x="400" y="80"/>
                  </a:cubicBezTo>
                  <a:cubicBezTo>
                    <a:pt x="401" y="82"/>
                    <a:pt x="402" y="85"/>
                    <a:pt x="404" y="85"/>
                  </a:cubicBezTo>
                  <a:cubicBezTo>
                    <a:pt x="402" y="86"/>
                    <a:pt x="403" y="88"/>
                    <a:pt x="404" y="89"/>
                  </a:cubicBezTo>
                  <a:cubicBezTo>
                    <a:pt x="404" y="91"/>
                    <a:pt x="404" y="94"/>
                    <a:pt x="405" y="95"/>
                  </a:cubicBezTo>
                  <a:cubicBezTo>
                    <a:pt x="407" y="100"/>
                    <a:pt x="409" y="99"/>
                    <a:pt x="407" y="104"/>
                  </a:cubicBezTo>
                  <a:cubicBezTo>
                    <a:pt x="405" y="108"/>
                    <a:pt x="404" y="111"/>
                    <a:pt x="404" y="115"/>
                  </a:cubicBezTo>
                  <a:cubicBezTo>
                    <a:pt x="404" y="118"/>
                    <a:pt x="405" y="123"/>
                    <a:pt x="402" y="126"/>
                  </a:cubicBezTo>
                  <a:cubicBezTo>
                    <a:pt x="399" y="129"/>
                    <a:pt x="403" y="130"/>
                    <a:pt x="404" y="132"/>
                  </a:cubicBezTo>
                  <a:cubicBezTo>
                    <a:pt x="404" y="134"/>
                    <a:pt x="403" y="136"/>
                    <a:pt x="403" y="138"/>
                  </a:cubicBezTo>
                  <a:cubicBezTo>
                    <a:pt x="403" y="139"/>
                    <a:pt x="405" y="140"/>
                    <a:pt x="405" y="141"/>
                  </a:cubicBezTo>
                  <a:cubicBezTo>
                    <a:pt x="405" y="144"/>
                    <a:pt x="405" y="146"/>
                    <a:pt x="405" y="149"/>
                  </a:cubicBezTo>
                  <a:cubicBezTo>
                    <a:pt x="406" y="150"/>
                    <a:pt x="406" y="152"/>
                    <a:pt x="406" y="153"/>
                  </a:cubicBezTo>
                  <a:cubicBezTo>
                    <a:pt x="406" y="154"/>
                    <a:pt x="408" y="155"/>
                    <a:pt x="408" y="156"/>
                  </a:cubicBezTo>
                  <a:cubicBezTo>
                    <a:pt x="408" y="158"/>
                    <a:pt x="405" y="159"/>
                    <a:pt x="405" y="159"/>
                  </a:cubicBezTo>
                  <a:cubicBezTo>
                    <a:pt x="403" y="161"/>
                    <a:pt x="402" y="162"/>
                    <a:pt x="401" y="164"/>
                  </a:cubicBezTo>
                  <a:cubicBezTo>
                    <a:pt x="399" y="167"/>
                    <a:pt x="399" y="170"/>
                    <a:pt x="398" y="174"/>
                  </a:cubicBezTo>
                  <a:cubicBezTo>
                    <a:pt x="397" y="176"/>
                    <a:pt x="396" y="180"/>
                    <a:pt x="395" y="182"/>
                  </a:cubicBezTo>
                  <a:cubicBezTo>
                    <a:pt x="394" y="184"/>
                    <a:pt x="394" y="189"/>
                    <a:pt x="394" y="191"/>
                  </a:cubicBezTo>
                  <a:cubicBezTo>
                    <a:pt x="393" y="194"/>
                    <a:pt x="393" y="194"/>
                    <a:pt x="392" y="196"/>
                  </a:cubicBezTo>
                  <a:cubicBezTo>
                    <a:pt x="391" y="197"/>
                    <a:pt x="392" y="199"/>
                    <a:pt x="391" y="200"/>
                  </a:cubicBezTo>
                  <a:cubicBezTo>
                    <a:pt x="390" y="203"/>
                    <a:pt x="387" y="205"/>
                    <a:pt x="387" y="209"/>
                  </a:cubicBezTo>
                  <a:cubicBezTo>
                    <a:pt x="386" y="214"/>
                    <a:pt x="390" y="219"/>
                    <a:pt x="391" y="224"/>
                  </a:cubicBezTo>
                  <a:cubicBezTo>
                    <a:pt x="393" y="229"/>
                    <a:pt x="394" y="233"/>
                    <a:pt x="398" y="236"/>
                  </a:cubicBezTo>
                  <a:cubicBezTo>
                    <a:pt x="400" y="236"/>
                    <a:pt x="400" y="236"/>
                    <a:pt x="401" y="237"/>
                  </a:cubicBezTo>
                  <a:cubicBezTo>
                    <a:pt x="402" y="238"/>
                    <a:pt x="403" y="239"/>
                    <a:pt x="404" y="240"/>
                  </a:cubicBezTo>
                  <a:cubicBezTo>
                    <a:pt x="406" y="242"/>
                    <a:pt x="408" y="241"/>
                    <a:pt x="410" y="242"/>
                  </a:cubicBezTo>
                  <a:cubicBezTo>
                    <a:pt x="410" y="243"/>
                    <a:pt x="411" y="245"/>
                    <a:pt x="411" y="246"/>
                  </a:cubicBezTo>
                  <a:cubicBezTo>
                    <a:pt x="412" y="246"/>
                    <a:pt x="413" y="247"/>
                    <a:pt x="414" y="248"/>
                  </a:cubicBezTo>
                  <a:cubicBezTo>
                    <a:pt x="416" y="250"/>
                    <a:pt x="417" y="251"/>
                    <a:pt x="419" y="253"/>
                  </a:cubicBezTo>
                  <a:cubicBezTo>
                    <a:pt x="421" y="255"/>
                    <a:pt x="422" y="258"/>
                    <a:pt x="423" y="260"/>
                  </a:cubicBezTo>
                  <a:cubicBezTo>
                    <a:pt x="424" y="262"/>
                    <a:pt x="425" y="266"/>
                    <a:pt x="427" y="267"/>
                  </a:cubicBezTo>
                  <a:cubicBezTo>
                    <a:pt x="427" y="267"/>
                    <a:pt x="431" y="267"/>
                    <a:pt x="431" y="267"/>
                  </a:cubicBezTo>
                  <a:cubicBezTo>
                    <a:pt x="431" y="267"/>
                    <a:pt x="433" y="266"/>
                    <a:pt x="434" y="266"/>
                  </a:cubicBezTo>
                  <a:cubicBezTo>
                    <a:pt x="437" y="266"/>
                    <a:pt x="439" y="266"/>
                    <a:pt x="441" y="267"/>
                  </a:cubicBezTo>
                  <a:cubicBezTo>
                    <a:pt x="442" y="267"/>
                    <a:pt x="442" y="268"/>
                    <a:pt x="443" y="268"/>
                  </a:cubicBezTo>
                  <a:cubicBezTo>
                    <a:pt x="443" y="269"/>
                    <a:pt x="444" y="268"/>
                    <a:pt x="445" y="268"/>
                  </a:cubicBezTo>
                  <a:cubicBezTo>
                    <a:pt x="446" y="269"/>
                    <a:pt x="447" y="269"/>
                    <a:pt x="448" y="270"/>
                  </a:cubicBezTo>
                  <a:cubicBezTo>
                    <a:pt x="450" y="270"/>
                    <a:pt x="453" y="272"/>
                    <a:pt x="455" y="271"/>
                  </a:cubicBezTo>
                  <a:cubicBezTo>
                    <a:pt x="459" y="268"/>
                    <a:pt x="454" y="268"/>
                    <a:pt x="453" y="267"/>
                  </a:cubicBezTo>
                  <a:cubicBezTo>
                    <a:pt x="451" y="265"/>
                    <a:pt x="451" y="261"/>
                    <a:pt x="453" y="259"/>
                  </a:cubicBezTo>
                  <a:cubicBezTo>
                    <a:pt x="454" y="258"/>
                    <a:pt x="457" y="255"/>
                    <a:pt x="458" y="255"/>
                  </a:cubicBezTo>
                  <a:cubicBezTo>
                    <a:pt x="462" y="254"/>
                    <a:pt x="462" y="256"/>
                    <a:pt x="466" y="255"/>
                  </a:cubicBezTo>
                  <a:cubicBezTo>
                    <a:pt x="468" y="254"/>
                    <a:pt x="470" y="251"/>
                    <a:pt x="473" y="252"/>
                  </a:cubicBezTo>
                  <a:cubicBezTo>
                    <a:pt x="474" y="253"/>
                    <a:pt x="474" y="258"/>
                    <a:pt x="474" y="260"/>
                  </a:cubicBezTo>
                  <a:cubicBezTo>
                    <a:pt x="474" y="265"/>
                    <a:pt x="473" y="270"/>
                    <a:pt x="473" y="275"/>
                  </a:cubicBezTo>
                  <a:cubicBezTo>
                    <a:pt x="473" y="283"/>
                    <a:pt x="473" y="291"/>
                    <a:pt x="473" y="298"/>
                  </a:cubicBezTo>
                  <a:cubicBezTo>
                    <a:pt x="473" y="305"/>
                    <a:pt x="473" y="312"/>
                    <a:pt x="472" y="319"/>
                  </a:cubicBezTo>
                  <a:cubicBezTo>
                    <a:pt x="472" y="323"/>
                    <a:pt x="472" y="327"/>
                    <a:pt x="472" y="332"/>
                  </a:cubicBezTo>
                  <a:cubicBezTo>
                    <a:pt x="471" y="335"/>
                    <a:pt x="472" y="335"/>
                    <a:pt x="469" y="335"/>
                  </a:cubicBezTo>
                  <a:cubicBezTo>
                    <a:pt x="467" y="336"/>
                    <a:pt x="463" y="335"/>
                    <a:pt x="461" y="333"/>
                  </a:cubicBezTo>
                  <a:cubicBezTo>
                    <a:pt x="459" y="330"/>
                    <a:pt x="463" y="328"/>
                    <a:pt x="464" y="326"/>
                  </a:cubicBezTo>
                  <a:cubicBezTo>
                    <a:pt x="464" y="324"/>
                    <a:pt x="465" y="324"/>
                    <a:pt x="463" y="323"/>
                  </a:cubicBezTo>
                  <a:cubicBezTo>
                    <a:pt x="463" y="323"/>
                    <a:pt x="460" y="321"/>
                    <a:pt x="460" y="321"/>
                  </a:cubicBezTo>
                  <a:cubicBezTo>
                    <a:pt x="456" y="320"/>
                    <a:pt x="456" y="322"/>
                    <a:pt x="453" y="324"/>
                  </a:cubicBezTo>
                  <a:cubicBezTo>
                    <a:pt x="449" y="327"/>
                    <a:pt x="444" y="328"/>
                    <a:pt x="440" y="331"/>
                  </a:cubicBezTo>
                  <a:cubicBezTo>
                    <a:pt x="439" y="331"/>
                    <a:pt x="437" y="333"/>
                    <a:pt x="436" y="333"/>
                  </a:cubicBezTo>
                  <a:cubicBezTo>
                    <a:pt x="434" y="334"/>
                    <a:pt x="436" y="334"/>
                    <a:pt x="434" y="333"/>
                  </a:cubicBezTo>
                  <a:cubicBezTo>
                    <a:pt x="432" y="332"/>
                    <a:pt x="432" y="331"/>
                    <a:pt x="431" y="331"/>
                  </a:cubicBezTo>
                  <a:cubicBezTo>
                    <a:pt x="429" y="331"/>
                    <a:pt x="426" y="331"/>
                    <a:pt x="425" y="331"/>
                  </a:cubicBezTo>
                  <a:cubicBezTo>
                    <a:pt x="419" y="332"/>
                    <a:pt x="420" y="319"/>
                    <a:pt x="419" y="316"/>
                  </a:cubicBezTo>
                  <a:cubicBezTo>
                    <a:pt x="418" y="315"/>
                    <a:pt x="417" y="316"/>
                    <a:pt x="416" y="315"/>
                  </a:cubicBezTo>
                  <a:cubicBezTo>
                    <a:pt x="415" y="315"/>
                    <a:pt x="416" y="314"/>
                    <a:pt x="415" y="313"/>
                  </a:cubicBezTo>
                  <a:cubicBezTo>
                    <a:pt x="415" y="311"/>
                    <a:pt x="415" y="311"/>
                    <a:pt x="414" y="309"/>
                  </a:cubicBezTo>
                  <a:cubicBezTo>
                    <a:pt x="413" y="306"/>
                    <a:pt x="411" y="305"/>
                    <a:pt x="409" y="303"/>
                  </a:cubicBezTo>
                  <a:cubicBezTo>
                    <a:pt x="408" y="301"/>
                    <a:pt x="406" y="295"/>
                    <a:pt x="402" y="296"/>
                  </a:cubicBezTo>
                  <a:cubicBezTo>
                    <a:pt x="399" y="297"/>
                    <a:pt x="400" y="302"/>
                    <a:pt x="397" y="298"/>
                  </a:cubicBezTo>
                  <a:cubicBezTo>
                    <a:pt x="396" y="296"/>
                    <a:pt x="397" y="295"/>
                    <a:pt x="396" y="293"/>
                  </a:cubicBezTo>
                  <a:cubicBezTo>
                    <a:pt x="395" y="293"/>
                    <a:pt x="394" y="292"/>
                    <a:pt x="394" y="291"/>
                  </a:cubicBezTo>
                  <a:cubicBezTo>
                    <a:pt x="393" y="288"/>
                    <a:pt x="396" y="288"/>
                    <a:pt x="396" y="284"/>
                  </a:cubicBezTo>
                  <a:cubicBezTo>
                    <a:pt x="395" y="283"/>
                    <a:pt x="392" y="279"/>
                    <a:pt x="391" y="277"/>
                  </a:cubicBezTo>
                  <a:cubicBezTo>
                    <a:pt x="390" y="275"/>
                    <a:pt x="387" y="272"/>
                    <a:pt x="385" y="271"/>
                  </a:cubicBezTo>
                  <a:cubicBezTo>
                    <a:pt x="384" y="270"/>
                    <a:pt x="383" y="270"/>
                    <a:pt x="381" y="270"/>
                  </a:cubicBezTo>
                  <a:cubicBezTo>
                    <a:pt x="379" y="270"/>
                    <a:pt x="378" y="269"/>
                    <a:pt x="377" y="268"/>
                  </a:cubicBezTo>
                  <a:cubicBezTo>
                    <a:pt x="375" y="267"/>
                    <a:pt x="375" y="270"/>
                    <a:pt x="373" y="270"/>
                  </a:cubicBezTo>
                  <a:cubicBezTo>
                    <a:pt x="371" y="269"/>
                    <a:pt x="371" y="267"/>
                    <a:pt x="370" y="266"/>
                  </a:cubicBezTo>
                  <a:cubicBezTo>
                    <a:pt x="368" y="265"/>
                    <a:pt x="365" y="267"/>
                    <a:pt x="362" y="265"/>
                  </a:cubicBezTo>
                  <a:cubicBezTo>
                    <a:pt x="362" y="264"/>
                    <a:pt x="361" y="262"/>
                    <a:pt x="360" y="261"/>
                  </a:cubicBezTo>
                  <a:cubicBezTo>
                    <a:pt x="360" y="260"/>
                    <a:pt x="358" y="259"/>
                    <a:pt x="357" y="259"/>
                  </a:cubicBezTo>
                  <a:cubicBezTo>
                    <a:pt x="354" y="258"/>
                    <a:pt x="353" y="261"/>
                    <a:pt x="350" y="261"/>
                  </a:cubicBezTo>
                  <a:cubicBezTo>
                    <a:pt x="346" y="262"/>
                    <a:pt x="344" y="261"/>
                    <a:pt x="342" y="259"/>
                  </a:cubicBezTo>
                  <a:cubicBezTo>
                    <a:pt x="339" y="255"/>
                    <a:pt x="337" y="254"/>
                    <a:pt x="335" y="250"/>
                  </a:cubicBezTo>
                  <a:cubicBezTo>
                    <a:pt x="334" y="247"/>
                    <a:pt x="334" y="243"/>
                    <a:pt x="333" y="240"/>
                  </a:cubicBezTo>
                  <a:cubicBezTo>
                    <a:pt x="331" y="236"/>
                    <a:pt x="324" y="234"/>
                    <a:pt x="320" y="230"/>
                  </a:cubicBezTo>
                  <a:cubicBezTo>
                    <a:pt x="317" y="227"/>
                    <a:pt x="318" y="224"/>
                    <a:pt x="318" y="220"/>
                  </a:cubicBezTo>
                  <a:cubicBezTo>
                    <a:pt x="318" y="216"/>
                    <a:pt x="318" y="215"/>
                    <a:pt x="313" y="216"/>
                  </a:cubicBezTo>
                  <a:cubicBezTo>
                    <a:pt x="310" y="216"/>
                    <a:pt x="307" y="215"/>
                    <a:pt x="306" y="218"/>
                  </a:cubicBezTo>
                  <a:cubicBezTo>
                    <a:pt x="306" y="219"/>
                    <a:pt x="308" y="221"/>
                    <a:pt x="307" y="222"/>
                  </a:cubicBezTo>
                  <a:cubicBezTo>
                    <a:pt x="307" y="224"/>
                    <a:pt x="305" y="224"/>
                    <a:pt x="305" y="225"/>
                  </a:cubicBezTo>
                  <a:cubicBezTo>
                    <a:pt x="302" y="230"/>
                    <a:pt x="305" y="236"/>
                    <a:pt x="298" y="240"/>
                  </a:cubicBezTo>
                  <a:cubicBezTo>
                    <a:pt x="295" y="241"/>
                    <a:pt x="292" y="239"/>
                    <a:pt x="289" y="241"/>
                  </a:cubicBezTo>
                  <a:cubicBezTo>
                    <a:pt x="288" y="241"/>
                    <a:pt x="289" y="243"/>
                    <a:pt x="287" y="243"/>
                  </a:cubicBezTo>
                  <a:cubicBezTo>
                    <a:pt x="286" y="243"/>
                    <a:pt x="286" y="242"/>
                    <a:pt x="285" y="242"/>
                  </a:cubicBezTo>
                  <a:cubicBezTo>
                    <a:pt x="281" y="241"/>
                    <a:pt x="277" y="241"/>
                    <a:pt x="274" y="239"/>
                  </a:cubicBezTo>
                  <a:cubicBezTo>
                    <a:pt x="270" y="237"/>
                    <a:pt x="270" y="236"/>
                    <a:pt x="265" y="237"/>
                  </a:cubicBezTo>
                  <a:cubicBezTo>
                    <a:pt x="264" y="237"/>
                    <a:pt x="263" y="238"/>
                    <a:pt x="261" y="238"/>
                  </a:cubicBezTo>
                  <a:cubicBezTo>
                    <a:pt x="259" y="238"/>
                    <a:pt x="258" y="237"/>
                    <a:pt x="257" y="236"/>
                  </a:cubicBezTo>
                  <a:cubicBezTo>
                    <a:pt x="253" y="236"/>
                    <a:pt x="250" y="236"/>
                    <a:pt x="247" y="236"/>
                  </a:cubicBezTo>
                  <a:cubicBezTo>
                    <a:pt x="243" y="236"/>
                    <a:pt x="241" y="234"/>
                    <a:pt x="238" y="231"/>
                  </a:cubicBezTo>
                  <a:cubicBezTo>
                    <a:pt x="237" y="230"/>
                    <a:pt x="237" y="229"/>
                    <a:pt x="235" y="229"/>
                  </a:cubicBezTo>
                  <a:cubicBezTo>
                    <a:pt x="235" y="229"/>
                    <a:pt x="232" y="229"/>
                    <a:pt x="231" y="229"/>
                  </a:cubicBezTo>
                  <a:cubicBezTo>
                    <a:pt x="227" y="229"/>
                    <a:pt x="227" y="227"/>
                    <a:pt x="224" y="225"/>
                  </a:cubicBezTo>
                  <a:cubicBezTo>
                    <a:pt x="220" y="223"/>
                    <a:pt x="219" y="227"/>
                    <a:pt x="216" y="227"/>
                  </a:cubicBezTo>
                  <a:cubicBezTo>
                    <a:pt x="211" y="228"/>
                    <a:pt x="215" y="226"/>
                    <a:pt x="214" y="223"/>
                  </a:cubicBezTo>
                  <a:cubicBezTo>
                    <a:pt x="212" y="221"/>
                    <a:pt x="208" y="221"/>
                    <a:pt x="206" y="219"/>
                  </a:cubicBezTo>
                  <a:cubicBezTo>
                    <a:pt x="202" y="215"/>
                    <a:pt x="204" y="209"/>
                    <a:pt x="203" y="205"/>
                  </a:cubicBezTo>
                  <a:cubicBezTo>
                    <a:pt x="202" y="203"/>
                    <a:pt x="202" y="202"/>
                    <a:pt x="202" y="201"/>
                  </a:cubicBezTo>
                  <a:cubicBezTo>
                    <a:pt x="202" y="200"/>
                    <a:pt x="203" y="200"/>
                    <a:pt x="203" y="200"/>
                  </a:cubicBezTo>
                  <a:cubicBezTo>
                    <a:pt x="204" y="199"/>
                    <a:pt x="203" y="198"/>
                    <a:pt x="203" y="198"/>
                  </a:cubicBezTo>
                  <a:cubicBezTo>
                    <a:pt x="203" y="197"/>
                    <a:pt x="206" y="193"/>
                    <a:pt x="205" y="192"/>
                  </a:cubicBezTo>
                  <a:cubicBezTo>
                    <a:pt x="203" y="189"/>
                    <a:pt x="200" y="192"/>
                    <a:pt x="197" y="193"/>
                  </a:cubicBezTo>
                  <a:cubicBezTo>
                    <a:pt x="194" y="194"/>
                    <a:pt x="192" y="194"/>
                    <a:pt x="188" y="195"/>
                  </a:cubicBezTo>
                  <a:cubicBezTo>
                    <a:pt x="185" y="195"/>
                    <a:pt x="183" y="195"/>
                    <a:pt x="180" y="196"/>
                  </a:cubicBezTo>
                  <a:cubicBezTo>
                    <a:pt x="178" y="196"/>
                    <a:pt x="175" y="199"/>
                    <a:pt x="172" y="199"/>
                  </a:cubicBezTo>
                  <a:cubicBezTo>
                    <a:pt x="169" y="198"/>
                    <a:pt x="167" y="199"/>
                    <a:pt x="165" y="201"/>
                  </a:cubicBezTo>
                  <a:cubicBezTo>
                    <a:pt x="164" y="201"/>
                    <a:pt x="162" y="203"/>
                    <a:pt x="162" y="203"/>
                  </a:cubicBezTo>
                  <a:cubicBezTo>
                    <a:pt x="161" y="204"/>
                    <a:pt x="159" y="206"/>
                    <a:pt x="159" y="206"/>
                  </a:cubicBezTo>
                  <a:cubicBezTo>
                    <a:pt x="153" y="210"/>
                    <a:pt x="149" y="205"/>
                    <a:pt x="143" y="204"/>
                  </a:cubicBezTo>
                  <a:cubicBezTo>
                    <a:pt x="140" y="203"/>
                    <a:pt x="145" y="200"/>
                    <a:pt x="146" y="199"/>
                  </a:cubicBezTo>
                  <a:cubicBezTo>
                    <a:pt x="148" y="196"/>
                    <a:pt x="149" y="194"/>
                    <a:pt x="148" y="191"/>
                  </a:cubicBezTo>
                  <a:cubicBezTo>
                    <a:pt x="148" y="189"/>
                    <a:pt x="147" y="189"/>
                    <a:pt x="147" y="187"/>
                  </a:cubicBezTo>
                  <a:cubicBezTo>
                    <a:pt x="147" y="186"/>
                    <a:pt x="148" y="186"/>
                    <a:pt x="147" y="184"/>
                  </a:cubicBezTo>
                  <a:cubicBezTo>
                    <a:pt x="145" y="181"/>
                    <a:pt x="142" y="182"/>
                    <a:pt x="139" y="181"/>
                  </a:cubicBezTo>
                  <a:cubicBezTo>
                    <a:pt x="138" y="181"/>
                    <a:pt x="134" y="181"/>
                    <a:pt x="133" y="180"/>
                  </a:cubicBezTo>
                  <a:cubicBezTo>
                    <a:pt x="131" y="179"/>
                    <a:pt x="133" y="180"/>
                    <a:pt x="132" y="178"/>
                  </a:cubicBezTo>
                  <a:cubicBezTo>
                    <a:pt x="131" y="175"/>
                    <a:pt x="133" y="173"/>
                    <a:pt x="129" y="171"/>
                  </a:cubicBezTo>
                  <a:cubicBezTo>
                    <a:pt x="128" y="170"/>
                    <a:pt x="127" y="169"/>
                    <a:pt x="126" y="170"/>
                  </a:cubicBezTo>
                  <a:cubicBezTo>
                    <a:pt x="124" y="170"/>
                    <a:pt x="125" y="172"/>
                    <a:pt x="126" y="174"/>
                  </a:cubicBezTo>
                  <a:cubicBezTo>
                    <a:pt x="126" y="177"/>
                    <a:pt x="127" y="179"/>
                    <a:pt x="127" y="182"/>
                  </a:cubicBezTo>
                  <a:cubicBezTo>
                    <a:pt x="126" y="185"/>
                    <a:pt x="127" y="186"/>
                    <a:pt x="127" y="189"/>
                  </a:cubicBezTo>
                  <a:cubicBezTo>
                    <a:pt x="128" y="193"/>
                    <a:pt x="127" y="196"/>
                    <a:pt x="129" y="200"/>
                  </a:cubicBezTo>
                  <a:cubicBezTo>
                    <a:pt x="131" y="204"/>
                    <a:pt x="128" y="204"/>
                    <a:pt x="127" y="207"/>
                  </a:cubicBezTo>
                  <a:cubicBezTo>
                    <a:pt x="127" y="211"/>
                    <a:pt x="126" y="213"/>
                    <a:pt x="124" y="216"/>
                  </a:cubicBezTo>
                  <a:cubicBezTo>
                    <a:pt x="123" y="220"/>
                    <a:pt x="125" y="221"/>
                    <a:pt x="125" y="225"/>
                  </a:cubicBezTo>
                  <a:cubicBezTo>
                    <a:pt x="125" y="228"/>
                    <a:pt x="125" y="230"/>
                    <a:pt x="125" y="233"/>
                  </a:cubicBezTo>
                  <a:cubicBezTo>
                    <a:pt x="123" y="239"/>
                    <a:pt x="123" y="246"/>
                    <a:pt x="123" y="252"/>
                  </a:cubicBezTo>
                  <a:cubicBezTo>
                    <a:pt x="123" y="256"/>
                    <a:pt x="126" y="257"/>
                    <a:pt x="127" y="261"/>
                  </a:cubicBezTo>
                  <a:cubicBezTo>
                    <a:pt x="127" y="265"/>
                    <a:pt x="128" y="267"/>
                    <a:pt x="126" y="270"/>
                  </a:cubicBezTo>
                  <a:cubicBezTo>
                    <a:pt x="125" y="272"/>
                    <a:pt x="123" y="274"/>
                    <a:pt x="122" y="276"/>
                  </a:cubicBezTo>
                  <a:cubicBezTo>
                    <a:pt x="121" y="278"/>
                    <a:pt x="120" y="281"/>
                    <a:pt x="120" y="284"/>
                  </a:cubicBezTo>
                  <a:cubicBezTo>
                    <a:pt x="119" y="287"/>
                    <a:pt x="117" y="291"/>
                    <a:pt x="117" y="294"/>
                  </a:cubicBezTo>
                  <a:cubicBezTo>
                    <a:pt x="118" y="295"/>
                    <a:pt x="128" y="306"/>
                    <a:pt x="123" y="306"/>
                  </a:cubicBezTo>
                  <a:cubicBezTo>
                    <a:pt x="95" y="306"/>
                    <a:pt x="67" y="306"/>
                    <a:pt x="39" y="306"/>
                  </a:cubicBezTo>
                  <a:cubicBezTo>
                    <a:pt x="32" y="306"/>
                    <a:pt x="25" y="306"/>
                    <a:pt x="18" y="306"/>
                  </a:cubicBezTo>
                  <a:cubicBezTo>
                    <a:pt x="15" y="306"/>
                    <a:pt x="9" y="305"/>
                    <a:pt x="6" y="306"/>
                  </a:cubicBezTo>
                  <a:cubicBezTo>
                    <a:pt x="3" y="307"/>
                    <a:pt x="3" y="308"/>
                    <a:pt x="3" y="310"/>
                  </a:cubicBezTo>
                  <a:cubicBezTo>
                    <a:pt x="3" y="318"/>
                    <a:pt x="3" y="326"/>
                    <a:pt x="3" y="334"/>
                  </a:cubicBezTo>
                  <a:cubicBezTo>
                    <a:pt x="2" y="367"/>
                    <a:pt x="2" y="401"/>
                    <a:pt x="1" y="434"/>
                  </a:cubicBezTo>
                  <a:cubicBezTo>
                    <a:pt x="1" y="455"/>
                    <a:pt x="1" y="476"/>
                    <a:pt x="0" y="497"/>
                  </a:cubicBezTo>
                  <a:cubicBezTo>
                    <a:pt x="0" y="501"/>
                    <a:pt x="0" y="505"/>
                    <a:pt x="0" y="510"/>
                  </a:cubicBezTo>
                  <a:cubicBezTo>
                    <a:pt x="0" y="512"/>
                    <a:pt x="6" y="517"/>
                    <a:pt x="7" y="520"/>
                  </a:cubicBezTo>
                  <a:cubicBezTo>
                    <a:pt x="8" y="523"/>
                    <a:pt x="7" y="525"/>
                    <a:pt x="8" y="528"/>
                  </a:cubicBezTo>
                  <a:cubicBezTo>
                    <a:pt x="9" y="530"/>
                    <a:pt x="13" y="533"/>
                    <a:pt x="15" y="535"/>
                  </a:cubicBezTo>
                  <a:cubicBezTo>
                    <a:pt x="23" y="542"/>
                    <a:pt x="28" y="544"/>
                    <a:pt x="35" y="553"/>
                  </a:cubicBezTo>
                  <a:cubicBezTo>
                    <a:pt x="42" y="562"/>
                    <a:pt x="51" y="568"/>
                    <a:pt x="58" y="576"/>
                  </a:cubicBezTo>
                  <a:cubicBezTo>
                    <a:pt x="63" y="580"/>
                    <a:pt x="67" y="585"/>
                    <a:pt x="73" y="588"/>
                  </a:cubicBezTo>
                  <a:cubicBezTo>
                    <a:pt x="76" y="590"/>
                    <a:pt x="79" y="592"/>
                    <a:pt x="80" y="593"/>
                  </a:cubicBezTo>
                  <a:cubicBezTo>
                    <a:pt x="83" y="596"/>
                    <a:pt x="85" y="596"/>
                    <a:pt x="92" y="594"/>
                  </a:cubicBezTo>
                  <a:cubicBezTo>
                    <a:pt x="105" y="592"/>
                    <a:pt x="120" y="589"/>
                    <a:pt x="133" y="587"/>
                  </a:cubicBezTo>
                  <a:cubicBezTo>
                    <a:pt x="137" y="586"/>
                    <a:pt x="140" y="586"/>
                    <a:pt x="144" y="587"/>
                  </a:cubicBezTo>
                  <a:cubicBezTo>
                    <a:pt x="147" y="588"/>
                    <a:pt x="149" y="590"/>
                    <a:pt x="153" y="589"/>
                  </a:cubicBezTo>
                  <a:cubicBezTo>
                    <a:pt x="154" y="589"/>
                    <a:pt x="154" y="588"/>
                    <a:pt x="155" y="587"/>
                  </a:cubicBezTo>
                  <a:cubicBezTo>
                    <a:pt x="158" y="587"/>
                    <a:pt x="160" y="588"/>
                    <a:pt x="162" y="589"/>
                  </a:cubicBezTo>
                  <a:cubicBezTo>
                    <a:pt x="165" y="589"/>
                    <a:pt x="167" y="588"/>
                    <a:pt x="169" y="589"/>
                  </a:cubicBezTo>
                  <a:cubicBezTo>
                    <a:pt x="171" y="590"/>
                    <a:pt x="174" y="592"/>
                    <a:pt x="176" y="593"/>
                  </a:cubicBezTo>
                  <a:cubicBezTo>
                    <a:pt x="178" y="594"/>
                    <a:pt x="181" y="595"/>
                    <a:pt x="182" y="598"/>
                  </a:cubicBezTo>
                  <a:cubicBezTo>
                    <a:pt x="183" y="600"/>
                    <a:pt x="184" y="599"/>
                    <a:pt x="185" y="600"/>
                  </a:cubicBezTo>
                  <a:cubicBezTo>
                    <a:pt x="186" y="601"/>
                    <a:pt x="186" y="603"/>
                    <a:pt x="188" y="604"/>
                  </a:cubicBezTo>
                  <a:cubicBezTo>
                    <a:pt x="195" y="609"/>
                    <a:pt x="200" y="611"/>
                    <a:pt x="209" y="610"/>
                  </a:cubicBezTo>
                  <a:cubicBezTo>
                    <a:pt x="211" y="610"/>
                    <a:pt x="215" y="607"/>
                    <a:pt x="217" y="608"/>
                  </a:cubicBezTo>
                  <a:cubicBezTo>
                    <a:pt x="219" y="608"/>
                    <a:pt x="223" y="611"/>
                    <a:pt x="225" y="613"/>
                  </a:cubicBezTo>
                  <a:cubicBezTo>
                    <a:pt x="226" y="614"/>
                    <a:pt x="227" y="613"/>
                    <a:pt x="227" y="614"/>
                  </a:cubicBezTo>
                  <a:cubicBezTo>
                    <a:pt x="228" y="614"/>
                    <a:pt x="227" y="615"/>
                    <a:pt x="227" y="615"/>
                  </a:cubicBezTo>
                  <a:cubicBezTo>
                    <a:pt x="227" y="615"/>
                    <a:pt x="227" y="617"/>
                    <a:pt x="228" y="618"/>
                  </a:cubicBezTo>
                  <a:cubicBezTo>
                    <a:pt x="230" y="621"/>
                    <a:pt x="233" y="620"/>
                    <a:pt x="236" y="619"/>
                  </a:cubicBezTo>
                  <a:cubicBezTo>
                    <a:pt x="237" y="618"/>
                    <a:pt x="238" y="618"/>
                    <a:pt x="239" y="618"/>
                  </a:cubicBezTo>
                  <a:cubicBezTo>
                    <a:pt x="240" y="617"/>
                    <a:pt x="241" y="617"/>
                    <a:pt x="242" y="617"/>
                  </a:cubicBezTo>
                  <a:cubicBezTo>
                    <a:pt x="242" y="617"/>
                    <a:pt x="242" y="616"/>
                    <a:pt x="242" y="616"/>
                  </a:cubicBezTo>
                  <a:cubicBezTo>
                    <a:pt x="243" y="615"/>
                    <a:pt x="248" y="612"/>
                    <a:pt x="249" y="612"/>
                  </a:cubicBezTo>
                  <a:cubicBezTo>
                    <a:pt x="249" y="612"/>
                    <a:pt x="252" y="614"/>
                    <a:pt x="253" y="614"/>
                  </a:cubicBezTo>
                  <a:cubicBezTo>
                    <a:pt x="254" y="615"/>
                    <a:pt x="255" y="615"/>
                    <a:pt x="257" y="616"/>
                  </a:cubicBezTo>
                  <a:cubicBezTo>
                    <a:pt x="261" y="616"/>
                    <a:pt x="263" y="618"/>
                    <a:pt x="267" y="619"/>
                  </a:cubicBezTo>
                  <a:cubicBezTo>
                    <a:pt x="268" y="620"/>
                    <a:pt x="269" y="620"/>
                    <a:pt x="270" y="620"/>
                  </a:cubicBezTo>
                  <a:cubicBezTo>
                    <a:pt x="272" y="621"/>
                    <a:pt x="272" y="622"/>
                    <a:pt x="274" y="623"/>
                  </a:cubicBezTo>
                  <a:cubicBezTo>
                    <a:pt x="278" y="625"/>
                    <a:pt x="278" y="623"/>
                    <a:pt x="282" y="621"/>
                  </a:cubicBezTo>
                  <a:cubicBezTo>
                    <a:pt x="286" y="620"/>
                    <a:pt x="289" y="618"/>
                    <a:pt x="294" y="617"/>
                  </a:cubicBezTo>
                  <a:cubicBezTo>
                    <a:pt x="297" y="616"/>
                    <a:pt x="298" y="613"/>
                    <a:pt x="300" y="611"/>
                  </a:cubicBezTo>
                  <a:cubicBezTo>
                    <a:pt x="303" y="608"/>
                    <a:pt x="303" y="609"/>
                    <a:pt x="304" y="606"/>
                  </a:cubicBezTo>
                  <a:cubicBezTo>
                    <a:pt x="306" y="602"/>
                    <a:pt x="313" y="597"/>
                    <a:pt x="316" y="594"/>
                  </a:cubicBezTo>
                  <a:cubicBezTo>
                    <a:pt x="319" y="590"/>
                    <a:pt x="321" y="587"/>
                    <a:pt x="325" y="583"/>
                  </a:cubicBezTo>
                  <a:cubicBezTo>
                    <a:pt x="328" y="581"/>
                    <a:pt x="330" y="577"/>
                    <a:pt x="331" y="574"/>
                  </a:cubicBezTo>
                  <a:cubicBezTo>
                    <a:pt x="333" y="569"/>
                    <a:pt x="337" y="567"/>
                    <a:pt x="341" y="562"/>
                  </a:cubicBezTo>
                  <a:cubicBezTo>
                    <a:pt x="343" y="559"/>
                    <a:pt x="345" y="554"/>
                    <a:pt x="349" y="552"/>
                  </a:cubicBezTo>
                  <a:cubicBezTo>
                    <a:pt x="355" y="549"/>
                    <a:pt x="362" y="547"/>
                    <a:pt x="367" y="543"/>
                  </a:cubicBezTo>
                  <a:cubicBezTo>
                    <a:pt x="377" y="536"/>
                    <a:pt x="388" y="529"/>
                    <a:pt x="400" y="527"/>
                  </a:cubicBezTo>
                  <a:cubicBezTo>
                    <a:pt x="403" y="527"/>
                    <a:pt x="402" y="525"/>
                    <a:pt x="404" y="522"/>
                  </a:cubicBezTo>
                  <a:cubicBezTo>
                    <a:pt x="405" y="520"/>
                    <a:pt x="404" y="516"/>
                    <a:pt x="404" y="513"/>
                  </a:cubicBezTo>
                  <a:cubicBezTo>
                    <a:pt x="404" y="512"/>
                    <a:pt x="404" y="510"/>
                    <a:pt x="404" y="508"/>
                  </a:cubicBezTo>
                  <a:cubicBezTo>
                    <a:pt x="405" y="507"/>
                    <a:pt x="405" y="505"/>
                    <a:pt x="405" y="503"/>
                  </a:cubicBezTo>
                  <a:cubicBezTo>
                    <a:pt x="405" y="500"/>
                    <a:pt x="406" y="500"/>
                    <a:pt x="407" y="497"/>
                  </a:cubicBezTo>
                  <a:cubicBezTo>
                    <a:pt x="407" y="495"/>
                    <a:pt x="410" y="493"/>
                    <a:pt x="412" y="491"/>
                  </a:cubicBezTo>
                  <a:cubicBezTo>
                    <a:pt x="413" y="489"/>
                    <a:pt x="417" y="489"/>
                    <a:pt x="420" y="489"/>
                  </a:cubicBezTo>
                  <a:cubicBezTo>
                    <a:pt x="424" y="488"/>
                    <a:pt x="425" y="485"/>
                    <a:pt x="428" y="482"/>
                  </a:cubicBezTo>
                  <a:cubicBezTo>
                    <a:pt x="441" y="472"/>
                    <a:pt x="454" y="471"/>
                    <a:pt x="469" y="467"/>
                  </a:cubicBezTo>
                  <a:cubicBezTo>
                    <a:pt x="473" y="466"/>
                    <a:pt x="476" y="468"/>
                    <a:pt x="479" y="469"/>
                  </a:cubicBezTo>
                  <a:cubicBezTo>
                    <a:pt x="482" y="469"/>
                    <a:pt x="486" y="467"/>
                    <a:pt x="490" y="468"/>
                  </a:cubicBezTo>
                  <a:cubicBezTo>
                    <a:pt x="491" y="468"/>
                    <a:pt x="492" y="469"/>
                    <a:pt x="493" y="469"/>
                  </a:cubicBezTo>
                  <a:cubicBezTo>
                    <a:pt x="494" y="469"/>
                    <a:pt x="496" y="469"/>
                    <a:pt x="497" y="469"/>
                  </a:cubicBezTo>
                  <a:cubicBezTo>
                    <a:pt x="497" y="469"/>
                    <a:pt x="499" y="468"/>
                    <a:pt x="498" y="466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7" name="Freeform 108">
              <a:extLst>
                <a:ext uri="{FF2B5EF4-FFF2-40B4-BE49-F238E27FC236}">
                  <a16:creationId xmlns:a16="http://schemas.microsoft.com/office/drawing/2014/main" id="{2344B9B8-D355-4A6A-B306-2C199FC74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3150" y="3908425"/>
              <a:ext cx="23813" cy="25400"/>
            </a:xfrm>
            <a:custGeom>
              <a:avLst/>
              <a:gdLst>
                <a:gd name="T0" fmla="*/ 18 w 22"/>
                <a:gd name="T1" fmla="*/ 6 h 22"/>
                <a:gd name="T2" fmla="*/ 14 w 22"/>
                <a:gd name="T3" fmla="*/ 8 h 22"/>
                <a:gd name="T4" fmla="*/ 16 w 22"/>
                <a:gd name="T5" fmla="*/ 9 h 22"/>
                <a:gd name="T6" fmla="*/ 10 w 22"/>
                <a:gd name="T7" fmla="*/ 10 h 22"/>
                <a:gd name="T8" fmla="*/ 8 w 22"/>
                <a:gd name="T9" fmla="*/ 15 h 22"/>
                <a:gd name="T10" fmla="*/ 6 w 22"/>
                <a:gd name="T11" fmla="*/ 22 h 22"/>
                <a:gd name="T12" fmla="*/ 10 w 22"/>
                <a:gd name="T13" fmla="*/ 21 h 22"/>
                <a:gd name="T14" fmla="*/ 11 w 22"/>
                <a:gd name="T15" fmla="*/ 18 h 22"/>
                <a:gd name="T16" fmla="*/ 17 w 22"/>
                <a:gd name="T17" fmla="*/ 15 h 22"/>
                <a:gd name="T18" fmla="*/ 20 w 22"/>
                <a:gd name="T19" fmla="*/ 8 h 22"/>
                <a:gd name="T20" fmla="*/ 22 w 22"/>
                <a:gd name="T21" fmla="*/ 0 h 22"/>
                <a:gd name="T22" fmla="*/ 18 w 22"/>
                <a:gd name="T23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" h="22">
                  <a:moveTo>
                    <a:pt x="18" y="6"/>
                  </a:moveTo>
                  <a:cubicBezTo>
                    <a:pt x="17" y="7"/>
                    <a:pt x="15" y="7"/>
                    <a:pt x="14" y="8"/>
                  </a:cubicBezTo>
                  <a:cubicBezTo>
                    <a:pt x="14" y="8"/>
                    <a:pt x="15" y="9"/>
                    <a:pt x="16" y="9"/>
                  </a:cubicBezTo>
                  <a:cubicBezTo>
                    <a:pt x="14" y="10"/>
                    <a:pt x="11" y="9"/>
                    <a:pt x="10" y="10"/>
                  </a:cubicBezTo>
                  <a:cubicBezTo>
                    <a:pt x="9" y="11"/>
                    <a:pt x="9" y="14"/>
                    <a:pt x="8" y="15"/>
                  </a:cubicBezTo>
                  <a:cubicBezTo>
                    <a:pt x="5" y="18"/>
                    <a:pt x="0" y="19"/>
                    <a:pt x="6" y="22"/>
                  </a:cubicBezTo>
                  <a:cubicBezTo>
                    <a:pt x="7" y="22"/>
                    <a:pt x="9" y="22"/>
                    <a:pt x="10" y="21"/>
                  </a:cubicBezTo>
                  <a:cubicBezTo>
                    <a:pt x="11" y="20"/>
                    <a:pt x="10" y="20"/>
                    <a:pt x="11" y="18"/>
                  </a:cubicBezTo>
                  <a:cubicBezTo>
                    <a:pt x="14" y="16"/>
                    <a:pt x="15" y="18"/>
                    <a:pt x="17" y="15"/>
                  </a:cubicBezTo>
                  <a:cubicBezTo>
                    <a:pt x="18" y="14"/>
                    <a:pt x="19" y="10"/>
                    <a:pt x="20" y="8"/>
                  </a:cubicBezTo>
                  <a:cubicBezTo>
                    <a:pt x="21" y="6"/>
                    <a:pt x="22" y="2"/>
                    <a:pt x="22" y="0"/>
                  </a:cubicBezTo>
                  <a:cubicBezTo>
                    <a:pt x="20" y="1"/>
                    <a:pt x="19" y="4"/>
                    <a:pt x="18" y="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8" name="Freeform 109">
              <a:extLst>
                <a:ext uri="{FF2B5EF4-FFF2-40B4-BE49-F238E27FC236}">
                  <a16:creationId xmlns:a16="http://schemas.microsoft.com/office/drawing/2014/main" id="{7C467B48-2FF6-4D04-A2D6-A32FA7DF1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500" y="3706813"/>
              <a:ext cx="20638" cy="42863"/>
            </a:xfrm>
            <a:custGeom>
              <a:avLst/>
              <a:gdLst>
                <a:gd name="T0" fmla="*/ 14 w 18"/>
                <a:gd name="T1" fmla="*/ 17 h 38"/>
                <a:gd name="T2" fmla="*/ 15 w 18"/>
                <a:gd name="T3" fmla="*/ 9 h 38"/>
                <a:gd name="T4" fmla="*/ 16 w 18"/>
                <a:gd name="T5" fmla="*/ 2 h 38"/>
                <a:gd name="T6" fmla="*/ 14 w 18"/>
                <a:gd name="T7" fmla="*/ 5 h 38"/>
                <a:gd name="T8" fmla="*/ 13 w 18"/>
                <a:gd name="T9" fmla="*/ 7 h 38"/>
                <a:gd name="T10" fmla="*/ 5 w 18"/>
                <a:gd name="T11" fmla="*/ 0 h 38"/>
                <a:gd name="T12" fmla="*/ 6 w 18"/>
                <a:gd name="T13" fmla="*/ 7 h 38"/>
                <a:gd name="T14" fmla="*/ 5 w 18"/>
                <a:gd name="T15" fmla="*/ 9 h 38"/>
                <a:gd name="T16" fmla="*/ 5 w 18"/>
                <a:gd name="T17" fmla="*/ 11 h 38"/>
                <a:gd name="T18" fmla="*/ 6 w 18"/>
                <a:gd name="T19" fmla="*/ 12 h 38"/>
                <a:gd name="T20" fmla="*/ 7 w 18"/>
                <a:gd name="T21" fmla="*/ 13 h 38"/>
                <a:gd name="T22" fmla="*/ 5 w 18"/>
                <a:gd name="T23" fmla="*/ 14 h 38"/>
                <a:gd name="T24" fmla="*/ 7 w 18"/>
                <a:gd name="T25" fmla="*/ 19 h 38"/>
                <a:gd name="T26" fmla="*/ 8 w 18"/>
                <a:gd name="T27" fmla="*/ 21 h 38"/>
                <a:gd name="T28" fmla="*/ 3 w 18"/>
                <a:gd name="T29" fmla="*/ 21 h 38"/>
                <a:gd name="T30" fmla="*/ 7 w 18"/>
                <a:gd name="T31" fmla="*/ 23 h 38"/>
                <a:gd name="T32" fmla="*/ 9 w 18"/>
                <a:gd name="T33" fmla="*/ 25 h 38"/>
                <a:gd name="T34" fmla="*/ 6 w 18"/>
                <a:gd name="T35" fmla="*/ 25 h 38"/>
                <a:gd name="T36" fmla="*/ 6 w 18"/>
                <a:gd name="T37" fmla="*/ 26 h 38"/>
                <a:gd name="T38" fmla="*/ 6 w 18"/>
                <a:gd name="T39" fmla="*/ 27 h 38"/>
                <a:gd name="T40" fmla="*/ 4 w 18"/>
                <a:gd name="T41" fmla="*/ 27 h 38"/>
                <a:gd name="T42" fmla="*/ 5 w 18"/>
                <a:gd name="T43" fmla="*/ 30 h 38"/>
                <a:gd name="T44" fmla="*/ 3 w 18"/>
                <a:gd name="T45" fmla="*/ 30 h 38"/>
                <a:gd name="T46" fmla="*/ 2 w 18"/>
                <a:gd name="T47" fmla="*/ 32 h 38"/>
                <a:gd name="T48" fmla="*/ 7 w 18"/>
                <a:gd name="T49" fmla="*/ 36 h 38"/>
                <a:gd name="T50" fmla="*/ 7 w 18"/>
                <a:gd name="T51" fmla="*/ 38 h 38"/>
                <a:gd name="T52" fmla="*/ 10 w 18"/>
                <a:gd name="T53" fmla="*/ 33 h 38"/>
                <a:gd name="T54" fmla="*/ 11 w 18"/>
                <a:gd name="T55" fmla="*/ 34 h 38"/>
                <a:gd name="T56" fmla="*/ 15 w 18"/>
                <a:gd name="T57" fmla="*/ 15 h 38"/>
                <a:gd name="T58" fmla="*/ 14 w 18"/>
                <a:gd name="T59" fmla="*/ 1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" h="38">
                  <a:moveTo>
                    <a:pt x="14" y="17"/>
                  </a:moveTo>
                  <a:cubicBezTo>
                    <a:pt x="12" y="15"/>
                    <a:pt x="14" y="11"/>
                    <a:pt x="15" y="9"/>
                  </a:cubicBezTo>
                  <a:cubicBezTo>
                    <a:pt x="16" y="7"/>
                    <a:pt x="17" y="4"/>
                    <a:pt x="16" y="2"/>
                  </a:cubicBezTo>
                  <a:cubicBezTo>
                    <a:pt x="15" y="3"/>
                    <a:pt x="15" y="6"/>
                    <a:pt x="14" y="5"/>
                  </a:cubicBezTo>
                  <a:cubicBezTo>
                    <a:pt x="14" y="5"/>
                    <a:pt x="13" y="7"/>
                    <a:pt x="13" y="7"/>
                  </a:cubicBezTo>
                  <a:cubicBezTo>
                    <a:pt x="11" y="3"/>
                    <a:pt x="6" y="4"/>
                    <a:pt x="5" y="0"/>
                  </a:cubicBezTo>
                  <a:cubicBezTo>
                    <a:pt x="5" y="4"/>
                    <a:pt x="5" y="5"/>
                    <a:pt x="6" y="7"/>
                  </a:cubicBezTo>
                  <a:cubicBezTo>
                    <a:pt x="4" y="6"/>
                    <a:pt x="5" y="8"/>
                    <a:pt x="5" y="9"/>
                  </a:cubicBezTo>
                  <a:cubicBezTo>
                    <a:pt x="5" y="8"/>
                    <a:pt x="5" y="11"/>
                    <a:pt x="5" y="11"/>
                  </a:cubicBezTo>
                  <a:cubicBezTo>
                    <a:pt x="5" y="11"/>
                    <a:pt x="6" y="11"/>
                    <a:pt x="6" y="12"/>
                  </a:cubicBezTo>
                  <a:cubicBezTo>
                    <a:pt x="6" y="12"/>
                    <a:pt x="7" y="13"/>
                    <a:pt x="7" y="13"/>
                  </a:cubicBezTo>
                  <a:cubicBezTo>
                    <a:pt x="7" y="13"/>
                    <a:pt x="5" y="14"/>
                    <a:pt x="5" y="14"/>
                  </a:cubicBezTo>
                  <a:cubicBezTo>
                    <a:pt x="5" y="16"/>
                    <a:pt x="7" y="16"/>
                    <a:pt x="7" y="19"/>
                  </a:cubicBezTo>
                  <a:cubicBezTo>
                    <a:pt x="8" y="18"/>
                    <a:pt x="8" y="19"/>
                    <a:pt x="8" y="21"/>
                  </a:cubicBezTo>
                  <a:cubicBezTo>
                    <a:pt x="7" y="22"/>
                    <a:pt x="4" y="21"/>
                    <a:pt x="3" y="21"/>
                  </a:cubicBezTo>
                  <a:cubicBezTo>
                    <a:pt x="4" y="22"/>
                    <a:pt x="6" y="22"/>
                    <a:pt x="7" y="23"/>
                  </a:cubicBezTo>
                  <a:cubicBezTo>
                    <a:pt x="10" y="24"/>
                    <a:pt x="10" y="24"/>
                    <a:pt x="9" y="25"/>
                  </a:cubicBezTo>
                  <a:cubicBezTo>
                    <a:pt x="9" y="25"/>
                    <a:pt x="7" y="25"/>
                    <a:pt x="6" y="25"/>
                  </a:cubicBezTo>
                  <a:cubicBezTo>
                    <a:pt x="5" y="25"/>
                    <a:pt x="6" y="26"/>
                    <a:pt x="6" y="26"/>
                  </a:cubicBezTo>
                  <a:cubicBezTo>
                    <a:pt x="8" y="25"/>
                    <a:pt x="5" y="28"/>
                    <a:pt x="6" y="27"/>
                  </a:cubicBezTo>
                  <a:cubicBezTo>
                    <a:pt x="6" y="27"/>
                    <a:pt x="4" y="27"/>
                    <a:pt x="4" y="27"/>
                  </a:cubicBezTo>
                  <a:cubicBezTo>
                    <a:pt x="4" y="28"/>
                    <a:pt x="5" y="29"/>
                    <a:pt x="5" y="30"/>
                  </a:cubicBezTo>
                  <a:cubicBezTo>
                    <a:pt x="5" y="30"/>
                    <a:pt x="3" y="29"/>
                    <a:pt x="3" y="30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0" y="35"/>
                    <a:pt x="4" y="37"/>
                    <a:pt x="7" y="36"/>
                  </a:cubicBezTo>
                  <a:cubicBezTo>
                    <a:pt x="7" y="36"/>
                    <a:pt x="7" y="37"/>
                    <a:pt x="7" y="38"/>
                  </a:cubicBezTo>
                  <a:cubicBezTo>
                    <a:pt x="8" y="37"/>
                    <a:pt x="10" y="35"/>
                    <a:pt x="10" y="33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3" y="30"/>
                    <a:pt x="18" y="20"/>
                    <a:pt x="15" y="15"/>
                  </a:cubicBezTo>
                  <a:cubicBezTo>
                    <a:pt x="15" y="16"/>
                    <a:pt x="15" y="16"/>
                    <a:pt x="14" y="1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19" name="Freeform 110">
              <a:extLst>
                <a:ext uri="{FF2B5EF4-FFF2-40B4-BE49-F238E27FC236}">
                  <a16:creationId xmlns:a16="http://schemas.microsoft.com/office/drawing/2014/main" id="{DEDA515D-88B6-4AA7-B728-D26407202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9338" y="3767138"/>
              <a:ext cx="28575" cy="57150"/>
            </a:xfrm>
            <a:custGeom>
              <a:avLst/>
              <a:gdLst>
                <a:gd name="T0" fmla="*/ 21 w 25"/>
                <a:gd name="T1" fmla="*/ 30 h 51"/>
                <a:gd name="T2" fmla="*/ 20 w 25"/>
                <a:gd name="T3" fmla="*/ 32 h 51"/>
                <a:gd name="T4" fmla="*/ 17 w 25"/>
                <a:gd name="T5" fmla="*/ 32 h 51"/>
                <a:gd name="T6" fmla="*/ 15 w 25"/>
                <a:gd name="T7" fmla="*/ 31 h 51"/>
                <a:gd name="T8" fmla="*/ 15 w 25"/>
                <a:gd name="T9" fmla="*/ 23 h 51"/>
                <a:gd name="T10" fmla="*/ 13 w 25"/>
                <a:gd name="T11" fmla="*/ 19 h 51"/>
                <a:gd name="T12" fmla="*/ 11 w 25"/>
                <a:gd name="T13" fmla="*/ 12 h 51"/>
                <a:gd name="T14" fmla="*/ 10 w 25"/>
                <a:gd name="T15" fmla="*/ 3 h 51"/>
                <a:gd name="T16" fmla="*/ 7 w 25"/>
                <a:gd name="T17" fmla="*/ 8 h 51"/>
                <a:gd name="T18" fmla="*/ 2 w 25"/>
                <a:gd name="T19" fmla="*/ 13 h 51"/>
                <a:gd name="T20" fmla="*/ 1 w 25"/>
                <a:gd name="T21" fmla="*/ 21 h 51"/>
                <a:gd name="T22" fmla="*/ 1 w 25"/>
                <a:gd name="T23" fmla="*/ 30 h 51"/>
                <a:gd name="T24" fmla="*/ 4 w 25"/>
                <a:gd name="T25" fmla="*/ 38 h 51"/>
                <a:gd name="T26" fmla="*/ 8 w 25"/>
                <a:gd name="T27" fmla="*/ 35 h 51"/>
                <a:gd name="T28" fmla="*/ 14 w 25"/>
                <a:gd name="T29" fmla="*/ 43 h 51"/>
                <a:gd name="T30" fmla="*/ 13 w 25"/>
                <a:gd name="T31" fmla="*/ 39 h 51"/>
                <a:gd name="T32" fmla="*/ 15 w 25"/>
                <a:gd name="T33" fmla="*/ 43 h 51"/>
                <a:gd name="T34" fmla="*/ 22 w 25"/>
                <a:gd name="T35" fmla="*/ 48 h 51"/>
                <a:gd name="T36" fmla="*/ 22 w 25"/>
                <a:gd name="T37" fmla="*/ 40 h 51"/>
                <a:gd name="T38" fmla="*/ 21 w 25"/>
                <a:gd name="T39" fmla="*/ 3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51">
                  <a:moveTo>
                    <a:pt x="21" y="30"/>
                  </a:moveTo>
                  <a:cubicBezTo>
                    <a:pt x="18" y="25"/>
                    <a:pt x="20" y="30"/>
                    <a:pt x="20" y="32"/>
                  </a:cubicBezTo>
                  <a:cubicBezTo>
                    <a:pt x="20" y="32"/>
                    <a:pt x="17" y="32"/>
                    <a:pt x="17" y="32"/>
                  </a:cubicBezTo>
                  <a:cubicBezTo>
                    <a:pt x="17" y="32"/>
                    <a:pt x="16" y="33"/>
                    <a:pt x="15" y="31"/>
                  </a:cubicBezTo>
                  <a:cubicBezTo>
                    <a:pt x="14" y="29"/>
                    <a:pt x="16" y="25"/>
                    <a:pt x="15" y="23"/>
                  </a:cubicBezTo>
                  <a:cubicBezTo>
                    <a:pt x="15" y="23"/>
                    <a:pt x="13" y="20"/>
                    <a:pt x="13" y="19"/>
                  </a:cubicBezTo>
                  <a:cubicBezTo>
                    <a:pt x="12" y="17"/>
                    <a:pt x="11" y="14"/>
                    <a:pt x="11" y="12"/>
                  </a:cubicBezTo>
                  <a:cubicBezTo>
                    <a:pt x="11" y="9"/>
                    <a:pt x="12" y="5"/>
                    <a:pt x="10" y="3"/>
                  </a:cubicBezTo>
                  <a:cubicBezTo>
                    <a:pt x="6" y="0"/>
                    <a:pt x="8" y="6"/>
                    <a:pt x="7" y="8"/>
                  </a:cubicBezTo>
                  <a:cubicBezTo>
                    <a:pt x="6" y="10"/>
                    <a:pt x="3" y="11"/>
                    <a:pt x="2" y="13"/>
                  </a:cubicBezTo>
                  <a:cubicBezTo>
                    <a:pt x="1" y="15"/>
                    <a:pt x="0" y="18"/>
                    <a:pt x="1" y="21"/>
                  </a:cubicBezTo>
                  <a:cubicBezTo>
                    <a:pt x="3" y="25"/>
                    <a:pt x="1" y="27"/>
                    <a:pt x="1" y="30"/>
                  </a:cubicBezTo>
                  <a:cubicBezTo>
                    <a:pt x="0" y="32"/>
                    <a:pt x="3" y="37"/>
                    <a:pt x="4" y="38"/>
                  </a:cubicBezTo>
                  <a:cubicBezTo>
                    <a:pt x="9" y="42"/>
                    <a:pt x="4" y="34"/>
                    <a:pt x="8" y="35"/>
                  </a:cubicBezTo>
                  <a:cubicBezTo>
                    <a:pt x="11" y="36"/>
                    <a:pt x="12" y="42"/>
                    <a:pt x="14" y="43"/>
                  </a:cubicBezTo>
                  <a:cubicBezTo>
                    <a:pt x="14" y="42"/>
                    <a:pt x="12" y="40"/>
                    <a:pt x="13" y="39"/>
                  </a:cubicBezTo>
                  <a:cubicBezTo>
                    <a:pt x="15" y="38"/>
                    <a:pt x="15" y="42"/>
                    <a:pt x="15" y="43"/>
                  </a:cubicBezTo>
                  <a:cubicBezTo>
                    <a:pt x="16" y="45"/>
                    <a:pt x="18" y="51"/>
                    <a:pt x="22" y="48"/>
                  </a:cubicBezTo>
                  <a:cubicBezTo>
                    <a:pt x="25" y="46"/>
                    <a:pt x="23" y="43"/>
                    <a:pt x="22" y="40"/>
                  </a:cubicBezTo>
                  <a:cubicBezTo>
                    <a:pt x="21" y="37"/>
                    <a:pt x="22" y="33"/>
                    <a:pt x="21" y="30"/>
                  </a:cubicBezTo>
                  <a:close/>
                </a:path>
              </a:pathLst>
            </a:custGeom>
            <a:solidFill>
              <a:srgbClr val="DBDBDB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0" name="Freeform 111">
              <a:extLst>
                <a:ext uri="{FF2B5EF4-FFF2-40B4-BE49-F238E27FC236}">
                  <a16:creationId xmlns:a16="http://schemas.microsoft.com/office/drawing/2014/main" id="{57B10B82-99DF-4E3F-824D-AB7705741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07350" y="3421063"/>
              <a:ext cx="749300" cy="788988"/>
            </a:xfrm>
            <a:custGeom>
              <a:avLst/>
              <a:gdLst>
                <a:gd name="T0" fmla="*/ 372 w 662"/>
                <a:gd name="T1" fmla="*/ 683 h 699"/>
                <a:gd name="T2" fmla="*/ 317 w 662"/>
                <a:gd name="T3" fmla="*/ 677 h 699"/>
                <a:gd name="T4" fmla="*/ 296 w 662"/>
                <a:gd name="T5" fmla="*/ 596 h 699"/>
                <a:gd name="T6" fmla="*/ 258 w 662"/>
                <a:gd name="T7" fmla="*/ 565 h 699"/>
                <a:gd name="T8" fmla="*/ 207 w 662"/>
                <a:gd name="T9" fmla="*/ 548 h 699"/>
                <a:gd name="T10" fmla="*/ 139 w 662"/>
                <a:gd name="T11" fmla="*/ 520 h 699"/>
                <a:gd name="T12" fmla="*/ 91 w 662"/>
                <a:gd name="T13" fmla="*/ 483 h 699"/>
                <a:gd name="T14" fmla="*/ 58 w 662"/>
                <a:gd name="T15" fmla="*/ 408 h 699"/>
                <a:gd name="T16" fmla="*/ 20 w 662"/>
                <a:gd name="T17" fmla="*/ 359 h 699"/>
                <a:gd name="T18" fmla="*/ 13 w 662"/>
                <a:gd name="T19" fmla="*/ 277 h 699"/>
                <a:gd name="T20" fmla="*/ 12 w 662"/>
                <a:gd name="T21" fmla="*/ 222 h 699"/>
                <a:gd name="T22" fmla="*/ 53 w 662"/>
                <a:gd name="T23" fmla="*/ 169 h 699"/>
                <a:gd name="T24" fmla="*/ 65 w 662"/>
                <a:gd name="T25" fmla="*/ 133 h 699"/>
                <a:gd name="T26" fmla="*/ 70 w 662"/>
                <a:gd name="T27" fmla="*/ 89 h 699"/>
                <a:gd name="T28" fmla="*/ 58 w 662"/>
                <a:gd name="T29" fmla="*/ 21 h 699"/>
                <a:gd name="T30" fmla="*/ 147 w 662"/>
                <a:gd name="T31" fmla="*/ 4 h 699"/>
                <a:gd name="T32" fmla="*/ 138 w 662"/>
                <a:gd name="T33" fmla="*/ 68 h 699"/>
                <a:gd name="T34" fmla="*/ 167 w 662"/>
                <a:gd name="T35" fmla="*/ 83 h 699"/>
                <a:gd name="T36" fmla="*/ 226 w 662"/>
                <a:gd name="T37" fmla="*/ 96 h 699"/>
                <a:gd name="T38" fmla="*/ 249 w 662"/>
                <a:gd name="T39" fmla="*/ 85 h 699"/>
                <a:gd name="T40" fmla="*/ 267 w 662"/>
                <a:gd name="T41" fmla="*/ 31 h 699"/>
                <a:gd name="T42" fmla="*/ 499 w 662"/>
                <a:gd name="T43" fmla="*/ 160 h 699"/>
                <a:gd name="T44" fmla="*/ 587 w 662"/>
                <a:gd name="T45" fmla="*/ 265 h 699"/>
                <a:gd name="T46" fmla="*/ 583 w 662"/>
                <a:gd name="T47" fmla="*/ 357 h 699"/>
                <a:gd name="T48" fmla="*/ 595 w 662"/>
                <a:gd name="T49" fmla="*/ 433 h 699"/>
                <a:gd name="T50" fmla="*/ 598 w 662"/>
                <a:gd name="T51" fmla="*/ 498 h 699"/>
                <a:gd name="T52" fmla="*/ 622 w 662"/>
                <a:gd name="T53" fmla="*/ 577 h 699"/>
                <a:gd name="T54" fmla="*/ 640 w 662"/>
                <a:gd name="T55" fmla="*/ 631 h 699"/>
                <a:gd name="T56" fmla="*/ 547 w 662"/>
                <a:gd name="T57" fmla="*/ 671 h 699"/>
                <a:gd name="T58" fmla="*/ 500 w 662"/>
                <a:gd name="T59" fmla="*/ 684 h 699"/>
                <a:gd name="T60" fmla="*/ 422 w 662"/>
                <a:gd name="T61" fmla="*/ 698 h 699"/>
                <a:gd name="T62" fmla="*/ 473 w 662"/>
                <a:gd name="T63" fmla="*/ 689 h 699"/>
                <a:gd name="T64" fmla="*/ 521 w 662"/>
                <a:gd name="T65" fmla="*/ 660 h 699"/>
                <a:gd name="T66" fmla="*/ 588 w 662"/>
                <a:gd name="T67" fmla="*/ 650 h 699"/>
                <a:gd name="T68" fmla="*/ 640 w 662"/>
                <a:gd name="T69" fmla="*/ 605 h 699"/>
                <a:gd name="T70" fmla="*/ 612 w 662"/>
                <a:gd name="T71" fmla="*/ 574 h 699"/>
                <a:gd name="T72" fmla="*/ 597 w 662"/>
                <a:gd name="T73" fmla="*/ 526 h 699"/>
                <a:gd name="T74" fmla="*/ 585 w 662"/>
                <a:gd name="T75" fmla="*/ 473 h 699"/>
                <a:gd name="T76" fmla="*/ 592 w 662"/>
                <a:gd name="T77" fmla="*/ 406 h 699"/>
                <a:gd name="T78" fmla="*/ 573 w 662"/>
                <a:gd name="T79" fmla="*/ 362 h 699"/>
                <a:gd name="T80" fmla="*/ 578 w 662"/>
                <a:gd name="T81" fmla="*/ 258 h 699"/>
                <a:gd name="T82" fmla="*/ 491 w 662"/>
                <a:gd name="T83" fmla="*/ 154 h 699"/>
                <a:gd name="T84" fmla="*/ 277 w 662"/>
                <a:gd name="T85" fmla="*/ 29 h 699"/>
                <a:gd name="T86" fmla="*/ 250 w 662"/>
                <a:gd name="T87" fmla="*/ 75 h 699"/>
                <a:gd name="T88" fmla="*/ 217 w 662"/>
                <a:gd name="T89" fmla="*/ 100 h 699"/>
                <a:gd name="T90" fmla="*/ 165 w 662"/>
                <a:gd name="T91" fmla="*/ 97 h 699"/>
                <a:gd name="T92" fmla="*/ 127 w 662"/>
                <a:gd name="T93" fmla="*/ 61 h 699"/>
                <a:gd name="T94" fmla="*/ 85 w 662"/>
                <a:gd name="T95" fmla="*/ 10 h 699"/>
                <a:gd name="T96" fmla="*/ 86 w 662"/>
                <a:gd name="T97" fmla="*/ 67 h 699"/>
                <a:gd name="T98" fmla="*/ 61 w 662"/>
                <a:gd name="T99" fmla="*/ 124 h 699"/>
                <a:gd name="T100" fmla="*/ 77 w 662"/>
                <a:gd name="T101" fmla="*/ 157 h 699"/>
                <a:gd name="T102" fmla="*/ 36 w 662"/>
                <a:gd name="T103" fmla="*/ 214 h 699"/>
                <a:gd name="T104" fmla="*/ 23 w 662"/>
                <a:gd name="T105" fmla="*/ 270 h 699"/>
                <a:gd name="T106" fmla="*/ 17 w 662"/>
                <a:gd name="T107" fmla="*/ 341 h 699"/>
                <a:gd name="T108" fmla="*/ 68 w 662"/>
                <a:gd name="T109" fmla="*/ 408 h 699"/>
                <a:gd name="T110" fmla="*/ 101 w 662"/>
                <a:gd name="T111" fmla="*/ 486 h 699"/>
                <a:gd name="T112" fmla="*/ 148 w 662"/>
                <a:gd name="T113" fmla="*/ 517 h 699"/>
                <a:gd name="T114" fmla="*/ 219 w 662"/>
                <a:gd name="T115" fmla="*/ 547 h 699"/>
                <a:gd name="T116" fmla="*/ 280 w 662"/>
                <a:gd name="T117" fmla="*/ 552 h 699"/>
                <a:gd name="T118" fmla="*/ 311 w 662"/>
                <a:gd name="T119" fmla="*/ 624 h 699"/>
                <a:gd name="T120" fmla="*/ 356 w 662"/>
                <a:gd name="T121" fmla="*/ 680 h 699"/>
                <a:gd name="T122" fmla="*/ 408 w 662"/>
                <a:gd name="T123" fmla="*/ 687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62" h="699">
                  <a:moveTo>
                    <a:pt x="419" y="699"/>
                  </a:moveTo>
                  <a:cubicBezTo>
                    <a:pt x="418" y="699"/>
                    <a:pt x="416" y="698"/>
                    <a:pt x="416" y="698"/>
                  </a:cubicBezTo>
                  <a:cubicBezTo>
                    <a:pt x="414" y="697"/>
                    <a:pt x="414" y="696"/>
                    <a:pt x="413" y="695"/>
                  </a:cubicBezTo>
                  <a:cubicBezTo>
                    <a:pt x="412" y="695"/>
                    <a:pt x="411" y="696"/>
                    <a:pt x="410" y="696"/>
                  </a:cubicBezTo>
                  <a:cubicBezTo>
                    <a:pt x="408" y="696"/>
                    <a:pt x="406" y="697"/>
                    <a:pt x="404" y="697"/>
                  </a:cubicBezTo>
                  <a:cubicBezTo>
                    <a:pt x="403" y="697"/>
                    <a:pt x="403" y="697"/>
                    <a:pt x="403" y="697"/>
                  </a:cubicBezTo>
                  <a:cubicBezTo>
                    <a:pt x="399" y="697"/>
                    <a:pt x="395" y="696"/>
                    <a:pt x="393" y="693"/>
                  </a:cubicBezTo>
                  <a:cubicBezTo>
                    <a:pt x="391" y="691"/>
                    <a:pt x="391" y="689"/>
                    <a:pt x="391" y="687"/>
                  </a:cubicBezTo>
                  <a:cubicBezTo>
                    <a:pt x="390" y="686"/>
                    <a:pt x="388" y="685"/>
                    <a:pt x="386" y="684"/>
                  </a:cubicBezTo>
                  <a:cubicBezTo>
                    <a:pt x="385" y="684"/>
                    <a:pt x="385" y="684"/>
                    <a:pt x="385" y="684"/>
                  </a:cubicBezTo>
                  <a:cubicBezTo>
                    <a:pt x="384" y="684"/>
                    <a:pt x="382" y="683"/>
                    <a:pt x="380" y="681"/>
                  </a:cubicBezTo>
                  <a:cubicBezTo>
                    <a:pt x="379" y="680"/>
                    <a:pt x="379" y="679"/>
                    <a:pt x="379" y="679"/>
                  </a:cubicBezTo>
                  <a:cubicBezTo>
                    <a:pt x="378" y="679"/>
                    <a:pt x="377" y="680"/>
                    <a:pt x="376" y="680"/>
                  </a:cubicBezTo>
                  <a:cubicBezTo>
                    <a:pt x="376" y="680"/>
                    <a:pt x="375" y="680"/>
                    <a:pt x="375" y="680"/>
                  </a:cubicBezTo>
                  <a:cubicBezTo>
                    <a:pt x="375" y="681"/>
                    <a:pt x="374" y="681"/>
                    <a:pt x="373" y="682"/>
                  </a:cubicBezTo>
                  <a:cubicBezTo>
                    <a:pt x="372" y="682"/>
                    <a:pt x="372" y="682"/>
                    <a:pt x="372" y="683"/>
                  </a:cubicBezTo>
                  <a:cubicBezTo>
                    <a:pt x="372" y="682"/>
                    <a:pt x="372" y="683"/>
                    <a:pt x="371" y="683"/>
                  </a:cubicBezTo>
                  <a:cubicBezTo>
                    <a:pt x="371" y="684"/>
                    <a:pt x="371" y="684"/>
                    <a:pt x="371" y="684"/>
                  </a:cubicBezTo>
                  <a:cubicBezTo>
                    <a:pt x="369" y="686"/>
                    <a:pt x="367" y="689"/>
                    <a:pt x="363" y="690"/>
                  </a:cubicBezTo>
                  <a:cubicBezTo>
                    <a:pt x="362" y="690"/>
                    <a:pt x="359" y="691"/>
                    <a:pt x="357" y="691"/>
                  </a:cubicBezTo>
                  <a:cubicBezTo>
                    <a:pt x="357" y="691"/>
                    <a:pt x="357" y="691"/>
                    <a:pt x="356" y="691"/>
                  </a:cubicBezTo>
                  <a:cubicBezTo>
                    <a:pt x="356" y="691"/>
                    <a:pt x="355" y="690"/>
                    <a:pt x="354" y="690"/>
                  </a:cubicBezTo>
                  <a:cubicBezTo>
                    <a:pt x="354" y="690"/>
                    <a:pt x="354" y="690"/>
                    <a:pt x="353" y="690"/>
                  </a:cubicBezTo>
                  <a:cubicBezTo>
                    <a:pt x="353" y="690"/>
                    <a:pt x="353" y="690"/>
                    <a:pt x="353" y="690"/>
                  </a:cubicBezTo>
                  <a:cubicBezTo>
                    <a:pt x="349" y="689"/>
                    <a:pt x="345" y="688"/>
                    <a:pt x="341" y="688"/>
                  </a:cubicBezTo>
                  <a:cubicBezTo>
                    <a:pt x="333" y="688"/>
                    <a:pt x="333" y="688"/>
                    <a:pt x="333" y="688"/>
                  </a:cubicBezTo>
                  <a:cubicBezTo>
                    <a:pt x="330" y="688"/>
                    <a:pt x="330" y="688"/>
                    <a:pt x="330" y="688"/>
                  </a:cubicBezTo>
                  <a:cubicBezTo>
                    <a:pt x="330" y="688"/>
                    <a:pt x="329" y="688"/>
                    <a:pt x="328" y="688"/>
                  </a:cubicBezTo>
                  <a:cubicBezTo>
                    <a:pt x="322" y="689"/>
                    <a:pt x="319" y="686"/>
                    <a:pt x="319" y="681"/>
                  </a:cubicBezTo>
                  <a:cubicBezTo>
                    <a:pt x="318" y="680"/>
                    <a:pt x="318" y="680"/>
                    <a:pt x="318" y="680"/>
                  </a:cubicBezTo>
                  <a:cubicBezTo>
                    <a:pt x="318" y="679"/>
                    <a:pt x="318" y="679"/>
                    <a:pt x="317" y="678"/>
                  </a:cubicBezTo>
                  <a:cubicBezTo>
                    <a:pt x="317" y="677"/>
                    <a:pt x="317" y="677"/>
                    <a:pt x="317" y="677"/>
                  </a:cubicBezTo>
                  <a:cubicBezTo>
                    <a:pt x="316" y="674"/>
                    <a:pt x="315" y="674"/>
                    <a:pt x="314" y="673"/>
                  </a:cubicBezTo>
                  <a:cubicBezTo>
                    <a:pt x="314" y="673"/>
                    <a:pt x="313" y="673"/>
                    <a:pt x="312" y="672"/>
                  </a:cubicBezTo>
                  <a:cubicBezTo>
                    <a:pt x="308" y="668"/>
                    <a:pt x="308" y="668"/>
                    <a:pt x="308" y="668"/>
                  </a:cubicBezTo>
                  <a:cubicBezTo>
                    <a:pt x="308" y="668"/>
                    <a:pt x="307" y="667"/>
                    <a:pt x="307" y="667"/>
                  </a:cubicBezTo>
                  <a:cubicBezTo>
                    <a:pt x="306" y="665"/>
                    <a:pt x="305" y="663"/>
                    <a:pt x="303" y="661"/>
                  </a:cubicBezTo>
                  <a:cubicBezTo>
                    <a:pt x="301" y="658"/>
                    <a:pt x="298" y="654"/>
                    <a:pt x="297" y="649"/>
                  </a:cubicBezTo>
                  <a:cubicBezTo>
                    <a:pt x="297" y="645"/>
                    <a:pt x="299" y="643"/>
                    <a:pt x="300" y="641"/>
                  </a:cubicBezTo>
                  <a:cubicBezTo>
                    <a:pt x="300" y="641"/>
                    <a:pt x="301" y="640"/>
                    <a:pt x="301" y="640"/>
                  </a:cubicBezTo>
                  <a:cubicBezTo>
                    <a:pt x="301" y="638"/>
                    <a:pt x="301" y="636"/>
                    <a:pt x="301" y="634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9"/>
                    <a:pt x="302" y="627"/>
                    <a:pt x="302" y="626"/>
                  </a:cubicBezTo>
                  <a:cubicBezTo>
                    <a:pt x="302" y="626"/>
                    <a:pt x="301" y="625"/>
                    <a:pt x="301" y="625"/>
                  </a:cubicBezTo>
                  <a:cubicBezTo>
                    <a:pt x="300" y="624"/>
                    <a:pt x="299" y="623"/>
                    <a:pt x="298" y="621"/>
                  </a:cubicBezTo>
                  <a:cubicBezTo>
                    <a:pt x="297" y="616"/>
                    <a:pt x="297" y="611"/>
                    <a:pt x="297" y="607"/>
                  </a:cubicBezTo>
                  <a:cubicBezTo>
                    <a:pt x="297" y="605"/>
                    <a:pt x="298" y="602"/>
                    <a:pt x="297" y="600"/>
                  </a:cubicBezTo>
                  <a:cubicBezTo>
                    <a:pt x="297" y="599"/>
                    <a:pt x="297" y="597"/>
                    <a:pt x="296" y="596"/>
                  </a:cubicBezTo>
                  <a:cubicBezTo>
                    <a:pt x="295" y="594"/>
                    <a:pt x="295" y="592"/>
                    <a:pt x="294" y="590"/>
                  </a:cubicBezTo>
                  <a:cubicBezTo>
                    <a:pt x="294" y="589"/>
                    <a:pt x="294" y="588"/>
                    <a:pt x="294" y="586"/>
                  </a:cubicBezTo>
                  <a:cubicBezTo>
                    <a:pt x="294" y="585"/>
                    <a:pt x="294" y="584"/>
                    <a:pt x="294" y="583"/>
                  </a:cubicBezTo>
                  <a:cubicBezTo>
                    <a:pt x="293" y="582"/>
                    <a:pt x="291" y="580"/>
                    <a:pt x="289" y="578"/>
                  </a:cubicBezTo>
                  <a:cubicBezTo>
                    <a:pt x="287" y="576"/>
                    <a:pt x="286" y="574"/>
                    <a:pt x="284" y="571"/>
                  </a:cubicBezTo>
                  <a:cubicBezTo>
                    <a:pt x="283" y="570"/>
                    <a:pt x="283" y="569"/>
                    <a:pt x="283" y="568"/>
                  </a:cubicBezTo>
                  <a:cubicBezTo>
                    <a:pt x="282" y="568"/>
                    <a:pt x="282" y="567"/>
                    <a:pt x="282" y="567"/>
                  </a:cubicBezTo>
                  <a:cubicBezTo>
                    <a:pt x="281" y="566"/>
                    <a:pt x="281" y="566"/>
                    <a:pt x="280" y="565"/>
                  </a:cubicBezTo>
                  <a:cubicBezTo>
                    <a:pt x="279" y="564"/>
                    <a:pt x="278" y="563"/>
                    <a:pt x="277" y="562"/>
                  </a:cubicBezTo>
                  <a:cubicBezTo>
                    <a:pt x="275" y="561"/>
                    <a:pt x="275" y="561"/>
                    <a:pt x="275" y="561"/>
                  </a:cubicBezTo>
                  <a:cubicBezTo>
                    <a:pt x="275" y="560"/>
                    <a:pt x="274" y="559"/>
                    <a:pt x="273" y="558"/>
                  </a:cubicBezTo>
                  <a:cubicBezTo>
                    <a:pt x="272" y="557"/>
                    <a:pt x="271" y="556"/>
                    <a:pt x="270" y="555"/>
                  </a:cubicBezTo>
                  <a:cubicBezTo>
                    <a:pt x="270" y="556"/>
                    <a:pt x="270" y="556"/>
                    <a:pt x="270" y="557"/>
                  </a:cubicBezTo>
                  <a:cubicBezTo>
                    <a:pt x="270" y="559"/>
                    <a:pt x="270" y="565"/>
                    <a:pt x="265" y="568"/>
                  </a:cubicBezTo>
                  <a:cubicBezTo>
                    <a:pt x="264" y="569"/>
                    <a:pt x="263" y="569"/>
                    <a:pt x="261" y="568"/>
                  </a:cubicBezTo>
                  <a:cubicBezTo>
                    <a:pt x="260" y="568"/>
                    <a:pt x="259" y="567"/>
                    <a:pt x="258" y="565"/>
                  </a:cubicBezTo>
                  <a:cubicBezTo>
                    <a:pt x="258" y="565"/>
                    <a:pt x="256" y="564"/>
                    <a:pt x="255" y="563"/>
                  </a:cubicBezTo>
                  <a:cubicBezTo>
                    <a:pt x="253" y="562"/>
                    <a:pt x="253" y="562"/>
                    <a:pt x="253" y="562"/>
                  </a:cubicBezTo>
                  <a:cubicBezTo>
                    <a:pt x="253" y="562"/>
                    <a:pt x="253" y="562"/>
                    <a:pt x="253" y="562"/>
                  </a:cubicBezTo>
                  <a:cubicBezTo>
                    <a:pt x="252" y="562"/>
                    <a:pt x="251" y="562"/>
                    <a:pt x="250" y="562"/>
                  </a:cubicBezTo>
                  <a:cubicBezTo>
                    <a:pt x="249" y="562"/>
                    <a:pt x="249" y="562"/>
                    <a:pt x="248" y="562"/>
                  </a:cubicBezTo>
                  <a:cubicBezTo>
                    <a:pt x="247" y="562"/>
                    <a:pt x="245" y="562"/>
                    <a:pt x="244" y="562"/>
                  </a:cubicBezTo>
                  <a:cubicBezTo>
                    <a:pt x="244" y="561"/>
                    <a:pt x="243" y="561"/>
                    <a:pt x="243" y="561"/>
                  </a:cubicBezTo>
                  <a:cubicBezTo>
                    <a:pt x="243" y="561"/>
                    <a:pt x="242" y="562"/>
                    <a:pt x="241" y="562"/>
                  </a:cubicBezTo>
                  <a:cubicBezTo>
                    <a:pt x="239" y="563"/>
                    <a:pt x="238" y="563"/>
                    <a:pt x="237" y="563"/>
                  </a:cubicBezTo>
                  <a:cubicBezTo>
                    <a:pt x="233" y="563"/>
                    <a:pt x="231" y="561"/>
                    <a:pt x="229" y="559"/>
                  </a:cubicBezTo>
                  <a:cubicBezTo>
                    <a:pt x="228" y="557"/>
                    <a:pt x="228" y="557"/>
                    <a:pt x="228" y="557"/>
                  </a:cubicBezTo>
                  <a:cubicBezTo>
                    <a:pt x="227" y="556"/>
                    <a:pt x="226" y="555"/>
                    <a:pt x="226" y="555"/>
                  </a:cubicBezTo>
                  <a:cubicBezTo>
                    <a:pt x="225" y="555"/>
                    <a:pt x="224" y="555"/>
                    <a:pt x="224" y="555"/>
                  </a:cubicBezTo>
                  <a:cubicBezTo>
                    <a:pt x="222" y="555"/>
                    <a:pt x="221" y="556"/>
                    <a:pt x="219" y="556"/>
                  </a:cubicBezTo>
                  <a:cubicBezTo>
                    <a:pt x="214" y="556"/>
                    <a:pt x="211" y="553"/>
                    <a:pt x="209" y="550"/>
                  </a:cubicBezTo>
                  <a:cubicBezTo>
                    <a:pt x="208" y="549"/>
                    <a:pt x="207" y="548"/>
                    <a:pt x="207" y="548"/>
                  </a:cubicBezTo>
                  <a:cubicBezTo>
                    <a:pt x="206" y="549"/>
                    <a:pt x="205" y="549"/>
                    <a:pt x="204" y="549"/>
                  </a:cubicBezTo>
                  <a:cubicBezTo>
                    <a:pt x="201" y="549"/>
                    <a:pt x="197" y="547"/>
                    <a:pt x="196" y="547"/>
                  </a:cubicBezTo>
                  <a:cubicBezTo>
                    <a:pt x="196" y="547"/>
                    <a:pt x="193" y="545"/>
                    <a:pt x="191" y="543"/>
                  </a:cubicBezTo>
                  <a:cubicBezTo>
                    <a:pt x="191" y="543"/>
                    <a:pt x="190" y="542"/>
                    <a:pt x="190" y="541"/>
                  </a:cubicBezTo>
                  <a:cubicBezTo>
                    <a:pt x="190" y="541"/>
                    <a:pt x="190" y="541"/>
                    <a:pt x="190" y="541"/>
                  </a:cubicBezTo>
                  <a:cubicBezTo>
                    <a:pt x="189" y="541"/>
                    <a:pt x="187" y="541"/>
                    <a:pt x="186" y="541"/>
                  </a:cubicBezTo>
                  <a:cubicBezTo>
                    <a:pt x="184" y="540"/>
                    <a:pt x="183" y="540"/>
                    <a:pt x="182" y="540"/>
                  </a:cubicBezTo>
                  <a:cubicBezTo>
                    <a:pt x="178" y="539"/>
                    <a:pt x="176" y="538"/>
                    <a:pt x="174" y="535"/>
                  </a:cubicBezTo>
                  <a:cubicBezTo>
                    <a:pt x="174" y="534"/>
                    <a:pt x="174" y="534"/>
                    <a:pt x="174" y="534"/>
                  </a:cubicBezTo>
                  <a:cubicBezTo>
                    <a:pt x="173" y="532"/>
                    <a:pt x="173" y="532"/>
                    <a:pt x="169" y="532"/>
                  </a:cubicBezTo>
                  <a:cubicBezTo>
                    <a:pt x="168" y="532"/>
                    <a:pt x="167" y="532"/>
                    <a:pt x="167" y="532"/>
                  </a:cubicBezTo>
                  <a:cubicBezTo>
                    <a:pt x="164" y="532"/>
                    <a:pt x="160" y="532"/>
                    <a:pt x="157" y="529"/>
                  </a:cubicBezTo>
                  <a:cubicBezTo>
                    <a:pt x="155" y="527"/>
                    <a:pt x="153" y="526"/>
                    <a:pt x="150" y="526"/>
                  </a:cubicBezTo>
                  <a:cubicBezTo>
                    <a:pt x="149" y="527"/>
                    <a:pt x="148" y="528"/>
                    <a:pt x="147" y="528"/>
                  </a:cubicBezTo>
                  <a:cubicBezTo>
                    <a:pt x="146" y="528"/>
                    <a:pt x="145" y="528"/>
                    <a:pt x="145" y="527"/>
                  </a:cubicBezTo>
                  <a:cubicBezTo>
                    <a:pt x="141" y="526"/>
                    <a:pt x="139" y="522"/>
                    <a:pt x="139" y="520"/>
                  </a:cubicBezTo>
                  <a:cubicBezTo>
                    <a:pt x="138" y="519"/>
                    <a:pt x="138" y="518"/>
                    <a:pt x="139" y="517"/>
                  </a:cubicBezTo>
                  <a:cubicBezTo>
                    <a:pt x="137" y="517"/>
                    <a:pt x="136" y="516"/>
                    <a:pt x="135" y="516"/>
                  </a:cubicBezTo>
                  <a:cubicBezTo>
                    <a:pt x="133" y="517"/>
                    <a:pt x="129" y="519"/>
                    <a:pt x="126" y="516"/>
                  </a:cubicBezTo>
                  <a:cubicBezTo>
                    <a:pt x="123" y="515"/>
                    <a:pt x="120" y="512"/>
                    <a:pt x="118" y="510"/>
                  </a:cubicBezTo>
                  <a:cubicBezTo>
                    <a:pt x="116" y="507"/>
                    <a:pt x="117" y="504"/>
                    <a:pt x="117" y="503"/>
                  </a:cubicBezTo>
                  <a:cubicBezTo>
                    <a:pt x="117" y="502"/>
                    <a:pt x="117" y="502"/>
                    <a:pt x="117" y="502"/>
                  </a:cubicBezTo>
                  <a:cubicBezTo>
                    <a:pt x="117" y="502"/>
                    <a:pt x="115" y="501"/>
                    <a:pt x="114" y="500"/>
                  </a:cubicBezTo>
                  <a:cubicBezTo>
                    <a:pt x="112" y="500"/>
                    <a:pt x="111" y="500"/>
                    <a:pt x="110" y="499"/>
                  </a:cubicBezTo>
                  <a:cubicBezTo>
                    <a:pt x="109" y="498"/>
                    <a:pt x="109" y="498"/>
                    <a:pt x="109" y="498"/>
                  </a:cubicBezTo>
                  <a:cubicBezTo>
                    <a:pt x="107" y="499"/>
                    <a:pt x="106" y="499"/>
                    <a:pt x="104" y="499"/>
                  </a:cubicBezTo>
                  <a:cubicBezTo>
                    <a:pt x="102" y="499"/>
                    <a:pt x="100" y="498"/>
                    <a:pt x="99" y="497"/>
                  </a:cubicBezTo>
                  <a:cubicBezTo>
                    <a:pt x="98" y="497"/>
                    <a:pt x="96" y="497"/>
                    <a:pt x="95" y="496"/>
                  </a:cubicBezTo>
                  <a:cubicBezTo>
                    <a:pt x="93" y="495"/>
                    <a:pt x="92" y="493"/>
                    <a:pt x="93" y="491"/>
                  </a:cubicBezTo>
                  <a:cubicBezTo>
                    <a:pt x="93" y="492"/>
                    <a:pt x="93" y="491"/>
                    <a:pt x="92" y="490"/>
                  </a:cubicBezTo>
                  <a:cubicBezTo>
                    <a:pt x="92" y="489"/>
                    <a:pt x="91" y="487"/>
                    <a:pt x="91" y="485"/>
                  </a:cubicBezTo>
                  <a:cubicBezTo>
                    <a:pt x="91" y="483"/>
                    <a:pt x="91" y="483"/>
                    <a:pt x="91" y="483"/>
                  </a:cubicBezTo>
                  <a:cubicBezTo>
                    <a:pt x="91" y="483"/>
                    <a:pt x="91" y="483"/>
                    <a:pt x="91" y="482"/>
                  </a:cubicBezTo>
                  <a:cubicBezTo>
                    <a:pt x="91" y="482"/>
                    <a:pt x="91" y="482"/>
                    <a:pt x="91" y="482"/>
                  </a:cubicBezTo>
                  <a:cubicBezTo>
                    <a:pt x="91" y="482"/>
                    <a:pt x="90" y="482"/>
                    <a:pt x="90" y="481"/>
                  </a:cubicBezTo>
                  <a:cubicBezTo>
                    <a:pt x="87" y="479"/>
                    <a:pt x="79" y="472"/>
                    <a:pt x="80" y="464"/>
                  </a:cubicBezTo>
                  <a:cubicBezTo>
                    <a:pt x="80" y="464"/>
                    <a:pt x="79" y="464"/>
                    <a:pt x="79" y="464"/>
                  </a:cubicBezTo>
                  <a:cubicBezTo>
                    <a:pt x="79" y="462"/>
                    <a:pt x="78" y="461"/>
                    <a:pt x="78" y="460"/>
                  </a:cubicBezTo>
                  <a:cubicBezTo>
                    <a:pt x="78" y="459"/>
                    <a:pt x="78" y="458"/>
                    <a:pt x="77" y="458"/>
                  </a:cubicBezTo>
                  <a:cubicBezTo>
                    <a:pt x="77" y="456"/>
                    <a:pt x="76" y="455"/>
                    <a:pt x="75" y="454"/>
                  </a:cubicBezTo>
                  <a:cubicBezTo>
                    <a:pt x="74" y="452"/>
                    <a:pt x="73" y="451"/>
                    <a:pt x="72" y="449"/>
                  </a:cubicBezTo>
                  <a:cubicBezTo>
                    <a:pt x="71" y="447"/>
                    <a:pt x="70" y="445"/>
                    <a:pt x="70" y="443"/>
                  </a:cubicBezTo>
                  <a:cubicBezTo>
                    <a:pt x="69" y="441"/>
                    <a:pt x="68" y="439"/>
                    <a:pt x="67" y="437"/>
                  </a:cubicBezTo>
                  <a:cubicBezTo>
                    <a:pt x="67" y="437"/>
                    <a:pt x="66" y="436"/>
                    <a:pt x="65" y="435"/>
                  </a:cubicBezTo>
                  <a:cubicBezTo>
                    <a:pt x="64" y="434"/>
                    <a:pt x="62" y="432"/>
                    <a:pt x="61" y="430"/>
                  </a:cubicBezTo>
                  <a:cubicBezTo>
                    <a:pt x="59" y="426"/>
                    <a:pt x="59" y="423"/>
                    <a:pt x="59" y="418"/>
                  </a:cubicBezTo>
                  <a:cubicBezTo>
                    <a:pt x="60" y="415"/>
                    <a:pt x="60" y="413"/>
                    <a:pt x="59" y="411"/>
                  </a:cubicBezTo>
                  <a:cubicBezTo>
                    <a:pt x="59" y="410"/>
                    <a:pt x="58" y="409"/>
                    <a:pt x="58" y="408"/>
                  </a:cubicBezTo>
                  <a:cubicBezTo>
                    <a:pt x="57" y="406"/>
                    <a:pt x="57" y="404"/>
                    <a:pt x="56" y="403"/>
                  </a:cubicBezTo>
                  <a:cubicBezTo>
                    <a:pt x="54" y="400"/>
                    <a:pt x="53" y="399"/>
                    <a:pt x="54" y="397"/>
                  </a:cubicBezTo>
                  <a:cubicBezTo>
                    <a:pt x="54" y="393"/>
                    <a:pt x="57" y="392"/>
                    <a:pt x="58" y="392"/>
                  </a:cubicBezTo>
                  <a:cubicBezTo>
                    <a:pt x="58" y="392"/>
                    <a:pt x="58" y="391"/>
                    <a:pt x="58" y="391"/>
                  </a:cubicBezTo>
                  <a:cubicBezTo>
                    <a:pt x="58" y="390"/>
                    <a:pt x="57" y="389"/>
                    <a:pt x="56" y="388"/>
                  </a:cubicBezTo>
                  <a:cubicBezTo>
                    <a:pt x="55" y="388"/>
                    <a:pt x="55" y="387"/>
                    <a:pt x="54" y="387"/>
                  </a:cubicBezTo>
                  <a:cubicBezTo>
                    <a:pt x="51" y="384"/>
                    <a:pt x="49" y="381"/>
                    <a:pt x="48" y="377"/>
                  </a:cubicBezTo>
                  <a:cubicBezTo>
                    <a:pt x="47" y="374"/>
                    <a:pt x="45" y="371"/>
                    <a:pt x="44" y="370"/>
                  </a:cubicBezTo>
                  <a:cubicBezTo>
                    <a:pt x="43" y="369"/>
                    <a:pt x="42" y="368"/>
                    <a:pt x="41" y="368"/>
                  </a:cubicBezTo>
                  <a:cubicBezTo>
                    <a:pt x="40" y="366"/>
                    <a:pt x="38" y="365"/>
                    <a:pt x="37" y="364"/>
                  </a:cubicBezTo>
                  <a:cubicBezTo>
                    <a:pt x="37" y="363"/>
                    <a:pt x="36" y="362"/>
                    <a:pt x="36" y="361"/>
                  </a:cubicBezTo>
                  <a:cubicBezTo>
                    <a:pt x="35" y="361"/>
                    <a:pt x="35" y="360"/>
                    <a:pt x="34" y="359"/>
                  </a:cubicBezTo>
                  <a:cubicBezTo>
                    <a:pt x="34" y="360"/>
                    <a:pt x="33" y="360"/>
                    <a:pt x="33" y="361"/>
                  </a:cubicBezTo>
                  <a:cubicBezTo>
                    <a:pt x="32" y="361"/>
                    <a:pt x="31" y="361"/>
                    <a:pt x="30" y="362"/>
                  </a:cubicBezTo>
                  <a:cubicBezTo>
                    <a:pt x="25" y="363"/>
                    <a:pt x="22" y="362"/>
                    <a:pt x="20" y="360"/>
                  </a:cubicBezTo>
                  <a:cubicBezTo>
                    <a:pt x="20" y="359"/>
                    <a:pt x="20" y="359"/>
                    <a:pt x="20" y="359"/>
                  </a:cubicBezTo>
                  <a:cubicBezTo>
                    <a:pt x="15" y="355"/>
                    <a:pt x="12" y="350"/>
                    <a:pt x="9" y="346"/>
                  </a:cubicBezTo>
                  <a:cubicBezTo>
                    <a:pt x="7" y="345"/>
                    <a:pt x="7" y="343"/>
                    <a:pt x="7" y="341"/>
                  </a:cubicBezTo>
                  <a:cubicBezTo>
                    <a:pt x="7" y="340"/>
                    <a:pt x="7" y="339"/>
                    <a:pt x="7" y="338"/>
                  </a:cubicBezTo>
                  <a:cubicBezTo>
                    <a:pt x="7" y="338"/>
                    <a:pt x="7" y="337"/>
                    <a:pt x="7" y="337"/>
                  </a:cubicBezTo>
                  <a:cubicBezTo>
                    <a:pt x="7" y="335"/>
                    <a:pt x="7" y="335"/>
                    <a:pt x="7" y="335"/>
                  </a:cubicBezTo>
                  <a:cubicBezTo>
                    <a:pt x="7" y="332"/>
                    <a:pt x="7" y="329"/>
                    <a:pt x="10" y="325"/>
                  </a:cubicBezTo>
                  <a:cubicBezTo>
                    <a:pt x="10" y="324"/>
                    <a:pt x="12" y="322"/>
                    <a:pt x="16" y="322"/>
                  </a:cubicBezTo>
                  <a:cubicBezTo>
                    <a:pt x="16" y="322"/>
                    <a:pt x="17" y="322"/>
                    <a:pt x="17" y="322"/>
                  </a:cubicBezTo>
                  <a:cubicBezTo>
                    <a:pt x="17" y="322"/>
                    <a:pt x="20" y="319"/>
                    <a:pt x="21" y="318"/>
                  </a:cubicBezTo>
                  <a:cubicBezTo>
                    <a:pt x="22" y="317"/>
                    <a:pt x="21" y="314"/>
                    <a:pt x="19" y="310"/>
                  </a:cubicBezTo>
                  <a:cubicBezTo>
                    <a:pt x="18" y="309"/>
                    <a:pt x="17" y="307"/>
                    <a:pt x="17" y="306"/>
                  </a:cubicBezTo>
                  <a:cubicBezTo>
                    <a:pt x="16" y="303"/>
                    <a:pt x="15" y="301"/>
                    <a:pt x="14" y="299"/>
                  </a:cubicBezTo>
                  <a:cubicBezTo>
                    <a:pt x="14" y="299"/>
                    <a:pt x="13" y="298"/>
                    <a:pt x="13" y="298"/>
                  </a:cubicBezTo>
                  <a:cubicBezTo>
                    <a:pt x="11" y="297"/>
                    <a:pt x="10" y="295"/>
                    <a:pt x="9" y="293"/>
                  </a:cubicBezTo>
                  <a:cubicBezTo>
                    <a:pt x="8" y="288"/>
                    <a:pt x="10" y="284"/>
                    <a:pt x="11" y="281"/>
                  </a:cubicBezTo>
                  <a:cubicBezTo>
                    <a:pt x="12" y="280"/>
                    <a:pt x="13" y="277"/>
                    <a:pt x="13" y="277"/>
                  </a:cubicBezTo>
                  <a:cubicBezTo>
                    <a:pt x="11" y="274"/>
                    <a:pt x="13" y="271"/>
                    <a:pt x="13" y="270"/>
                  </a:cubicBezTo>
                  <a:cubicBezTo>
                    <a:pt x="13" y="270"/>
                    <a:pt x="13" y="270"/>
                    <a:pt x="13" y="269"/>
                  </a:cubicBezTo>
                  <a:cubicBezTo>
                    <a:pt x="13" y="269"/>
                    <a:pt x="12" y="268"/>
                    <a:pt x="12" y="267"/>
                  </a:cubicBezTo>
                  <a:cubicBezTo>
                    <a:pt x="11" y="266"/>
                    <a:pt x="11" y="266"/>
                    <a:pt x="11" y="266"/>
                  </a:cubicBezTo>
                  <a:cubicBezTo>
                    <a:pt x="11" y="264"/>
                    <a:pt x="11" y="264"/>
                    <a:pt x="10" y="263"/>
                  </a:cubicBezTo>
                  <a:cubicBezTo>
                    <a:pt x="9" y="263"/>
                    <a:pt x="8" y="262"/>
                    <a:pt x="7" y="262"/>
                  </a:cubicBezTo>
                  <a:cubicBezTo>
                    <a:pt x="7" y="262"/>
                    <a:pt x="5" y="261"/>
                    <a:pt x="5" y="261"/>
                  </a:cubicBezTo>
                  <a:cubicBezTo>
                    <a:pt x="4" y="261"/>
                    <a:pt x="3" y="261"/>
                    <a:pt x="3" y="260"/>
                  </a:cubicBezTo>
                  <a:cubicBezTo>
                    <a:pt x="2" y="259"/>
                    <a:pt x="0" y="258"/>
                    <a:pt x="0" y="255"/>
                  </a:cubicBezTo>
                  <a:cubicBezTo>
                    <a:pt x="0" y="255"/>
                    <a:pt x="1" y="254"/>
                    <a:pt x="1" y="254"/>
                  </a:cubicBezTo>
                  <a:cubicBezTo>
                    <a:pt x="1" y="251"/>
                    <a:pt x="1" y="251"/>
                    <a:pt x="1" y="251"/>
                  </a:cubicBezTo>
                  <a:cubicBezTo>
                    <a:pt x="0" y="246"/>
                    <a:pt x="1" y="240"/>
                    <a:pt x="3" y="234"/>
                  </a:cubicBezTo>
                  <a:cubicBezTo>
                    <a:pt x="3" y="231"/>
                    <a:pt x="4" y="228"/>
                    <a:pt x="4" y="226"/>
                  </a:cubicBezTo>
                  <a:cubicBezTo>
                    <a:pt x="4" y="224"/>
                    <a:pt x="5" y="223"/>
                    <a:pt x="7" y="222"/>
                  </a:cubicBezTo>
                  <a:cubicBezTo>
                    <a:pt x="8" y="222"/>
                    <a:pt x="10" y="221"/>
                    <a:pt x="11" y="222"/>
                  </a:cubicBezTo>
                  <a:cubicBezTo>
                    <a:pt x="11" y="222"/>
                    <a:pt x="12" y="222"/>
                    <a:pt x="12" y="222"/>
                  </a:cubicBezTo>
                  <a:cubicBezTo>
                    <a:pt x="12" y="223"/>
                    <a:pt x="12" y="223"/>
                    <a:pt x="12" y="223"/>
                  </a:cubicBezTo>
                  <a:cubicBezTo>
                    <a:pt x="13" y="221"/>
                    <a:pt x="13" y="220"/>
                    <a:pt x="15" y="219"/>
                  </a:cubicBezTo>
                  <a:cubicBezTo>
                    <a:pt x="16" y="218"/>
                    <a:pt x="17" y="217"/>
                    <a:pt x="19" y="217"/>
                  </a:cubicBezTo>
                  <a:cubicBezTo>
                    <a:pt x="22" y="216"/>
                    <a:pt x="24" y="215"/>
                    <a:pt x="26" y="213"/>
                  </a:cubicBezTo>
                  <a:cubicBezTo>
                    <a:pt x="27" y="212"/>
                    <a:pt x="27" y="211"/>
                    <a:pt x="28" y="210"/>
                  </a:cubicBezTo>
                  <a:cubicBezTo>
                    <a:pt x="29" y="209"/>
                    <a:pt x="29" y="207"/>
                    <a:pt x="31" y="205"/>
                  </a:cubicBezTo>
                  <a:cubicBezTo>
                    <a:pt x="32" y="204"/>
                    <a:pt x="33" y="204"/>
                    <a:pt x="34" y="203"/>
                  </a:cubicBezTo>
                  <a:cubicBezTo>
                    <a:pt x="35" y="202"/>
                    <a:pt x="35" y="202"/>
                    <a:pt x="36" y="201"/>
                  </a:cubicBezTo>
                  <a:cubicBezTo>
                    <a:pt x="36" y="200"/>
                    <a:pt x="37" y="199"/>
                    <a:pt x="38" y="198"/>
                  </a:cubicBezTo>
                  <a:cubicBezTo>
                    <a:pt x="38" y="197"/>
                    <a:pt x="39" y="196"/>
                    <a:pt x="39" y="194"/>
                  </a:cubicBezTo>
                  <a:cubicBezTo>
                    <a:pt x="40" y="192"/>
                    <a:pt x="40" y="191"/>
                    <a:pt x="41" y="189"/>
                  </a:cubicBezTo>
                  <a:cubicBezTo>
                    <a:pt x="46" y="180"/>
                    <a:pt x="47" y="180"/>
                    <a:pt x="48" y="179"/>
                  </a:cubicBezTo>
                  <a:cubicBezTo>
                    <a:pt x="49" y="179"/>
                    <a:pt x="49" y="179"/>
                    <a:pt x="49" y="179"/>
                  </a:cubicBezTo>
                  <a:cubicBezTo>
                    <a:pt x="50" y="176"/>
                    <a:pt x="51" y="174"/>
                    <a:pt x="52" y="173"/>
                  </a:cubicBezTo>
                  <a:cubicBezTo>
                    <a:pt x="52" y="172"/>
                    <a:pt x="52" y="171"/>
                    <a:pt x="53" y="171"/>
                  </a:cubicBezTo>
                  <a:cubicBezTo>
                    <a:pt x="53" y="170"/>
                    <a:pt x="53" y="170"/>
                    <a:pt x="53" y="169"/>
                  </a:cubicBezTo>
                  <a:cubicBezTo>
                    <a:pt x="54" y="167"/>
                    <a:pt x="54" y="164"/>
                    <a:pt x="58" y="162"/>
                  </a:cubicBezTo>
                  <a:cubicBezTo>
                    <a:pt x="58" y="162"/>
                    <a:pt x="59" y="162"/>
                    <a:pt x="59" y="162"/>
                  </a:cubicBezTo>
                  <a:cubicBezTo>
                    <a:pt x="61" y="161"/>
                    <a:pt x="63" y="160"/>
                    <a:pt x="64" y="159"/>
                  </a:cubicBezTo>
                  <a:cubicBezTo>
                    <a:pt x="63" y="158"/>
                    <a:pt x="63" y="156"/>
                    <a:pt x="64" y="155"/>
                  </a:cubicBezTo>
                  <a:cubicBezTo>
                    <a:pt x="66" y="152"/>
                    <a:pt x="69" y="149"/>
                    <a:pt x="74" y="148"/>
                  </a:cubicBezTo>
                  <a:cubicBezTo>
                    <a:pt x="74" y="148"/>
                    <a:pt x="75" y="148"/>
                    <a:pt x="76" y="148"/>
                  </a:cubicBezTo>
                  <a:cubicBezTo>
                    <a:pt x="76" y="148"/>
                    <a:pt x="76" y="148"/>
                    <a:pt x="76" y="148"/>
                  </a:cubicBezTo>
                  <a:cubicBezTo>
                    <a:pt x="77" y="147"/>
                    <a:pt x="77" y="146"/>
                    <a:pt x="77" y="146"/>
                  </a:cubicBezTo>
                  <a:cubicBezTo>
                    <a:pt x="77" y="144"/>
                    <a:pt x="77" y="144"/>
                    <a:pt x="77" y="143"/>
                  </a:cubicBezTo>
                  <a:cubicBezTo>
                    <a:pt x="76" y="142"/>
                    <a:pt x="76" y="141"/>
                    <a:pt x="76" y="140"/>
                  </a:cubicBezTo>
                  <a:cubicBezTo>
                    <a:pt x="75" y="139"/>
                    <a:pt x="75" y="138"/>
                    <a:pt x="75" y="137"/>
                  </a:cubicBezTo>
                  <a:cubicBezTo>
                    <a:pt x="74" y="137"/>
                    <a:pt x="73" y="137"/>
                    <a:pt x="73" y="137"/>
                  </a:cubicBezTo>
                  <a:cubicBezTo>
                    <a:pt x="72" y="137"/>
                    <a:pt x="71" y="137"/>
                    <a:pt x="70" y="136"/>
                  </a:cubicBezTo>
                  <a:cubicBezTo>
                    <a:pt x="68" y="135"/>
                    <a:pt x="68" y="134"/>
                    <a:pt x="67" y="134"/>
                  </a:cubicBezTo>
                  <a:cubicBezTo>
                    <a:pt x="67" y="134"/>
                    <a:pt x="66" y="133"/>
                    <a:pt x="66" y="133"/>
                  </a:cubicBezTo>
                  <a:cubicBezTo>
                    <a:pt x="66" y="133"/>
                    <a:pt x="65" y="133"/>
                    <a:pt x="65" y="133"/>
                  </a:cubicBezTo>
                  <a:cubicBezTo>
                    <a:pt x="64" y="134"/>
                    <a:pt x="63" y="135"/>
                    <a:pt x="60" y="135"/>
                  </a:cubicBezTo>
                  <a:cubicBezTo>
                    <a:pt x="59" y="135"/>
                    <a:pt x="57" y="134"/>
                    <a:pt x="56" y="133"/>
                  </a:cubicBezTo>
                  <a:cubicBezTo>
                    <a:pt x="56" y="132"/>
                    <a:pt x="56" y="132"/>
                    <a:pt x="56" y="132"/>
                  </a:cubicBezTo>
                  <a:cubicBezTo>
                    <a:pt x="52" y="128"/>
                    <a:pt x="52" y="127"/>
                    <a:pt x="52" y="126"/>
                  </a:cubicBezTo>
                  <a:cubicBezTo>
                    <a:pt x="50" y="123"/>
                    <a:pt x="52" y="121"/>
                    <a:pt x="52" y="120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53" y="117"/>
                    <a:pt x="53" y="116"/>
                    <a:pt x="54" y="116"/>
                  </a:cubicBezTo>
                  <a:cubicBezTo>
                    <a:pt x="52" y="114"/>
                    <a:pt x="52" y="112"/>
                    <a:pt x="52" y="110"/>
                  </a:cubicBezTo>
                  <a:cubicBezTo>
                    <a:pt x="53" y="108"/>
                    <a:pt x="54" y="107"/>
                    <a:pt x="55" y="106"/>
                  </a:cubicBezTo>
                  <a:cubicBezTo>
                    <a:pt x="55" y="105"/>
                    <a:pt x="56" y="104"/>
                    <a:pt x="56" y="103"/>
                  </a:cubicBezTo>
                  <a:cubicBezTo>
                    <a:pt x="56" y="103"/>
                    <a:pt x="56" y="103"/>
                    <a:pt x="56" y="102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99"/>
                    <a:pt x="59" y="95"/>
                    <a:pt x="62" y="92"/>
                  </a:cubicBezTo>
                  <a:cubicBezTo>
                    <a:pt x="64" y="91"/>
                    <a:pt x="66" y="90"/>
                    <a:pt x="67" y="90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69" y="89"/>
                    <a:pt x="69" y="89"/>
                    <a:pt x="70" y="89"/>
                  </a:cubicBezTo>
                  <a:cubicBezTo>
                    <a:pt x="72" y="87"/>
                    <a:pt x="76" y="87"/>
                    <a:pt x="78" y="88"/>
                  </a:cubicBezTo>
                  <a:cubicBezTo>
                    <a:pt x="78" y="88"/>
                    <a:pt x="77" y="87"/>
                    <a:pt x="77" y="87"/>
                  </a:cubicBezTo>
                  <a:cubicBezTo>
                    <a:pt x="77" y="86"/>
                    <a:pt x="77" y="85"/>
                    <a:pt x="77" y="84"/>
                  </a:cubicBezTo>
                  <a:cubicBezTo>
                    <a:pt x="77" y="81"/>
                    <a:pt x="79" y="77"/>
                    <a:pt x="80" y="74"/>
                  </a:cubicBezTo>
                  <a:cubicBezTo>
                    <a:pt x="80" y="74"/>
                    <a:pt x="79" y="73"/>
                    <a:pt x="79" y="72"/>
                  </a:cubicBezTo>
                  <a:cubicBezTo>
                    <a:pt x="78" y="72"/>
                    <a:pt x="78" y="71"/>
                    <a:pt x="77" y="70"/>
                  </a:cubicBezTo>
                  <a:cubicBezTo>
                    <a:pt x="75" y="66"/>
                    <a:pt x="76" y="62"/>
                    <a:pt x="76" y="58"/>
                  </a:cubicBezTo>
                  <a:cubicBezTo>
                    <a:pt x="76" y="57"/>
                    <a:pt x="76" y="55"/>
                    <a:pt x="76" y="53"/>
                  </a:cubicBezTo>
                  <a:cubicBezTo>
                    <a:pt x="76" y="52"/>
                    <a:pt x="76" y="50"/>
                    <a:pt x="76" y="49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75" y="45"/>
                    <a:pt x="74" y="43"/>
                    <a:pt x="73" y="41"/>
                  </a:cubicBezTo>
                  <a:cubicBezTo>
                    <a:pt x="73" y="39"/>
                    <a:pt x="72" y="38"/>
                    <a:pt x="71" y="36"/>
                  </a:cubicBezTo>
                  <a:cubicBezTo>
                    <a:pt x="71" y="35"/>
                    <a:pt x="69" y="34"/>
                    <a:pt x="67" y="33"/>
                  </a:cubicBezTo>
                  <a:cubicBezTo>
                    <a:pt x="65" y="32"/>
                    <a:pt x="64" y="31"/>
                    <a:pt x="63" y="30"/>
                  </a:cubicBezTo>
                  <a:cubicBezTo>
                    <a:pt x="60" y="28"/>
                    <a:pt x="60" y="25"/>
                    <a:pt x="59" y="23"/>
                  </a:cubicBezTo>
                  <a:cubicBezTo>
                    <a:pt x="59" y="22"/>
                    <a:pt x="58" y="22"/>
                    <a:pt x="58" y="21"/>
                  </a:cubicBezTo>
                  <a:cubicBezTo>
                    <a:pt x="58" y="21"/>
                    <a:pt x="58" y="20"/>
                    <a:pt x="58" y="20"/>
                  </a:cubicBezTo>
                  <a:cubicBezTo>
                    <a:pt x="57" y="19"/>
                    <a:pt x="56" y="19"/>
                    <a:pt x="56" y="18"/>
                  </a:cubicBezTo>
                  <a:cubicBezTo>
                    <a:pt x="54" y="16"/>
                    <a:pt x="54" y="13"/>
                    <a:pt x="54" y="10"/>
                  </a:cubicBezTo>
                  <a:cubicBezTo>
                    <a:pt x="55" y="8"/>
                    <a:pt x="56" y="6"/>
                    <a:pt x="58" y="5"/>
                  </a:cubicBezTo>
                  <a:cubicBezTo>
                    <a:pt x="60" y="4"/>
                    <a:pt x="61" y="5"/>
                    <a:pt x="62" y="5"/>
                  </a:cubicBezTo>
                  <a:cubicBezTo>
                    <a:pt x="63" y="5"/>
                    <a:pt x="66" y="5"/>
                    <a:pt x="68" y="5"/>
                  </a:cubicBezTo>
                  <a:cubicBezTo>
                    <a:pt x="68" y="5"/>
                    <a:pt x="68" y="5"/>
                    <a:pt x="68" y="5"/>
                  </a:cubicBezTo>
                  <a:cubicBezTo>
                    <a:pt x="68" y="4"/>
                    <a:pt x="69" y="3"/>
                    <a:pt x="70" y="3"/>
                  </a:cubicBezTo>
                  <a:cubicBezTo>
                    <a:pt x="74" y="1"/>
                    <a:pt x="77" y="0"/>
                    <a:pt x="79" y="0"/>
                  </a:cubicBezTo>
                  <a:cubicBezTo>
                    <a:pt x="80" y="0"/>
                    <a:pt x="81" y="0"/>
                    <a:pt x="82" y="0"/>
                  </a:cubicBezTo>
                  <a:cubicBezTo>
                    <a:pt x="83" y="1"/>
                    <a:pt x="84" y="1"/>
                    <a:pt x="85" y="1"/>
                  </a:cubicBezTo>
                  <a:cubicBezTo>
                    <a:pt x="103" y="1"/>
                    <a:pt x="103" y="1"/>
                    <a:pt x="103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40" y="1"/>
                    <a:pt x="140" y="1"/>
                    <a:pt x="141" y="1"/>
                  </a:cubicBezTo>
                  <a:cubicBezTo>
                    <a:pt x="141" y="1"/>
                    <a:pt x="142" y="0"/>
                    <a:pt x="142" y="0"/>
                  </a:cubicBezTo>
                  <a:cubicBezTo>
                    <a:pt x="143" y="0"/>
                    <a:pt x="146" y="1"/>
                    <a:pt x="147" y="4"/>
                  </a:cubicBezTo>
                  <a:cubicBezTo>
                    <a:pt x="148" y="6"/>
                    <a:pt x="148" y="7"/>
                    <a:pt x="148" y="8"/>
                  </a:cubicBezTo>
                  <a:cubicBezTo>
                    <a:pt x="149" y="9"/>
                    <a:pt x="148" y="10"/>
                    <a:pt x="148" y="11"/>
                  </a:cubicBezTo>
                  <a:cubicBezTo>
                    <a:pt x="148" y="12"/>
                    <a:pt x="148" y="12"/>
                    <a:pt x="148" y="13"/>
                  </a:cubicBezTo>
                  <a:cubicBezTo>
                    <a:pt x="149" y="16"/>
                    <a:pt x="149" y="21"/>
                    <a:pt x="148" y="25"/>
                  </a:cubicBezTo>
                  <a:cubicBezTo>
                    <a:pt x="147" y="27"/>
                    <a:pt x="147" y="28"/>
                    <a:pt x="146" y="29"/>
                  </a:cubicBezTo>
                  <a:cubicBezTo>
                    <a:pt x="146" y="30"/>
                    <a:pt x="145" y="31"/>
                    <a:pt x="145" y="32"/>
                  </a:cubicBezTo>
                  <a:cubicBezTo>
                    <a:pt x="145" y="35"/>
                    <a:pt x="145" y="37"/>
                    <a:pt x="143" y="39"/>
                  </a:cubicBezTo>
                  <a:cubicBezTo>
                    <a:pt x="143" y="40"/>
                    <a:pt x="142" y="40"/>
                    <a:pt x="142" y="40"/>
                  </a:cubicBezTo>
                  <a:cubicBezTo>
                    <a:pt x="143" y="41"/>
                    <a:pt x="143" y="43"/>
                    <a:pt x="143" y="45"/>
                  </a:cubicBezTo>
                  <a:cubicBezTo>
                    <a:pt x="142" y="47"/>
                    <a:pt x="141" y="48"/>
                    <a:pt x="140" y="49"/>
                  </a:cubicBezTo>
                  <a:cubicBezTo>
                    <a:pt x="140" y="49"/>
                    <a:pt x="140" y="50"/>
                    <a:pt x="140" y="51"/>
                  </a:cubicBezTo>
                  <a:cubicBezTo>
                    <a:pt x="140" y="52"/>
                    <a:pt x="140" y="53"/>
                    <a:pt x="139" y="54"/>
                  </a:cubicBezTo>
                  <a:cubicBezTo>
                    <a:pt x="139" y="56"/>
                    <a:pt x="139" y="56"/>
                    <a:pt x="139" y="56"/>
                  </a:cubicBezTo>
                  <a:cubicBezTo>
                    <a:pt x="139" y="58"/>
                    <a:pt x="138" y="61"/>
                    <a:pt x="137" y="63"/>
                  </a:cubicBezTo>
                  <a:cubicBezTo>
                    <a:pt x="137" y="64"/>
                    <a:pt x="136" y="65"/>
                    <a:pt x="136" y="66"/>
                  </a:cubicBezTo>
                  <a:cubicBezTo>
                    <a:pt x="137" y="66"/>
                    <a:pt x="138" y="67"/>
                    <a:pt x="138" y="68"/>
                  </a:cubicBezTo>
                  <a:cubicBezTo>
                    <a:pt x="139" y="69"/>
                    <a:pt x="139" y="71"/>
                    <a:pt x="138" y="72"/>
                  </a:cubicBezTo>
                  <a:cubicBezTo>
                    <a:pt x="138" y="73"/>
                    <a:pt x="138" y="75"/>
                    <a:pt x="138" y="76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8" y="79"/>
                    <a:pt x="137" y="82"/>
                    <a:pt x="136" y="86"/>
                  </a:cubicBezTo>
                  <a:cubicBezTo>
                    <a:pt x="138" y="86"/>
                    <a:pt x="139" y="87"/>
                    <a:pt x="140" y="88"/>
                  </a:cubicBezTo>
                  <a:cubicBezTo>
                    <a:pt x="141" y="89"/>
                    <a:pt x="143" y="90"/>
                    <a:pt x="142" y="93"/>
                  </a:cubicBezTo>
                  <a:cubicBezTo>
                    <a:pt x="142" y="93"/>
                    <a:pt x="142" y="93"/>
                    <a:pt x="142" y="94"/>
                  </a:cubicBezTo>
                  <a:cubicBezTo>
                    <a:pt x="143" y="94"/>
                    <a:pt x="144" y="95"/>
                    <a:pt x="144" y="97"/>
                  </a:cubicBezTo>
                  <a:cubicBezTo>
                    <a:pt x="144" y="100"/>
                    <a:pt x="144" y="102"/>
                    <a:pt x="141" y="104"/>
                  </a:cubicBezTo>
                  <a:cubicBezTo>
                    <a:pt x="144" y="106"/>
                    <a:pt x="146" y="107"/>
                    <a:pt x="148" y="107"/>
                  </a:cubicBezTo>
                  <a:cubicBezTo>
                    <a:pt x="151" y="107"/>
                    <a:pt x="154" y="105"/>
                    <a:pt x="156" y="103"/>
                  </a:cubicBezTo>
                  <a:cubicBezTo>
                    <a:pt x="155" y="102"/>
                    <a:pt x="154" y="101"/>
                    <a:pt x="153" y="100"/>
                  </a:cubicBezTo>
                  <a:cubicBezTo>
                    <a:pt x="153" y="99"/>
                    <a:pt x="151" y="97"/>
                    <a:pt x="151" y="94"/>
                  </a:cubicBezTo>
                  <a:cubicBezTo>
                    <a:pt x="151" y="93"/>
                    <a:pt x="152" y="91"/>
                    <a:pt x="154" y="90"/>
                  </a:cubicBezTo>
                  <a:cubicBezTo>
                    <a:pt x="156" y="88"/>
                    <a:pt x="159" y="89"/>
                    <a:pt x="160" y="89"/>
                  </a:cubicBezTo>
                  <a:cubicBezTo>
                    <a:pt x="167" y="83"/>
                    <a:pt x="167" y="83"/>
                    <a:pt x="167" y="83"/>
                  </a:cubicBezTo>
                  <a:cubicBezTo>
                    <a:pt x="168" y="82"/>
                    <a:pt x="170" y="82"/>
                    <a:pt x="171" y="82"/>
                  </a:cubicBezTo>
                  <a:cubicBezTo>
                    <a:pt x="172" y="83"/>
                    <a:pt x="174" y="83"/>
                    <a:pt x="174" y="85"/>
                  </a:cubicBezTo>
                  <a:cubicBezTo>
                    <a:pt x="179" y="94"/>
                    <a:pt x="179" y="94"/>
                    <a:pt x="179" y="94"/>
                  </a:cubicBezTo>
                  <a:cubicBezTo>
                    <a:pt x="179" y="94"/>
                    <a:pt x="180" y="94"/>
                    <a:pt x="180" y="94"/>
                  </a:cubicBezTo>
                  <a:cubicBezTo>
                    <a:pt x="181" y="94"/>
                    <a:pt x="181" y="95"/>
                    <a:pt x="182" y="95"/>
                  </a:cubicBezTo>
                  <a:cubicBezTo>
                    <a:pt x="183" y="94"/>
                    <a:pt x="185" y="93"/>
                    <a:pt x="187" y="94"/>
                  </a:cubicBezTo>
                  <a:cubicBezTo>
                    <a:pt x="187" y="94"/>
                    <a:pt x="187" y="93"/>
                    <a:pt x="187" y="93"/>
                  </a:cubicBezTo>
                  <a:cubicBezTo>
                    <a:pt x="188" y="91"/>
                    <a:pt x="190" y="90"/>
                    <a:pt x="192" y="89"/>
                  </a:cubicBezTo>
                  <a:cubicBezTo>
                    <a:pt x="193" y="89"/>
                    <a:pt x="195" y="91"/>
                    <a:pt x="196" y="92"/>
                  </a:cubicBezTo>
                  <a:cubicBezTo>
                    <a:pt x="197" y="95"/>
                    <a:pt x="200" y="100"/>
                    <a:pt x="198" y="104"/>
                  </a:cubicBezTo>
                  <a:cubicBezTo>
                    <a:pt x="198" y="104"/>
                    <a:pt x="198" y="106"/>
                    <a:pt x="199" y="107"/>
                  </a:cubicBezTo>
                  <a:cubicBezTo>
                    <a:pt x="200" y="105"/>
                    <a:pt x="201" y="103"/>
                    <a:pt x="201" y="100"/>
                  </a:cubicBezTo>
                  <a:cubicBezTo>
                    <a:pt x="201" y="96"/>
                    <a:pt x="205" y="90"/>
                    <a:pt x="211" y="90"/>
                  </a:cubicBezTo>
                  <a:cubicBezTo>
                    <a:pt x="213" y="90"/>
                    <a:pt x="214" y="89"/>
                    <a:pt x="215" y="89"/>
                  </a:cubicBezTo>
                  <a:cubicBezTo>
                    <a:pt x="219" y="89"/>
                    <a:pt x="222" y="91"/>
                    <a:pt x="224" y="93"/>
                  </a:cubicBezTo>
                  <a:cubicBezTo>
                    <a:pt x="225" y="94"/>
                    <a:pt x="225" y="95"/>
                    <a:pt x="226" y="96"/>
                  </a:cubicBezTo>
                  <a:cubicBezTo>
                    <a:pt x="226" y="97"/>
                    <a:pt x="226" y="98"/>
                    <a:pt x="227" y="98"/>
                  </a:cubicBezTo>
                  <a:cubicBezTo>
                    <a:pt x="227" y="98"/>
                    <a:pt x="228" y="98"/>
                    <a:pt x="229" y="97"/>
                  </a:cubicBezTo>
                  <a:cubicBezTo>
                    <a:pt x="230" y="97"/>
                    <a:pt x="231" y="97"/>
                    <a:pt x="232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7" y="95"/>
                  </a:cubicBezTo>
                  <a:cubicBezTo>
                    <a:pt x="238" y="94"/>
                    <a:pt x="239" y="94"/>
                    <a:pt x="240" y="94"/>
                  </a:cubicBezTo>
                  <a:cubicBezTo>
                    <a:pt x="240" y="93"/>
                    <a:pt x="240" y="93"/>
                    <a:pt x="240" y="92"/>
                  </a:cubicBezTo>
                  <a:cubicBezTo>
                    <a:pt x="242" y="90"/>
                    <a:pt x="244" y="89"/>
                    <a:pt x="246" y="89"/>
                  </a:cubicBezTo>
                  <a:cubicBezTo>
                    <a:pt x="248" y="87"/>
                    <a:pt x="248" y="87"/>
                    <a:pt x="248" y="87"/>
                  </a:cubicBezTo>
                  <a:cubicBezTo>
                    <a:pt x="251" y="86"/>
                    <a:pt x="253" y="85"/>
                    <a:pt x="256" y="83"/>
                  </a:cubicBezTo>
                  <a:cubicBezTo>
                    <a:pt x="257" y="83"/>
                    <a:pt x="258" y="82"/>
                    <a:pt x="258" y="82"/>
                  </a:cubicBezTo>
                  <a:cubicBezTo>
                    <a:pt x="258" y="82"/>
                    <a:pt x="259" y="81"/>
                    <a:pt x="259" y="81"/>
                  </a:cubicBezTo>
                  <a:cubicBezTo>
                    <a:pt x="259" y="80"/>
                    <a:pt x="258" y="80"/>
                    <a:pt x="258" y="80"/>
                  </a:cubicBezTo>
                  <a:cubicBezTo>
                    <a:pt x="258" y="80"/>
                    <a:pt x="258" y="80"/>
                    <a:pt x="257" y="81"/>
                  </a:cubicBezTo>
                  <a:cubicBezTo>
                    <a:pt x="257" y="81"/>
                    <a:pt x="256" y="81"/>
                    <a:pt x="256" y="82"/>
                  </a:cubicBezTo>
                  <a:cubicBezTo>
                    <a:pt x="254" y="83"/>
                    <a:pt x="252" y="85"/>
                    <a:pt x="249" y="85"/>
                  </a:cubicBezTo>
                  <a:cubicBezTo>
                    <a:pt x="249" y="85"/>
                    <a:pt x="248" y="85"/>
                    <a:pt x="248" y="85"/>
                  </a:cubicBezTo>
                  <a:cubicBezTo>
                    <a:pt x="246" y="85"/>
                    <a:pt x="245" y="85"/>
                    <a:pt x="243" y="85"/>
                  </a:cubicBezTo>
                  <a:cubicBezTo>
                    <a:pt x="242" y="84"/>
                    <a:pt x="241" y="84"/>
                    <a:pt x="240" y="84"/>
                  </a:cubicBezTo>
                  <a:cubicBezTo>
                    <a:pt x="239" y="84"/>
                    <a:pt x="239" y="84"/>
                    <a:pt x="238" y="84"/>
                  </a:cubicBezTo>
                  <a:cubicBezTo>
                    <a:pt x="237" y="85"/>
                    <a:pt x="235" y="85"/>
                    <a:pt x="234" y="85"/>
                  </a:cubicBezTo>
                  <a:cubicBezTo>
                    <a:pt x="232" y="84"/>
                    <a:pt x="231" y="83"/>
                    <a:pt x="230" y="82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7" y="82"/>
                    <a:pt x="224" y="82"/>
                    <a:pt x="222" y="80"/>
                  </a:cubicBezTo>
                  <a:cubicBezTo>
                    <a:pt x="221" y="78"/>
                    <a:pt x="221" y="76"/>
                    <a:pt x="222" y="74"/>
                  </a:cubicBezTo>
                  <a:cubicBezTo>
                    <a:pt x="228" y="59"/>
                    <a:pt x="228" y="59"/>
                    <a:pt x="228" y="59"/>
                  </a:cubicBezTo>
                  <a:cubicBezTo>
                    <a:pt x="230" y="55"/>
                    <a:pt x="232" y="52"/>
                    <a:pt x="238" y="52"/>
                  </a:cubicBezTo>
                  <a:cubicBezTo>
                    <a:pt x="239" y="52"/>
                    <a:pt x="240" y="52"/>
                    <a:pt x="241" y="52"/>
                  </a:cubicBezTo>
                  <a:cubicBezTo>
                    <a:pt x="241" y="52"/>
                    <a:pt x="242" y="53"/>
                    <a:pt x="243" y="53"/>
                  </a:cubicBezTo>
                  <a:cubicBezTo>
                    <a:pt x="242" y="52"/>
                    <a:pt x="241" y="50"/>
                    <a:pt x="241" y="49"/>
                  </a:cubicBezTo>
                  <a:cubicBezTo>
                    <a:pt x="242" y="47"/>
                    <a:pt x="243" y="46"/>
                    <a:pt x="244" y="45"/>
                  </a:cubicBezTo>
                  <a:cubicBezTo>
                    <a:pt x="255" y="41"/>
                    <a:pt x="266" y="34"/>
                    <a:pt x="267" y="31"/>
                  </a:cubicBezTo>
                  <a:cubicBezTo>
                    <a:pt x="267" y="30"/>
                    <a:pt x="266" y="29"/>
                    <a:pt x="266" y="28"/>
                  </a:cubicBezTo>
                  <a:cubicBezTo>
                    <a:pt x="265" y="28"/>
                    <a:pt x="264" y="27"/>
                    <a:pt x="263" y="25"/>
                  </a:cubicBezTo>
                  <a:cubicBezTo>
                    <a:pt x="261" y="23"/>
                    <a:pt x="261" y="20"/>
                    <a:pt x="263" y="18"/>
                  </a:cubicBezTo>
                  <a:cubicBezTo>
                    <a:pt x="264" y="15"/>
                    <a:pt x="266" y="14"/>
                    <a:pt x="267" y="14"/>
                  </a:cubicBezTo>
                  <a:cubicBezTo>
                    <a:pt x="268" y="13"/>
                    <a:pt x="268" y="13"/>
                    <a:pt x="268" y="13"/>
                  </a:cubicBezTo>
                  <a:cubicBezTo>
                    <a:pt x="269" y="12"/>
                    <a:pt x="269" y="10"/>
                    <a:pt x="270" y="9"/>
                  </a:cubicBezTo>
                  <a:cubicBezTo>
                    <a:pt x="271" y="8"/>
                    <a:pt x="272" y="7"/>
                    <a:pt x="273" y="7"/>
                  </a:cubicBezTo>
                  <a:cubicBezTo>
                    <a:pt x="273" y="6"/>
                    <a:pt x="274" y="5"/>
                    <a:pt x="274" y="4"/>
                  </a:cubicBezTo>
                  <a:cubicBezTo>
                    <a:pt x="276" y="3"/>
                    <a:pt x="278" y="2"/>
                    <a:pt x="280" y="3"/>
                  </a:cubicBezTo>
                  <a:cubicBezTo>
                    <a:pt x="467" y="114"/>
                    <a:pt x="467" y="114"/>
                    <a:pt x="467" y="114"/>
                  </a:cubicBezTo>
                  <a:cubicBezTo>
                    <a:pt x="470" y="116"/>
                    <a:pt x="474" y="118"/>
                    <a:pt x="477" y="119"/>
                  </a:cubicBezTo>
                  <a:cubicBezTo>
                    <a:pt x="483" y="123"/>
                    <a:pt x="490" y="126"/>
                    <a:pt x="495" y="130"/>
                  </a:cubicBezTo>
                  <a:cubicBezTo>
                    <a:pt x="501" y="134"/>
                    <a:pt x="501" y="138"/>
                    <a:pt x="502" y="142"/>
                  </a:cubicBezTo>
                  <a:cubicBezTo>
                    <a:pt x="502" y="144"/>
                    <a:pt x="502" y="144"/>
                    <a:pt x="502" y="144"/>
                  </a:cubicBezTo>
                  <a:cubicBezTo>
                    <a:pt x="503" y="148"/>
                    <a:pt x="504" y="152"/>
                    <a:pt x="502" y="156"/>
                  </a:cubicBezTo>
                  <a:cubicBezTo>
                    <a:pt x="501" y="158"/>
                    <a:pt x="500" y="159"/>
                    <a:pt x="499" y="160"/>
                  </a:cubicBezTo>
                  <a:cubicBezTo>
                    <a:pt x="498" y="160"/>
                    <a:pt x="498" y="160"/>
                    <a:pt x="498" y="161"/>
                  </a:cubicBezTo>
                  <a:cubicBezTo>
                    <a:pt x="497" y="162"/>
                    <a:pt x="497" y="162"/>
                    <a:pt x="496" y="162"/>
                  </a:cubicBezTo>
                  <a:cubicBezTo>
                    <a:pt x="497" y="162"/>
                    <a:pt x="499" y="162"/>
                    <a:pt x="500" y="163"/>
                  </a:cubicBezTo>
                  <a:cubicBezTo>
                    <a:pt x="504" y="165"/>
                    <a:pt x="505" y="167"/>
                    <a:pt x="505" y="170"/>
                  </a:cubicBezTo>
                  <a:cubicBezTo>
                    <a:pt x="505" y="170"/>
                    <a:pt x="506" y="171"/>
                    <a:pt x="506" y="172"/>
                  </a:cubicBezTo>
                  <a:cubicBezTo>
                    <a:pt x="507" y="173"/>
                    <a:pt x="509" y="175"/>
                    <a:pt x="511" y="176"/>
                  </a:cubicBezTo>
                  <a:cubicBezTo>
                    <a:pt x="512" y="177"/>
                    <a:pt x="513" y="177"/>
                    <a:pt x="514" y="178"/>
                  </a:cubicBezTo>
                  <a:cubicBezTo>
                    <a:pt x="528" y="189"/>
                    <a:pt x="542" y="200"/>
                    <a:pt x="556" y="211"/>
                  </a:cubicBezTo>
                  <a:cubicBezTo>
                    <a:pt x="565" y="218"/>
                    <a:pt x="575" y="225"/>
                    <a:pt x="584" y="232"/>
                  </a:cubicBezTo>
                  <a:cubicBezTo>
                    <a:pt x="585" y="233"/>
                    <a:pt x="586" y="233"/>
                    <a:pt x="586" y="233"/>
                  </a:cubicBezTo>
                  <a:cubicBezTo>
                    <a:pt x="589" y="236"/>
                    <a:pt x="594" y="239"/>
                    <a:pt x="593" y="245"/>
                  </a:cubicBezTo>
                  <a:cubicBezTo>
                    <a:pt x="593" y="246"/>
                    <a:pt x="593" y="247"/>
                    <a:pt x="593" y="247"/>
                  </a:cubicBezTo>
                  <a:cubicBezTo>
                    <a:pt x="593" y="248"/>
                    <a:pt x="594" y="249"/>
                    <a:pt x="594" y="250"/>
                  </a:cubicBezTo>
                  <a:cubicBezTo>
                    <a:pt x="593" y="253"/>
                    <a:pt x="592" y="255"/>
                    <a:pt x="591" y="257"/>
                  </a:cubicBezTo>
                  <a:cubicBezTo>
                    <a:pt x="591" y="259"/>
                    <a:pt x="590" y="261"/>
                    <a:pt x="588" y="262"/>
                  </a:cubicBezTo>
                  <a:cubicBezTo>
                    <a:pt x="588" y="263"/>
                    <a:pt x="588" y="264"/>
                    <a:pt x="587" y="265"/>
                  </a:cubicBezTo>
                  <a:cubicBezTo>
                    <a:pt x="589" y="267"/>
                    <a:pt x="589" y="269"/>
                    <a:pt x="588" y="272"/>
                  </a:cubicBezTo>
                  <a:cubicBezTo>
                    <a:pt x="587" y="273"/>
                    <a:pt x="586" y="274"/>
                    <a:pt x="584" y="274"/>
                  </a:cubicBezTo>
                  <a:cubicBezTo>
                    <a:pt x="584" y="275"/>
                    <a:pt x="584" y="275"/>
                    <a:pt x="584" y="275"/>
                  </a:cubicBezTo>
                  <a:cubicBezTo>
                    <a:pt x="584" y="275"/>
                    <a:pt x="584" y="275"/>
                    <a:pt x="584" y="276"/>
                  </a:cubicBezTo>
                  <a:cubicBezTo>
                    <a:pt x="585" y="280"/>
                    <a:pt x="583" y="284"/>
                    <a:pt x="581" y="288"/>
                  </a:cubicBezTo>
                  <a:cubicBezTo>
                    <a:pt x="580" y="289"/>
                    <a:pt x="579" y="291"/>
                    <a:pt x="579" y="291"/>
                  </a:cubicBezTo>
                  <a:cubicBezTo>
                    <a:pt x="578" y="295"/>
                    <a:pt x="577" y="299"/>
                    <a:pt x="575" y="303"/>
                  </a:cubicBezTo>
                  <a:cubicBezTo>
                    <a:pt x="572" y="307"/>
                    <a:pt x="571" y="311"/>
                    <a:pt x="570" y="316"/>
                  </a:cubicBezTo>
                  <a:cubicBezTo>
                    <a:pt x="569" y="319"/>
                    <a:pt x="569" y="321"/>
                    <a:pt x="568" y="323"/>
                  </a:cubicBezTo>
                  <a:cubicBezTo>
                    <a:pt x="568" y="324"/>
                    <a:pt x="567" y="326"/>
                    <a:pt x="567" y="326"/>
                  </a:cubicBezTo>
                  <a:cubicBezTo>
                    <a:pt x="566" y="328"/>
                    <a:pt x="566" y="328"/>
                    <a:pt x="566" y="330"/>
                  </a:cubicBezTo>
                  <a:cubicBezTo>
                    <a:pt x="566" y="330"/>
                    <a:pt x="567" y="331"/>
                    <a:pt x="568" y="332"/>
                  </a:cubicBezTo>
                  <a:cubicBezTo>
                    <a:pt x="569" y="334"/>
                    <a:pt x="571" y="336"/>
                    <a:pt x="570" y="341"/>
                  </a:cubicBezTo>
                  <a:cubicBezTo>
                    <a:pt x="569" y="348"/>
                    <a:pt x="570" y="350"/>
                    <a:pt x="574" y="352"/>
                  </a:cubicBezTo>
                  <a:cubicBezTo>
                    <a:pt x="575" y="352"/>
                    <a:pt x="576" y="353"/>
                    <a:pt x="576" y="353"/>
                  </a:cubicBezTo>
                  <a:cubicBezTo>
                    <a:pt x="579" y="354"/>
                    <a:pt x="581" y="354"/>
                    <a:pt x="583" y="357"/>
                  </a:cubicBezTo>
                  <a:cubicBezTo>
                    <a:pt x="584" y="358"/>
                    <a:pt x="585" y="359"/>
                    <a:pt x="586" y="360"/>
                  </a:cubicBezTo>
                  <a:cubicBezTo>
                    <a:pt x="588" y="362"/>
                    <a:pt x="590" y="364"/>
                    <a:pt x="591" y="367"/>
                  </a:cubicBezTo>
                  <a:cubicBezTo>
                    <a:pt x="592" y="368"/>
                    <a:pt x="592" y="369"/>
                    <a:pt x="592" y="369"/>
                  </a:cubicBezTo>
                  <a:cubicBezTo>
                    <a:pt x="594" y="370"/>
                    <a:pt x="595" y="371"/>
                    <a:pt x="595" y="373"/>
                  </a:cubicBezTo>
                  <a:cubicBezTo>
                    <a:pt x="595" y="373"/>
                    <a:pt x="596" y="374"/>
                    <a:pt x="596" y="375"/>
                  </a:cubicBezTo>
                  <a:cubicBezTo>
                    <a:pt x="599" y="375"/>
                    <a:pt x="602" y="376"/>
                    <a:pt x="604" y="378"/>
                  </a:cubicBezTo>
                  <a:cubicBezTo>
                    <a:pt x="610" y="382"/>
                    <a:pt x="611" y="390"/>
                    <a:pt x="611" y="393"/>
                  </a:cubicBezTo>
                  <a:cubicBezTo>
                    <a:pt x="611" y="401"/>
                    <a:pt x="608" y="404"/>
                    <a:pt x="606" y="406"/>
                  </a:cubicBezTo>
                  <a:cubicBezTo>
                    <a:pt x="605" y="406"/>
                    <a:pt x="604" y="407"/>
                    <a:pt x="603" y="406"/>
                  </a:cubicBezTo>
                  <a:cubicBezTo>
                    <a:pt x="602" y="407"/>
                    <a:pt x="602" y="408"/>
                    <a:pt x="602" y="409"/>
                  </a:cubicBezTo>
                  <a:cubicBezTo>
                    <a:pt x="601" y="409"/>
                    <a:pt x="601" y="410"/>
                    <a:pt x="600" y="411"/>
                  </a:cubicBezTo>
                  <a:cubicBezTo>
                    <a:pt x="599" y="412"/>
                    <a:pt x="599" y="412"/>
                    <a:pt x="599" y="412"/>
                  </a:cubicBezTo>
                  <a:cubicBezTo>
                    <a:pt x="600" y="416"/>
                    <a:pt x="597" y="419"/>
                    <a:pt x="596" y="421"/>
                  </a:cubicBezTo>
                  <a:cubicBezTo>
                    <a:pt x="596" y="421"/>
                    <a:pt x="595" y="421"/>
                    <a:pt x="595" y="422"/>
                  </a:cubicBezTo>
                  <a:cubicBezTo>
                    <a:pt x="594" y="424"/>
                    <a:pt x="594" y="427"/>
                    <a:pt x="595" y="431"/>
                  </a:cubicBezTo>
                  <a:cubicBezTo>
                    <a:pt x="595" y="432"/>
                    <a:pt x="595" y="432"/>
                    <a:pt x="595" y="433"/>
                  </a:cubicBezTo>
                  <a:cubicBezTo>
                    <a:pt x="596" y="433"/>
                    <a:pt x="597" y="434"/>
                    <a:pt x="597" y="435"/>
                  </a:cubicBezTo>
                  <a:cubicBezTo>
                    <a:pt x="598" y="435"/>
                    <a:pt x="598" y="436"/>
                    <a:pt x="598" y="436"/>
                  </a:cubicBezTo>
                  <a:cubicBezTo>
                    <a:pt x="599" y="437"/>
                    <a:pt x="599" y="437"/>
                    <a:pt x="600" y="437"/>
                  </a:cubicBezTo>
                  <a:cubicBezTo>
                    <a:pt x="605" y="441"/>
                    <a:pt x="604" y="445"/>
                    <a:pt x="603" y="447"/>
                  </a:cubicBezTo>
                  <a:cubicBezTo>
                    <a:pt x="603" y="448"/>
                    <a:pt x="602" y="449"/>
                    <a:pt x="602" y="449"/>
                  </a:cubicBezTo>
                  <a:cubicBezTo>
                    <a:pt x="602" y="449"/>
                    <a:pt x="602" y="450"/>
                    <a:pt x="603" y="450"/>
                  </a:cubicBezTo>
                  <a:cubicBezTo>
                    <a:pt x="604" y="451"/>
                    <a:pt x="604" y="452"/>
                    <a:pt x="604" y="454"/>
                  </a:cubicBezTo>
                  <a:cubicBezTo>
                    <a:pt x="605" y="456"/>
                    <a:pt x="601" y="466"/>
                    <a:pt x="598" y="470"/>
                  </a:cubicBezTo>
                  <a:cubicBezTo>
                    <a:pt x="597" y="471"/>
                    <a:pt x="597" y="471"/>
                    <a:pt x="597" y="471"/>
                  </a:cubicBezTo>
                  <a:cubicBezTo>
                    <a:pt x="597" y="473"/>
                    <a:pt x="596" y="475"/>
                    <a:pt x="594" y="477"/>
                  </a:cubicBezTo>
                  <a:cubicBezTo>
                    <a:pt x="594" y="477"/>
                    <a:pt x="594" y="477"/>
                    <a:pt x="594" y="477"/>
                  </a:cubicBezTo>
                  <a:cubicBezTo>
                    <a:pt x="595" y="479"/>
                    <a:pt x="595" y="481"/>
                    <a:pt x="595" y="483"/>
                  </a:cubicBezTo>
                  <a:cubicBezTo>
                    <a:pt x="595" y="483"/>
                    <a:pt x="595" y="484"/>
                    <a:pt x="595" y="485"/>
                  </a:cubicBezTo>
                  <a:cubicBezTo>
                    <a:pt x="595" y="485"/>
                    <a:pt x="595" y="486"/>
                    <a:pt x="596" y="488"/>
                  </a:cubicBezTo>
                  <a:cubicBezTo>
                    <a:pt x="597" y="490"/>
                    <a:pt x="598" y="493"/>
                    <a:pt x="598" y="497"/>
                  </a:cubicBezTo>
                  <a:cubicBezTo>
                    <a:pt x="598" y="498"/>
                    <a:pt x="598" y="498"/>
                    <a:pt x="598" y="498"/>
                  </a:cubicBezTo>
                  <a:cubicBezTo>
                    <a:pt x="599" y="498"/>
                    <a:pt x="599" y="498"/>
                    <a:pt x="600" y="499"/>
                  </a:cubicBezTo>
                  <a:cubicBezTo>
                    <a:pt x="602" y="501"/>
                    <a:pt x="603" y="503"/>
                    <a:pt x="604" y="505"/>
                  </a:cubicBezTo>
                  <a:cubicBezTo>
                    <a:pt x="605" y="507"/>
                    <a:pt x="606" y="509"/>
                    <a:pt x="607" y="510"/>
                  </a:cubicBezTo>
                  <a:cubicBezTo>
                    <a:pt x="609" y="511"/>
                    <a:pt x="609" y="512"/>
                    <a:pt x="609" y="514"/>
                  </a:cubicBezTo>
                  <a:cubicBezTo>
                    <a:pt x="609" y="516"/>
                    <a:pt x="608" y="517"/>
                    <a:pt x="606" y="518"/>
                  </a:cubicBezTo>
                  <a:cubicBezTo>
                    <a:pt x="606" y="518"/>
                    <a:pt x="606" y="518"/>
                    <a:pt x="606" y="518"/>
                  </a:cubicBezTo>
                  <a:cubicBezTo>
                    <a:pt x="606" y="519"/>
                    <a:pt x="606" y="520"/>
                    <a:pt x="606" y="521"/>
                  </a:cubicBezTo>
                  <a:cubicBezTo>
                    <a:pt x="607" y="521"/>
                    <a:pt x="607" y="521"/>
                    <a:pt x="608" y="521"/>
                  </a:cubicBezTo>
                  <a:cubicBezTo>
                    <a:pt x="609" y="522"/>
                    <a:pt x="611" y="523"/>
                    <a:pt x="613" y="528"/>
                  </a:cubicBezTo>
                  <a:cubicBezTo>
                    <a:pt x="615" y="531"/>
                    <a:pt x="615" y="540"/>
                    <a:pt x="614" y="543"/>
                  </a:cubicBezTo>
                  <a:cubicBezTo>
                    <a:pt x="614" y="544"/>
                    <a:pt x="614" y="544"/>
                    <a:pt x="613" y="545"/>
                  </a:cubicBezTo>
                  <a:cubicBezTo>
                    <a:pt x="614" y="546"/>
                    <a:pt x="614" y="546"/>
                    <a:pt x="614" y="547"/>
                  </a:cubicBezTo>
                  <a:cubicBezTo>
                    <a:pt x="616" y="550"/>
                    <a:pt x="617" y="553"/>
                    <a:pt x="618" y="556"/>
                  </a:cubicBezTo>
                  <a:cubicBezTo>
                    <a:pt x="618" y="556"/>
                    <a:pt x="620" y="562"/>
                    <a:pt x="619" y="565"/>
                  </a:cubicBezTo>
                  <a:cubicBezTo>
                    <a:pt x="622" y="568"/>
                    <a:pt x="624" y="572"/>
                    <a:pt x="622" y="576"/>
                  </a:cubicBezTo>
                  <a:cubicBezTo>
                    <a:pt x="622" y="576"/>
                    <a:pt x="622" y="577"/>
                    <a:pt x="622" y="577"/>
                  </a:cubicBezTo>
                  <a:cubicBezTo>
                    <a:pt x="622" y="577"/>
                    <a:pt x="622" y="578"/>
                    <a:pt x="622" y="578"/>
                  </a:cubicBezTo>
                  <a:cubicBezTo>
                    <a:pt x="623" y="579"/>
                    <a:pt x="623" y="579"/>
                    <a:pt x="624" y="580"/>
                  </a:cubicBezTo>
                  <a:cubicBezTo>
                    <a:pt x="627" y="581"/>
                    <a:pt x="629" y="583"/>
                    <a:pt x="631" y="586"/>
                  </a:cubicBezTo>
                  <a:cubicBezTo>
                    <a:pt x="631" y="586"/>
                    <a:pt x="631" y="586"/>
                    <a:pt x="631" y="586"/>
                  </a:cubicBezTo>
                  <a:cubicBezTo>
                    <a:pt x="633" y="586"/>
                    <a:pt x="635" y="587"/>
                    <a:pt x="637" y="588"/>
                  </a:cubicBezTo>
                  <a:cubicBezTo>
                    <a:pt x="637" y="588"/>
                    <a:pt x="638" y="589"/>
                    <a:pt x="638" y="589"/>
                  </a:cubicBezTo>
                  <a:cubicBezTo>
                    <a:pt x="640" y="589"/>
                    <a:pt x="641" y="590"/>
                    <a:pt x="642" y="591"/>
                  </a:cubicBezTo>
                  <a:cubicBezTo>
                    <a:pt x="642" y="592"/>
                    <a:pt x="642" y="592"/>
                    <a:pt x="642" y="592"/>
                  </a:cubicBezTo>
                  <a:cubicBezTo>
                    <a:pt x="646" y="590"/>
                    <a:pt x="649" y="594"/>
                    <a:pt x="652" y="598"/>
                  </a:cubicBezTo>
                  <a:cubicBezTo>
                    <a:pt x="655" y="596"/>
                    <a:pt x="659" y="598"/>
                    <a:pt x="661" y="601"/>
                  </a:cubicBezTo>
                  <a:cubicBezTo>
                    <a:pt x="661" y="603"/>
                    <a:pt x="662" y="605"/>
                    <a:pt x="660" y="608"/>
                  </a:cubicBezTo>
                  <a:cubicBezTo>
                    <a:pt x="660" y="609"/>
                    <a:pt x="660" y="610"/>
                    <a:pt x="660" y="611"/>
                  </a:cubicBezTo>
                  <a:cubicBezTo>
                    <a:pt x="660" y="611"/>
                    <a:pt x="660" y="612"/>
                    <a:pt x="660" y="612"/>
                  </a:cubicBezTo>
                  <a:cubicBezTo>
                    <a:pt x="660" y="614"/>
                    <a:pt x="660" y="616"/>
                    <a:pt x="658" y="618"/>
                  </a:cubicBezTo>
                  <a:cubicBezTo>
                    <a:pt x="656" y="621"/>
                    <a:pt x="652" y="623"/>
                    <a:pt x="648" y="625"/>
                  </a:cubicBezTo>
                  <a:cubicBezTo>
                    <a:pt x="646" y="625"/>
                    <a:pt x="642" y="628"/>
                    <a:pt x="640" y="631"/>
                  </a:cubicBezTo>
                  <a:cubicBezTo>
                    <a:pt x="639" y="632"/>
                    <a:pt x="638" y="633"/>
                    <a:pt x="637" y="634"/>
                  </a:cubicBezTo>
                  <a:cubicBezTo>
                    <a:pt x="635" y="635"/>
                    <a:pt x="635" y="635"/>
                    <a:pt x="635" y="635"/>
                  </a:cubicBezTo>
                  <a:cubicBezTo>
                    <a:pt x="633" y="636"/>
                    <a:pt x="631" y="638"/>
                    <a:pt x="628" y="639"/>
                  </a:cubicBezTo>
                  <a:cubicBezTo>
                    <a:pt x="626" y="640"/>
                    <a:pt x="623" y="641"/>
                    <a:pt x="620" y="643"/>
                  </a:cubicBezTo>
                  <a:cubicBezTo>
                    <a:pt x="617" y="646"/>
                    <a:pt x="613" y="647"/>
                    <a:pt x="609" y="648"/>
                  </a:cubicBezTo>
                  <a:cubicBezTo>
                    <a:pt x="605" y="649"/>
                    <a:pt x="601" y="652"/>
                    <a:pt x="598" y="654"/>
                  </a:cubicBezTo>
                  <a:cubicBezTo>
                    <a:pt x="596" y="655"/>
                    <a:pt x="594" y="657"/>
                    <a:pt x="593" y="658"/>
                  </a:cubicBezTo>
                  <a:cubicBezTo>
                    <a:pt x="591" y="658"/>
                    <a:pt x="590" y="659"/>
                    <a:pt x="589" y="660"/>
                  </a:cubicBezTo>
                  <a:cubicBezTo>
                    <a:pt x="586" y="662"/>
                    <a:pt x="582" y="663"/>
                    <a:pt x="579" y="662"/>
                  </a:cubicBezTo>
                  <a:cubicBezTo>
                    <a:pt x="578" y="661"/>
                    <a:pt x="578" y="661"/>
                    <a:pt x="578" y="661"/>
                  </a:cubicBezTo>
                  <a:cubicBezTo>
                    <a:pt x="576" y="661"/>
                    <a:pt x="575" y="661"/>
                    <a:pt x="573" y="662"/>
                  </a:cubicBezTo>
                  <a:cubicBezTo>
                    <a:pt x="571" y="662"/>
                    <a:pt x="570" y="662"/>
                    <a:pt x="568" y="663"/>
                  </a:cubicBezTo>
                  <a:cubicBezTo>
                    <a:pt x="564" y="663"/>
                    <a:pt x="564" y="663"/>
                    <a:pt x="561" y="664"/>
                  </a:cubicBezTo>
                  <a:cubicBezTo>
                    <a:pt x="559" y="666"/>
                    <a:pt x="559" y="666"/>
                    <a:pt x="557" y="667"/>
                  </a:cubicBezTo>
                  <a:cubicBezTo>
                    <a:pt x="555" y="668"/>
                    <a:pt x="553" y="668"/>
                    <a:pt x="552" y="668"/>
                  </a:cubicBezTo>
                  <a:cubicBezTo>
                    <a:pt x="550" y="669"/>
                    <a:pt x="549" y="669"/>
                    <a:pt x="547" y="671"/>
                  </a:cubicBezTo>
                  <a:cubicBezTo>
                    <a:pt x="547" y="671"/>
                    <a:pt x="546" y="672"/>
                    <a:pt x="545" y="673"/>
                  </a:cubicBezTo>
                  <a:cubicBezTo>
                    <a:pt x="542" y="676"/>
                    <a:pt x="540" y="678"/>
                    <a:pt x="538" y="678"/>
                  </a:cubicBezTo>
                  <a:cubicBezTo>
                    <a:pt x="538" y="678"/>
                    <a:pt x="536" y="678"/>
                    <a:pt x="536" y="678"/>
                  </a:cubicBezTo>
                  <a:cubicBezTo>
                    <a:pt x="530" y="678"/>
                    <a:pt x="524" y="672"/>
                    <a:pt x="524" y="672"/>
                  </a:cubicBezTo>
                  <a:cubicBezTo>
                    <a:pt x="523" y="672"/>
                    <a:pt x="523" y="671"/>
                    <a:pt x="522" y="671"/>
                  </a:cubicBezTo>
                  <a:cubicBezTo>
                    <a:pt x="522" y="670"/>
                    <a:pt x="521" y="669"/>
                    <a:pt x="521" y="669"/>
                  </a:cubicBezTo>
                  <a:cubicBezTo>
                    <a:pt x="520" y="669"/>
                    <a:pt x="519" y="669"/>
                    <a:pt x="519" y="669"/>
                  </a:cubicBezTo>
                  <a:cubicBezTo>
                    <a:pt x="517" y="669"/>
                    <a:pt x="516" y="669"/>
                    <a:pt x="515" y="669"/>
                  </a:cubicBezTo>
                  <a:cubicBezTo>
                    <a:pt x="515" y="669"/>
                    <a:pt x="515" y="669"/>
                    <a:pt x="514" y="668"/>
                  </a:cubicBezTo>
                  <a:cubicBezTo>
                    <a:pt x="513" y="668"/>
                    <a:pt x="511" y="668"/>
                    <a:pt x="509" y="669"/>
                  </a:cubicBezTo>
                  <a:cubicBezTo>
                    <a:pt x="508" y="669"/>
                    <a:pt x="507" y="670"/>
                    <a:pt x="506" y="670"/>
                  </a:cubicBezTo>
                  <a:cubicBezTo>
                    <a:pt x="505" y="670"/>
                    <a:pt x="504" y="670"/>
                    <a:pt x="503" y="671"/>
                  </a:cubicBezTo>
                  <a:cubicBezTo>
                    <a:pt x="503" y="671"/>
                    <a:pt x="502" y="673"/>
                    <a:pt x="502" y="674"/>
                  </a:cubicBezTo>
                  <a:cubicBezTo>
                    <a:pt x="502" y="675"/>
                    <a:pt x="501" y="676"/>
                    <a:pt x="501" y="676"/>
                  </a:cubicBezTo>
                  <a:cubicBezTo>
                    <a:pt x="501" y="677"/>
                    <a:pt x="501" y="677"/>
                    <a:pt x="501" y="678"/>
                  </a:cubicBezTo>
                  <a:cubicBezTo>
                    <a:pt x="501" y="680"/>
                    <a:pt x="501" y="682"/>
                    <a:pt x="500" y="684"/>
                  </a:cubicBezTo>
                  <a:cubicBezTo>
                    <a:pt x="498" y="687"/>
                    <a:pt x="495" y="688"/>
                    <a:pt x="493" y="688"/>
                  </a:cubicBezTo>
                  <a:cubicBezTo>
                    <a:pt x="493" y="688"/>
                    <a:pt x="492" y="689"/>
                    <a:pt x="492" y="689"/>
                  </a:cubicBezTo>
                  <a:cubicBezTo>
                    <a:pt x="491" y="690"/>
                    <a:pt x="490" y="691"/>
                    <a:pt x="489" y="692"/>
                  </a:cubicBezTo>
                  <a:cubicBezTo>
                    <a:pt x="487" y="693"/>
                    <a:pt x="485" y="693"/>
                    <a:pt x="484" y="693"/>
                  </a:cubicBezTo>
                  <a:cubicBezTo>
                    <a:pt x="482" y="693"/>
                    <a:pt x="482" y="693"/>
                    <a:pt x="482" y="693"/>
                  </a:cubicBezTo>
                  <a:cubicBezTo>
                    <a:pt x="481" y="693"/>
                    <a:pt x="481" y="693"/>
                    <a:pt x="481" y="694"/>
                  </a:cubicBezTo>
                  <a:cubicBezTo>
                    <a:pt x="480" y="695"/>
                    <a:pt x="479" y="696"/>
                    <a:pt x="478" y="696"/>
                  </a:cubicBezTo>
                  <a:cubicBezTo>
                    <a:pt x="474" y="699"/>
                    <a:pt x="470" y="697"/>
                    <a:pt x="467" y="696"/>
                  </a:cubicBezTo>
                  <a:cubicBezTo>
                    <a:pt x="467" y="696"/>
                    <a:pt x="467" y="696"/>
                    <a:pt x="466" y="696"/>
                  </a:cubicBezTo>
                  <a:cubicBezTo>
                    <a:pt x="466" y="696"/>
                    <a:pt x="464" y="696"/>
                    <a:pt x="462" y="696"/>
                  </a:cubicBezTo>
                  <a:cubicBezTo>
                    <a:pt x="456" y="696"/>
                    <a:pt x="450" y="694"/>
                    <a:pt x="447" y="690"/>
                  </a:cubicBezTo>
                  <a:cubicBezTo>
                    <a:pt x="447" y="690"/>
                    <a:pt x="447" y="690"/>
                    <a:pt x="446" y="689"/>
                  </a:cubicBezTo>
                  <a:cubicBezTo>
                    <a:pt x="444" y="690"/>
                    <a:pt x="441" y="689"/>
                    <a:pt x="439" y="689"/>
                  </a:cubicBezTo>
                  <a:cubicBezTo>
                    <a:pt x="438" y="689"/>
                    <a:pt x="438" y="689"/>
                    <a:pt x="437" y="689"/>
                  </a:cubicBezTo>
                  <a:cubicBezTo>
                    <a:pt x="436" y="690"/>
                    <a:pt x="435" y="691"/>
                    <a:pt x="435" y="691"/>
                  </a:cubicBezTo>
                  <a:cubicBezTo>
                    <a:pt x="432" y="694"/>
                    <a:pt x="429" y="698"/>
                    <a:pt x="422" y="698"/>
                  </a:cubicBezTo>
                  <a:cubicBezTo>
                    <a:pt x="421" y="698"/>
                    <a:pt x="420" y="699"/>
                    <a:pt x="419" y="699"/>
                  </a:cubicBezTo>
                  <a:close/>
                  <a:moveTo>
                    <a:pt x="414" y="686"/>
                  </a:moveTo>
                  <a:cubicBezTo>
                    <a:pt x="414" y="686"/>
                    <a:pt x="415" y="686"/>
                    <a:pt x="415" y="686"/>
                  </a:cubicBezTo>
                  <a:cubicBezTo>
                    <a:pt x="418" y="686"/>
                    <a:pt x="419" y="687"/>
                    <a:pt x="420" y="689"/>
                  </a:cubicBezTo>
                  <a:cubicBezTo>
                    <a:pt x="420" y="689"/>
                    <a:pt x="421" y="689"/>
                    <a:pt x="421" y="689"/>
                  </a:cubicBezTo>
                  <a:cubicBezTo>
                    <a:pt x="424" y="689"/>
                    <a:pt x="426" y="688"/>
                    <a:pt x="428" y="685"/>
                  </a:cubicBezTo>
                  <a:cubicBezTo>
                    <a:pt x="429" y="684"/>
                    <a:pt x="430" y="683"/>
                    <a:pt x="431" y="682"/>
                  </a:cubicBezTo>
                  <a:cubicBezTo>
                    <a:pt x="434" y="679"/>
                    <a:pt x="438" y="679"/>
                    <a:pt x="441" y="680"/>
                  </a:cubicBezTo>
                  <a:cubicBezTo>
                    <a:pt x="442" y="680"/>
                    <a:pt x="443" y="680"/>
                    <a:pt x="444" y="680"/>
                  </a:cubicBezTo>
                  <a:cubicBezTo>
                    <a:pt x="444" y="680"/>
                    <a:pt x="445" y="680"/>
                    <a:pt x="445" y="680"/>
                  </a:cubicBezTo>
                  <a:cubicBezTo>
                    <a:pt x="446" y="680"/>
                    <a:pt x="448" y="679"/>
                    <a:pt x="450" y="680"/>
                  </a:cubicBezTo>
                  <a:cubicBezTo>
                    <a:pt x="452" y="681"/>
                    <a:pt x="453" y="682"/>
                    <a:pt x="454" y="684"/>
                  </a:cubicBezTo>
                  <a:cubicBezTo>
                    <a:pt x="456" y="687"/>
                    <a:pt x="461" y="688"/>
                    <a:pt x="465" y="687"/>
                  </a:cubicBezTo>
                  <a:cubicBezTo>
                    <a:pt x="465" y="687"/>
                    <a:pt x="466" y="686"/>
                    <a:pt x="467" y="686"/>
                  </a:cubicBezTo>
                  <a:cubicBezTo>
                    <a:pt x="469" y="686"/>
                    <a:pt x="471" y="687"/>
                    <a:pt x="472" y="688"/>
                  </a:cubicBezTo>
                  <a:cubicBezTo>
                    <a:pt x="472" y="688"/>
                    <a:pt x="473" y="689"/>
                    <a:pt x="473" y="689"/>
                  </a:cubicBezTo>
                  <a:cubicBezTo>
                    <a:pt x="473" y="688"/>
                    <a:pt x="473" y="688"/>
                    <a:pt x="474" y="688"/>
                  </a:cubicBezTo>
                  <a:cubicBezTo>
                    <a:pt x="475" y="687"/>
                    <a:pt x="476" y="685"/>
                    <a:pt x="479" y="684"/>
                  </a:cubicBezTo>
                  <a:cubicBezTo>
                    <a:pt x="481" y="684"/>
                    <a:pt x="482" y="684"/>
                    <a:pt x="482" y="684"/>
                  </a:cubicBezTo>
                  <a:cubicBezTo>
                    <a:pt x="484" y="684"/>
                    <a:pt x="484" y="684"/>
                    <a:pt x="484" y="684"/>
                  </a:cubicBezTo>
                  <a:cubicBezTo>
                    <a:pt x="484" y="683"/>
                    <a:pt x="485" y="682"/>
                    <a:pt x="486" y="681"/>
                  </a:cubicBezTo>
                  <a:cubicBezTo>
                    <a:pt x="488" y="680"/>
                    <a:pt x="489" y="680"/>
                    <a:pt x="490" y="679"/>
                  </a:cubicBezTo>
                  <a:cubicBezTo>
                    <a:pt x="491" y="679"/>
                    <a:pt x="492" y="679"/>
                    <a:pt x="492" y="679"/>
                  </a:cubicBezTo>
                  <a:cubicBezTo>
                    <a:pt x="492" y="679"/>
                    <a:pt x="492" y="678"/>
                    <a:pt x="492" y="678"/>
                  </a:cubicBezTo>
                  <a:cubicBezTo>
                    <a:pt x="492" y="677"/>
                    <a:pt x="492" y="675"/>
                    <a:pt x="492" y="673"/>
                  </a:cubicBezTo>
                  <a:cubicBezTo>
                    <a:pt x="493" y="673"/>
                    <a:pt x="493" y="672"/>
                    <a:pt x="493" y="672"/>
                  </a:cubicBezTo>
                  <a:cubicBezTo>
                    <a:pt x="494" y="669"/>
                    <a:pt x="494" y="667"/>
                    <a:pt x="496" y="665"/>
                  </a:cubicBezTo>
                  <a:cubicBezTo>
                    <a:pt x="499" y="662"/>
                    <a:pt x="502" y="661"/>
                    <a:pt x="505" y="661"/>
                  </a:cubicBezTo>
                  <a:cubicBezTo>
                    <a:pt x="505" y="660"/>
                    <a:pt x="506" y="660"/>
                    <a:pt x="506" y="660"/>
                  </a:cubicBezTo>
                  <a:cubicBezTo>
                    <a:pt x="510" y="659"/>
                    <a:pt x="513" y="659"/>
                    <a:pt x="516" y="659"/>
                  </a:cubicBezTo>
                  <a:cubicBezTo>
                    <a:pt x="517" y="660"/>
                    <a:pt x="518" y="660"/>
                    <a:pt x="519" y="660"/>
                  </a:cubicBezTo>
                  <a:cubicBezTo>
                    <a:pt x="520" y="660"/>
                    <a:pt x="520" y="660"/>
                    <a:pt x="521" y="660"/>
                  </a:cubicBezTo>
                  <a:cubicBezTo>
                    <a:pt x="525" y="660"/>
                    <a:pt x="528" y="663"/>
                    <a:pt x="529" y="664"/>
                  </a:cubicBezTo>
                  <a:cubicBezTo>
                    <a:pt x="529" y="665"/>
                    <a:pt x="530" y="665"/>
                    <a:pt x="530" y="666"/>
                  </a:cubicBezTo>
                  <a:cubicBezTo>
                    <a:pt x="532" y="667"/>
                    <a:pt x="534" y="669"/>
                    <a:pt x="536" y="669"/>
                  </a:cubicBezTo>
                  <a:cubicBezTo>
                    <a:pt x="536" y="668"/>
                    <a:pt x="538" y="667"/>
                    <a:pt x="538" y="666"/>
                  </a:cubicBezTo>
                  <a:cubicBezTo>
                    <a:pt x="540" y="665"/>
                    <a:pt x="541" y="664"/>
                    <a:pt x="542" y="663"/>
                  </a:cubicBezTo>
                  <a:cubicBezTo>
                    <a:pt x="543" y="662"/>
                    <a:pt x="546" y="660"/>
                    <a:pt x="549" y="659"/>
                  </a:cubicBezTo>
                  <a:cubicBezTo>
                    <a:pt x="550" y="659"/>
                    <a:pt x="551" y="659"/>
                    <a:pt x="552" y="659"/>
                  </a:cubicBezTo>
                  <a:cubicBezTo>
                    <a:pt x="553" y="658"/>
                    <a:pt x="553" y="658"/>
                    <a:pt x="553" y="658"/>
                  </a:cubicBezTo>
                  <a:cubicBezTo>
                    <a:pt x="554" y="658"/>
                    <a:pt x="555" y="657"/>
                    <a:pt x="557" y="656"/>
                  </a:cubicBezTo>
                  <a:cubicBezTo>
                    <a:pt x="561" y="654"/>
                    <a:pt x="563" y="654"/>
                    <a:pt x="568" y="653"/>
                  </a:cubicBezTo>
                  <a:cubicBezTo>
                    <a:pt x="569" y="653"/>
                    <a:pt x="570" y="653"/>
                    <a:pt x="571" y="653"/>
                  </a:cubicBezTo>
                  <a:cubicBezTo>
                    <a:pt x="573" y="652"/>
                    <a:pt x="576" y="652"/>
                    <a:pt x="579" y="652"/>
                  </a:cubicBezTo>
                  <a:cubicBezTo>
                    <a:pt x="581" y="653"/>
                    <a:pt x="581" y="653"/>
                    <a:pt x="581" y="653"/>
                  </a:cubicBezTo>
                  <a:cubicBezTo>
                    <a:pt x="581" y="653"/>
                    <a:pt x="582" y="653"/>
                    <a:pt x="582" y="653"/>
                  </a:cubicBezTo>
                  <a:cubicBezTo>
                    <a:pt x="582" y="653"/>
                    <a:pt x="583" y="653"/>
                    <a:pt x="584" y="652"/>
                  </a:cubicBezTo>
                  <a:cubicBezTo>
                    <a:pt x="585" y="651"/>
                    <a:pt x="586" y="651"/>
                    <a:pt x="588" y="650"/>
                  </a:cubicBezTo>
                  <a:cubicBezTo>
                    <a:pt x="589" y="649"/>
                    <a:pt x="591" y="648"/>
                    <a:pt x="592" y="647"/>
                  </a:cubicBezTo>
                  <a:cubicBezTo>
                    <a:pt x="596" y="644"/>
                    <a:pt x="600" y="641"/>
                    <a:pt x="607" y="639"/>
                  </a:cubicBezTo>
                  <a:cubicBezTo>
                    <a:pt x="610" y="638"/>
                    <a:pt x="612" y="637"/>
                    <a:pt x="615" y="636"/>
                  </a:cubicBezTo>
                  <a:cubicBezTo>
                    <a:pt x="618" y="633"/>
                    <a:pt x="622" y="632"/>
                    <a:pt x="625" y="630"/>
                  </a:cubicBezTo>
                  <a:cubicBezTo>
                    <a:pt x="627" y="630"/>
                    <a:pt x="627" y="629"/>
                    <a:pt x="629" y="628"/>
                  </a:cubicBezTo>
                  <a:cubicBezTo>
                    <a:pt x="631" y="626"/>
                    <a:pt x="631" y="626"/>
                    <a:pt x="631" y="626"/>
                  </a:cubicBezTo>
                  <a:cubicBezTo>
                    <a:pt x="632" y="626"/>
                    <a:pt x="633" y="625"/>
                    <a:pt x="634" y="624"/>
                  </a:cubicBezTo>
                  <a:cubicBezTo>
                    <a:pt x="637" y="620"/>
                    <a:pt x="641" y="617"/>
                    <a:pt x="646" y="616"/>
                  </a:cubicBezTo>
                  <a:cubicBezTo>
                    <a:pt x="648" y="615"/>
                    <a:pt x="650" y="614"/>
                    <a:pt x="650" y="613"/>
                  </a:cubicBezTo>
                  <a:cubicBezTo>
                    <a:pt x="651" y="612"/>
                    <a:pt x="651" y="612"/>
                    <a:pt x="651" y="611"/>
                  </a:cubicBezTo>
                  <a:cubicBezTo>
                    <a:pt x="651" y="611"/>
                    <a:pt x="651" y="611"/>
                    <a:pt x="651" y="610"/>
                  </a:cubicBezTo>
                  <a:cubicBezTo>
                    <a:pt x="651" y="610"/>
                    <a:pt x="651" y="610"/>
                    <a:pt x="651" y="610"/>
                  </a:cubicBezTo>
                  <a:cubicBezTo>
                    <a:pt x="650" y="610"/>
                    <a:pt x="649" y="609"/>
                    <a:pt x="648" y="608"/>
                  </a:cubicBezTo>
                  <a:cubicBezTo>
                    <a:pt x="647" y="608"/>
                    <a:pt x="647" y="607"/>
                    <a:pt x="646" y="606"/>
                  </a:cubicBezTo>
                  <a:cubicBezTo>
                    <a:pt x="645" y="606"/>
                    <a:pt x="644" y="606"/>
                    <a:pt x="643" y="606"/>
                  </a:cubicBezTo>
                  <a:cubicBezTo>
                    <a:pt x="642" y="605"/>
                    <a:pt x="641" y="605"/>
                    <a:pt x="640" y="605"/>
                  </a:cubicBezTo>
                  <a:cubicBezTo>
                    <a:pt x="640" y="604"/>
                    <a:pt x="640" y="604"/>
                    <a:pt x="640" y="604"/>
                  </a:cubicBezTo>
                  <a:cubicBezTo>
                    <a:pt x="638" y="605"/>
                    <a:pt x="635" y="604"/>
                    <a:pt x="634" y="602"/>
                  </a:cubicBezTo>
                  <a:cubicBezTo>
                    <a:pt x="633" y="601"/>
                    <a:pt x="633" y="600"/>
                    <a:pt x="633" y="599"/>
                  </a:cubicBezTo>
                  <a:cubicBezTo>
                    <a:pt x="633" y="600"/>
                    <a:pt x="633" y="600"/>
                    <a:pt x="633" y="600"/>
                  </a:cubicBezTo>
                  <a:cubicBezTo>
                    <a:pt x="632" y="601"/>
                    <a:pt x="630" y="601"/>
                    <a:pt x="629" y="601"/>
                  </a:cubicBezTo>
                  <a:cubicBezTo>
                    <a:pt x="627" y="601"/>
                    <a:pt x="626" y="600"/>
                    <a:pt x="625" y="599"/>
                  </a:cubicBezTo>
                  <a:cubicBezTo>
                    <a:pt x="624" y="597"/>
                    <a:pt x="624" y="595"/>
                    <a:pt x="623" y="593"/>
                  </a:cubicBezTo>
                  <a:cubicBezTo>
                    <a:pt x="623" y="592"/>
                    <a:pt x="623" y="591"/>
                    <a:pt x="623" y="590"/>
                  </a:cubicBezTo>
                  <a:cubicBezTo>
                    <a:pt x="622" y="589"/>
                    <a:pt x="622" y="589"/>
                    <a:pt x="620" y="588"/>
                  </a:cubicBezTo>
                  <a:cubicBezTo>
                    <a:pt x="619" y="587"/>
                    <a:pt x="618" y="587"/>
                    <a:pt x="618" y="587"/>
                  </a:cubicBezTo>
                  <a:cubicBezTo>
                    <a:pt x="617" y="588"/>
                    <a:pt x="615" y="589"/>
                    <a:pt x="613" y="590"/>
                  </a:cubicBezTo>
                  <a:cubicBezTo>
                    <a:pt x="611" y="590"/>
                    <a:pt x="609" y="589"/>
                    <a:pt x="608" y="587"/>
                  </a:cubicBezTo>
                  <a:cubicBezTo>
                    <a:pt x="607" y="586"/>
                    <a:pt x="607" y="584"/>
                    <a:pt x="609" y="582"/>
                  </a:cubicBezTo>
                  <a:cubicBezTo>
                    <a:pt x="609" y="581"/>
                    <a:pt x="609" y="579"/>
                    <a:pt x="610" y="577"/>
                  </a:cubicBezTo>
                  <a:cubicBezTo>
                    <a:pt x="610" y="576"/>
                    <a:pt x="611" y="576"/>
                    <a:pt x="611" y="575"/>
                  </a:cubicBezTo>
                  <a:cubicBezTo>
                    <a:pt x="611" y="575"/>
                    <a:pt x="612" y="574"/>
                    <a:pt x="612" y="574"/>
                  </a:cubicBezTo>
                  <a:cubicBezTo>
                    <a:pt x="612" y="573"/>
                    <a:pt x="612" y="573"/>
                    <a:pt x="613" y="572"/>
                  </a:cubicBezTo>
                  <a:cubicBezTo>
                    <a:pt x="613" y="572"/>
                    <a:pt x="612" y="571"/>
                    <a:pt x="612" y="571"/>
                  </a:cubicBezTo>
                  <a:cubicBezTo>
                    <a:pt x="611" y="570"/>
                    <a:pt x="611" y="570"/>
                    <a:pt x="611" y="570"/>
                  </a:cubicBezTo>
                  <a:cubicBezTo>
                    <a:pt x="610" y="569"/>
                    <a:pt x="608" y="567"/>
                    <a:pt x="609" y="565"/>
                  </a:cubicBezTo>
                  <a:cubicBezTo>
                    <a:pt x="609" y="564"/>
                    <a:pt x="609" y="563"/>
                    <a:pt x="610" y="562"/>
                  </a:cubicBezTo>
                  <a:cubicBezTo>
                    <a:pt x="610" y="562"/>
                    <a:pt x="610" y="560"/>
                    <a:pt x="609" y="559"/>
                  </a:cubicBezTo>
                  <a:cubicBezTo>
                    <a:pt x="608" y="556"/>
                    <a:pt x="607" y="554"/>
                    <a:pt x="606" y="552"/>
                  </a:cubicBezTo>
                  <a:cubicBezTo>
                    <a:pt x="606" y="552"/>
                    <a:pt x="606" y="552"/>
                    <a:pt x="606" y="552"/>
                  </a:cubicBezTo>
                  <a:cubicBezTo>
                    <a:pt x="604" y="552"/>
                    <a:pt x="600" y="550"/>
                    <a:pt x="600" y="546"/>
                  </a:cubicBezTo>
                  <a:cubicBezTo>
                    <a:pt x="600" y="542"/>
                    <a:pt x="603" y="540"/>
                    <a:pt x="605" y="540"/>
                  </a:cubicBezTo>
                  <a:cubicBezTo>
                    <a:pt x="605" y="540"/>
                    <a:pt x="606" y="540"/>
                    <a:pt x="606" y="539"/>
                  </a:cubicBezTo>
                  <a:cubicBezTo>
                    <a:pt x="606" y="539"/>
                    <a:pt x="605" y="533"/>
                    <a:pt x="605" y="532"/>
                  </a:cubicBezTo>
                  <a:cubicBezTo>
                    <a:pt x="605" y="531"/>
                    <a:pt x="605" y="531"/>
                    <a:pt x="604" y="531"/>
                  </a:cubicBezTo>
                  <a:cubicBezTo>
                    <a:pt x="604" y="531"/>
                    <a:pt x="604" y="531"/>
                    <a:pt x="603" y="531"/>
                  </a:cubicBezTo>
                  <a:cubicBezTo>
                    <a:pt x="603" y="531"/>
                    <a:pt x="602" y="531"/>
                    <a:pt x="602" y="531"/>
                  </a:cubicBezTo>
                  <a:cubicBezTo>
                    <a:pt x="600" y="531"/>
                    <a:pt x="597" y="531"/>
                    <a:pt x="597" y="526"/>
                  </a:cubicBezTo>
                  <a:cubicBezTo>
                    <a:pt x="596" y="525"/>
                    <a:pt x="596" y="524"/>
                    <a:pt x="597" y="523"/>
                  </a:cubicBezTo>
                  <a:cubicBezTo>
                    <a:pt x="597" y="522"/>
                    <a:pt x="597" y="522"/>
                    <a:pt x="597" y="521"/>
                  </a:cubicBezTo>
                  <a:cubicBezTo>
                    <a:pt x="596" y="520"/>
                    <a:pt x="596" y="519"/>
                    <a:pt x="596" y="518"/>
                  </a:cubicBezTo>
                  <a:cubicBezTo>
                    <a:pt x="596" y="518"/>
                    <a:pt x="595" y="517"/>
                    <a:pt x="595" y="517"/>
                  </a:cubicBezTo>
                  <a:cubicBezTo>
                    <a:pt x="593" y="517"/>
                    <a:pt x="591" y="515"/>
                    <a:pt x="591" y="513"/>
                  </a:cubicBezTo>
                  <a:cubicBezTo>
                    <a:pt x="590" y="511"/>
                    <a:pt x="591" y="509"/>
                    <a:pt x="592" y="508"/>
                  </a:cubicBezTo>
                  <a:cubicBezTo>
                    <a:pt x="592" y="507"/>
                    <a:pt x="593" y="507"/>
                    <a:pt x="594" y="506"/>
                  </a:cubicBezTo>
                  <a:cubicBezTo>
                    <a:pt x="594" y="506"/>
                    <a:pt x="594" y="506"/>
                    <a:pt x="593" y="506"/>
                  </a:cubicBezTo>
                  <a:cubicBezTo>
                    <a:pt x="593" y="505"/>
                    <a:pt x="593" y="505"/>
                    <a:pt x="592" y="505"/>
                  </a:cubicBezTo>
                  <a:cubicBezTo>
                    <a:pt x="590" y="503"/>
                    <a:pt x="588" y="501"/>
                    <a:pt x="588" y="496"/>
                  </a:cubicBezTo>
                  <a:cubicBezTo>
                    <a:pt x="589" y="495"/>
                    <a:pt x="588" y="493"/>
                    <a:pt x="587" y="491"/>
                  </a:cubicBezTo>
                  <a:cubicBezTo>
                    <a:pt x="586" y="490"/>
                    <a:pt x="586" y="488"/>
                    <a:pt x="585" y="485"/>
                  </a:cubicBezTo>
                  <a:cubicBezTo>
                    <a:pt x="585" y="484"/>
                    <a:pt x="585" y="483"/>
                    <a:pt x="585" y="482"/>
                  </a:cubicBezTo>
                  <a:cubicBezTo>
                    <a:pt x="586" y="481"/>
                    <a:pt x="586" y="480"/>
                    <a:pt x="585" y="479"/>
                  </a:cubicBezTo>
                  <a:cubicBezTo>
                    <a:pt x="585" y="477"/>
                    <a:pt x="585" y="475"/>
                    <a:pt x="585" y="474"/>
                  </a:cubicBezTo>
                  <a:cubicBezTo>
                    <a:pt x="585" y="473"/>
                    <a:pt x="585" y="473"/>
                    <a:pt x="585" y="473"/>
                  </a:cubicBezTo>
                  <a:cubicBezTo>
                    <a:pt x="585" y="470"/>
                    <a:pt x="586" y="468"/>
                    <a:pt x="588" y="467"/>
                  </a:cubicBezTo>
                  <a:cubicBezTo>
                    <a:pt x="588" y="467"/>
                    <a:pt x="589" y="467"/>
                    <a:pt x="589" y="467"/>
                  </a:cubicBezTo>
                  <a:cubicBezTo>
                    <a:pt x="589" y="466"/>
                    <a:pt x="590" y="464"/>
                    <a:pt x="592" y="463"/>
                  </a:cubicBezTo>
                  <a:cubicBezTo>
                    <a:pt x="592" y="463"/>
                    <a:pt x="594" y="458"/>
                    <a:pt x="595" y="456"/>
                  </a:cubicBezTo>
                  <a:cubicBezTo>
                    <a:pt x="593" y="453"/>
                    <a:pt x="593" y="449"/>
                    <a:pt x="593" y="449"/>
                  </a:cubicBezTo>
                  <a:cubicBezTo>
                    <a:pt x="593" y="447"/>
                    <a:pt x="594" y="446"/>
                    <a:pt x="594" y="445"/>
                  </a:cubicBezTo>
                  <a:cubicBezTo>
                    <a:pt x="594" y="445"/>
                    <a:pt x="594" y="445"/>
                    <a:pt x="594" y="445"/>
                  </a:cubicBezTo>
                  <a:cubicBezTo>
                    <a:pt x="592" y="447"/>
                    <a:pt x="591" y="448"/>
                    <a:pt x="588" y="448"/>
                  </a:cubicBezTo>
                  <a:cubicBezTo>
                    <a:pt x="587" y="448"/>
                    <a:pt x="585" y="447"/>
                    <a:pt x="584" y="445"/>
                  </a:cubicBezTo>
                  <a:cubicBezTo>
                    <a:pt x="583" y="444"/>
                    <a:pt x="583" y="442"/>
                    <a:pt x="584" y="441"/>
                  </a:cubicBezTo>
                  <a:cubicBezTo>
                    <a:pt x="586" y="438"/>
                    <a:pt x="586" y="435"/>
                    <a:pt x="585" y="432"/>
                  </a:cubicBezTo>
                  <a:cubicBezTo>
                    <a:pt x="585" y="427"/>
                    <a:pt x="585" y="423"/>
                    <a:pt x="587" y="418"/>
                  </a:cubicBezTo>
                  <a:cubicBezTo>
                    <a:pt x="587" y="417"/>
                    <a:pt x="588" y="416"/>
                    <a:pt x="589" y="415"/>
                  </a:cubicBezTo>
                  <a:cubicBezTo>
                    <a:pt x="589" y="415"/>
                    <a:pt x="590" y="414"/>
                    <a:pt x="590" y="413"/>
                  </a:cubicBezTo>
                  <a:cubicBezTo>
                    <a:pt x="589" y="412"/>
                    <a:pt x="588" y="410"/>
                    <a:pt x="590" y="408"/>
                  </a:cubicBezTo>
                  <a:cubicBezTo>
                    <a:pt x="590" y="407"/>
                    <a:pt x="591" y="407"/>
                    <a:pt x="592" y="406"/>
                  </a:cubicBezTo>
                  <a:cubicBezTo>
                    <a:pt x="592" y="406"/>
                    <a:pt x="592" y="406"/>
                    <a:pt x="593" y="406"/>
                  </a:cubicBezTo>
                  <a:cubicBezTo>
                    <a:pt x="593" y="405"/>
                    <a:pt x="593" y="404"/>
                    <a:pt x="594" y="404"/>
                  </a:cubicBezTo>
                  <a:cubicBezTo>
                    <a:pt x="594" y="404"/>
                    <a:pt x="594" y="403"/>
                    <a:pt x="594" y="403"/>
                  </a:cubicBezTo>
                  <a:cubicBezTo>
                    <a:pt x="595" y="401"/>
                    <a:pt x="595" y="399"/>
                    <a:pt x="597" y="398"/>
                  </a:cubicBezTo>
                  <a:cubicBezTo>
                    <a:pt x="599" y="397"/>
                    <a:pt x="600" y="397"/>
                    <a:pt x="601" y="397"/>
                  </a:cubicBezTo>
                  <a:cubicBezTo>
                    <a:pt x="602" y="396"/>
                    <a:pt x="602" y="395"/>
                    <a:pt x="602" y="394"/>
                  </a:cubicBezTo>
                  <a:cubicBezTo>
                    <a:pt x="601" y="388"/>
                    <a:pt x="600" y="386"/>
                    <a:pt x="599" y="385"/>
                  </a:cubicBezTo>
                  <a:cubicBezTo>
                    <a:pt x="598" y="385"/>
                    <a:pt x="596" y="384"/>
                    <a:pt x="594" y="384"/>
                  </a:cubicBezTo>
                  <a:cubicBezTo>
                    <a:pt x="594" y="385"/>
                    <a:pt x="593" y="385"/>
                    <a:pt x="592" y="385"/>
                  </a:cubicBezTo>
                  <a:cubicBezTo>
                    <a:pt x="590" y="385"/>
                    <a:pt x="588" y="385"/>
                    <a:pt x="587" y="383"/>
                  </a:cubicBezTo>
                  <a:cubicBezTo>
                    <a:pt x="586" y="381"/>
                    <a:pt x="586" y="379"/>
                    <a:pt x="586" y="377"/>
                  </a:cubicBezTo>
                  <a:cubicBezTo>
                    <a:pt x="586" y="377"/>
                    <a:pt x="585" y="376"/>
                    <a:pt x="584" y="375"/>
                  </a:cubicBezTo>
                  <a:cubicBezTo>
                    <a:pt x="583" y="374"/>
                    <a:pt x="583" y="372"/>
                    <a:pt x="583" y="372"/>
                  </a:cubicBezTo>
                  <a:cubicBezTo>
                    <a:pt x="582" y="370"/>
                    <a:pt x="581" y="368"/>
                    <a:pt x="579" y="366"/>
                  </a:cubicBezTo>
                  <a:cubicBezTo>
                    <a:pt x="578" y="365"/>
                    <a:pt x="577" y="364"/>
                    <a:pt x="576" y="363"/>
                  </a:cubicBezTo>
                  <a:cubicBezTo>
                    <a:pt x="575" y="362"/>
                    <a:pt x="575" y="362"/>
                    <a:pt x="573" y="362"/>
                  </a:cubicBezTo>
                  <a:cubicBezTo>
                    <a:pt x="573" y="361"/>
                    <a:pt x="572" y="361"/>
                    <a:pt x="570" y="361"/>
                  </a:cubicBezTo>
                  <a:cubicBezTo>
                    <a:pt x="559" y="356"/>
                    <a:pt x="561" y="344"/>
                    <a:pt x="561" y="340"/>
                  </a:cubicBezTo>
                  <a:cubicBezTo>
                    <a:pt x="561" y="339"/>
                    <a:pt x="561" y="339"/>
                    <a:pt x="560" y="338"/>
                  </a:cubicBezTo>
                  <a:cubicBezTo>
                    <a:pt x="559" y="336"/>
                    <a:pt x="558" y="335"/>
                    <a:pt x="557" y="332"/>
                  </a:cubicBezTo>
                  <a:cubicBezTo>
                    <a:pt x="556" y="328"/>
                    <a:pt x="557" y="325"/>
                    <a:pt x="558" y="323"/>
                  </a:cubicBezTo>
                  <a:cubicBezTo>
                    <a:pt x="559" y="322"/>
                    <a:pt x="559" y="321"/>
                    <a:pt x="559" y="320"/>
                  </a:cubicBezTo>
                  <a:cubicBezTo>
                    <a:pt x="560" y="318"/>
                    <a:pt x="560" y="316"/>
                    <a:pt x="561" y="314"/>
                  </a:cubicBezTo>
                  <a:cubicBezTo>
                    <a:pt x="562" y="309"/>
                    <a:pt x="564" y="303"/>
                    <a:pt x="567" y="298"/>
                  </a:cubicBezTo>
                  <a:cubicBezTo>
                    <a:pt x="568" y="295"/>
                    <a:pt x="569" y="292"/>
                    <a:pt x="570" y="289"/>
                  </a:cubicBezTo>
                  <a:cubicBezTo>
                    <a:pt x="570" y="287"/>
                    <a:pt x="572" y="285"/>
                    <a:pt x="573" y="283"/>
                  </a:cubicBezTo>
                  <a:cubicBezTo>
                    <a:pt x="573" y="282"/>
                    <a:pt x="574" y="281"/>
                    <a:pt x="574" y="280"/>
                  </a:cubicBezTo>
                  <a:cubicBezTo>
                    <a:pt x="574" y="279"/>
                    <a:pt x="573" y="278"/>
                    <a:pt x="574" y="277"/>
                  </a:cubicBezTo>
                  <a:cubicBezTo>
                    <a:pt x="574" y="276"/>
                    <a:pt x="575" y="271"/>
                    <a:pt x="578" y="268"/>
                  </a:cubicBezTo>
                  <a:cubicBezTo>
                    <a:pt x="577" y="267"/>
                    <a:pt x="576" y="265"/>
                    <a:pt x="577" y="263"/>
                  </a:cubicBezTo>
                  <a:cubicBezTo>
                    <a:pt x="577" y="262"/>
                    <a:pt x="577" y="261"/>
                    <a:pt x="578" y="260"/>
                  </a:cubicBezTo>
                  <a:cubicBezTo>
                    <a:pt x="578" y="259"/>
                    <a:pt x="578" y="258"/>
                    <a:pt x="578" y="258"/>
                  </a:cubicBezTo>
                  <a:cubicBezTo>
                    <a:pt x="579" y="255"/>
                    <a:pt x="579" y="253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49"/>
                    <a:pt x="582" y="248"/>
                    <a:pt x="582" y="248"/>
                  </a:cubicBezTo>
                  <a:cubicBezTo>
                    <a:pt x="582" y="246"/>
                    <a:pt x="583" y="244"/>
                    <a:pt x="584" y="243"/>
                  </a:cubicBezTo>
                  <a:cubicBezTo>
                    <a:pt x="583" y="243"/>
                    <a:pt x="582" y="242"/>
                    <a:pt x="581" y="241"/>
                  </a:cubicBezTo>
                  <a:cubicBezTo>
                    <a:pt x="580" y="240"/>
                    <a:pt x="579" y="240"/>
                    <a:pt x="579" y="239"/>
                  </a:cubicBezTo>
                  <a:cubicBezTo>
                    <a:pt x="569" y="232"/>
                    <a:pt x="560" y="225"/>
                    <a:pt x="550" y="218"/>
                  </a:cubicBezTo>
                  <a:cubicBezTo>
                    <a:pt x="536" y="207"/>
                    <a:pt x="522" y="196"/>
                    <a:pt x="508" y="185"/>
                  </a:cubicBezTo>
                  <a:cubicBezTo>
                    <a:pt x="507" y="185"/>
                    <a:pt x="507" y="184"/>
                    <a:pt x="506" y="184"/>
                  </a:cubicBezTo>
                  <a:cubicBezTo>
                    <a:pt x="503" y="182"/>
                    <a:pt x="499" y="179"/>
                    <a:pt x="498" y="176"/>
                  </a:cubicBezTo>
                  <a:cubicBezTo>
                    <a:pt x="497" y="174"/>
                    <a:pt x="497" y="173"/>
                    <a:pt x="496" y="172"/>
                  </a:cubicBezTo>
                  <a:cubicBezTo>
                    <a:pt x="496" y="172"/>
                    <a:pt x="496" y="171"/>
                    <a:pt x="496" y="171"/>
                  </a:cubicBezTo>
                  <a:cubicBezTo>
                    <a:pt x="495" y="171"/>
                    <a:pt x="495" y="171"/>
                    <a:pt x="494" y="171"/>
                  </a:cubicBezTo>
                  <a:cubicBezTo>
                    <a:pt x="494" y="171"/>
                    <a:pt x="493" y="171"/>
                    <a:pt x="492" y="171"/>
                  </a:cubicBezTo>
                  <a:cubicBezTo>
                    <a:pt x="491" y="170"/>
                    <a:pt x="489" y="168"/>
                    <a:pt x="488" y="166"/>
                  </a:cubicBezTo>
                  <a:cubicBezTo>
                    <a:pt x="486" y="160"/>
                    <a:pt x="489" y="157"/>
                    <a:pt x="491" y="154"/>
                  </a:cubicBezTo>
                  <a:cubicBezTo>
                    <a:pt x="492" y="154"/>
                    <a:pt x="492" y="153"/>
                    <a:pt x="493" y="153"/>
                  </a:cubicBezTo>
                  <a:cubicBezTo>
                    <a:pt x="493" y="152"/>
                    <a:pt x="493" y="152"/>
                    <a:pt x="493" y="152"/>
                  </a:cubicBezTo>
                  <a:cubicBezTo>
                    <a:pt x="494" y="151"/>
                    <a:pt x="493" y="147"/>
                    <a:pt x="493" y="146"/>
                  </a:cubicBezTo>
                  <a:cubicBezTo>
                    <a:pt x="493" y="144"/>
                    <a:pt x="493" y="144"/>
                    <a:pt x="493" y="144"/>
                  </a:cubicBezTo>
                  <a:cubicBezTo>
                    <a:pt x="492" y="140"/>
                    <a:pt x="492" y="139"/>
                    <a:pt x="490" y="137"/>
                  </a:cubicBezTo>
                  <a:cubicBezTo>
                    <a:pt x="485" y="134"/>
                    <a:pt x="479" y="131"/>
                    <a:pt x="473" y="128"/>
                  </a:cubicBezTo>
                  <a:cubicBezTo>
                    <a:pt x="469" y="126"/>
                    <a:pt x="466" y="124"/>
                    <a:pt x="462" y="122"/>
                  </a:cubicBezTo>
                  <a:cubicBezTo>
                    <a:pt x="280" y="14"/>
                    <a:pt x="280" y="14"/>
                    <a:pt x="280" y="14"/>
                  </a:cubicBezTo>
                  <a:cubicBezTo>
                    <a:pt x="279" y="14"/>
                    <a:pt x="278" y="15"/>
                    <a:pt x="278" y="15"/>
                  </a:cubicBezTo>
                  <a:cubicBezTo>
                    <a:pt x="278" y="15"/>
                    <a:pt x="277" y="17"/>
                    <a:pt x="275" y="19"/>
                  </a:cubicBezTo>
                  <a:cubicBezTo>
                    <a:pt x="275" y="20"/>
                    <a:pt x="274" y="20"/>
                    <a:pt x="274" y="21"/>
                  </a:cubicBezTo>
                  <a:cubicBezTo>
                    <a:pt x="274" y="22"/>
                    <a:pt x="274" y="23"/>
                    <a:pt x="274" y="24"/>
                  </a:cubicBezTo>
                  <a:cubicBezTo>
                    <a:pt x="274" y="24"/>
                    <a:pt x="275" y="25"/>
                    <a:pt x="275" y="26"/>
                  </a:cubicBezTo>
                  <a:cubicBezTo>
                    <a:pt x="276" y="26"/>
                    <a:pt x="276" y="27"/>
                    <a:pt x="276" y="28"/>
                  </a:cubicBezTo>
                  <a:cubicBezTo>
                    <a:pt x="276" y="28"/>
                    <a:pt x="277" y="28"/>
                    <a:pt x="277" y="28"/>
                  </a:cubicBezTo>
                  <a:cubicBezTo>
                    <a:pt x="277" y="29"/>
                    <a:pt x="277" y="29"/>
                    <a:pt x="277" y="29"/>
                  </a:cubicBezTo>
                  <a:cubicBezTo>
                    <a:pt x="277" y="29"/>
                    <a:pt x="277" y="29"/>
                    <a:pt x="277" y="29"/>
                  </a:cubicBezTo>
                  <a:cubicBezTo>
                    <a:pt x="277" y="29"/>
                    <a:pt x="277" y="29"/>
                    <a:pt x="277" y="29"/>
                  </a:cubicBezTo>
                  <a:cubicBezTo>
                    <a:pt x="278" y="38"/>
                    <a:pt x="265" y="46"/>
                    <a:pt x="255" y="50"/>
                  </a:cubicBezTo>
                  <a:cubicBezTo>
                    <a:pt x="255" y="51"/>
                    <a:pt x="256" y="52"/>
                    <a:pt x="256" y="52"/>
                  </a:cubicBezTo>
                  <a:cubicBezTo>
                    <a:pt x="256" y="54"/>
                    <a:pt x="256" y="56"/>
                    <a:pt x="255" y="58"/>
                  </a:cubicBezTo>
                  <a:cubicBezTo>
                    <a:pt x="254" y="59"/>
                    <a:pt x="252" y="59"/>
                    <a:pt x="251" y="60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47" y="63"/>
                    <a:pt x="240" y="66"/>
                    <a:pt x="237" y="62"/>
                  </a:cubicBezTo>
                  <a:cubicBezTo>
                    <a:pt x="237" y="63"/>
                    <a:pt x="236" y="63"/>
                    <a:pt x="236" y="63"/>
                  </a:cubicBezTo>
                  <a:cubicBezTo>
                    <a:pt x="232" y="73"/>
                    <a:pt x="232" y="73"/>
                    <a:pt x="232" y="73"/>
                  </a:cubicBezTo>
                  <a:cubicBezTo>
                    <a:pt x="233" y="73"/>
                    <a:pt x="234" y="73"/>
                    <a:pt x="234" y="74"/>
                  </a:cubicBezTo>
                  <a:cubicBezTo>
                    <a:pt x="235" y="74"/>
                    <a:pt x="236" y="75"/>
                    <a:pt x="236" y="75"/>
                  </a:cubicBezTo>
                  <a:cubicBezTo>
                    <a:pt x="238" y="75"/>
                    <a:pt x="239" y="75"/>
                    <a:pt x="240" y="75"/>
                  </a:cubicBezTo>
                  <a:cubicBezTo>
                    <a:pt x="241" y="75"/>
                    <a:pt x="243" y="75"/>
                    <a:pt x="244" y="76"/>
                  </a:cubicBezTo>
                  <a:cubicBezTo>
                    <a:pt x="246" y="76"/>
                    <a:pt x="247" y="76"/>
                    <a:pt x="248" y="76"/>
                  </a:cubicBezTo>
                  <a:cubicBezTo>
                    <a:pt x="248" y="76"/>
                    <a:pt x="249" y="75"/>
                    <a:pt x="250" y="75"/>
                  </a:cubicBezTo>
                  <a:cubicBezTo>
                    <a:pt x="251" y="74"/>
                    <a:pt x="252" y="73"/>
                    <a:pt x="253" y="73"/>
                  </a:cubicBezTo>
                  <a:cubicBezTo>
                    <a:pt x="257" y="70"/>
                    <a:pt x="262" y="70"/>
                    <a:pt x="265" y="73"/>
                  </a:cubicBezTo>
                  <a:cubicBezTo>
                    <a:pt x="266" y="75"/>
                    <a:pt x="268" y="77"/>
                    <a:pt x="268" y="81"/>
                  </a:cubicBezTo>
                  <a:cubicBezTo>
                    <a:pt x="268" y="88"/>
                    <a:pt x="264" y="89"/>
                    <a:pt x="260" y="91"/>
                  </a:cubicBezTo>
                  <a:cubicBezTo>
                    <a:pt x="258" y="93"/>
                    <a:pt x="255" y="94"/>
                    <a:pt x="253" y="95"/>
                  </a:cubicBezTo>
                  <a:cubicBezTo>
                    <a:pt x="251" y="97"/>
                    <a:pt x="251" y="97"/>
                    <a:pt x="251" y="97"/>
                  </a:cubicBezTo>
                  <a:cubicBezTo>
                    <a:pt x="250" y="97"/>
                    <a:pt x="250" y="97"/>
                    <a:pt x="249" y="97"/>
                  </a:cubicBezTo>
                  <a:cubicBezTo>
                    <a:pt x="250" y="99"/>
                    <a:pt x="249" y="100"/>
                    <a:pt x="248" y="101"/>
                  </a:cubicBezTo>
                  <a:cubicBezTo>
                    <a:pt x="245" y="104"/>
                    <a:pt x="243" y="103"/>
                    <a:pt x="242" y="103"/>
                  </a:cubicBezTo>
                  <a:cubicBezTo>
                    <a:pt x="241" y="103"/>
                    <a:pt x="241" y="103"/>
                    <a:pt x="241" y="103"/>
                  </a:cubicBezTo>
                  <a:cubicBezTo>
                    <a:pt x="240" y="104"/>
                    <a:pt x="240" y="104"/>
                    <a:pt x="239" y="104"/>
                  </a:cubicBezTo>
                  <a:cubicBezTo>
                    <a:pt x="235" y="106"/>
                    <a:pt x="235" y="106"/>
                    <a:pt x="235" y="106"/>
                  </a:cubicBezTo>
                  <a:cubicBezTo>
                    <a:pt x="234" y="106"/>
                    <a:pt x="233" y="106"/>
                    <a:pt x="232" y="106"/>
                  </a:cubicBezTo>
                  <a:cubicBezTo>
                    <a:pt x="232" y="106"/>
                    <a:pt x="231" y="106"/>
                    <a:pt x="231" y="106"/>
                  </a:cubicBezTo>
                  <a:cubicBezTo>
                    <a:pt x="228" y="107"/>
                    <a:pt x="225" y="107"/>
                    <a:pt x="222" y="106"/>
                  </a:cubicBezTo>
                  <a:cubicBezTo>
                    <a:pt x="219" y="105"/>
                    <a:pt x="218" y="102"/>
                    <a:pt x="217" y="100"/>
                  </a:cubicBezTo>
                  <a:cubicBezTo>
                    <a:pt x="217" y="99"/>
                    <a:pt x="217" y="99"/>
                    <a:pt x="217" y="99"/>
                  </a:cubicBezTo>
                  <a:cubicBezTo>
                    <a:pt x="217" y="99"/>
                    <a:pt x="216" y="99"/>
                    <a:pt x="215" y="99"/>
                  </a:cubicBezTo>
                  <a:cubicBezTo>
                    <a:pt x="214" y="99"/>
                    <a:pt x="213" y="99"/>
                    <a:pt x="213" y="99"/>
                  </a:cubicBezTo>
                  <a:cubicBezTo>
                    <a:pt x="211" y="99"/>
                    <a:pt x="210" y="100"/>
                    <a:pt x="210" y="100"/>
                  </a:cubicBezTo>
                  <a:cubicBezTo>
                    <a:pt x="210" y="112"/>
                    <a:pt x="202" y="119"/>
                    <a:pt x="201" y="120"/>
                  </a:cubicBezTo>
                  <a:cubicBezTo>
                    <a:pt x="200" y="120"/>
                    <a:pt x="199" y="121"/>
                    <a:pt x="197" y="121"/>
                  </a:cubicBezTo>
                  <a:cubicBezTo>
                    <a:pt x="196" y="120"/>
                    <a:pt x="195" y="120"/>
                    <a:pt x="194" y="118"/>
                  </a:cubicBezTo>
                  <a:cubicBezTo>
                    <a:pt x="191" y="113"/>
                    <a:pt x="190" y="109"/>
                    <a:pt x="189" y="107"/>
                  </a:cubicBezTo>
                  <a:cubicBezTo>
                    <a:pt x="188" y="108"/>
                    <a:pt x="186" y="110"/>
                    <a:pt x="183" y="110"/>
                  </a:cubicBezTo>
                  <a:cubicBezTo>
                    <a:pt x="182" y="110"/>
                    <a:pt x="178" y="109"/>
                    <a:pt x="178" y="104"/>
                  </a:cubicBezTo>
                  <a:cubicBezTo>
                    <a:pt x="178" y="104"/>
                    <a:pt x="178" y="104"/>
                    <a:pt x="178" y="10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6" y="103"/>
                    <a:pt x="176" y="102"/>
                    <a:pt x="175" y="102"/>
                  </a:cubicBezTo>
                  <a:cubicBezTo>
                    <a:pt x="173" y="102"/>
                    <a:pt x="172" y="101"/>
                    <a:pt x="171" y="100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5" y="97"/>
                    <a:pt x="165" y="98"/>
                    <a:pt x="165" y="98"/>
                  </a:cubicBezTo>
                  <a:cubicBezTo>
                    <a:pt x="166" y="99"/>
                    <a:pt x="167" y="101"/>
                    <a:pt x="166" y="103"/>
                  </a:cubicBezTo>
                  <a:cubicBezTo>
                    <a:pt x="166" y="104"/>
                    <a:pt x="166" y="105"/>
                    <a:pt x="166" y="105"/>
                  </a:cubicBezTo>
                  <a:cubicBezTo>
                    <a:pt x="165" y="106"/>
                    <a:pt x="159" y="116"/>
                    <a:pt x="148" y="116"/>
                  </a:cubicBezTo>
                  <a:cubicBezTo>
                    <a:pt x="143" y="116"/>
                    <a:pt x="138" y="114"/>
                    <a:pt x="133" y="109"/>
                  </a:cubicBezTo>
                  <a:cubicBezTo>
                    <a:pt x="132" y="108"/>
                    <a:pt x="131" y="107"/>
                    <a:pt x="131" y="106"/>
                  </a:cubicBezTo>
                  <a:cubicBezTo>
                    <a:pt x="130" y="104"/>
                    <a:pt x="129" y="100"/>
                    <a:pt x="134" y="98"/>
                  </a:cubicBezTo>
                  <a:cubicBezTo>
                    <a:pt x="134" y="98"/>
                    <a:pt x="134" y="98"/>
                    <a:pt x="133" y="97"/>
                  </a:cubicBezTo>
                  <a:cubicBezTo>
                    <a:pt x="133" y="97"/>
                    <a:pt x="131" y="98"/>
                    <a:pt x="130" y="97"/>
                  </a:cubicBezTo>
                  <a:cubicBezTo>
                    <a:pt x="129" y="97"/>
                    <a:pt x="127" y="96"/>
                    <a:pt x="126" y="94"/>
                  </a:cubicBezTo>
                  <a:cubicBezTo>
                    <a:pt x="124" y="91"/>
                    <a:pt x="126" y="88"/>
                    <a:pt x="127" y="85"/>
                  </a:cubicBezTo>
                  <a:cubicBezTo>
                    <a:pt x="127" y="85"/>
                    <a:pt x="127" y="84"/>
                    <a:pt x="127" y="84"/>
                  </a:cubicBezTo>
                  <a:cubicBezTo>
                    <a:pt x="128" y="82"/>
                    <a:pt x="128" y="79"/>
                    <a:pt x="129" y="76"/>
                  </a:cubicBezTo>
                  <a:cubicBezTo>
                    <a:pt x="128" y="76"/>
                    <a:pt x="127" y="76"/>
                    <a:pt x="127" y="76"/>
                  </a:cubicBezTo>
                  <a:cubicBezTo>
                    <a:pt x="124" y="74"/>
                    <a:pt x="123" y="71"/>
                    <a:pt x="124" y="67"/>
                  </a:cubicBezTo>
                  <a:cubicBezTo>
                    <a:pt x="125" y="64"/>
                    <a:pt x="126" y="63"/>
                    <a:pt x="127" y="61"/>
                  </a:cubicBezTo>
                  <a:cubicBezTo>
                    <a:pt x="128" y="61"/>
                    <a:pt x="128" y="60"/>
                    <a:pt x="129" y="60"/>
                  </a:cubicBezTo>
                  <a:cubicBezTo>
                    <a:pt x="129" y="58"/>
                    <a:pt x="130" y="56"/>
                    <a:pt x="130" y="54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30" y="51"/>
                    <a:pt x="131" y="51"/>
                    <a:pt x="131" y="50"/>
                  </a:cubicBezTo>
                  <a:cubicBezTo>
                    <a:pt x="131" y="49"/>
                    <a:pt x="131" y="47"/>
                    <a:pt x="132" y="45"/>
                  </a:cubicBezTo>
                  <a:cubicBezTo>
                    <a:pt x="132" y="44"/>
                    <a:pt x="133" y="43"/>
                    <a:pt x="133" y="43"/>
                  </a:cubicBezTo>
                  <a:cubicBezTo>
                    <a:pt x="133" y="43"/>
                    <a:pt x="133" y="42"/>
                    <a:pt x="133" y="42"/>
                  </a:cubicBezTo>
                  <a:cubicBezTo>
                    <a:pt x="133" y="40"/>
                    <a:pt x="132" y="38"/>
                    <a:pt x="132" y="36"/>
                  </a:cubicBezTo>
                  <a:cubicBezTo>
                    <a:pt x="133" y="33"/>
                    <a:pt x="135" y="31"/>
                    <a:pt x="136" y="31"/>
                  </a:cubicBezTo>
                  <a:cubicBezTo>
                    <a:pt x="136" y="28"/>
                    <a:pt x="137" y="27"/>
                    <a:pt x="138" y="25"/>
                  </a:cubicBezTo>
                  <a:cubicBezTo>
                    <a:pt x="138" y="24"/>
                    <a:pt x="139" y="23"/>
                    <a:pt x="139" y="23"/>
                  </a:cubicBezTo>
                  <a:cubicBezTo>
                    <a:pt x="140" y="20"/>
                    <a:pt x="139" y="16"/>
                    <a:pt x="139" y="14"/>
                  </a:cubicBezTo>
                  <a:cubicBezTo>
                    <a:pt x="138" y="14"/>
                    <a:pt x="136" y="13"/>
                    <a:pt x="135" y="12"/>
                  </a:cubicBezTo>
                  <a:cubicBezTo>
                    <a:pt x="134" y="11"/>
                    <a:pt x="134" y="10"/>
                    <a:pt x="134" y="1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4" y="10"/>
                    <a:pt x="83" y="10"/>
                    <a:pt x="81" y="10"/>
                  </a:cubicBezTo>
                  <a:cubicBezTo>
                    <a:pt x="79" y="10"/>
                    <a:pt x="77" y="10"/>
                    <a:pt x="75" y="11"/>
                  </a:cubicBezTo>
                  <a:cubicBezTo>
                    <a:pt x="75" y="12"/>
                    <a:pt x="73" y="14"/>
                    <a:pt x="70" y="14"/>
                  </a:cubicBezTo>
                  <a:cubicBezTo>
                    <a:pt x="68" y="14"/>
                    <a:pt x="67" y="15"/>
                    <a:pt x="66" y="15"/>
                  </a:cubicBezTo>
                  <a:cubicBezTo>
                    <a:pt x="67" y="16"/>
                    <a:pt x="67" y="17"/>
                    <a:pt x="67" y="17"/>
                  </a:cubicBezTo>
                  <a:cubicBezTo>
                    <a:pt x="67" y="18"/>
                    <a:pt x="67" y="19"/>
                    <a:pt x="68" y="20"/>
                  </a:cubicBezTo>
                  <a:cubicBezTo>
                    <a:pt x="68" y="21"/>
                    <a:pt x="68" y="23"/>
                    <a:pt x="69" y="23"/>
                  </a:cubicBezTo>
                  <a:cubicBezTo>
                    <a:pt x="69" y="24"/>
                    <a:pt x="70" y="24"/>
                    <a:pt x="71" y="25"/>
                  </a:cubicBezTo>
                  <a:cubicBezTo>
                    <a:pt x="74" y="26"/>
                    <a:pt x="78" y="28"/>
                    <a:pt x="80" y="32"/>
                  </a:cubicBezTo>
                  <a:cubicBezTo>
                    <a:pt x="81" y="34"/>
                    <a:pt x="81" y="36"/>
                    <a:pt x="82" y="38"/>
                  </a:cubicBezTo>
                  <a:cubicBezTo>
                    <a:pt x="83" y="39"/>
                    <a:pt x="83" y="41"/>
                    <a:pt x="84" y="43"/>
                  </a:cubicBezTo>
                  <a:cubicBezTo>
                    <a:pt x="86" y="46"/>
                    <a:pt x="86" y="49"/>
                    <a:pt x="85" y="51"/>
                  </a:cubicBezTo>
                  <a:cubicBezTo>
                    <a:pt x="85" y="51"/>
                    <a:pt x="85" y="52"/>
                    <a:pt x="85" y="53"/>
                  </a:cubicBezTo>
                  <a:cubicBezTo>
                    <a:pt x="86" y="55"/>
                    <a:pt x="85" y="57"/>
                    <a:pt x="85" y="59"/>
                  </a:cubicBezTo>
                  <a:cubicBezTo>
                    <a:pt x="85" y="62"/>
                    <a:pt x="85" y="64"/>
                    <a:pt x="86" y="66"/>
                  </a:cubicBezTo>
                  <a:cubicBezTo>
                    <a:pt x="86" y="66"/>
                    <a:pt x="86" y="67"/>
                    <a:pt x="86" y="67"/>
                  </a:cubicBezTo>
                  <a:cubicBezTo>
                    <a:pt x="88" y="70"/>
                    <a:pt x="91" y="74"/>
                    <a:pt x="88" y="78"/>
                  </a:cubicBezTo>
                  <a:cubicBezTo>
                    <a:pt x="87" y="80"/>
                    <a:pt x="87" y="83"/>
                    <a:pt x="86" y="84"/>
                  </a:cubicBezTo>
                  <a:cubicBezTo>
                    <a:pt x="86" y="85"/>
                    <a:pt x="87" y="85"/>
                    <a:pt x="87" y="86"/>
                  </a:cubicBezTo>
                  <a:cubicBezTo>
                    <a:pt x="87" y="89"/>
                    <a:pt x="87" y="93"/>
                    <a:pt x="83" y="97"/>
                  </a:cubicBezTo>
                  <a:cubicBezTo>
                    <a:pt x="80" y="98"/>
                    <a:pt x="76" y="98"/>
                    <a:pt x="74" y="97"/>
                  </a:cubicBezTo>
                  <a:cubicBezTo>
                    <a:pt x="73" y="98"/>
                    <a:pt x="72" y="98"/>
                    <a:pt x="71" y="99"/>
                  </a:cubicBezTo>
                  <a:cubicBezTo>
                    <a:pt x="69" y="99"/>
                    <a:pt x="68" y="99"/>
                    <a:pt x="68" y="99"/>
                  </a:cubicBezTo>
                  <a:cubicBezTo>
                    <a:pt x="67" y="100"/>
                    <a:pt x="66" y="103"/>
                    <a:pt x="65" y="104"/>
                  </a:cubicBezTo>
                  <a:cubicBezTo>
                    <a:pt x="65" y="105"/>
                    <a:pt x="65" y="105"/>
                    <a:pt x="65" y="105"/>
                  </a:cubicBezTo>
                  <a:cubicBezTo>
                    <a:pt x="65" y="106"/>
                    <a:pt x="65" y="107"/>
                    <a:pt x="64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6" y="109"/>
                    <a:pt x="67" y="110"/>
                    <a:pt x="66" y="112"/>
                  </a:cubicBezTo>
                  <a:cubicBezTo>
                    <a:pt x="66" y="115"/>
                    <a:pt x="64" y="116"/>
                    <a:pt x="63" y="117"/>
                  </a:cubicBezTo>
                  <a:cubicBezTo>
                    <a:pt x="63" y="118"/>
                    <a:pt x="63" y="118"/>
                    <a:pt x="63" y="118"/>
                  </a:cubicBezTo>
                  <a:cubicBezTo>
                    <a:pt x="62" y="119"/>
                    <a:pt x="62" y="119"/>
                    <a:pt x="62" y="120"/>
                  </a:cubicBezTo>
                  <a:cubicBezTo>
                    <a:pt x="62" y="122"/>
                    <a:pt x="61" y="123"/>
                    <a:pt x="61" y="124"/>
                  </a:cubicBezTo>
                  <a:cubicBezTo>
                    <a:pt x="61" y="124"/>
                    <a:pt x="61" y="124"/>
                    <a:pt x="61" y="124"/>
                  </a:cubicBezTo>
                  <a:cubicBezTo>
                    <a:pt x="62" y="123"/>
                    <a:pt x="64" y="123"/>
                    <a:pt x="66" y="123"/>
                  </a:cubicBezTo>
                  <a:cubicBezTo>
                    <a:pt x="68" y="123"/>
                    <a:pt x="70" y="125"/>
                    <a:pt x="71" y="126"/>
                  </a:cubicBezTo>
                  <a:cubicBezTo>
                    <a:pt x="72" y="126"/>
                    <a:pt x="72" y="126"/>
                    <a:pt x="72" y="126"/>
                  </a:cubicBezTo>
                  <a:cubicBezTo>
                    <a:pt x="73" y="127"/>
                    <a:pt x="73" y="127"/>
                    <a:pt x="74" y="127"/>
                  </a:cubicBezTo>
                  <a:cubicBezTo>
                    <a:pt x="75" y="128"/>
                    <a:pt x="75" y="128"/>
                    <a:pt x="76" y="128"/>
                  </a:cubicBezTo>
                  <a:cubicBezTo>
                    <a:pt x="77" y="128"/>
                    <a:pt x="78" y="128"/>
                    <a:pt x="79" y="128"/>
                  </a:cubicBezTo>
                  <a:cubicBezTo>
                    <a:pt x="79" y="128"/>
                    <a:pt x="80" y="127"/>
                    <a:pt x="81" y="127"/>
                  </a:cubicBezTo>
                  <a:cubicBezTo>
                    <a:pt x="83" y="127"/>
                    <a:pt x="85" y="128"/>
                    <a:pt x="85" y="130"/>
                  </a:cubicBezTo>
                  <a:cubicBezTo>
                    <a:pt x="86" y="131"/>
                    <a:pt x="86" y="133"/>
                    <a:pt x="86" y="134"/>
                  </a:cubicBezTo>
                  <a:cubicBezTo>
                    <a:pt x="84" y="136"/>
                    <a:pt x="84" y="137"/>
                    <a:pt x="84" y="137"/>
                  </a:cubicBezTo>
                  <a:cubicBezTo>
                    <a:pt x="85" y="138"/>
                    <a:pt x="85" y="139"/>
                    <a:pt x="86" y="141"/>
                  </a:cubicBezTo>
                  <a:cubicBezTo>
                    <a:pt x="86" y="143"/>
                    <a:pt x="86" y="144"/>
                    <a:pt x="86" y="146"/>
                  </a:cubicBezTo>
                  <a:cubicBezTo>
                    <a:pt x="86" y="146"/>
                    <a:pt x="86" y="147"/>
                    <a:pt x="86" y="147"/>
                  </a:cubicBezTo>
                  <a:cubicBezTo>
                    <a:pt x="85" y="151"/>
                    <a:pt x="85" y="152"/>
                    <a:pt x="84" y="153"/>
                  </a:cubicBezTo>
                  <a:cubicBezTo>
                    <a:pt x="82" y="156"/>
                    <a:pt x="78" y="157"/>
                    <a:pt x="77" y="157"/>
                  </a:cubicBezTo>
                  <a:cubicBezTo>
                    <a:pt x="76" y="157"/>
                    <a:pt x="75" y="157"/>
                    <a:pt x="75" y="158"/>
                  </a:cubicBezTo>
                  <a:cubicBezTo>
                    <a:pt x="75" y="158"/>
                    <a:pt x="75" y="158"/>
                    <a:pt x="75" y="158"/>
                  </a:cubicBezTo>
                  <a:cubicBezTo>
                    <a:pt x="76" y="163"/>
                    <a:pt x="71" y="166"/>
                    <a:pt x="63" y="170"/>
                  </a:cubicBezTo>
                  <a:cubicBezTo>
                    <a:pt x="62" y="171"/>
                    <a:pt x="62" y="171"/>
                    <a:pt x="62" y="171"/>
                  </a:cubicBezTo>
                  <a:cubicBezTo>
                    <a:pt x="62" y="172"/>
                    <a:pt x="62" y="173"/>
                    <a:pt x="61" y="174"/>
                  </a:cubicBezTo>
                  <a:cubicBezTo>
                    <a:pt x="61" y="175"/>
                    <a:pt x="60" y="176"/>
                    <a:pt x="60" y="178"/>
                  </a:cubicBezTo>
                  <a:cubicBezTo>
                    <a:pt x="59" y="179"/>
                    <a:pt x="58" y="180"/>
                    <a:pt x="58" y="180"/>
                  </a:cubicBezTo>
                  <a:cubicBezTo>
                    <a:pt x="60" y="184"/>
                    <a:pt x="58" y="187"/>
                    <a:pt x="57" y="188"/>
                  </a:cubicBezTo>
                  <a:cubicBezTo>
                    <a:pt x="55" y="188"/>
                    <a:pt x="54" y="189"/>
                    <a:pt x="52" y="188"/>
                  </a:cubicBezTo>
                  <a:cubicBezTo>
                    <a:pt x="52" y="189"/>
                    <a:pt x="50" y="191"/>
                    <a:pt x="49" y="193"/>
                  </a:cubicBezTo>
                  <a:cubicBezTo>
                    <a:pt x="49" y="194"/>
                    <a:pt x="48" y="195"/>
                    <a:pt x="48" y="197"/>
                  </a:cubicBezTo>
                  <a:cubicBezTo>
                    <a:pt x="47" y="199"/>
                    <a:pt x="47" y="201"/>
                    <a:pt x="45" y="203"/>
                  </a:cubicBezTo>
                  <a:cubicBezTo>
                    <a:pt x="45" y="204"/>
                    <a:pt x="44" y="205"/>
                    <a:pt x="44" y="205"/>
                  </a:cubicBezTo>
                  <a:cubicBezTo>
                    <a:pt x="43" y="206"/>
                    <a:pt x="43" y="208"/>
                    <a:pt x="41" y="210"/>
                  </a:cubicBezTo>
                  <a:cubicBezTo>
                    <a:pt x="40" y="210"/>
                    <a:pt x="39" y="211"/>
                    <a:pt x="38" y="211"/>
                  </a:cubicBezTo>
                  <a:cubicBezTo>
                    <a:pt x="37" y="212"/>
                    <a:pt x="37" y="213"/>
                    <a:pt x="36" y="214"/>
                  </a:cubicBezTo>
                  <a:cubicBezTo>
                    <a:pt x="35" y="216"/>
                    <a:pt x="34" y="218"/>
                    <a:pt x="33" y="220"/>
                  </a:cubicBezTo>
                  <a:cubicBezTo>
                    <a:pt x="30" y="222"/>
                    <a:pt x="27" y="225"/>
                    <a:pt x="22" y="226"/>
                  </a:cubicBezTo>
                  <a:cubicBezTo>
                    <a:pt x="22" y="226"/>
                    <a:pt x="21" y="226"/>
                    <a:pt x="21" y="226"/>
                  </a:cubicBezTo>
                  <a:cubicBezTo>
                    <a:pt x="20" y="226"/>
                    <a:pt x="20" y="226"/>
                    <a:pt x="20" y="226"/>
                  </a:cubicBezTo>
                  <a:cubicBezTo>
                    <a:pt x="20" y="227"/>
                    <a:pt x="19" y="228"/>
                    <a:pt x="18" y="229"/>
                  </a:cubicBezTo>
                  <a:cubicBezTo>
                    <a:pt x="17" y="231"/>
                    <a:pt x="15" y="231"/>
                    <a:pt x="13" y="232"/>
                  </a:cubicBezTo>
                  <a:cubicBezTo>
                    <a:pt x="12" y="233"/>
                    <a:pt x="12" y="235"/>
                    <a:pt x="12" y="236"/>
                  </a:cubicBezTo>
                  <a:cubicBezTo>
                    <a:pt x="10" y="241"/>
                    <a:pt x="9" y="246"/>
                    <a:pt x="10" y="250"/>
                  </a:cubicBezTo>
                  <a:cubicBezTo>
                    <a:pt x="10" y="252"/>
                    <a:pt x="10" y="252"/>
                    <a:pt x="10" y="252"/>
                  </a:cubicBezTo>
                  <a:cubicBezTo>
                    <a:pt x="10" y="252"/>
                    <a:pt x="10" y="252"/>
                    <a:pt x="10" y="253"/>
                  </a:cubicBezTo>
                  <a:cubicBezTo>
                    <a:pt x="11" y="253"/>
                    <a:pt x="11" y="253"/>
                    <a:pt x="12" y="253"/>
                  </a:cubicBezTo>
                  <a:cubicBezTo>
                    <a:pt x="12" y="254"/>
                    <a:pt x="15" y="256"/>
                    <a:pt x="15" y="256"/>
                  </a:cubicBezTo>
                  <a:cubicBezTo>
                    <a:pt x="19" y="259"/>
                    <a:pt x="19" y="261"/>
                    <a:pt x="20" y="263"/>
                  </a:cubicBezTo>
                  <a:cubicBezTo>
                    <a:pt x="21" y="264"/>
                    <a:pt x="21" y="264"/>
                    <a:pt x="21" y="264"/>
                  </a:cubicBezTo>
                  <a:cubicBezTo>
                    <a:pt x="21" y="264"/>
                    <a:pt x="21" y="265"/>
                    <a:pt x="21" y="265"/>
                  </a:cubicBezTo>
                  <a:cubicBezTo>
                    <a:pt x="22" y="266"/>
                    <a:pt x="23" y="268"/>
                    <a:pt x="23" y="270"/>
                  </a:cubicBezTo>
                  <a:cubicBezTo>
                    <a:pt x="23" y="272"/>
                    <a:pt x="23" y="273"/>
                    <a:pt x="22" y="274"/>
                  </a:cubicBezTo>
                  <a:cubicBezTo>
                    <a:pt x="23" y="278"/>
                    <a:pt x="21" y="282"/>
                    <a:pt x="20" y="285"/>
                  </a:cubicBezTo>
                  <a:cubicBezTo>
                    <a:pt x="19" y="287"/>
                    <a:pt x="18" y="289"/>
                    <a:pt x="18" y="290"/>
                  </a:cubicBezTo>
                  <a:cubicBezTo>
                    <a:pt x="18" y="290"/>
                    <a:pt x="19" y="291"/>
                    <a:pt x="19" y="291"/>
                  </a:cubicBezTo>
                  <a:cubicBezTo>
                    <a:pt x="20" y="292"/>
                    <a:pt x="21" y="293"/>
                    <a:pt x="22" y="294"/>
                  </a:cubicBezTo>
                  <a:cubicBezTo>
                    <a:pt x="24" y="297"/>
                    <a:pt x="25" y="300"/>
                    <a:pt x="26" y="303"/>
                  </a:cubicBezTo>
                  <a:cubicBezTo>
                    <a:pt x="26" y="304"/>
                    <a:pt x="27" y="305"/>
                    <a:pt x="27" y="306"/>
                  </a:cubicBezTo>
                  <a:cubicBezTo>
                    <a:pt x="30" y="311"/>
                    <a:pt x="33" y="319"/>
                    <a:pt x="28" y="324"/>
                  </a:cubicBezTo>
                  <a:cubicBezTo>
                    <a:pt x="27" y="325"/>
                    <a:pt x="23" y="329"/>
                    <a:pt x="21" y="330"/>
                  </a:cubicBezTo>
                  <a:cubicBezTo>
                    <a:pt x="19" y="331"/>
                    <a:pt x="18" y="331"/>
                    <a:pt x="17" y="331"/>
                  </a:cubicBezTo>
                  <a:cubicBezTo>
                    <a:pt x="17" y="331"/>
                    <a:pt x="17" y="331"/>
                    <a:pt x="17" y="331"/>
                  </a:cubicBezTo>
                  <a:cubicBezTo>
                    <a:pt x="16" y="332"/>
                    <a:pt x="16" y="333"/>
                    <a:pt x="16" y="335"/>
                  </a:cubicBezTo>
                  <a:cubicBezTo>
                    <a:pt x="17" y="336"/>
                    <a:pt x="17" y="336"/>
                    <a:pt x="17" y="336"/>
                  </a:cubicBezTo>
                  <a:cubicBezTo>
                    <a:pt x="17" y="337"/>
                    <a:pt x="16" y="338"/>
                    <a:pt x="16" y="339"/>
                  </a:cubicBezTo>
                  <a:cubicBezTo>
                    <a:pt x="16" y="340"/>
                    <a:pt x="16" y="340"/>
                    <a:pt x="16" y="340"/>
                  </a:cubicBezTo>
                  <a:cubicBezTo>
                    <a:pt x="16" y="340"/>
                    <a:pt x="17" y="341"/>
                    <a:pt x="17" y="341"/>
                  </a:cubicBezTo>
                  <a:cubicBezTo>
                    <a:pt x="19" y="345"/>
                    <a:pt x="22" y="349"/>
                    <a:pt x="26" y="352"/>
                  </a:cubicBezTo>
                  <a:cubicBezTo>
                    <a:pt x="27" y="353"/>
                    <a:pt x="27" y="353"/>
                    <a:pt x="27" y="353"/>
                  </a:cubicBezTo>
                  <a:cubicBezTo>
                    <a:pt x="27" y="353"/>
                    <a:pt x="27" y="353"/>
                    <a:pt x="27" y="353"/>
                  </a:cubicBezTo>
                  <a:cubicBezTo>
                    <a:pt x="27" y="353"/>
                    <a:pt x="28" y="352"/>
                    <a:pt x="29" y="352"/>
                  </a:cubicBezTo>
                  <a:cubicBezTo>
                    <a:pt x="31" y="351"/>
                    <a:pt x="35" y="350"/>
                    <a:pt x="38" y="351"/>
                  </a:cubicBezTo>
                  <a:cubicBezTo>
                    <a:pt x="41" y="352"/>
                    <a:pt x="42" y="355"/>
                    <a:pt x="43" y="356"/>
                  </a:cubicBezTo>
                  <a:cubicBezTo>
                    <a:pt x="44" y="357"/>
                    <a:pt x="44" y="357"/>
                    <a:pt x="44" y="358"/>
                  </a:cubicBezTo>
                  <a:cubicBezTo>
                    <a:pt x="45" y="359"/>
                    <a:pt x="46" y="360"/>
                    <a:pt x="47" y="360"/>
                  </a:cubicBezTo>
                  <a:cubicBezTo>
                    <a:pt x="48" y="361"/>
                    <a:pt x="50" y="362"/>
                    <a:pt x="51" y="363"/>
                  </a:cubicBezTo>
                  <a:cubicBezTo>
                    <a:pt x="54" y="367"/>
                    <a:pt x="56" y="372"/>
                    <a:pt x="57" y="374"/>
                  </a:cubicBezTo>
                  <a:cubicBezTo>
                    <a:pt x="58" y="376"/>
                    <a:pt x="58" y="378"/>
                    <a:pt x="61" y="380"/>
                  </a:cubicBezTo>
                  <a:cubicBezTo>
                    <a:pt x="61" y="381"/>
                    <a:pt x="62" y="381"/>
                    <a:pt x="62" y="382"/>
                  </a:cubicBezTo>
                  <a:cubicBezTo>
                    <a:pt x="64" y="384"/>
                    <a:pt x="67" y="386"/>
                    <a:pt x="68" y="390"/>
                  </a:cubicBezTo>
                  <a:cubicBezTo>
                    <a:pt x="68" y="393"/>
                    <a:pt x="67" y="397"/>
                    <a:pt x="65" y="400"/>
                  </a:cubicBezTo>
                  <a:cubicBezTo>
                    <a:pt x="65" y="401"/>
                    <a:pt x="66" y="403"/>
                    <a:pt x="67" y="405"/>
                  </a:cubicBezTo>
                  <a:cubicBezTo>
                    <a:pt x="67" y="406"/>
                    <a:pt x="67" y="407"/>
                    <a:pt x="68" y="408"/>
                  </a:cubicBezTo>
                  <a:cubicBezTo>
                    <a:pt x="70" y="413"/>
                    <a:pt x="69" y="417"/>
                    <a:pt x="69" y="420"/>
                  </a:cubicBezTo>
                  <a:cubicBezTo>
                    <a:pt x="68" y="423"/>
                    <a:pt x="68" y="423"/>
                    <a:pt x="69" y="426"/>
                  </a:cubicBezTo>
                  <a:cubicBezTo>
                    <a:pt x="70" y="427"/>
                    <a:pt x="71" y="428"/>
                    <a:pt x="72" y="429"/>
                  </a:cubicBezTo>
                  <a:cubicBezTo>
                    <a:pt x="73" y="430"/>
                    <a:pt x="74" y="431"/>
                    <a:pt x="75" y="432"/>
                  </a:cubicBezTo>
                  <a:cubicBezTo>
                    <a:pt x="77" y="435"/>
                    <a:pt x="78" y="438"/>
                    <a:pt x="79" y="441"/>
                  </a:cubicBezTo>
                  <a:cubicBezTo>
                    <a:pt x="79" y="442"/>
                    <a:pt x="80" y="444"/>
                    <a:pt x="80" y="445"/>
                  </a:cubicBezTo>
                  <a:cubicBezTo>
                    <a:pt x="81" y="446"/>
                    <a:pt x="81" y="447"/>
                    <a:pt x="82" y="448"/>
                  </a:cubicBezTo>
                  <a:cubicBezTo>
                    <a:pt x="84" y="450"/>
                    <a:pt x="85" y="452"/>
                    <a:pt x="86" y="454"/>
                  </a:cubicBezTo>
                  <a:cubicBezTo>
                    <a:pt x="86" y="455"/>
                    <a:pt x="87" y="456"/>
                    <a:pt x="87" y="457"/>
                  </a:cubicBezTo>
                  <a:cubicBezTo>
                    <a:pt x="87" y="458"/>
                    <a:pt x="87" y="459"/>
                    <a:pt x="88" y="459"/>
                  </a:cubicBezTo>
                  <a:cubicBezTo>
                    <a:pt x="88" y="460"/>
                    <a:pt x="91" y="462"/>
                    <a:pt x="90" y="466"/>
                  </a:cubicBezTo>
                  <a:cubicBezTo>
                    <a:pt x="90" y="467"/>
                    <a:pt x="89" y="467"/>
                    <a:pt x="89" y="467"/>
                  </a:cubicBezTo>
                  <a:cubicBezTo>
                    <a:pt x="90" y="469"/>
                    <a:pt x="92" y="471"/>
                    <a:pt x="96" y="474"/>
                  </a:cubicBezTo>
                  <a:cubicBezTo>
                    <a:pt x="99" y="478"/>
                    <a:pt x="100" y="480"/>
                    <a:pt x="100" y="484"/>
                  </a:cubicBezTo>
                  <a:cubicBezTo>
                    <a:pt x="100" y="485"/>
                    <a:pt x="100" y="485"/>
                    <a:pt x="100" y="485"/>
                  </a:cubicBezTo>
                  <a:cubicBezTo>
                    <a:pt x="100" y="485"/>
                    <a:pt x="100" y="486"/>
                    <a:pt x="101" y="486"/>
                  </a:cubicBezTo>
                  <a:cubicBezTo>
                    <a:pt x="101" y="487"/>
                    <a:pt x="101" y="487"/>
                    <a:pt x="101" y="487"/>
                  </a:cubicBezTo>
                  <a:cubicBezTo>
                    <a:pt x="103" y="488"/>
                    <a:pt x="104" y="489"/>
                    <a:pt x="105" y="489"/>
                  </a:cubicBezTo>
                  <a:cubicBezTo>
                    <a:pt x="105" y="490"/>
                    <a:pt x="105" y="489"/>
                    <a:pt x="106" y="489"/>
                  </a:cubicBezTo>
                  <a:cubicBezTo>
                    <a:pt x="107" y="489"/>
                    <a:pt x="109" y="488"/>
                    <a:pt x="111" y="488"/>
                  </a:cubicBezTo>
                  <a:cubicBezTo>
                    <a:pt x="113" y="488"/>
                    <a:pt x="114" y="489"/>
                    <a:pt x="115" y="490"/>
                  </a:cubicBezTo>
                  <a:cubicBezTo>
                    <a:pt x="115" y="491"/>
                    <a:pt x="115" y="491"/>
                    <a:pt x="115" y="491"/>
                  </a:cubicBezTo>
                  <a:cubicBezTo>
                    <a:pt x="116" y="491"/>
                    <a:pt x="117" y="491"/>
                    <a:pt x="118" y="492"/>
                  </a:cubicBezTo>
                  <a:cubicBezTo>
                    <a:pt x="118" y="492"/>
                    <a:pt x="124" y="494"/>
                    <a:pt x="126" y="498"/>
                  </a:cubicBezTo>
                  <a:cubicBezTo>
                    <a:pt x="127" y="500"/>
                    <a:pt x="126" y="503"/>
                    <a:pt x="126" y="504"/>
                  </a:cubicBezTo>
                  <a:cubicBezTo>
                    <a:pt x="126" y="504"/>
                    <a:pt x="126" y="505"/>
                    <a:pt x="126" y="505"/>
                  </a:cubicBezTo>
                  <a:cubicBezTo>
                    <a:pt x="126" y="505"/>
                    <a:pt x="126" y="505"/>
                    <a:pt x="126" y="505"/>
                  </a:cubicBezTo>
                  <a:cubicBezTo>
                    <a:pt x="126" y="505"/>
                    <a:pt x="128" y="507"/>
                    <a:pt x="130" y="508"/>
                  </a:cubicBezTo>
                  <a:cubicBezTo>
                    <a:pt x="131" y="508"/>
                    <a:pt x="132" y="507"/>
                    <a:pt x="133" y="507"/>
                  </a:cubicBezTo>
                  <a:cubicBezTo>
                    <a:pt x="136" y="507"/>
                    <a:pt x="140" y="508"/>
                    <a:pt x="142" y="509"/>
                  </a:cubicBezTo>
                  <a:cubicBezTo>
                    <a:pt x="144" y="509"/>
                    <a:pt x="147" y="510"/>
                    <a:pt x="148" y="512"/>
                  </a:cubicBezTo>
                  <a:cubicBezTo>
                    <a:pt x="149" y="514"/>
                    <a:pt x="148" y="516"/>
                    <a:pt x="148" y="517"/>
                  </a:cubicBezTo>
                  <a:cubicBezTo>
                    <a:pt x="148" y="517"/>
                    <a:pt x="149" y="517"/>
                    <a:pt x="149" y="517"/>
                  </a:cubicBezTo>
                  <a:cubicBezTo>
                    <a:pt x="149" y="517"/>
                    <a:pt x="149" y="517"/>
                    <a:pt x="149" y="517"/>
                  </a:cubicBezTo>
                  <a:cubicBezTo>
                    <a:pt x="154" y="517"/>
                    <a:pt x="159" y="519"/>
                    <a:pt x="162" y="521"/>
                  </a:cubicBezTo>
                  <a:cubicBezTo>
                    <a:pt x="164" y="522"/>
                    <a:pt x="165" y="522"/>
                    <a:pt x="167" y="522"/>
                  </a:cubicBezTo>
                  <a:cubicBezTo>
                    <a:pt x="168" y="522"/>
                    <a:pt x="169" y="523"/>
                    <a:pt x="170" y="523"/>
                  </a:cubicBezTo>
                  <a:cubicBezTo>
                    <a:pt x="174" y="523"/>
                    <a:pt x="178" y="523"/>
                    <a:pt x="181" y="528"/>
                  </a:cubicBezTo>
                  <a:cubicBezTo>
                    <a:pt x="182" y="529"/>
                    <a:pt x="182" y="530"/>
                    <a:pt x="182" y="530"/>
                  </a:cubicBezTo>
                  <a:cubicBezTo>
                    <a:pt x="182" y="531"/>
                    <a:pt x="183" y="531"/>
                    <a:pt x="184" y="531"/>
                  </a:cubicBezTo>
                  <a:cubicBezTo>
                    <a:pt x="185" y="531"/>
                    <a:pt x="185" y="531"/>
                    <a:pt x="186" y="531"/>
                  </a:cubicBezTo>
                  <a:cubicBezTo>
                    <a:pt x="190" y="532"/>
                    <a:pt x="193" y="532"/>
                    <a:pt x="195" y="533"/>
                  </a:cubicBezTo>
                  <a:cubicBezTo>
                    <a:pt x="196" y="534"/>
                    <a:pt x="197" y="535"/>
                    <a:pt x="198" y="537"/>
                  </a:cubicBezTo>
                  <a:cubicBezTo>
                    <a:pt x="198" y="537"/>
                    <a:pt x="200" y="538"/>
                    <a:pt x="201" y="538"/>
                  </a:cubicBezTo>
                  <a:cubicBezTo>
                    <a:pt x="201" y="539"/>
                    <a:pt x="202" y="539"/>
                    <a:pt x="203" y="539"/>
                  </a:cubicBezTo>
                  <a:cubicBezTo>
                    <a:pt x="205" y="538"/>
                    <a:pt x="208" y="539"/>
                    <a:pt x="210" y="539"/>
                  </a:cubicBezTo>
                  <a:cubicBezTo>
                    <a:pt x="213" y="540"/>
                    <a:pt x="214" y="542"/>
                    <a:pt x="216" y="544"/>
                  </a:cubicBezTo>
                  <a:cubicBezTo>
                    <a:pt x="217" y="546"/>
                    <a:pt x="218" y="547"/>
                    <a:pt x="219" y="547"/>
                  </a:cubicBezTo>
                  <a:cubicBezTo>
                    <a:pt x="220" y="547"/>
                    <a:pt x="220" y="546"/>
                    <a:pt x="221" y="546"/>
                  </a:cubicBezTo>
                  <a:cubicBezTo>
                    <a:pt x="223" y="546"/>
                    <a:pt x="226" y="545"/>
                    <a:pt x="228" y="546"/>
                  </a:cubicBezTo>
                  <a:cubicBezTo>
                    <a:pt x="232" y="547"/>
                    <a:pt x="234" y="550"/>
                    <a:pt x="235" y="552"/>
                  </a:cubicBezTo>
                  <a:cubicBezTo>
                    <a:pt x="236" y="553"/>
                    <a:pt x="236" y="553"/>
                    <a:pt x="236" y="553"/>
                  </a:cubicBezTo>
                  <a:cubicBezTo>
                    <a:pt x="236" y="553"/>
                    <a:pt x="237" y="553"/>
                    <a:pt x="237" y="554"/>
                  </a:cubicBezTo>
                  <a:cubicBezTo>
                    <a:pt x="237" y="554"/>
                    <a:pt x="238" y="554"/>
                    <a:pt x="238" y="553"/>
                  </a:cubicBezTo>
                  <a:cubicBezTo>
                    <a:pt x="239" y="553"/>
                    <a:pt x="241" y="552"/>
                    <a:pt x="243" y="552"/>
                  </a:cubicBezTo>
                  <a:cubicBezTo>
                    <a:pt x="245" y="552"/>
                    <a:pt x="247" y="553"/>
                    <a:pt x="247" y="553"/>
                  </a:cubicBezTo>
                  <a:cubicBezTo>
                    <a:pt x="248" y="553"/>
                    <a:pt x="248" y="553"/>
                    <a:pt x="248" y="553"/>
                  </a:cubicBezTo>
                  <a:cubicBezTo>
                    <a:pt x="249" y="553"/>
                    <a:pt x="250" y="553"/>
                    <a:pt x="250" y="553"/>
                  </a:cubicBezTo>
                  <a:cubicBezTo>
                    <a:pt x="251" y="552"/>
                    <a:pt x="252" y="552"/>
                    <a:pt x="253" y="552"/>
                  </a:cubicBezTo>
                  <a:cubicBezTo>
                    <a:pt x="255" y="552"/>
                    <a:pt x="257" y="553"/>
                    <a:pt x="259" y="554"/>
                  </a:cubicBezTo>
                  <a:cubicBezTo>
                    <a:pt x="260" y="555"/>
                    <a:pt x="260" y="555"/>
                    <a:pt x="260" y="555"/>
                  </a:cubicBezTo>
                  <a:cubicBezTo>
                    <a:pt x="260" y="555"/>
                    <a:pt x="260" y="556"/>
                    <a:pt x="261" y="556"/>
                  </a:cubicBezTo>
                  <a:cubicBezTo>
                    <a:pt x="260" y="554"/>
                    <a:pt x="260" y="548"/>
                    <a:pt x="266" y="546"/>
                  </a:cubicBezTo>
                  <a:cubicBezTo>
                    <a:pt x="272" y="544"/>
                    <a:pt x="277" y="548"/>
                    <a:pt x="280" y="552"/>
                  </a:cubicBezTo>
                  <a:cubicBezTo>
                    <a:pt x="280" y="553"/>
                    <a:pt x="281" y="553"/>
                    <a:pt x="282" y="554"/>
                  </a:cubicBezTo>
                  <a:cubicBezTo>
                    <a:pt x="283" y="555"/>
                    <a:pt x="283" y="555"/>
                    <a:pt x="283" y="555"/>
                  </a:cubicBezTo>
                  <a:cubicBezTo>
                    <a:pt x="285" y="557"/>
                    <a:pt x="286" y="558"/>
                    <a:pt x="287" y="559"/>
                  </a:cubicBezTo>
                  <a:cubicBezTo>
                    <a:pt x="288" y="560"/>
                    <a:pt x="288" y="560"/>
                    <a:pt x="288" y="560"/>
                  </a:cubicBezTo>
                  <a:cubicBezTo>
                    <a:pt x="289" y="561"/>
                    <a:pt x="290" y="562"/>
                    <a:pt x="290" y="562"/>
                  </a:cubicBezTo>
                  <a:cubicBezTo>
                    <a:pt x="291" y="564"/>
                    <a:pt x="291" y="565"/>
                    <a:pt x="292" y="566"/>
                  </a:cubicBezTo>
                  <a:cubicBezTo>
                    <a:pt x="293" y="568"/>
                    <a:pt x="295" y="570"/>
                    <a:pt x="296" y="572"/>
                  </a:cubicBezTo>
                  <a:cubicBezTo>
                    <a:pt x="298" y="574"/>
                    <a:pt x="300" y="576"/>
                    <a:pt x="302" y="579"/>
                  </a:cubicBezTo>
                  <a:cubicBezTo>
                    <a:pt x="304" y="582"/>
                    <a:pt x="304" y="585"/>
                    <a:pt x="304" y="587"/>
                  </a:cubicBezTo>
                  <a:cubicBezTo>
                    <a:pt x="304" y="588"/>
                    <a:pt x="303" y="588"/>
                    <a:pt x="304" y="589"/>
                  </a:cubicBezTo>
                  <a:cubicBezTo>
                    <a:pt x="304" y="590"/>
                    <a:pt x="304" y="591"/>
                    <a:pt x="305" y="593"/>
                  </a:cubicBezTo>
                  <a:cubicBezTo>
                    <a:pt x="305" y="594"/>
                    <a:pt x="306" y="596"/>
                    <a:pt x="306" y="599"/>
                  </a:cubicBezTo>
                  <a:cubicBezTo>
                    <a:pt x="307" y="602"/>
                    <a:pt x="307" y="605"/>
                    <a:pt x="306" y="608"/>
                  </a:cubicBezTo>
                  <a:cubicBezTo>
                    <a:pt x="306" y="611"/>
                    <a:pt x="306" y="615"/>
                    <a:pt x="307" y="618"/>
                  </a:cubicBezTo>
                  <a:cubicBezTo>
                    <a:pt x="307" y="618"/>
                    <a:pt x="308" y="619"/>
                    <a:pt x="308" y="619"/>
                  </a:cubicBezTo>
                  <a:cubicBezTo>
                    <a:pt x="309" y="620"/>
                    <a:pt x="310" y="622"/>
                    <a:pt x="311" y="624"/>
                  </a:cubicBezTo>
                  <a:cubicBezTo>
                    <a:pt x="311" y="627"/>
                    <a:pt x="311" y="629"/>
                    <a:pt x="311" y="631"/>
                  </a:cubicBezTo>
                  <a:cubicBezTo>
                    <a:pt x="311" y="634"/>
                    <a:pt x="311" y="634"/>
                    <a:pt x="311" y="634"/>
                  </a:cubicBezTo>
                  <a:cubicBezTo>
                    <a:pt x="311" y="637"/>
                    <a:pt x="310" y="640"/>
                    <a:pt x="309" y="643"/>
                  </a:cubicBezTo>
                  <a:cubicBezTo>
                    <a:pt x="309" y="645"/>
                    <a:pt x="308" y="646"/>
                    <a:pt x="307" y="647"/>
                  </a:cubicBezTo>
                  <a:cubicBezTo>
                    <a:pt x="307" y="647"/>
                    <a:pt x="307" y="648"/>
                    <a:pt x="306" y="648"/>
                  </a:cubicBezTo>
                  <a:cubicBezTo>
                    <a:pt x="307" y="650"/>
                    <a:pt x="309" y="653"/>
                    <a:pt x="311" y="655"/>
                  </a:cubicBezTo>
                  <a:cubicBezTo>
                    <a:pt x="312" y="657"/>
                    <a:pt x="314" y="660"/>
                    <a:pt x="315" y="662"/>
                  </a:cubicBezTo>
                  <a:cubicBezTo>
                    <a:pt x="318" y="665"/>
                    <a:pt x="318" y="665"/>
                    <a:pt x="318" y="665"/>
                  </a:cubicBezTo>
                  <a:cubicBezTo>
                    <a:pt x="322" y="667"/>
                    <a:pt x="324" y="670"/>
                    <a:pt x="325" y="673"/>
                  </a:cubicBezTo>
                  <a:cubicBezTo>
                    <a:pt x="326" y="675"/>
                    <a:pt x="326" y="675"/>
                    <a:pt x="326" y="675"/>
                  </a:cubicBezTo>
                  <a:cubicBezTo>
                    <a:pt x="327" y="676"/>
                    <a:pt x="328" y="677"/>
                    <a:pt x="328" y="679"/>
                  </a:cubicBezTo>
                  <a:cubicBezTo>
                    <a:pt x="329" y="679"/>
                    <a:pt x="329" y="679"/>
                    <a:pt x="330" y="679"/>
                  </a:cubicBezTo>
                  <a:cubicBezTo>
                    <a:pt x="333" y="679"/>
                    <a:pt x="333" y="679"/>
                    <a:pt x="333" y="679"/>
                  </a:cubicBezTo>
                  <a:cubicBezTo>
                    <a:pt x="341" y="679"/>
                    <a:pt x="341" y="679"/>
                    <a:pt x="341" y="679"/>
                  </a:cubicBezTo>
                  <a:cubicBezTo>
                    <a:pt x="345" y="679"/>
                    <a:pt x="350" y="679"/>
                    <a:pt x="354" y="680"/>
                  </a:cubicBezTo>
                  <a:cubicBezTo>
                    <a:pt x="355" y="680"/>
                    <a:pt x="355" y="680"/>
                    <a:pt x="356" y="680"/>
                  </a:cubicBezTo>
                  <a:cubicBezTo>
                    <a:pt x="357" y="680"/>
                    <a:pt x="358" y="681"/>
                    <a:pt x="359" y="681"/>
                  </a:cubicBezTo>
                  <a:cubicBezTo>
                    <a:pt x="360" y="681"/>
                    <a:pt x="360" y="681"/>
                    <a:pt x="361" y="681"/>
                  </a:cubicBezTo>
                  <a:cubicBezTo>
                    <a:pt x="362" y="681"/>
                    <a:pt x="362" y="681"/>
                    <a:pt x="363" y="679"/>
                  </a:cubicBezTo>
                  <a:cubicBezTo>
                    <a:pt x="365" y="677"/>
                    <a:pt x="365" y="677"/>
                    <a:pt x="365" y="677"/>
                  </a:cubicBezTo>
                  <a:cubicBezTo>
                    <a:pt x="366" y="675"/>
                    <a:pt x="366" y="675"/>
                    <a:pt x="368" y="674"/>
                  </a:cubicBezTo>
                  <a:cubicBezTo>
                    <a:pt x="369" y="673"/>
                    <a:pt x="370" y="673"/>
                    <a:pt x="371" y="672"/>
                  </a:cubicBezTo>
                  <a:cubicBezTo>
                    <a:pt x="373" y="671"/>
                    <a:pt x="376" y="669"/>
                    <a:pt x="380" y="669"/>
                  </a:cubicBezTo>
                  <a:cubicBezTo>
                    <a:pt x="382" y="669"/>
                    <a:pt x="384" y="670"/>
                    <a:pt x="386" y="671"/>
                  </a:cubicBezTo>
                  <a:cubicBezTo>
                    <a:pt x="387" y="672"/>
                    <a:pt x="388" y="674"/>
                    <a:pt x="388" y="675"/>
                  </a:cubicBezTo>
                  <a:cubicBezTo>
                    <a:pt x="388" y="675"/>
                    <a:pt x="389" y="675"/>
                    <a:pt x="389" y="675"/>
                  </a:cubicBezTo>
                  <a:cubicBezTo>
                    <a:pt x="392" y="677"/>
                    <a:pt x="395" y="678"/>
                    <a:pt x="397" y="680"/>
                  </a:cubicBezTo>
                  <a:cubicBezTo>
                    <a:pt x="401" y="682"/>
                    <a:pt x="401" y="686"/>
                    <a:pt x="401" y="687"/>
                  </a:cubicBezTo>
                  <a:cubicBezTo>
                    <a:pt x="401" y="687"/>
                    <a:pt x="401" y="687"/>
                    <a:pt x="401" y="688"/>
                  </a:cubicBezTo>
                  <a:cubicBezTo>
                    <a:pt x="401" y="688"/>
                    <a:pt x="402" y="688"/>
                    <a:pt x="403" y="688"/>
                  </a:cubicBezTo>
                  <a:cubicBezTo>
                    <a:pt x="404" y="687"/>
                    <a:pt x="404" y="687"/>
                    <a:pt x="404" y="687"/>
                  </a:cubicBezTo>
                  <a:cubicBezTo>
                    <a:pt x="405" y="687"/>
                    <a:pt x="407" y="687"/>
                    <a:pt x="408" y="687"/>
                  </a:cubicBezTo>
                  <a:cubicBezTo>
                    <a:pt x="410" y="686"/>
                    <a:pt x="412" y="686"/>
                    <a:pt x="414" y="68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1" name="Freeform 112">
              <a:extLst>
                <a:ext uri="{FF2B5EF4-FFF2-40B4-BE49-F238E27FC236}">
                  <a16:creationId xmlns:a16="http://schemas.microsoft.com/office/drawing/2014/main" id="{7EEFCB62-D55E-448F-9B7D-0BAFDD08C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8938" y="3425825"/>
              <a:ext cx="738188" cy="782638"/>
            </a:xfrm>
            <a:custGeom>
              <a:avLst/>
              <a:gdLst>
                <a:gd name="T0" fmla="*/ 72 w 653"/>
                <a:gd name="T1" fmla="*/ 32 h 693"/>
                <a:gd name="T2" fmla="*/ 76 w 653"/>
                <a:gd name="T3" fmla="*/ 91 h 693"/>
                <a:gd name="T4" fmla="*/ 53 w 653"/>
                <a:gd name="T5" fmla="*/ 109 h 693"/>
                <a:gd name="T6" fmla="*/ 61 w 653"/>
                <a:gd name="T7" fmla="*/ 126 h 693"/>
                <a:gd name="T8" fmla="*/ 77 w 653"/>
                <a:gd name="T9" fmla="*/ 144 h 693"/>
                <a:gd name="T10" fmla="*/ 50 w 653"/>
                <a:gd name="T11" fmla="*/ 178 h 693"/>
                <a:gd name="T12" fmla="*/ 30 w 653"/>
                <a:gd name="T13" fmla="*/ 207 h 693"/>
                <a:gd name="T14" fmla="*/ 1 w 653"/>
                <a:gd name="T15" fmla="*/ 249 h 693"/>
                <a:gd name="T16" fmla="*/ 14 w 653"/>
                <a:gd name="T17" fmla="*/ 268 h 693"/>
                <a:gd name="T18" fmla="*/ 15 w 653"/>
                <a:gd name="T19" fmla="*/ 324 h 693"/>
                <a:gd name="T20" fmla="*/ 24 w 653"/>
                <a:gd name="T21" fmla="*/ 355 h 693"/>
                <a:gd name="T22" fmla="*/ 59 w 653"/>
                <a:gd name="T23" fmla="*/ 388 h 693"/>
                <a:gd name="T24" fmla="*/ 61 w 653"/>
                <a:gd name="T25" fmla="*/ 426 h 693"/>
                <a:gd name="T26" fmla="*/ 80 w 653"/>
                <a:gd name="T27" fmla="*/ 463 h 693"/>
                <a:gd name="T28" fmla="*/ 109 w 653"/>
                <a:gd name="T29" fmla="*/ 493 h 693"/>
                <a:gd name="T30" fmla="*/ 137 w 653"/>
                <a:gd name="T31" fmla="*/ 511 h 693"/>
                <a:gd name="T32" fmla="*/ 173 w 653"/>
                <a:gd name="T33" fmla="*/ 529 h 693"/>
                <a:gd name="T34" fmla="*/ 204 w 653"/>
                <a:gd name="T35" fmla="*/ 542 h 693"/>
                <a:gd name="T36" fmla="*/ 245 w 653"/>
                <a:gd name="T37" fmla="*/ 556 h 693"/>
                <a:gd name="T38" fmla="*/ 280 w 653"/>
                <a:gd name="T39" fmla="*/ 560 h 693"/>
                <a:gd name="T40" fmla="*/ 299 w 653"/>
                <a:gd name="T41" fmla="*/ 617 h 693"/>
                <a:gd name="T42" fmla="*/ 311 w 653"/>
                <a:gd name="T43" fmla="*/ 667 h 693"/>
                <a:gd name="T44" fmla="*/ 353 w 653"/>
                <a:gd name="T45" fmla="*/ 684 h 693"/>
                <a:gd name="T46" fmla="*/ 380 w 653"/>
                <a:gd name="T47" fmla="*/ 676 h 693"/>
                <a:gd name="T48" fmla="*/ 414 w 653"/>
                <a:gd name="T49" fmla="*/ 692 h 693"/>
                <a:gd name="T50" fmla="*/ 462 w 653"/>
                <a:gd name="T51" fmla="*/ 689 h 693"/>
                <a:gd name="T52" fmla="*/ 493 w 653"/>
                <a:gd name="T53" fmla="*/ 673 h 693"/>
                <a:gd name="T54" fmla="*/ 533 w 653"/>
                <a:gd name="T55" fmla="*/ 672 h 693"/>
                <a:gd name="T56" fmla="*/ 574 w 653"/>
                <a:gd name="T57" fmla="*/ 655 h 693"/>
                <a:gd name="T58" fmla="*/ 630 w 653"/>
                <a:gd name="T59" fmla="*/ 628 h 693"/>
                <a:gd name="T60" fmla="*/ 650 w 653"/>
                <a:gd name="T61" fmla="*/ 601 h 693"/>
                <a:gd name="T62" fmla="*/ 634 w 653"/>
                <a:gd name="T63" fmla="*/ 597 h 693"/>
                <a:gd name="T64" fmla="*/ 612 w 653"/>
                <a:gd name="T65" fmla="*/ 580 h 693"/>
                <a:gd name="T66" fmla="*/ 610 w 653"/>
                <a:gd name="T67" fmla="*/ 556 h 693"/>
                <a:gd name="T68" fmla="*/ 602 w 653"/>
                <a:gd name="T69" fmla="*/ 524 h 693"/>
                <a:gd name="T70" fmla="*/ 595 w 653"/>
                <a:gd name="T71" fmla="*/ 510 h 693"/>
                <a:gd name="T72" fmla="*/ 586 w 653"/>
                <a:gd name="T73" fmla="*/ 483 h 693"/>
                <a:gd name="T74" fmla="*/ 593 w 653"/>
                <a:gd name="T75" fmla="*/ 439 h 693"/>
                <a:gd name="T76" fmla="*/ 591 w 653"/>
                <a:gd name="T77" fmla="*/ 408 h 693"/>
                <a:gd name="T78" fmla="*/ 587 w 653"/>
                <a:gd name="T79" fmla="*/ 378 h 693"/>
                <a:gd name="T80" fmla="*/ 562 w 653"/>
                <a:gd name="T81" fmla="*/ 338 h 693"/>
                <a:gd name="T82" fmla="*/ 574 w 653"/>
                <a:gd name="T83" fmla="*/ 275 h 693"/>
                <a:gd name="T84" fmla="*/ 583 w 653"/>
                <a:gd name="T85" fmla="*/ 254 h 693"/>
                <a:gd name="T86" fmla="*/ 507 w 653"/>
                <a:gd name="T87" fmla="*/ 180 h 693"/>
                <a:gd name="T88" fmla="*/ 494 w 653"/>
                <a:gd name="T89" fmla="*/ 152 h 693"/>
                <a:gd name="T90" fmla="*/ 268 w 653"/>
                <a:gd name="T91" fmla="*/ 14 h 693"/>
                <a:gd name="T92" fmla="*/ 245 w 653"/>
                <a:gd name="T93" fmla="*/ 52 h 693"/>
                <a:gd name="T94" fmla="*/ 231 w 653"/>
                <a:gd name="T95" fmla="*/ 78 h 693"/>
                <a:gd name="T96" fmla="*/ 245 w 653"/>
                <a:gd name="T97" fmla="*/ 91 h 693"/>
                <a:gd name="T98" fmla="*/ 220 w 653"/>
                <a:gd name="T99" fmla="*/ 100 h 693"/>
                <a:gd name="T100" fmla="*/ 188 w 653"/>
                <a:gd name="T101" fmla="*/ 92 h 693"/>
                <a:gd name="T102" fmla="*/ 166 w 653"/>
                <a:gd name="T103" fmla="*/ 85 h 693"/>
                <a:gd name="T104" fmla="*/ 131 w 653"/>
                <a:gd name="T105" fmla="*/ 102 h 693"/>
                <a:gd name="T106" fmla="*/ 129 w 653"/>
                <a:gd name="T107" fmla="*/ 74 h 693"/>
                <a:gd name="T108" fmla="*/ 131 w 653"/>
                <a:gd name="T109" fmla="*/ 51 h 693"/>
                <a:gd name="T110" fmla="*/ 139 w 653"/>
                <a:gd name="T111" fmla="*/ 22 h 693"/>
                <a:gd name="T112" fmla="*/ 81 w 653"/>
                <a:gd name="T113" fmla="*/ 3 h 6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53" h="693">
                  <a:moveTo>
                    <a:pt x="56" y="7"/>
                  </a:moveTo>
                  <a:cubicBezTo>
                    <a:pt x="54" y="8"/>
                    <a:pt x="54" y="12"/>
                    <a:pt x="56" y="13"/>
                  </a:cubicBezTo>
                  <a:cubicBezTo>
                    <a:pt x="56" y="14"/>
                    <a:pt x="57" y="13"/>
                    <a:pt x="58" y="14"/>
                  </a:cubicBezTo>
                  <a:cubicBezTo>
                    <a:pt x="58" y="15"/>
                    <a:pt x="58" y="16"/>
                    <a:pt x="59" y="17"/>
                  </a:cubicBezTo>
                  <a:cubicBezTo>
                    <a:pt x="59" y="19"/>
                    <a:pt x="60" y="23"/>
                    <a:pt x="62" y="25"/>
                  </a:cubicBezTo>
                  <a:cubicBezTo>
                    <a:pt x="65" y="27"/>
                    <a:pt x="70" y="28"/>
                    <a:pt x="72" y="32"/>
                  </a:cubicBezTo>
                  <a:cubicBezTo>
                    <a:pt x="73" y="36"/>
                    <a:pt x="74" y="40"/>
                    <a:pt x="76" y="44"/>
                  </a:cubicBezTo>
                  <a:cubicBezTo>
                    <a:pt x="78" y="46"/>
                    <a:pt x="76" y="48"/>
                    <a:pt x="77" y="51"/>
                  </a:cubicBezTo>
                  <a:cubicBezTo>
                    <a:pt x="77" y="56"/>
                    <a:pt x="75" y="61"/>
                    <a:pt x="78" y="66"/>
                  </a:cubicBezTo>
                  <a:cubicBezTo>
                    <a:pt x="79" y="68"/>
                    <a:pt x="82" y="72"/>
                    <a:pt x="80" y="74"/>
                  </a:cubicBezTo>
                  <a:cubicBezTo>
                    <a:pt x="79" y="76"/>
                    <a:pt x="78" y="79"/>
                    <a:pt x="78" y="82"/>
                  </a:cubicBezTo>
                  <a:cubicBezTo>
                    <a:pt x="78" y="85"/>
                    <a:pt x="79" y="89"/>
                    <a:pt x="76" y="91"/>
                  </a:cubicBezTo>
                  <a:cubicBezTo>
                    <a:pt x="73" y="93"/>
                    <a:pt x="71" y="89"/>
                    <a:pt x="69" y="90"/>
                  </a:cubicBezTo>
                  <a:cubicBezTo>
                    <a:pt x="67" y="91"/>
                    <a:pt x="67" y="92"/>
                    <a:pt x="65" y="92"/>
                  </a:cubicBezTo>
                  <a:cubicBezTo>
                    <a:pt x="63" y="93"/>
                    <a:pt x="63" y="92"/>
                    <a:pt x="61" y="94"/>
                  </a:cubicBezTo>
                  <a:cubicBezTo>
                    <a:pt x="58" y="96"/>
                    <a:pt x="57" y="99"/>
                    <a:pt x="57" y="102"/>
                  </a:cubicBezTo>
                  <a:cubicBezTo>
                    <a:pt x="56" y="103"/>
                    <a:pt x="56" y="105"/>
                    <a:pt x="55" y="106"/>
                  </a:cubicBezTo>
                  <a:cubicBezTo>
                    <a:pt x="55" y="107"/>
                    <a:pt x="53" y="108"/>
                    <a:pt x="53" y="109"/>
                  </a:cubicBezTo>
                  <a:cubicBezTo>
                    <a:pt x="52" y="113"/>
                    <a:pt x="56" y="110"/>
                    <a:pt x="58" y="109"/>
                  </a:cubicBezTo>
                  <a:cubicBezTo>
                    <a:pt x="57" y="111"/>
                    <a:pt x="56" y="112"/>
                    <a:pt x="55" y="113"/>
                  </a:cubicBezTo>
                  <a:cubicBezTo>
                    <a:pt x="54" y="115"/>
                    <a:pt x="54" y="115"/>
                    <a:pt x="53" y="118"/>
                  </a:cubicBezTo>
                  <a:cubicBezTo>
                    <a:pt x="53" y="120"/>
                    <a:pt x="51" y="121"/>
                    <a:pt x="52" y="123"/>
                  </a:cubicBezTo>
                  <a:cubicBezTo>
                    <a:pt x="52" y="123"/>
                    <a:pt x="56" y="128"/>
                    <a:pt x="56" y="128"/>
                  </a:cubicBezTo>
                  <a:cubicBezTo>
                    <a:pt x="59" y="128"/>
                    <a:pt x="59" y="125"/>
                    <a:pt x="61" y="126"/>
                  </a:cubicBezTo>
                  <a:cubicBezTo>
                    <a:pt x="63" y="126"/>
                    <a:pt x="64" y="127"/>
                    <a:pt x="66" y="128"/>
                  </a:cubicBezTo>
                  <a:cubicBezTo>
                    <a:pt x="67" y="129"/>
                    <a:pt x="67" y="129"/>
                    <a:pt x="68" y="130"/>
                  </a:cubicBezTo>
                  <a:cubicBezTo>
                    <a:pt x="68" y="130"/>
                    <a:pt x="70" y="130"/>
                    <a:pt x="70" y="130"/>
                  </a:cubicBezTo>
                  <a:cubicBezTo>
                    <a:pt x="73" y="131"/>
                    <a:pt x="75" y="130"/>
                    <a:pt x="78" y="130"/>
                  </a:cubicBezTo>
                  <a:cubicBezTo>
                    <a:pt x="74" y="136"/>
                    <a:pt x="76" y="135"/>
                    <a:pt x="77" y="140"/>
                  </a:cubicBezTo>
                  <a:cubicBezTo>
                    <a:pt x="78" y="142"/>
                    <a:pt x="78" y="142"/>
                    <a:pt x="77" y="144"/>
                  </a:cubicBezTo>
                  <a:cubicBezTo>
                    <a:pt x="77" y="145"/>
                    <a:pt x="77" y="148"/>
                    <a:pt x="77" y="148"/>
                  </a:cubicBezTo>
                  <a:cubicBezTo>
                    <a:pt x="75" y="151"/>
                    <a:pt x="72" y="150"/>
                    <a:pt x="71" y="151"/>
                  </a:cubicBezTo>
                  <a:cubicBezTo>
                    <a:pt x="68" y="151"/>
                    <a:pt x="65" y="153"/>
                    <a:pt x="64" y="155"/>
                  </a:cubicBezTo>
                  <a:cubicBezTo>
                    <a:pt x="73" y="157"/>
                    <a:pt x="57" y="164"/>
                    <a:pt x="57" y="164"/>
                  </a:cubicBezTo>
                  <a:cubicBezTo>
                    <a:pt x="53" y="166"/>
                    <a:pt x="54" y="167"/>
                    <a:pt x="53" y="170"/>
                  </a:cubicBezTo>
                  <a:cubicBezTo>
                    <a:pt x="52" y="173"/>
                    <a:pt x="50" y="175"/>
                    <a:pt x="50" y="178"/>
                  </a:cubicBezTo>
                  <a:cubicBezTo>
                    <a:pt x="50" y="179"/>
                    <a:pt x="51" y="181"/>
                    <a:pt x="50" y="182"/>
                  </a:cubicBezTo>
                  <a:cubicBezTo>
                    <a:pt x="50" y="182"/>
                    <a:pt x="47" y="181"/>
                    <a:pt x="46" y="181"/>
                  </a:cubicBezTo>
                  <a:cubicBezTo>
                    <a:pt x="45" y="182"/>
                    <a:pt x="42" y="188"/>
                    <a:pt x="41" y="189"/>
                  </a:cubicBezTo>
                  <a:cubicBezTo>
                    <a:pt x="39" y="192"/>
                    <a:pt x="40" y="196"/>
                    <a:pt x="37" y="199"/>
                  </a:cubicBezTo>
                  <a:cubicBezTo>
                    <a:pt x="36" y="200"/>
                    <a:pt x="36" y="203"/>
                    <a:pt x="34" y="204"/>
                  </a:cubicBezTo>
                  <a:cubicBezTo>
                    <a:pt x="33" y="205"/>
                    <a:pt x="31" y="206"/>
                    <a:pt x="30" y="207"/>
                  </a:cubicBezTo>
                  <a:cubicBezTo>
                    <a:pt x="28" y="209"/>
                    <a:pt x="28" y="212"/>
                    <a:pt x="25" y="214"/>
                  </a:cubicBezTo>
                  <a:cubicBezTo>
                    <a:pt x="23" y="216"/>
                    <a:pt x="20" y="219"/>
                    <a:pt x="17" y="219"/>
                  </a:cubicBezTo>
                  <a:cubicBezTo>
                    <a:pt x="15" y="220"/>
                    <a:pt x="16" y="219"/>
                    <a:pt x="14" y="220"/>
                  </a:cubicBezTo>
                  <a:cubicBezTo>
                    <a:pt x="13" y="221"/>
                    <a:pt x="12" y="223"/>
                    <a:pt x="11" y="224"/>
                  </a:cubicBezTo>
                  <a:cubicBezTo>
                    <a:pt x="10" y="225"/>
                    <a:pt x="7" y="226"/>
                    <a:pt x="5" y="224"/>
                  </a:cubicBezTo>
                  <a:cubicBezTo>
                    <a:pt x="4" y="232"/>
                    <a:pt x="0" y="242"/>
                    <a:pt x="1" y="249"/>
                  </a:cubicBezTo>
                  <a:cubicBezTo>
                    <a:pt x="1" y="250"/>
                    <a:pt x="1" y="252"/>
                    <a:pt x="2" y="252"/>
                  </a:cubicBezTo>
                  <a:cubicBezTo>
                    <a:pt x="2" y="254"/>
                    <a:pt x="0" y="253"/>
                    <a:pt x="2" y="255"/>
                  </a:cubicBezTo>
                  <a:cubicBezTo>
                    <a:pt x="2" y="255"/>
                    <a:pt x="5" y="255"/>
                    <a:pt x="6" y="256"/>
                  </a:cubicBezTo>
                  <a:cubicBezTo>
                    <a:pt x="6" y="256"/>
                    <a:pt x="8" y="257"/>
                    <a:pt x="9" y="258"/>
                  </a:cubicBezTo>
                  <a:cubicBezTo>
                    <a:pt x="11" y="260"/>
                    <a:pt x="11" y="261"/>
                    <a:pt x="12" y="264"/>
                  </a:cubicBezTo>
                  <a:cubicBezTo>
                    <a:pt x="13" y="265"/>
                    <a:pt x="14" y="266"/>
                    <a:pt x="14" y="268"/>
                  </a:cubicBezTo>
                  <a:cubicBezTo>
                    <a:pt x="14" y="270"/>
                    <a:pt x="13" y="272"/>
                    <a:pt x="13" y="272"/>
                  </a:cubicBezTo>
                  <a:cubicBezTo>
                    <a:pt x="16" y="277"/>
                    <a:pt x="8" y="284"/>
                    <a:pt x="9" y="289"/>
                  </a:cubicBezTo>
                  <a:cubicBezTo>
                    <a:pt x="10" y="291"/>
                    <a:pt x="13" y="293"/>
                    <a:pt x="14" y="295"/>
                  </a:cubicBezTo>
                  <a:cubicBezTo>
                    <a:pt x="16" y="297"/>
                    <a:pt x="16" y="299"/>
                    <a:pt x="17" y="302"/>
                  </a:cubicBezTo>
                  <a:cubicBezTo>
                    <a:pt x="19" y="307"/>
                    <a:pt x="25" y="315"/>
                    <a:pt x="20" y="319"/>
                  </a:cubicBezTo>
                  <a:cubicBezTo>
                    <a:pt x="20" y="320"/>
                    <a:pt x="16" y="324"/>
                    <a:pt x="15" y="324"/>
                  </a:cubicBezTo>
                  <a:cubicBezTo>
                    <a:pt x="12" y="325"/>
                    <a:pt x="12" y="323"/>
                    <a:pt x="9" y="326"/>
                  </a:cubicBezTo>
                  <a:cubicBezTo>
                    <a:pt x="7" y="329"/>
                    <a:pt x="8" y="331"/>
                    <a:pt x="8" y="334"/>
                  </a:cubicBezTo>
                  <a:cubicBezTo>
                    <a:pt x="8" y="336"/>
                    <a:pt x="7" y="337"/>
                    <a:pt x="8" y="339"/>
                  </a:cubicBezTo>
                  <a:cubicBezTo>
                    <a:pt x="8" y="341"/>
                    <a:pt x="8" y="340"/>
                    <a:pt x="9" y="342"/>
                  </a:cubicBezTo>
                  <a:cubicBezTo>
                    <a:pt x="12" y="346"/>
                    <a:pt x="15" y="350"/>
                    <a:pt x="19" y="354"/>
                  </a:cubicBezTo>
                  <a:cubicBezTo>
                    <a:pt x="21" y="356"/>
                    <a:pt x="21" y="356"/>
                    <a:pt x="24" y="355"/>
                  </a:cubicBezTo>
                  <a:cubicBezTo>
                    <a:pt x="27" y="355"/>
                    <a:pt x="29" y="352"/>
                    <a:pt x="32" y="353"/>
                  </a:cubicBezTo>
                  <a:cubicBezTo>
                    <a:pt x="34" y="354"/>
                    <a:pt x="36" y="357"/>
                    <a:pt x="37" y="359"/>
                  </a:cubicBezTo>
                  <a:cubicBezTo>
                    <a:pt x="39" y="361"/>
                    <a:pt x="41" y="363"/>
                    <a:pt x="43" y="365"/>
                  </a:cubicBezTo>
                  <a:cubicBezTo>
                    <a:pt x="45" y="367"/>
                    <a:pt x="47" y="370"/>
                    <a:pt x="48" y="373"/>
                  </a:cubicBezTo>
                  <a:cubicBezTo>
                    <a:pt x="49" y="377"/>
                    <a:pt x="51" y="379"/>
                    <a:pt x="53" y="381"/>
                  </a:cubicBezTo>
                  <a:cubicBezTo>
                    <a:pt x="55" y="383"/>
                    <a:pt x="59" y="386"/>
                    <a:pt x="59" y="388"/>
                  </a:cubicBezTo>
                  <a:cubicBezTo>
                    <a:pt x="59" y="390"/>
                    <a:pt x="58" y="395"/>
                    <a:pt x="56" y="396"/>
                  </a:cubicBezTo>
                  <a:cubicBezTo>
                    <a:pt x="55" y="397"/>
                    <a:pt x="55" y="393"/>
                    <a:pt x="54" y="396"/>
                  </a:cubicBezTo>
                  <a:cubicBezTo>
                    <a:pt x="54" y="396"/>
                    <a:pt x="56" y="399"/>
                    <a:pt x="56" y="399"/>
                  </a:cubicBezTo>
                  <a:cubicBezTo>
                    <a:pt x="57" y="402"/>
                    <a:pt x="59" y="405"/>
                    <a:pt x="60" y="408"/>
                  </a:cubicBezTo>
                  <a:cubicBezTo>
                    <a:pt x="61" y="411"/>
                    <a:pt x="61" y="414"/>
                    <a:pt x="60" y="417"/>
                  </a:cubicBezTo>
                  <a:cubicBezTo>
                    <a:pt x="59" y="421"/>
                    <a:pt x="59" y="422"/>
                    <a:pt x="61" y="426"/>
                  </a:cubicBezTo>
                  <a:cubicBezTo>
                    <a:pt x="63" y="428"/>
                    <a:pt x="65" y="430"/>
                    <a:pt x="67" y="433"/>
                  </a:cubicBezTo>
                  <a:cubicBezTo>
                    <a:pt x="70" y="436"/>
                    <a:pt x="70" y="441"/>
                    <a:pt x="72" y="445"/>
                  </a:cubicBezTo>
                  <a:cubicBezTo>
                    <a:pt x="74" y="448"/>
                    <a:pt x="76" y="451"/>
                    <a:pt x="78" y="454"/>
                  </a:cubicBezTo>
                  <a:cubicBezTo>
                    <a:pt x="78" y="456"/>
                    <a:pt x="79" y="458"/>
                    <a:pt x="79" y="459"/>
                  </a:cubicBezTo>
                  <a:cubicBezTo>
                    <a:pt x="80" y="461"/>
                    <a:pt x="82" y="461"/>
                    <a:pt x="81" y="463"/>
                  </a:cubicBezTo>
                  <a:cubicBezTo>
                    <a:pt x="81" y="463"/>
                    <a:pt x="81" y="463"/>
                    <a:pt x="80" y="463"/>
                  </a:cubicBezTo>
                  <a:cubicBezTo>
                    <a:pt x="79" y="468"/>
                    <a:pt x="85" y="473"/>
                    <a:pt x="89" y="476"/>
                  </a:cubicBezTo>
                  <a:cubicBezTo>
                    <a:pt x="92" y="479"/>
                    <a:pt x="91" y="479"/>
                    <a:pt x="91" y="483"/>
                  </a:cubicBezTo>
                  <a:cubicBezTo>
                    <a:pt x="92" y="486"/>
                    <a:pt x="94" y="488"/>
                    <a:pt x="93" y="491"/>
                  </a:cubicBezTo>
                  <a:cubicBezTo>
                    <a:pt x="98" y="488"/>
                    <a:pt x="97" y="492"/>
                    <a:pt x="101" y="492"/>
                  </a:cubicBezTo>
                  <a:cubicBezTo>
                    <a:pt x="103" y="492"/>
                    <a:pt x="105" y="490"/>
                    <a:pt x="106" y="491"/>
                  </a:cubicBezTo>
                  <a:cubicBezTo>
                    <a:pt x="106" y="491"/>
                    <a:pt x="108" y="493"/>
                    <a:pt x="109" y="493"/>
                  </a:cubicBezTo>
                  <a:cubicBezTo>
                    <a:pt x="109" y="493"/>
                    <a:pt x="111" y="494"/>
                    <a:pt x="112" y="494"/>
                  </a:cubicBezTo>
                  <a:cubicBezTo>
                    <a:pt x="113" y="494"/>
                    <a:pt x="117" y="496"/>
                    <a:pt x="118" y="498"/>
                  </a:cubicBezTo>
                  <a:cubicBezTo>
                    <a:pt x="118" y="500"/>
                    <a:pt x="117" y="503"/>
                    <a:pt x="118" y="505"/>
                  </a:cubicBezTo>
                  <a:cubicBezTo>
                    <a:pt x="119" y="507"/>
                    <a:pt x="123" y="509"/>
                    <a:pt x="124" y="511"/>
                  </a:cubicBezTo>
                  <a:cubicBezTo>
                    <a:pt x="127" y="513"/>
                    <a:pt x="127" y="510"/>
                    <a:pt x="130" y="510"/>
                  </a:cubicBezTo>
                  <a:cubicBezTo>
                    <a:pt x="132" y="509"/>
                    <a:pt x="134" y="510"/>
                    <a:pt x="137" y="511"/>
                  </a:cubicBezTo>
                  <a:cubicBezTo>
                    <a:pt x="142" y="513"/>
                    <a:pt x="138" y="513"/>
                    <a:pt x="139" y="517"/>
                  </a:cubicBezTo>
                  <a:cubicBezTo>
                    <a:pt x="140" y="518"/>
                    <a:pt x="141" y="521"/>
                    <a:pt x="142" y="521"/>
                  </a:cubicBezTo>
                  <a:cubicBezTo>
                    <a:pt x="144" y="521"/>
                    <a:pt x="143" y="520"/>
                    <a:pt x="145" y="520"/>
                  </a:cubicBezTo>
                  <a:cubicBezTo>
                    <a:pt x="149" y="519"/>
                    <a:pt x="153" y="521"/>
                    <a:pt x="155" y="523"/>
                  </a:cubicBezTo>
                  <a:cubicBezTo>
                    <a:pt x="159" y="526"/>
                    <a:pt x="162" y="525"/>
                    <a:pt x="166" y="525"/>
                  </a:cubicBezTo>
                  <a:cubicBezTo>
                    <a:pt x="170" y="526"/>
                    <a:pt x="171" y="526"/>
                    <a:pt x="173" y="529"/>
                  </a:cubicBezTo>
                  <a:cubicBezTo>
                    <a:pt x="176" y="532"/>
                    <a:pt x="175" y="533"/>
                    <a:pt x="179" y="534"/>
                  </a:cubicBezTo>
                  <a:cubicBezTo>
                    <a:pt x="181" y="534"/>
                    <a:pt x="187" y="534"/>
                    <a:pt x="188" y="535"/>
                  </a:cubicBezTo>
                  <a:cubicBezTo>
                    <a:pt x="189" y="535"/>
                    <a:pt x="190" y="538"/>
                    <a:pt x="191" y="538"/>
                  </a:cubicBezTo>
                  <a:cubicBezTo>
                    <a:pt x="191" y="539"/>
                    <a:pt x="194" y="540"/>
                    <a:pt x="195" y="541"/>
                  </a:cubicBezTo>
                  <a:cubicBezTo>
                    <a:pt x="195" y="541"/>
                    <a:pt x="200" y="543"/>
                    <a:pt x="200" y="542"/>
                  </a:cubicBezTo>
                  <a:cubicBezTo>
                    <a:pt x="202" y="540"/>
                    <a:pt x="203" y="541"/>
                    <a:pt x="204" y="542"/>
                  </a:cubicBezTo>
                  <a:cubicBezTo>
                    <a:pt x="208" y="543"/>
                    <a:pt x="210" y="549"/>
                    <a:pt x="215" y="549"/>
                  </a:cubicBezTo>
                  <a:cubicBezTo>
                    <a:pt x="218" y="549"/>
                    <a:pt x="220" y="547"/>
                    <a:pt x="223" y="548"/>
                  </a:cubicBezTo>
                  <a:cubicBezTo>
                    <a:pt x="225" y="549"/>
                    <a:pt x="227" y="552"/>
                    <a:pt x="228" y="554"/>
                  </a:cubicBezTo>
                  <a:cubicBezTo>
                    <a:pt x="231" y="556"/>
                    <a:pt x="232" y="557"/>
                    <a:pt x="236" y="556"/>
                  </a:cubicBezTo>
                  <a:cubicBezTo>
                    <a:pt x="237" y="555"/>
                    <a:pt x="237" y="554"/>
                    <a:pt x="239" y="555"/>
                  </a:cubicBezTo>
                  <a:cubicBezTo>
                    <a:pt x="242" y="555"/>
                    <a:pt x="243" y="556"/>
                    <a:pt x="245" y="556"/>
                  </a:cubicBezTo>
                  <a:cubicBezTo>
                    <a:pt x="249" y="555"/>
                    <a:pt x="248" y="554"/>
                    <a:pt x="252" y="556"/>
                  </a:cubicBezTo>
                  <a:cubicBezTo>
                    <a:pt x="254" y="558"/>
                    <a:pt x="258" y="560"/>
                    <a:pt x="259" y="562"/>
                  </a:cubicBezTo>
                  <a:cubicBezTo>
                    <a:pt x="261" y="560"/>
                    <a:pt x="261" y="557"/>
                    <a:pt x="261" y="555"/>
                  </a:cubicBezTo>
                  <a:cubicBezTo>
                    <a:pt x="261" y="553"/>
                    <a:pt x="260" y="550"/>
                    <a:pt x="264" y="548"/>
                  </a:cubicBezTo>
                  <a:cubicBezTo>
                    <a:pt x="268" y="546"/>
                    <a:pt x="272" y="553"/>
                    <a:pt x="274" y="555"/>
                  </a:cubicBezTo>
                  <a:cubicBezTo>
                    <a:pt x="276" y="557"/>
                    <a:pt x="278" y="559"/>
                    <a:pt x="280" y="560"/>
                  </a:cubicBezTo>
                  <a:cubicBezTo>
                    <a:pt x="280" y="561"/>
                    <a:pt x="282" y="562"/>
                    <a:pt x="282" y="563"/>
                  </a:cubicBezTo>
                  <a:cubicBezTo>
                    <a:pt x="283" y="564"/>
                    <a:pt x="283" y="565"/>
                    <a:pt x="284" y="567"/>
                  </a:cubicBezTo>
                  <a:cubicBezTo>
                    <a:pt x="287" y="571"/>
                    <a:pt x="291" y="575"/>
                    <a:pt x="294" y="579"/>
                  </a:cubicBezTo>
                  <a:cubicBezTo>
                    <a:pt x="296" y="582"/>
                    <a:pt x="295" y="584"/>
                    <a:pt x="295" y="588"/>
                  </a:cubicBezTo>
                  <a:cubicBezTo>
                    <a:pt x="295" y="591"/>
                    <a:pt x="297" y="594"/>
                    <a:pt x="298" y="597"/>
                  </a:cubicBezTo>
                  <a:cubicBezTo>
                    <a:pt x="299" y="604"/>
                    <a:pt x="296" y="611"/>
                    <a:pt x="299" y="617"/>
                  </a:cubicBezTo>
                  <a:cubicBezTo>
                    <a:pt x="299" y="619"/>
                    <a:pt x="302" y="621"/>
                    <a:pt x="302" y="623"/>
                  </a:cubicBezTo>
                  <a:cubicBezTo>
                    <a:pt x="303" y="626"/>
                    <a:pt x="302" y="628"/>
                    <a:pt x="302" y="630"/>
                  </a:cubicBezTo>
                  <a:cubicBezTo>
                    <a:pt x="302" y="633"/>
                    <a:pt x="302" y="637"/>
                    <a:pt x="301" y="640"/>
                  </a:cubicBezTo>
                  <a:cubicBezTo>
                    <a:pt x="300" y="642"/>
                    <a:pt x="298" y="644"/>
                    <a:pt x="298" y="646"/>
                  </a:cubicBezTo>
                  <a:cubicBezTo>
                    <a:pt x="299" y="653"/>
                    <a:pt x="305" y="657"/>
                    <a:pt x="307" y="663"/>
                  </a:cubicBezTo>
                  <a:cubicBezTo>
                    <a:pt x="311" y="667"/>
                    <a:pt x="311" y="667"/>
                    <a:pt x="311" y="667"/>
                  </a:cubicBezTo>
                  <a:cubicBezTo>
                    <a:pt x="315" y="668"/>
                    <a:pt x="316" y="671"/>
                    <a:pt x="318" y="674"/>
                  </a:cubicBezTo>
                  <a:cubicBezTo>
                    <a:pt x="319" y="676"/>
                    <a:pt x="319" y="676"/>
                    <a:pt x="319" y="679"/>
                  </a:cubicBezTo>
                  <a:cubicBezTo>
                    <a:pt x="319" y="683"/>
                    <a:pt x="323" y="682"/>
                    <a:pt x="326" y="682"/>
                  </a:cubicBezTo>
                  <a:cubicBezTo>
                    <a:pt x="334" y="682"/>
                    <a:pt x="343" y="681"/>
                    <a:pt x="351" y="683"/>
                  </a:cubicBezTo>
                  <a:cubicBezTo>
                    <a:pt x="351" y="683"/>
                    <a:pt x="351" y="682"/>
                    <a:pt x="352" y="682"/>
                  </a:cubicBezTo>
                  <a:cubicBezTo>
                    <a:pt x="352" y="682"/>
                    <a:pt x="352" y="684"/>
                    <a:pt x="353" y="684"/>
                  </a:cubicBezTo>
                  <a:cubicBezTo>
                    <a:pt x="354" y="684"/>
                    <a:pt x="357" y="684"/>
                    <a:pt x="358" y="683"/>
                  </a:cubicBezTo>
                  <a:cubicBezTo>
                    <a:pt x="361" y="683"/>
                    <a:pt x="362" y="681"/>
                    <a:pt x="364" y="678"/>
                  </a:cubicBezTo>
                  <a:cubicBezTo>
                    <a:pt x="365" y="677"/>
                    <a:pt x="364" y="677"/>
                    <a:pt x="367" y="676"/>
                  </a:cubicBezTo>
                  <a:cubicBezTo>
                    <a:pt x="367" y="675"/>
                    <a:pt x="369" y="675"/>
                    <a:pt x="370" y="674"/>
                  </a:cubicBezTo>
                  <a:cubicBezTo>
                    <a:pt x="372" y="673"/>
                    <a:pt x="376" y="670"/>
                    <a:pt x="379" y="673"/>
                  </a:cubicBezTo>
                  <a:cubicBezTo>
                    <a:pt x="380" y="674"/>
                    <a:pt x="379" y="676"/>
                    <a:pt x="380" y="676"/>
                  </a:cubicBezTo>
                  <a:cubicBezTo>
                    <a:pt x="381" y="677"/>
                    <a:pt x="382" y="677"/>
                    <a:pt x="383" y="678"/>
                  </a:cubicBezTo>
                  <a:cubicBezTo>
                    <a:pt x="385" y="679"/>
                    <a:pt x="388" y="680"/>
                    <a:pt x="390" y="681"/>
                  </a:cubicBezTo>
                  <a:cubicBezTo>
                    <a:pt x="393" y="684"/>
                    <a:pt x="391" y="686"/>
                    <a:pt x="393" y="689"/>
                  </a:cubicBezTo>
                  <a:cubicBezTo>
                    <a:pt x="394" y="691"/>
                    <a:pt x="397" y="690"/>
                    <a:pt x="400" y="690"/>
                  </a:cubicBezTo>
                  <a:cubicBezTo>
                    <a:pt x="404" y="690"/>
                    <a:pt x="407" y="688"/>
                    <a:pt x="411" y="689"/>
                  </a:cubicBezTo>
                  <a:cubicBezTo>
                    <a:pt x="413" y="689"/>
                    <a:pt x="412" y="691"/>
                    <a:pt x="414" y="692"/>
                  </a:cubicBezTo>
                  <a:cubicBezTo>
                    <a:pt x="416" y="693"/>
                    <a:pt x="416" y="692"/>
                    <a:pt x="417" y="692"/>
                  </a:cubicBezTo>
                  <a:cubicBezTo>
                    <a:pt x="424" y="691"/>
                    <a:pt x="426" y="687"/>
                    <a:pt x="430" y="683"/>
                  </a:cubicBezTo>
                  <a:cubicBezTo>
                    <a:pt x="433" y="680"/>
                    <a:pt x="436" y="683"/>
                    <a:pt x="440" y="683"/>
                  </a:cubicBezTo>
                  <a:cubicBezTo>
                    <a:pt x="442" y="683"/>
                    <a:pt x="444" y="682"/>
                    <a:pt x="445" y="682"/>
                  </a:cubicBezTo>
                  <a:cubicBezTo>
                    <a:pt x="445" y="682"/>
                    <a:pt x="446" y="684"/>
                    <a:pt x="446" y="685"/>
                  </a:cubicBezTo>
                  <a:cubicBezTo>
                    <a:pt x="450" y="689"/>
                    <a:pt x="457" y="690"/>
                    <a:pt x="462" y="689"/>
                  </a:cubicBezTo>
                  <a:cubicBezTo>
                    <a:pt x="465" y="688"/>
                    <a:pt x="467" y="693"/>
                    <a:pt x="471" y="691"/>
                  </a:cubicBezTo>
                  <a:cubicBezTo>
                    <a:pt x="473" y="689"/>
                    <a:pt x="474" y="687"/>
                    <a:pt x="477" y="686"/>
                  </a:cubicBezTo>
                  <a:cubicBezTo>
                    <a:pt x="479" y="686"/>
                    <a:pt x="481" y="687"/>
                    <a:pt x="483" y="686"/>
                  </a:cubicBezTo>
                  <a:cubicBezTo>
                    <a:pt x="484" y="685"/>
                    <a:pt x="484" y="684"/>
                    <a:pt x="485" y="683"/>
                  </a:cubicBezTo>
                  <a:cubicBezTo>
                    <a:pt x="487" y="682"/>
                    <a:pt x="490" y="682"/>
                    <a:pt x="492" y="679"/>
                  </a:cubicBezTo>
                  <a:cubicBezTo>
                    <a:pt x="493" y="677"/>
                    <a:pt x="492" y="675"/>
                    <a:pt x="493" y="673"/>
                  </a:cubicBezTo>
                  <a:cubicBezTo>
                    <a:pt x="494" y="671"/>
                    <a:pt x="494" y="667"/>
                    <a:pt x="496" y="666"/>
                  </a:cubicBezTo>
                  <a:cubicBezTo>
                    <a:pt x="498" y="663"/>
                    <a:pt x="501" y="663"/>
                    <a:pt x="504" y="663"/>
                  </a:cubicBezTo>
                  <a:cubicBezTo>
                    <a:pt x="507" y="662"/>
                    <a:pt x="509" y="661"/>
                    <a:pt x="511" y="662"/>
                  </a:cubicBezTo>
                  <a:cubicBezTo>
                    <a:pt x="513" y="662"/>
                    <a:pt x="513" y="663"/>
                    <a:pt x="516" y="663"/>
                  </a:cubicBezTo>
                  <a:cubicBezTo>
                    <a:pt x="520" y="662"/>
                    <a:pt x="521" y="665"/>
                    <a:pt x="523" y="667"/>
                  </a:cubicBezTo>
                  <a:cubicBezTo>
                    <a:pt x="525" y="669"/>
                    <a:pt x="530" y="672"/>
                    <a:pt x="533" y="672"/>
                  </a:cubicBezTo>
                  <a:cubicBezTo>
                    <a:pt x="535" y="671"/>
                    <a:pt x="539" y="666"/>
                    <a:pt x="540" y="665"/>
                  </a:cubicBezTo>
                  <a:cubicBezTo>
                    <a:pt x="542" y="663"/>
                    <a:pt x="544" y="662"/>
                    <a:pt x="546" y="662"/>
                  </a:cubicBezTo>
                  <a:cubicBezTo>
                    <a:pt x="548" y="661"/>
                    <a:pt x="549" y="662"/>
                    <a:pt x="551" y="661"/>
                  </a:cubicBezTo>
                  <a:cubicBezTo>
                    <a:pt x="552" y="660"/>
                    <a:pt x="553" y="659"/>
                    <a:pt x="555" y="658"/>
                  </a:cubicBezTo>
                  <a:cubicBezTo>
                    <a:pt x="559" y="656"/>
                    <a:pt x="559" y="656"/>
                    <a:pt x="564" y="656"/>
                  </a:cubicBezTo>
                  <a:cubicBezTo>
                    <a:pt x="568" y="656"/>
                    <a:pt x="571" y="654"/>
                    <a:pt x="574" y="655"/>
                  </a:cubicBezTo>
                  <a:cubicBezTo>
                    <a:pt x="578" y="656"/>
                    <a:pt x="579" y="656"/>
                    <a:pt x="583" y="654"/>
                  </a:cubicBezTo>
                  <a:cubicBezTo>
                    <a:pt x="585" y="652"/>
                    <a:pt x="588" y="650"/>
                    <a:pt x="591" y="649"/>
                  </a:cubicBezTo>
                  <a:cubicBezTo>
                    <a:pt x="595" y="646"/>
                    <a:pt x="599" y="643"/>
                    <a:pt x="604" y="641"/>
                  </a:cubicBezTo>
                  <a:cubicBezTo>
                    <a:pt x="608" y="640"/>
                    <a:pt x="610" y="640"/>
                    <a:pt x="614" y="637"/>
                  </a:cubicBezTo>
                  <a:cubicBezTo>
                    <a:pt x="616" y="635"/>
                    <a:pt x="619" y="634"/>
                    <a:pt x="623" y="633"/>
                  </a:cubicBezTo>
                  <a:cubicBezTo>
                    <a:pt x="626" y="632"/>
                    <a:pt x="627" y="630"/>
                    <a:pt x="630" y="628"/>
                  </a:cubicBezTo>
                  <a:cubicBezTo>
                    <a:pt x="633" y="625"/>
                    <a:pt x="638" y="619"/>
                    <a:pt x="643" y="618"/>
                  </a:cubicBezTo>
                  <a:cubicBezTo>
                    <a:pt x="646" y="617"/>
                    <a:pt x="649" y="616"/>
                    <a:pt x="650" y="613"/>
                  </a:cubicBezTo>
                  <a:cubicBezTo>
                    <a:pt x="652" y="612"/>
                    <a:pt x="651" y="611"/>
                    <a:pt x="652" y="608"/>
                  </a:cubicBezTo>
                  <a:cubicBezTo>
                    <a:pt x="652" y="606"/>
                    <a:pt x="651" y="606"/>
                    <a:pt x="651" y="605"/>
                  </a:cubicBezTo>
                  <a:cubicBezTo>
                    <a:pt x="651" y="603"/>
                    <a:pt x="653" y="604"/>
                    <a:pt x="652" y="601"/>
                  </a:cubicBezTo>
                  <a:cubicBezTo>
                    <a:pt x="652" y="599"/>
                    <a:pt x="650" y="599"/>
                    <a:pt x="650" y="601"/>
                  </a:cubicBezTo>
                  <a:cubicBezTo>
                    <a:pt x="650" y="601"/>
                    <a:pt x="653" y="601"/>
                    <a:pt x="651" y="603"/>
                  </a:cubicBezTo>
                  <a:cubicBezTo>
                    <a:pt x="650" y="604"/>
                    <a:pt x="648" y="604"/>
                    <a:pt x="647" y="603"/>
                  </a:cubicBezTo>
                  <a:cubicBezTo>
                    <a:pt x="646" y="602"/>
                    <a:pt x="641" y="591"/>
                    <a:pt x="639" y="595"/>
                  </a:cubicBezTo>
                  <a:cubicBezTo>
                    <a:pt x="639" y="597"/>
                    <a:pt x="643" y="597"/>
                    <a:pt x="640" y="599"/>
                  </a:cubicBezTo>
                  <a:cubicBezTo>
                    <a:pt x="639" y="599"/>
                    <a:pt x="637" y="598"/>
                    <a:pt x="636" y="598"/>
                  </a:cubicBezTo>
                  <a:cubicBezTo>
                    <a:pt x="636" y="598"/>
                    <a:pt x="634" y="598"/>
                    <a:pt x="634" y="597"/>
                  </a:cubicBezTo>
                  <a:cubicBezTo>
                    <a:pt x="632" y="596"/>
                    <a:pt x="636" y="592"/>
                    <a:pt x="633" y="591"/>
                  </a:cubicBezTo>
                  <a:cubicBezTo>
                    <a:pt x="631" y="591"/>
                    <a:pt x="628" y="588"/>
                    <a:pt x="627" y="589"/>
                  </a:cubicBezTo>
                  <a:cubicBezTo>
                    <a:pt x="624" y="590"/>
                    <a:pt x="627" y="593"/>
                    <a:pt x="625" y="595"/>
                  </a:cubicBezTo>
                  <a:cubicBezTo>
                    <a:pt x="624" y="593"/>
                    <a:pt x="624" y="589"/>
                    <a:pt x="623" y="586"/>
                  </a:cubicBezTo>
                  <a:cubicBezTo>
                    <a:pt x="622" y="584"/>
                    <a:pt x="620" y="583"/>
                    <a:pt x="618" y="582"/>
                  </a:cubicBezTo>
                  <a:cubicBezTo>
                    <a:pt x="616" y="581"/>
                    <a:pt x="614" y="580"/>
                    <a:pt x="612" y="580"/>
                  </a:cubicBezTo>
                  <a:cubicBezTo>
                    <a:pt x="610" y="581"/>
                    <a:pt x="610" y="583"/>
                    <a:pt x="608" y="583"/>
                  </a:cubicBezTo>
                  <a:cubicBezTo>
                    <a:pt x="610" y="581"/>
                    <a:pt x="608" y="579"/>
                    <a:pt x="610" y="578"/>
                  </a:cubicBezTo>
                  <a:cubicBezTo>
                    <a:pt x="611" y="576"/>
                    <a:pt x="616" y="577"/>
                    <a:pt x="612" y="573"/>
                  </a:cubicBezTo>
                  <a:cubicBezTo>
                    <a:pt x="617" y="574"/>
                    <a:pt x="613" y="567"/>
                    <a:pt x="611" y="565"/>
                  </a:cubicBezTo>
                  <a:cubicBezTo>
                    <a:pt x="607" y="563"/>
                    <a:pt x="610" y="565"/>
                    <a:pt x="611" y="562"/>
                  </a:cubicBezTo>
                  <a:cubicBezTo>
                    <a:pt x="611" y="561"/>
                    <a:pt x="610" y="557"/>
                    <a:pt x="610" y="556"/>
                  </a:cubicBezTo>
                  <a:cubicBezTo>
                    <a:pt x="609" y="553"/>
                    <a:pt x="608" y="550"/>
                    <a:pt x="606" y="547"/>
                  </a:cubicBezTo>
                  <a:cubicBezTo>
                    <a:pt x="606" y="547"/>
                    <a:pt x="606" y="544"/>
                    <a:pt x="604" y="544"/>
                  </a:cubicBezTo>
                  <a:cubicBezTo>
                    <a:pt x="602" y="545"/>
                    <a:pt x="601" y="546"/>
                    <a:pt x="601" y="544"/>
                  </a:cubicBezTo>
                  <a:cubicBezTo>
                    <a:pt x="600" y="542"/>
                    <a:pt x="605" y="543"/>
                    <a:pt x="606" y="539"/>
                  </a:cubicBezTo>
                  <a:cubicBezTo>
                    <a:pt x="606" y="537"/>
                    <a:pt x="606" y="530"/>
                    <a:pt x="605" y="528"/>
                  </a:cubicBezTo>
                  <a:cubicBezTo>
                    <a:pt x="605" y="527"/>
                    <a:pt x="603" y="524"/>
                    <a:pt x="602" y="524"/>
                  </a:cubicBezTo>
                  <a:cubicBezTo>
                    <a:pt x="600" y="523"/>
                    <a:pt x="600" y="524"/>
                    <a:pt x="599" y="524"/>
                  </a:cubicBezTo>
                  <a:cubicBezTo>
                    <a:pt x="598" y="524"/>
                    <a:pt x="597" y="525"/>
                    <a:pt x="597" y="523"/>
                  </a:cubicBezTo>
                  <a:cubicBezTo>
                    <a:pt x="597" y="522"/>
                    <a:pt x="597" y="522"/>
                    <a:pt x="597" y="521"/>
                  </a:cubicBezTo>
                  <a:cubicBezTo>
                    <a:pt x="597" y="519"/>
                    <a:pt x="598" y="518"/>
                    <a:pt x="597" y="517"/>
                  </a:cubicBezTo>
                  <a:cubicBezTo>
                    <a:pt x="596" y="515"/>
                    <a:pt x="597" y="513"/>
                    <a:pt x="596" y="513"/>
                  </a:cubicBezTo>
                  <a:cubicBezTo>
                    <a:pt x="593" y="513"/>
                    <a:pt x="596" y="511"/>
                    <a:pt x="595" y="510"/>
                  </a:cubicBezTo>
                  <a:cubicBezTo>
                    <a:pt x="593" y="510"/>
                    <a:pt x="591" y="511"/>
                    <a:pt x="591" y="510"/>
                  </a:cubicBezTo>
                  <a:cubicBezTo>
                    <a:pt x="591" y="509"/>
                    <a:pt x="593" y="508"/>
                    <a:pt x="594" y="508"/>
                  </a:cubicBezTo>
                  <a:cubicBezTo>
                    <a:pt x="597" y="508"/>
                    <a:pt x="597" y="513"/>
                    <a:pt x="600" y="511"/>
                  </a:cubicBezTo>
                  <a:cubicBezTo>
                    <a:pt x="597" y="509"/>
                    <a:pt x="595" y="503"/>
                    <a:pt x="593" y="500"/>
                  </a:cubicBezTo>
                  <a:cubicBezTo>
                    <a:pt x="590" y="498"/>
                    <a:pt x="589" y="498"/>
                    <a:pt x="589" y="494"/>
                  </a:cubicBezTo>
                  <a:cubicBezTo>
                    <a:pt x="589" y="490"/>
                    <a:pt x="586" y="487"/>
                    <a:pt x="586" y="483"/>
                  </a:cubicBezTo>
                  <a:cubicBezTo>
                    <a:pt x="586" y="480"/>
                    <a:pt x="586" y="478"/>
                    <a:pt x="586" y="476"/>
                  </a:cubicBezTo>
                  <a:cubicBezTo>
                    <a:pt x="585" y="473"/>
                    <a:pt x="586" y="472"/>
                    <a:pt x="586" y="470"/>
                  </a:cubicBezTo>
                  <a:cubicBezTo>
                    <a:pt x="589" y="474"/>
                    <a:pt x="588" y="466"/>
                    <a:pt x="590" y="465"/>
                  </a:cubicBezTo>
                  <a:cubicBezTo>
                    <a:pt x="592" y="464"/>
                    <a:pt x="596" y="454"/>
                    <a:pt x="596" y="452"/>
                  </a:cubicBezTo>
                  <a:cubicBezTo>
                    <a:pt x="594" y="452"/>
                    <a:pt x="594" y="448"/>
                    <a:pt x="594" y="447"/>
                  </a:cubicBezTo>
                  <a:cubicBezTo>
                    <a:pt x="594" y="443"/>
                    <a:pt x="597" y="441"/>
                    <a:pt x="593" y="439"/>
                  </a:cubicBezTo>
                  <a:cubicBezTo>
                    <a:pt x="592" y="438"/>
                    <a:pt x="591" y="439"/>
                    <a:pt x="590" y="438"/>
                  </a:cubicBezTo>
                  <a:cubicBezTo>
                    <a:pt x="589" y="438"/>
                    <a:pt x="591" y="435"/>
                    <a:pt x="588" y="436"/>
                  </a:cubicBezTo>
                  <a:cubicBezTo>
                    <a:pt x="586" y="436"/>
                    <a:pt x="588" y="441"/>
                    <a:pt x="584" y="441"/>
                  </a:cubicBezTo>
                  <a:cubicBezTo>
                    <a:pt x="588" y="434"/>
                    <a:pt x="584" y="426"/>
                    <a:pt x="587" y="418"/>
                  </a:cubicBezTo>
                  <a:cubicBezTo>
                    <a:pt x="588" y="416"/>
                    <a:pt x="592" y="413"/>
                    <a:pt x="590" y="410"/>
                  </a:cubicBezTo>
                  <a:cubicBezTo>
                    <a:pt x="589" y="407"/>
                    <a:pt x="590" y="410"/>
                    <a:pt x="591" y="408"/>
                  </a:cubicBezTo>
                  <a:cubicBezTo>
                    <a:pt x="592" y="407"/>
                    <a:pt x="593" y="405"/>
                    <a:pt x="594" y="404"/>
                  </a:cubicBezTo>
                  <a:cubicBezTo>
                    <a:pt x="594" y="403"/>
                    <a:pt x="595" y="401"/>
                    <a:pt x="596" y="400"/>
                  </a:cubicBezTo>
                  <a:cubicBezTo>
                    <a:pt x="597" y="399"/>
                    <a:pt x="600" y="400"/>
                    <a:pt x="599" y="400"/>
                  </a:cubicBezTo>
                  <a:cubicBezTo>
                    <a:pt x="602" y="398"/>
                    <a:pt x="602" y="395"/>
                    <a:pt x="602" y="392"/>
                  </a:cubicBezTo>
                  <a:cubicBezTo>
                    <a:pt x="602" y="388"/>
                    <a:pt x="601" y="382"/>
                    <a:pt x="597" y="379"/>
                  </a:cubicBezTo>
                  <a:cubicBezTo>
                    <a:pt x="595" y="378"/>
                    <a:pt x="588" y="376"/>
                    <a:pt x="587" y="378"/>
                  </a:cubicBezTo>
                  <a:cubicBezTo>
                    <a:pt x="586" y="376"/>
                    <a:pt x="588" y="374"/>
                    <a:pt x="587" y="372"/>
                  </a:cubicBezTo>
                  <a:cubicBezTo>
                    <a:pt x="586" y="371"/>
                    <a:pt x="585" y="372"/>
                    <a:pt x="584" y="371"/>
                  </a:cubicBezTo>
                  <a:cubicBezTo>
                    <a:pt x="584" y="370"/>
                    <a:pt x="584" y="368"/>
                    <a:pt x="583" y="367"/>
                  </a:cubicBezTo>
                  <a:cubicBezTo>
                    <a:pt x="581" y="364"/>
                    <a:pt x="579" y="361"/>
                    <a:pt x="576" y="358"/>
                  </a:cubicBezTo>
                  <a:cubicBezTo>
                    <a:pt x="573" y="355"/>
                    <a:pt x="572" y="356"/>
                    <a:pt x="568" y="354"/>
                  </a:cubicBezTo>
                  <a:cubicBezTo>
                    <a:pt x="561" y="351"/>
                    <a:pt x="561" y="345"/>
                    <a:pt x="562" y="338"/>
                  </a:cubicBezTo>
                  <a:cubicBezTo>
                    <a:pt x="562" y="334"/>
                    <a:pt x="559" y="333"/>
                    <a:pt x="558" y="329"/>
                  </a:cubicBezTo>
                  <a:cubicBezTo>
                    <a:pt x="556" y="325"/>
                    <a:pt x="558" y="323"/>
                    <a:pt x="560" y="320"/>
                  </a:cubicBezTo>
                  <a:cubicBezTo>
                    <a:pt x="562" y="312"/>
                    <a:pt x="563" y="305"/>
                    <a:pt x="567" y="298"/>
                  </a:cubicBezTo>
                  <a:cubicBezTo>
                    <a:pt x="569" y="295"/>
                    <a:pt x="570" y="291"/>
                    <a:pt x="571" y="288"/>
                  </a:cubicBezTo>
                  <a:cubicBezTo>
                    <a:pt x="571" y="285"/>
                    <a:pt x="576" y="279"/>
                    <a:pt x="576" y="274"/>
                  </a:cubicBezTo>
                  <a:cubicBezTo>
                    <a:pt x="575" y="275"/>
                    <a:pt x="575" y="275"/>
                    <a:pt x="574" y="275"/>
                  </a:cubicBezTo>
                  <a:cubicBezTo>
                    <a:pt x="574" y="274"/>
                    <a:pt x="578" y="266"/>
                    <a:pt x="580" y="268"/>
                  </a:cubicBezTo>
                  <a:cubicBezTo>
                    <a:pt x="581" y="265"/>
                    <a:pt x="574" y="262"/>
                    <a:pt x="578" y="261"/>
                  </a:cubicBezTo>
                  <a:cubicBezTo>
                    <a:pt x="580" y="261"/>
                    <a:pt x="579" y="257"/>
                    <a:pt x="579" y="256"/>
                  </a:cubicBezTo>
                  <a:cubicBezTo>
                    <a:pt x="579" y="255"/>
                    <a:pt x="580" y="253"/>
                    <a:pt x="581" y="251"/>
                  </a:cubicBezTo>
                  <a:cubicBezTo>
                    <a:pt x="581" y="252"/>
                    <a:pt x="581" y="254"/>
                    <a:pt x="581" y="254"/>
                  </a:cubicBezTo>
                  <a:cubicBezTo>
                    <a:pt x="582" y="256"/>
                    <a:pt x="582" y="256"/>
                    <a:pt x="583" y="254"/>
                  </a:cubicBezTo>
                  <a:cubicBezTo>
                    <a:pt x="584" y="252"/>
                    <a:pt x="585" y="250"/>
                    <a:pt x="585" y="248"/>
                  </a:cubicBezTo>
                  <a:cubicBezTo>
                    <a:pt x="585" y="246"/>
                    <a:pt x="582" y="247"/>
                    <a:pt x="582" y="246"/>
                  </a:cubicBezTo>
                  <a:cubicBezTo>
                    <a:pt x="582" y="244"/>
                    <a:pt x="585" y="245"/>
                    <a:pt x="585" y="242"/>
                  </a:cubicBezTo>
                  <a:cubicBezTo>
                    <a:pt x="585" y="238"/>
                    <a:pt x="581" y="236"/>
                    <a:pt x="577" y="234"/>
                  </a:cubicBezTo>
                  <a:cubicBezTo>
                    <a:pt x="568" y="227"/>
                    <a:pt x="559" y="219"/>
                    <a:pt x="549" y="212"/>
                  </a:cubicBezTo>
                  <a:cubicBezTo>
                    <a:pt x="535" y="201"/>
                    <a:pt x="521" y="190"/>
                    <a:pt x="507" y="180"/>
                  </a:cubicBezTo>
                  <a:cubicBezTo>
                    <a:pt x="504" y="177"/>
                    <a:pt x="499" y="175"/>
                    <a:pt x="498" y="172"/>
                  </a:cubicBezTo>
                  <a:cubicBezTo>
                    <a:pt x="496" y="168"/>
                    <a:pt x="497" y="167"/>
                    <a:pt x="494" y="165"/>
                  </a:cubicBezTo>
                  <a:cubicBezTo>
                    <a:pt x="493" y="165"/>
                    <a:pt x="490" y="165"/>
                    <a:pt x="490" y="164"/>
                  </a:cubicBezTo>
                  <a:cubicBezTo>
                    <a:pt x="488" y="163"/>
                    <a:pt x="490" y="164"/>
                    <a:pt x="489" y="162"/>
                  </a:cubicBezTo>
                  <a:cubicBezTo>
                    <a:pt x="487" y="159"/>
                    <a:pt x="488" y="158"/>
                    <a:pt x="490" y="155"/>
                  </a:cubicBezTo>
                  <a:cubicBezTo>
                    <a:pt x="492" y="154"/>
                    <a:pt x="493" y="154"/>
                    <a:pt x="494" y="152"/>
                  </a:cubicBezTo>
                  <a:cubicBezTo>
                    <a:pt x="495" y="149"/>
                    <a:pt x="494" y="145"/>
                    <a:pt x="493" y="142"/>
                  </a:cubicBezTo>
                  <a:cubicBezTo>
                    <a:pt x="493" y="138"/>
                    <a:pt x="493" y="135"/>
                    <a:pt x="488" y="132"/>
                  </a:cubicBezTo>
                  <a:cubicBezTo>
                    <a:pt x="480" y="126"/>
                    <a:pt x="470" y="121"/>
                    <a:pt x="461" y="116"/>
                  </a:cubicBezTo>
                  <a:cubicBezTo>
                    <a:pt x="398" y="79"/>
                    <a:pt x="336" y="42"/>
                    <a:pt x="274" y="5"/>
                  </a:cubicBezTo>
                  <a:cubicBezTo>
                    <a:pt x="276" y="8"/>
                    <a:pt x="271" y="9"/>
                    <a:pt x="270" y="10"/>
                  </a:cubicBezTo>
                  <a:cubicBezTo>
                    <a:pt x="269" y="11"/>
                    <a:pt x="270" y="12"/>
                    <a:pt x="268" y="14"/>
                  </a:cubicBezTo>
                  <a:cubicBezTo>
                    <a:pt x="266" y="16"/>
                    <a:pt x="264" y="16"/>
                    <a:pt x="263" y="18"/>
                  </a:cubicBezTo>
                  <a:cubicBezTo>
                    <a:pt x="262" y="20"/>
                    <a:pt x="263" y="22"/>
                    <a:pt x="266" y="22"/>
                  </a:cubicBezTo>
                  <a:cubicBezTo>
                    <a:pt x="266" y="23"/>
                    <a:pt x="269" y="30"/>
                    <a:pt x="268" y="27"/>
                  </a:cubicBezTo>
                  <a:cubicBezTo>
                    <a:pt x="271" y="36"/>
                    <a:pt x="242" y="47"/>
                    <a:pt x="242" y="47"/>
                  </a:cubicBezTo>
                  <a:cubicBezTo>
                    <a:pt x="242" y="49"/>
                    <a:pt x="247" y="51"/>
                    <a:pt x="248" y="52"/>
                  </a:cubicBezTo>
                  <a:cubicBezTo>
                    <a:pt x="248" y="54"/>
                    <a:pt x="246" y="53"/>
                    <a:pt x="245" y="52"/>
                  </a:cubicBezTo>
                  <a:cubicBezTo>
                    <a:pt x="243" y="52"/>
                    <a:pt x="244" y="54"/>
                    <a:pt x="243" y="55"/>
                  </a:cubicBezTo>
                  <a:cubicBezTo>
                    <a:pt x="241" y="57"/>
                    <a:pt x="234" y="60"/>
                    <a:pt x="236" y="55"/>
                  </a:cubicBezTo>
                  <a:cubicBezTo>
                    <a:pt x="231" y="54"/>
                    <a:pt x="230" y="55"/>
                    <a:pt x="228" y="59"/>
                  </a:cubicBezTo>
                  <a:cubicBezTo>
                    <a:pt x="222" y="73"/>
                    <a:pt x="222" y="73"/>
                    <a:pt x="222" y="73"/>
                  </a:cubicBezTo>
                  <a:cubicBezTo>
                    <a:pt x="221" y="79"/>
                    <a:pt x="224" y="73"/>
                    <a:pt x="228" y="76"/>
                  </a:cubicBezTo>
                  <a:cubicBezTo>
                    <a:pt x="229" y="76"/>
                    <a:pt x="230" y="78"/>
                    <a:pt x="231" y="78"/>
                  </a:cubicBezTo>
                  <a:cubicBezTo>
                    <a:pt x="232" y="78"/>
                    <a:pt x="235" y="77"/>
                    <a:pt x="236" y="78"/>
                  </a:cubicBezTo>
                  <a:cubicBezTo>
                    <a:pt x="239" y="78"/>
                    <a:pt x="242" y="79"/>
                    <a:pt x="245" y="79"/>
                  </a:cubicBezTo>
                  <a:cubicBezTo>
                    <a:pt x="247" y="78"/>
                    <a:pt x="249" y="76"/>
                    <a:pt x="251" y="75"/>
                  </a:cubicBezTo>
                  <a:cubicBezTo>
                    <a:pt x="255" y="72"/>
                    <a:pt x="259" y="73"/>
                    <a:pt x="259" y="79"/>
                  </a:cubicBezTo>
                  <a:cubicBezTo>
                    <a:pt x="259" y="83"/>
                    <a:pt x="258" y="83"/>
                    <a:pt x="254" y="85"/>
                  </a:cubicBezTo>
                  <a:cubicBezTo>
                    <a:pt x="251" y="87"/>
                    <a:pt x="248" y="89"/>
                    <a:pt x="245" y="91"/>
                  </a:cubicBezTo>
                  <a:cubicBezTo>
                    <a:pt x="243" y="91"/>
                    <a:pt x="241" y="91"/>
                    <a:pt x="240" y="93"/>
                  </a:cubicBezTo>
                  <a:cubicBezTo>
                    <a:pt x="240" y="94"/>
                    <a:pt x="241" y="95"/>
                    <a:pt x="241" y="96"/>
                  </a:cubicBezTo>
                  <a:cubicBezTo>
                    <a:pt x="239" y="97"/>
                    <a:pt x="238" y="96"/>
                    <a:pt x="237" y="96"/>
                  </a:cubicBezTo>
                  <a:cubicBezTo>
                    <a:pt x="236" y="96"/>
                    <a:pt x="234" y="97"/>
                    <a:pt x="233" y="98"/>
                  </a:cubicBezTo>
                  <a:cubicBezTo>
                    <a:pt x="229" y="100"/>
                    <a:pt x="229" y="100"/>
                    <a:pt x="229" y="100"/>
                  </a:cubicBezTo>
                  <a:cubicBezTo>
                    <a:pt x="227" y="99"/>
                    <a:pt x="223" y="101"/>
                    <a:pt x="220" y="100"/>
                  </a:cubicBezTo>
                  <a:cubicBezTo>
                    <a:pt x="218" y="99"/>
                    <a:pt x="218" y="95"/>
                    <a:pt x="216" y="94"/>
                  </a:cubicBezTo>
                  <a:cubicBezTo>
                    <a:pt x="214" y="92"/>
                    <a:pt x="211" y="92"/>
                    <a:pt x="208" y="92"/>
                  </a:cubicBezTo>
                  <a:cubicBezTo>
                    <a:pt x="204" y="93"/>
                    <a:pt x="202" y="96"/>
                    <a:pt x="202" y="98"/>
                  </a:cubicBezTo>
                  <a:cubicBezTo>
                    <a:pt x="202" y="108"/>
                    <a:pt x="194" y="114"/>
                    <a:pt x="194" y="114"/>
                  </a:cubicBezTo>
                  <a:cubicBezTo>
                    <a:pt x="189" y="105"/>
                    <a:pt x="189" y="101"/>
                    <a:pt x="189" y="101"/>
                  </a:cubicBezTo>
                  <a:cubicBezTo>
                    <a:pt x="191" y="99"/>
                    <a:pt x="188" y="94"/>
                    <a:pt x="188" y="92"/>
                  </a:cubicBezTo>
                  <a:cubicBezTo>
                    <a:pt x="186" y="96"/>
                    <a:pt x="185" y="98"/>
                    <a:pt x="182" y="101"/>
                  </a:cubicBezTo>
                  <a:cubicBezTo>
                    <a:pt x="181" y="102"/>
                    <a:pt x="179" y="105"/>
                    <a:pt x="179" y="102"/>
                  </a:cubicBezTo>
                  <a:cubicBezTo>
                    <a:pt x="179" y="100"/>
                    <a:pt x="181" y="99"/>
                    <a:pt x="181" y="98"/>
                  </a:cubicBezTo>
                  <a:cubicBezTo>
                    <a:pt x="181" y="95"/>
                    <a:pt x="179" y="97"/>
                    <a:pt x="177" y="97"/>
                  </a:cubicBezTo>
                  <a:cubicBezTo>
                    <a:pt x="174" y="97"/>
                    <a:pt x="175" y="96"/>
                    <a:pt x="171" y="96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58" y="92"/>
                    <a:pt x="158" y="92"/>
                    <a:pt x="158" y="92"/>
                  </a:cubicBezTo>
                  <a:cubicBezTo>
                    <a:pt x="156" y="93"/>
                    <a:pt x="154" y="91"/>
                    <a:pt x="152" y="92"/>
                  </a:cubicBezTo>
                  <a:cubicBezTo>
                    <a:pt x="150" y="93"/>
                    <a:pt x="153" y="95"/>
                    <a:pt x="153" y="95"/>
                  </a:cubicBezTo>
                  <a:cubicBezTo>
                    <a:pt x="155" y="98"/>
                    <a:pt x="158" y="98"/>
                    <a:pt x="158" y="101"/>
                  </a:cubicBezTo>
                  <a:cubicBezTo>
                    <a:pt x="158" y="101"/>
                    <a:pt x="146" y="119"/>
                    <a:pt x="133" y="104"/>
                  </a:cubicBezTo>
                  <a:cubicBezTo>
                    <a:pt x="132" y="103"/>
                    <a:pt x="131" y="103"/>
                    <a:pt x="131" y="102"/>
                  </a:cubicBezTo>
                  <a:cubicBezTo>
                    <a:pt x="130" y="100"/>
                    <a:pt x="136" y="100"/>
                    <a:pt x="135" y="96"/>
                  </a:cubicBezTo>
                  <a:cubicBezTo>
                    <a:pt x="135" y="94"/>
                    <a:pt x="134" y="94"/>
                    <a:pt x="133" y="92"/>
                  </a:cubicBezTo>
                  <a:cubicBezTo>
                    <a:pt x="132" y="90"/>
                    <a:pt x="135" y="91"/>
                    <a:pt x="133" y="89"/>
                  </a:cubicBezTo>
                  <a:cubicBezTo>
                    <a:pt x="130" y="86"/>
                    <a:pt x="130" y="91"/>
                    <a:pt x="127" y="91"/>
                  </a:cubicBezTo>
                  <a:cubicBezTo>
                    <a:pt x="124" y="90"/>
                    <a:pt x="127" y="85"/>
                    <a:pt x="128" y="83"/>
                  </a:cubicBezTo>
                  <a:cubicBezTo>
                    <a:pt x="128" y="80"/>
                    <a:pt x="129" y="77"/>
                    <a:pt x="129" y="74"/>
                  </a:cubicBezTo>
                  <a:cubicBezTo>
                    <a:pt x="129" y="73"/>
                    <a:pt x="130" y="71"/>
                    <a:pt x="130" y="70"/>
                  </a:cubicBezTo>
                  <a:cubicBezTo>
                    <a:pt x="129" y="68"/>
                    <a:pt x="131" y="68"/>
                    <a:pt x="129" y="68"/>
                  </a:cubicBezTo>
                  <a:cubicBezTo>
                    <a:pt x="128" y="68"/>
                    <a:pt x="127" y="70"/>
                    <a:pt x="125" y="70"/>
                  </a:cubicBezTo>
                  <a:cubicBezTo>
                    <a:pt x="124" y="69"/>
                    <a:pt x="125" y="67"/>
                    <a:pt x="125" y="66"/>
                  </a:cubicBezTo>
                  <a:cubicBezTo>
                    <a:pt x="126" y="63"/>
                    <a:pt x="128" y="62"/>
                    <a:pt x="129" y="59"/>
                  </a:cubicBezTo>
                  <a:cubicBezTo>
                    <a:pt x="130" y="57"/>
                    <a:pt x="130" y="53"/>
                    <a:pt x="131" y="51"/>
                  </a:cubicBezTo>
                  <a:cubicBezTo>
                    <a:pt x="131" y="49"/>
                    <a:pt x="131" y="47"/>
                    <a:pt x="132" y="45"/>
                  </a:cubicBezTo>
                  <a:cubicBezTo>
                    <a:pt x="132" y="44"/>
                    <a:pt x="134" y="43"/>
                    <a:pt x="134" y="42"/>
                  </a:cubicBezTo>
                  <a:cubicBezTo>
                    <a:pt x="134" y="40"/>
                    <a:pt x="132" y="37"/>
                    <a:pt x="133" y="34"/>
                  </a:cubicBezTo>
                  <a:cubicBezTo>
                    <a:pt x="134" y="31"/>
                    <a:pt x="135" y="35"/>
                    <a:pt x="136" y="34"/>
                  </a:cubicBezTo>
                  <a:cubicBezTo>
                    <a:pt x="137" y="33"/>
                    <a:pt x="136" y="31"/>
                    <a:pt x="137" y="30"/>
                  </a:cubicBezTo>
                  <a:cubicBezTo>
                    <a:pt x="137" y="27"/>
                    <a:pt x="139" y="25"/>
                    <a:pt x="139" y="22"/>
                  </a:cubicBezTo>
                  <a:cubicBezTo>
                    <a:pt x="140" y="18"/>
                    <a:pt x="140" y="14"/>
                    <a:pt x="140" y="11"/>
                  </a:cubicBezTo>
                  <a:cubicBezTo>
                    <a:pt x="139" y="10"/>
                    <a:pt x="140" y="8"/>
                    <a:pt x="140" y="7"/>
                  </a:cubicBezTo>
                  <a:cubicBezTo>
                    <a:pt x="140" y="5"/>
                    <a:pt x="139" y="5"/>
                    <a:pt x="139" y="4"/>
                  </a:cubicBezTo>
                  <a:cubicBezTo>
                    <a:pt x="138" y="0"/>
                    <a:pt x="137" y="9"/>
                    <a:pt x="134" y="7"/>
                  </a:cubicBezTo>
                  <a:cubicBezTo>
                    <a:pt x="134" y="6"/>
                    <a:pt x="134" y="4"/>
                    <a:pt x="135" y="3"/>
                  </a:cubicBezTo>
                  <a:cubicBezTo>
                    <a:pt x="117" y="3"/>
                    <a:pt x="99" y="3"/>
                    <a:pt x="81" y="3"/>
                  </a:cubicBezTo>
                  <a:cubicBezTo>
                    <a:pt x="76" y="3"/>
                    <a:pt x="73" y="2"/>
                    <a:pt x="69" y="5"/>
                  </a:cubicBezTo>
                  <a:cubicBezTo>
                    <a:pt x="67" y="6"/>
                    <a:pt x="68" y="7"/>
                    <a:pt x="65" y="8"/>
                  </a:cubicBezTo>
                  <a:cubicBezTo>
                    <a:pt x="63" y="8"/>
                    <a:pt x="59" y="9"/>
                    <a:pt x="56" y="7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2" name="Freeform 113">
              <a:extLst>
                <a:ext uri="{FF2B5EF4-FFF2-40B4-BE49-F238E27FC236}">
                  <a16:creationId xmlns:a16="http://schemas.microsoft.com/office/drawing/2014/main" id="{EF9EAD4F-6EC6-4175-9572-CCD8FC4A0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07388" y="3013075"/>
              <a:ext cx="557213" cy="684213"/>
            </a:xfrm>
            <a:custGeom>
              <a:avLst/>
              <a:gdLst>
                <a:gd name="T0" fmla="*/ 230 w 492"/>
                <a:gd name="T1" fmla="*/ 531 h 605"/>
                <a:gd name="T2" fmla="*/ 227 w 492"/>
                <a:gd name="T3" fmla="*/ 504 h 605"/>
                <a:gd name="T4" fmla="*/ 11 w 492"/>
                <a:gd name="T5" fmla="*/ 360 h 605"/>
                <a:gd name="T6" fmla="*/ 13 w 492"/>
                <a:gd name="T7" fmla="*/ 332 h 605"/>
                <a:gd name="T8" fmla="*/ 34 w 492"/>
                <a:gd name="T9" fmla="*/ 319 h 605"/>
                <a:gd name="T10" fmla="*/ 3 w 492"/>
                <a:gd name="T11" fmla="*/ 302 h 605"/>
                <a:gd name="T12" fmla="*/ 16 w 492"/>
                <a:gd name="T13" fmla="*/ 258 h 605"/>
                <a:gd name="T14" fmla="*/ 47 w 492"/>
                <a:gd name="T15" fmla="*/ 220 h 605"/>
                <a:gd name="T16" fmla="*/ 64 w 492"/>
                <a:gd name="T17" fmla="*/ 188 h 605"/>
                <a:gd name="T18" fmla="*/ 56 w 492"/>
                <a:gd name="T19" fmla="*/ 146 h 605"/>
                <a:gd name="T20" fmla="*/ 42 w 492"/>
                <a:gd name="T21" fmla="*/ 117 h 605"/>
                <a:gd name="T22" fmla="*/ 28 w 492"/>
                <a:gd name="T23" fmla="*/ 75 h 605"/>
                <a:gd name="T24" fmla="*/ 16 w 492"/>
                <a:gd name="T25" fmla="*/ 63 h 605"/>
                <a:gd name="T26" fmla="*/ 8 w 492"/>
                <a:gd name="T27" fmla="*/ 40 h 605"/>
                <a:gd name="T28" fmla="*/ 35 w 492"/>
                <a:gd name="T29" fmla="*/ 1 h 605"/>
                <a:gd name="T30" fmla="*/ 167 w 492"/>
                <a:gd name="T31" fmla="*/ 12 h 605"/>
                <a:gd name="T32" fmla="*/ 276 w 492"/>
                <a:gd name="T33" fmla="*/ 65 h 605"/>
                <a:gd name="T34" fmla="*/ 321 w 492"/>
                <a:gd name="T35" fmla="*/ 72 h 605"/>
                <a:gd name="T36" fmla="*/ 354 w 492"/>
                <a:gd name="T37" fmla="*/ 61 h 605"/>
                <a:gd name="T38" fmla="*/ 424 w 492"/>
                <a:gd name="T39" fmla="*/ 25 h 605"/>
                <a:gd name="T40" fmla="*/ 454 w 492"/>
                <a:gd name="T41" fmla="*/ 43 h 605"/>
                <a:gd name="T42" fmla="*/ 484 w 492"/>
                <a:gd name="T43" fmla="*/ 42 h 605"/>
                <a:gd name="T44" fmla="*/ 437 w 492"/>
                <a:gd name="T45" fmla="*/ 199 h 605"/>
                <a:gd name="T46" fmla="*/ 471 w 492"/>
                <a:gd name="T47" fmla="*/ 403 h 605"/>
                <a:gd name="T48" fmla="*/ 434 w 492"/>
                <a:gd name="T49" fmla="*/ 451 h 605"/>
                <a:gd name="T50" fmla="*/ 397 w 492"/>
                <a:gd name="T51" fmla="*/ 470 h 605"/>
                <a:gd name="T52" fmla="*/ 386 w 492"/>
                <a:gd name="T53" fmla="*/ 501 h 605"/>
                <a:gd name="T54" fmla="*/ 367 w 492"/>
                <a:gd name="T55" fmla="*/ 534 h 605"/>
                <a:gd name="T56" fmla="*/ 343 w 492"/>
                <a:gd name="T57" fmla="*/ 593 h 605"/>
                <a:gd name="T58" fmla="*/ 239 w 492"/>
                <a:gd name="T59" fmla="*/ 528 h 605"/>
                <a:gd name="T60" fmla="*/ 334 w 492"/>
                <a:gd name="T61" fmla="*/ 591 h 605"/>
                <a:gd name="T62" fmla="*/ 358 w 492"/>
                <a:gd name="T63" fmla="*/ 539 h 605"/>
                <a:gd name="T64" fmla="*/ 369 w 492"/>
                <a:gd name="T65" fmla="*/ 509 h 605"/>
                <a:gd name="T66" fmla="*/ 385 w 492"/>
                <a:gd name="T67" fmla="*/ 467 h 605"/>
                <a:gd name="T68" fmla="*/ 415 w 492"/>
                <a:gd name="T69" fmla="*/ 448 h 605"/>
                <a:gd name="T70" fmla="*/ 452 w 492"/>
                <a:gd name="T71" fmla="*/ 390 h 605"/>
                <a:gd name="T72" fmla="*/ 427 w 492"/>
                <a:gd name="T73" fmla="*/ 133 h 605"/>
                <a:gd name="T74" fmla="*/ 471 w 492"/>
                <a:gd name="T75" fmla="*/ 51 h 605"/>
                <a:gd name="T76" fmla="*/ 432 w 492"/>
                <a:gd name="T77" fmla="*/ 45 h 605"/>
                <a:gd name="T78" fmla="*/ 396 w 492"/>
                <a:gd name="T79" fmla="*/ 42 h 605"/>
                <a:gd name="T80" fmla="*/ 338 w 492"/>
                <a:gd name="T81" fmla="*/ 84 h 605"/>
                <a:gd name="T82" fmla="*/ 290 w 492"/>
                <a:gd name="T83" fmla="*/ 74 h 605"/>
                <a:gd name="T84" fmla="*/ 244 w 492"/>
                <a:gd name="T85" fmla="*/ 64 h 605"/>
                <a:gd name="T86" fmla="*/ 135 w 492"/>
                <a:gd name="T87" fmla="*/ 21 h 605"/>
                <a:gd name="T88" fmla="*/ 13 w 492"/>
                <a:gd name="T89" fmla="*/ 30 h 605"/>
                <a:gd name="T90" fmla="*/ 28 w 492"/>
                <a:gd name="T91" fmla="*/ 57 h 605"/>
                <a:gd name="T92" fmla="*/ 39 w 492"/>
                <a:gd name="T93" fmla="*/ 95 h 605"/>
                <a:gd name="T94" fmla="*/ 61 w 492"/>
                <a:gd name="T95" fmla="*/ 129 h 605"/>
                <a:gd name="T96" fmla="*/ 72 w 492"/>
                <a:gd name="T97" fmla="*/ 166 h 605"/>
                <a:gd name="T98" fmla="*/ 66 w 492"/>
                <a:gd name="T99" fmla="*/ 206 h 605"/>
                <a:gd name="T100" fmla="*/ 44 w 492"/>
                <a:gd name="T101" fmla="*/ 235 h 605"/>
                <a:gd name="T102" fmla="*/ 22 w 492"/>
                <a:gd name="T103" fmla="*/ 265 h 605"/>
                <a:gd name="T104" fmla="*/ 13 w 492"/>
                <a:gd name="T105" fmla="*/ 303 h 605"/>
                <a:gd name="T106" fmla="*/ 53 w 492"/>
                <a:gd name="T107" fmla="*/ 307 h 605"/>
                <a:gd name="T108" fmla="*/ 41 w 492"/>
                <a:gd name="T109" fmla="*/ 327 h 605"/>
                <a:gd name="T110" fmla="*/ 22 w 492"/>
                <a:gd name="T111" fmla="*/ 335 h 605"/>
                <a:gd name="T112" fmla="*/ 19 w 492"/>
                <a:gd name="T113" fmla="*/ 351 h 605"/>
                <a:gd name="T114" fmla="*/ 235 w 492"/>
                <a:gd name="T115" fmla="*/ 519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92" h="605">
                  <a:moveTo>
                    <a:pt x="322" y="605"/>
                  </a:moveTo>
                  <a:cubicBezTo>
                    <a:pt x="318" y="605"/>
                    <a:pt x="312" y="600"/>
                    <a:pt x="305" y="594"/>
                  </a:cubicBezTo>
                  <a:cubicBezTo>
                    <a:pt x="303" y="593"/>
                    <a:pt x="302" y="592"/>
                    <a:pt x="302" y="591"/>
                  </a:cubicBezTo>
                  <a:cubicBezTo>
                    <a:pt x="298" y="588"/>
                    <a:pt x="294" y="585"/>
                    <a:pt x="290" y="582"/>
                  </a:cubicBezTo>
                  <a:cubicBezTo>
                    <a:pt x="286" y="579"/>
                    <a:pt x="281" y="575"/>
                    <a:pt x="277" y="572"/>
                  </a:cubicBezTo>
                  <a:cubicBezTo>
                    <a:pt x="264" y="562"/>
                    <a:pt x="251" y="552"/>
                    <a:pt x="238" y="542"/>
                  </a:cubicBezTo>
                  <a:cubicBezTo>
                    <a:pt x="234" y="539"/>
                    <a:pt x="233" y="537"/>
                    <a:pt x="231" y="533"/>
                  </a:cubicBezTo>
                  <a:cubicBezTo>
                    <a:pt x="231" y="532"/>
                    <a:pt x="231" y="532"/>
                    <a:pt x="231" y="532"/>
                  </a:cubicBezTo>
                  <a:cubicBezTo>
                    <a:pt x="230" y="531"/>
                    <a:pt x="230" y="531"/>
                    <a:pt x="230" y="531"/>
                  </a:cubicBezTo>
                  <a:cubicBezTo>
                    <a:pt x="230" y="531"/>
                    <a:pt x="230" y="531"/>
                    <a:pt x="230" y="531"/>
                  </a:cubicBezTo>
                  <a:cubicBezTo>
                    <a:pt x="230" y="531"/>
                    <a:pt x="229" y="531"/>
                    <a:pt x="229" y="531"/>
                  </a:cubicBezTo>
                  <a:cubicBezTo>
                    <a:pt x="229" y="531"/>
                    <a:pt x="229" y="531"/>
                    <a:pt x="229" y="531"/>
                  </a:cubicBezTo>
                  <a:cubicBezTo>
                    <a:pt x="227" y="531"/>
                    <a:pt x="224" y="531"/>
                    <a:pt x="223" y="529"/>
                  </a:cubicBezTo>
                  <a:cubicBezTo>
                    <a:pt x="222" y="528"/>
                    <a:pt x="222" y="527"/>
                    <a:pt x="222" y="525"/>
                  </a:cubicBezTo>
                  <a:cubicBezTo>
                    <a:pt x="221" y="524"/>
                    <a:pt x="221" y="523"/>
                    <a:pt x="221" y="521"/>
                  </a:cubicBezTo>
                  <a:cubicBezTo>
                    <a:pt x="222" y="517"/>
                    <a:pt x="224" y="515"/>
                    <a:pt x="226" y="514"/>
                  </a:cubicBezTo>
                  <a:cubicBezTo>
                    <a:pt x="227" y="514"/>
                    <a:pt x="227" y="513"/>
                    <a:pt x="227" y="513"/>
                  </a:cubicBezTo>
                  <a:cubicBezTo>
                    <a:pt x="228" y="512"/>
                    <a:pt x="227" y="507"/>
                    <a:pt x="227" y="504"/>
                  </a:cubicBezTo>
                  <a:cubicBezTo>
                    <a:pt x="227" y="503"/>
                    <a:pt x="226" y="502"/>
                    <a:pt x="226" y="501"/>
                  </a:cubicBezTo>
                  <a:cubicBezTo>
                    <a:pt x="226" y="499"/>
                    <a:pt x="224" y="497"/>
                    <a:pt x="221" y="495"/>
                  </a:cubicBezTo>
                  <a:cubicBezTo>
                    <a:pt x="212" y="490"/>
                    <a:pt x="212" y="490"/>
                    <a:pt x="212" y="490"/>
                  </a:cubicBezTo>
                  <a:cubicBezTo>
                    <a:pt x="204" y="486"/>
                    <a:pt x="197" y="482"/>
                    <a:pt x="190" y="478"/>
                  </a:cubicBezTo>
                  <a:cubicBezTo>
                    <a:pt x="9" y="371"/>
                    <a:pt x="9" y="371"/>
                    <a:pt x="9" y="371"/>
                  </a:cubicBezTo>
                  <a:cubicBezTo>
                    <a:pt x="9" y="371"/>
                    <a:pt x="8" y="370"/>
                    <a:pt x="7" y="369"/>
                  </a:cubicBezTo>
                  <a:cubicBezTo>
                    <a:pt x="6" y="368"/>
                    <a:pt x="6" y="367"/>
                    <a:pt x="6" y="365"/>
                  </a:cubicBezTo>
                  <a:cubicBezTo>
                    <a:pt x="6" y="364"/>
                    <a:pt x="7" y="362"/>
                    <a:pt x="9" y="361"/>
                  </a:cubicBezTo>
                  <a:cubicBezTo>
                    <a:pt x="10" y="361"/>
                    <a:pt x="11" y="360"/>
                    <a:pt x="11" y="360"/>
                  </a:cubicBezTo>
                  <a:cubicBezTo>
                    <a:pt x="12" y="360"/>
                    <a:pt x="12" y="359"/>
                    <a:pt x="12" y="359"/>
                  </a:cubicBezTo>
                  <a:cubicBezTo>
                    <a:pt x="12" y="358"/>
                    <a:pt x="12" y="358"/>
                    <a:pt x="12" y="358"/>
                  </a:cubicBezTo>
                  <a:cubicBezTo>
                    <a:pt x="12" y="358"/>
                    <a:pt x="12" y="357"/>
                    <a:pt x="11" y="357"/>
                  </a:cubicBezTo>
                  <a:cubicBezTo>
                    <a:pt x="10" y="356"/>
                    <a:pt x="7" y="352"/>
                    <a:pt x="6" y="349"/>
                  </a:cubicBezTo>
                  <a:cubicBezTo>
                    <a:pt x="5" y="347"/>
                    <a:pt x="6" y="343"/>
                    <a:pt x="6" y="342"/>
                  </a:cubicBezTo>
                  <a:cubicBezTo>
                    <a:pt x="7" y="342"/>
                    <a:pt x="7" y="341"/>
                    <a:pt x="8" y="340"/>
                  </a:cubicBezTo>
                  <a:cubicBezTo>
                    <a:pt x="8" y="339"/>
                    <a:pt x="8" y="339"/>
                    <a:pt x="8" y="339"/>
                  </a:cubicBezTo>
                  <a:cubicBezTo>
                    <a:pt x="7" y="336"/>
                    <a:pt x="9" y="334"/>
                    <a:pt x="11" y="333"/>
                  </a:cubicBezTo>
                  <a:cubicBezTo>
                    <a:pt x="12" y="332"/>
                    <a:pt x="12" y="332"/>
                    <a:pt x="13" y="332"/>
                  </a:cubicBezTo>
                  <a:cubicBezTo>
                    <a:pt x="13" y="331"/>
                    <a:pt x="13" y="331"/>
                    <a:pt x="14" y="330"/>
                  </a:cubicBezTo>
                  <a:cubicBezTo>
                    <a:pt x="14" y="328"/>
                    <a:pt x="16" y="324"/>
                    <a:pt x="21" y="324"/>
                  </a:cubicBezTo>
                  <a:cubicBezTo>
                    <a:pt x="22" y="324"/>
                    <a:pt x="23" y="324"/>
                    <a:pt x="24" y="324"/>
                  </a:cubicBezTo>
                  <a:cubicBezTo>
                    <a:pt x="25" y="325"/>
                    <a:pt x="25" y="325"/>
                    <a:pt x="26" y="326"/>
                  </a:cubicBezTo>
                  <a:cubicBezTo>
                    <a:pt x="26" y="326"/>
                    <a:pt x="26" y="326"/>
                    <a:pt x="27" y="326"/>
                  </a:cubicBezTo>
                  <a:cubicBezTo>
                    <a:pt x="27" y="326"/>
                    <a:pt x="28" y="326"/>
                    <a:pt x="28" y="326"/>
                  </a:cubicBezTo>
                  <a:cubicBezTo>
                    <a:pt x="29" y="326"/>
                    <a:pt x="30" y="325"/>
                    <a:pt x="31" y="325"/>
                  </a:cubicBezTo>
                  <a:cubicBezTo>
                    <a:pt x="31" y="323"/>
                    <a:pt x="31" y="321"/>
                    <a:pt x="34" y="319"/>
                  </a:cubicBezTo>
                  <a:cubicBezTo>
                    <a:pt x="34" y="319"/>
                    <a:pt x="34" y="319"/>
                    <a:pt x="34" y="319"/>
                  </a:cubicBezTo>
                  <a:cubicBezTo>
                    <a:pt x="25" y="322"/>
                    <a:pt x="25" y="322"/>
                    <a:pt x="25" y="322"/>
                  </a:cubicBezTo>
                  <a:cubicBezTo>
                    <a:pt x="23" y="322"/>
                    <a:pt x="21" y="322"/>
                    <a:pt x="20" y="321"/>
                  </a:cubicBezTo>
                  <a:cubicBezTo>
                    <a:pt x="19" y="321"/>
                    <a:pt x="18" y="320"/>
                    <a:pt x="17" y="319"/>
                  </a:cubicBezTo>
                  <a:cubicBezTo>
                    <a:pt x="17" y="318"/>
                    <a:pt x="16" y="317"/>
                    <a:pt x="16" y="317"/>
                  </a:cubicBezTo>
                  <a:cubicBezTo>
                    <a:pt x="9" y="312"/>
                    <a:pt x="9" y="312"/>
                    <a:pt x="9" y="312"/>
                  </a:cubicBezTo>
                  <a:cubicBezTo>
                    <a:pt x="8" y="311"/>
                    <a:pt x="8" y="311"/>
                    <a:pt x="8" y="310"/>
                  </a:cubicBezTo>
                  <a:cubicBezTo>
                    <a:pt x="7" y="309"/>
                    <a:pt x="6" y="309"/>
                    <a:pt x="6" y="308"/>
                  </a:cubicBezTo>
                  <a:cubicBezTo>
                    <a:pt x="5" y="306"/>
                    <a:pt x="4" y="305"/>
                    <a:pt x="4" y="304"/>
                  </a:cubicBezTo>
                  <a:cubicBezTo>
                    <a:pt x="4" y="304"/>
                    <a:pt x="4" y="303"/>
                    <a:pt x="3" y="302"/>
                  </a:cubicBezTo>
                  <a:cubicBezTo>
                    <a:pt x="3" y="302"/>
                    <a:pt x="3" y="302"/>
                    <a:pt x="3" y="302"/>
                  </a:cubicBezTo>
                  <a:cubicBezTo>
                    <a:pt x="3" y="302"/>
                    <a:pt x="3" y="302"/>
                    <a:pt x="3" y="302"/>
                  </a:cubicBezTo>
                  <a:cubicBezTo>
                    <a:pt x="2" y="301"/>
                    <a:pt x="1" y="300"/>
                    <a:pt x="1" y="298"/>
                  </a:cubicBezTo>
                  <a:cubicBezTo>
                    <a:pt x="0" y="295"/>
                    <a:pt x="2" y="293"/>
                    <a:pt x="3" y="292"/>
                  </a:cubicBezTo>
                  <a:cubicBezTo>
                    <a:pt x="3" y="290"/>
                    <a:pt x="3" y="290"/>
                    <a:pt x="3" y="290"/>
                  </a:cubicBezTo>
                  <a:cubicBezTo>
                    <a:pt x="4" y="287"/>
                    <a:pt x="4" y="283"/>
                    <a:pt x="8" y="279"/>
                  </a:cubicBezTo>
                  <a:cubicBezTo>
                    <a:pt x="8" y="278"/>
                    <a:pt x="9" y="278"/>
                    <a:pt x="9" y="277"/>
                  </a:cubicBezTo>
                  <a:cubicBezTo>
                    <a:pt x="9" y="276"/>
                    <a:pt x="9" y="275"/>
                    <a:pt x="9" y="273"/>
                  </a:cubicBezTo>
                  <a:cubicBezTo>
                    <a:pt x="12" y="263"/>
                    <a:pt x="14" y="259"/>
                    <a:pt x="16" y="258"/>
                  </a:cubicBezTo>
                  <a:cubicBezTo>
                    <a:pt x="18" y="256"/>
                    <a:pt x="20" y="256"/>
                    <a:pt x="21" y="256"/>
                  </a:cubicBezTo>
                  <a:cubicBezTo>
                    <a:pt x="21" y="255"/>
                    <a:pt x="22" y="255"/>
                    <a:pt x="22" y="255"/>
                  </a:cubicBezTo>
                  <a:cubicBezTo>
                    <a:pt x="22" y="253"/>
                    <a:pt x="22" y="251"/>
                    <a:pt x="23" y="249"/>
                  </a:cubicBezTo>
                  <a:cubicBezTo>
                    <a:pt x="25" y="247"/>
                    <a:pt x="27" y="247"/>
                    <a:pt x="28" y="246"/>
                  </a:cubicBezTo>
                  <a:cubicBezTo>
                    <a:pt x="30" y="245"/>
                    <a:pt x="31" y="243"/>
                    <a:pt x="32" y="240"/>
                  </a:cubicBezTo>
                  <a:cubicBezTo>
                    <a:pt x="32" y="240"/>
                    <a:pt x="32" y="239"/>
                    <a:pt x="32" y="238"/>
                  </a:cubicBezTo>
                  <a:cubicBezTo>
                    <a:pt x="33" y="234"/>
                    <a:pt x="34" y="226"/>
                    <a:pt x="41" y="225"/>
                  </a:cubicBezTo>
                  <a:cubicBezTo>
                    <a:pt x="42" y="224"/>
                    <a:pt x="43" y="223"/>
                    <a:pt x="45" y="222"/>
                  </a:cubicBezTo>
                  <a:cubicBezTo>
                    <a:pt x="45" y="221"/>
                    <a:pt x="46" y="221"/>
                    <a:pt x="47" y="220"/>
                  </a:cubicBezTo>
                  <a:cubicBezTo>
                    <a:pt x="49" y="219"/>
                    <a:pt x="51" y="218"/>
                    <a:pt x="53" y="218"/>
                  </a:cubicBezTo>
                  <a:cubicBezTo>
                    <a:pt x="53" y="218"/>
                    <a:pt x="53" y="218"/>
                    <a:pt x="53" y="218"/>
                  </a:cubicBezTo>
                  <a:cubicBezTo>
                    <a:pt x="52" y="216"/>
                    <a:pt x="50" y="212"/>
                    <a:pt x="53" y="208"/>
                  </a:cubicBezTo>
                  <a:cubicBezTo>
                    <a:pt x="54" y="207"/>
                    <a:pt x="56" y="206"/>
                    <a:pt x="56" y="206"/>
                  </a:cubicBezTo>
                  <a:cubicBezTo>
                    <a:pt x="56" y="206"/>
                    <a:pt x="57" y="205"/>
                    <a:pt x="57" y="204"/>
                  </a:cubicBezTo>
                  <a:cubicBezTo>
                    <a:pt x="57" y="203"/>
                    <a:pt x="58" y="200"/>
                    <a:pt x="59" y="198"/>
                  </a:cubicBezTo>
                  <a:cubicBezTo>
                    <a:pt x="60" y="197"/>
                    <a:pt x="62" y="196"/>
                    <a:pt x="63" y="196"/>
                  </a:cubicBezTo>
                  <a:cubicBezTo>
                    <a:pt x="63" y="196"/>
                    <a:pt x="63" y="194"/>
                    <a:pt x="63" y="194"/>
                  </a:cubicBezTo>
                  <a:cubicBezTo>
                    <a:pt x="64" y="192"/>
                    <a:pt x="64" y="190"/>
                    <a:pt x="64" y="188"/>
                  </a:cubicBezTo>
                  <a:cubicBezTo>
                    <a:pt x="64" y="186"/>
                    <a:pt x="64" y="185"/>
                    <a:pt x="64" y="184"/>
                  </a:cubicBezTo>
                  <a:cubicBezTo>
                    <a:pt x="64" y="183"/>
                    <a:pt x="64" y="182"/>
                    <a:pt x="65" y="181"/>
                  </a:cubicBezTo>
                  <a:cubicBezTo>
                    <a:pt x="65" y="180"/>
                    <a:pt x="65" y="180"/>
                    <a:pt x="65" y="179"/>
                  </a:cubicBezTo>
                  <a:cubicBezTo>
                    <a:pt x="63" y="175"/>
                    <a:pt x="63" y="172"/>
                    <a:pt x="63" y="170"/>
                  </a:cubicBezTo>
                  <a:cubicBezTo>
                    <a:pt x="63" y="169"/>
                    <a:pt x="63" y="168"/>
                    <a:pt x="63" y="167"/>
                  </a:cubicBezTo>
                  <a:cubicBezTo>
                    <a:pt x="63" y="166"/>
                    <a:pt x="62" y="164"/>
                    <a:pt x="62" y="163"/>
                  </a:cubicBezTo>
                  <a:cubicBezTo>
                    <a:pt x="61" y="162"/>
                    <a:pt x="61" y="161"/>
                    <a:pt x="61" y="160"/>
                  </a:cubicBezTo>
                  <a:cubicBezTo>
                    <a:pt x="60" y="158"/>
                    <a:pt x="59" y="155"/>
                    <a:pt x="58" y="153"/>
                  </a:cubicBezTo>
                  <a:cubicBezTo>
                    <a:pt x="57" y="151"/>
                    <a:pt x="56" y="148"/>
                    <a:pt x="56" y="146"/>
                  </a:cubicBezTo>
                  <a:cubicBezTo>
                    <a:pt x="57" y="144"/>
                    <a:pt x="58" y="143"/>
                    <a:pt x="59" y="142"/>
                  </a:cubicBezTo>
                  <a:cubicBezTo>
                    <a:pt x="59" y="142"/>
                    <a:pt x="58" y="141"/>
                    <a:pt x="58" y="141"/>
                  </a:cubicBezTo>
                  <a:cubicBezTo>
                    <a:pt x="58" y="140"/>
                    <a:pt x="58" y="140"/>
                    <a:pt x="58" y="139"/>
                  </a:cubicBezTo>
                  <a:cubicBezTo>
                    <a:pt x="57" y="139"/>
                    <a:pt x="56" y="139"/>
                    <a:pt x="56" y="138"/>
                  </a:cubicBezTo>
                  <a:cubicBezTo>
                    <a:pt x="55" y="138"/>
                    <a:pt x="53" y="136"/>
                    <a:pt x="51" y="127"/>
                  </a:cubicBezTo>
                  <a:cubicBezTo>
                    <a:pt x="51" y="126"/>
                    <a:pt x="50" y="125"/>
                    <a:pt x="50" y="124"/>
                  </a:cubicBezTo>
                  <a:cubicBezTo>
                    <a:pt x="50" y="123"/>
                    <a:pt x="50" y="122"/>
                    <a:pt x="50" y="122"/>
                  </a:cubicBezTo>
                  <a:cubicBezTo>
                    <a:pt x="49" y="122"/>
                    <a:pt x="49" y="122"/>
                    <a:pt x="49" y="121"/>
                  </a:cubicBezTo>
                  <a:cubicBezTo>
                    <a:pt x="46" y="121"/>
                    <a:pt x="44" y="121"/>
                    <a:pt x="42" y="117"/>
                  </a:cubicBezTo>
                  <a:cubicBezTo>
                    <a:pt x="39" y="114"/>
                    <a:pt x="39" y="111"/>
                    <a:pt x="38" y="109"/>
                  </a:cubicBezTo>
                  <a:cubicBezTo>
                    <a:pt x="38" y="108"/>
                    <a:pt x="38" y="106"/>
                    <a:pt x="38" y="105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5" y="104"/>
                    <a:pt x="34" y="103"/>
                    <a:pt x="32" y="101"/>
                  </a:cubicBezTo>
                  <a:cubicBezTo>
                    <a:pt x="30" y="99"/>
                    <a:pt x="30" y="95"/>
                    <a:pt x="30" y="93"/>
                  </a:cubicBezTo>
                  <a:cubicBezTo>
                    <a:pt x="30" y="92"/>
                    <a:pt x="30" y="91"/>
                    <a:pt x="29" y="90"/>
                  </a:cubicBezTo>
                  <a:cubicBezTo>
                    <a:pt x="28" y="87"/>
                    <a:pt x="28" y="85"/>
                    <a:pt x="28" y="81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27" y="79"/>
                    <a:pt x="27" y="77"/>
                    <a:pt x="28" y="75"/>
                  </a:cubicBezTo>
                  <a:cubicBezTo>
                    <a:pt x="28" y="75"/>
                    <a:pt x="28" y="75"/>
                    <a:pt x="28" y="74"/>
                  </a:cubicBezTo>
                  <a:cubicBezTo>
                    <a:pt x="29" y="74"/>
                    <a:pt x="30" y="73"/>
                    <a:pt x="30" y="73"/>
                  </a:cubicBezTo>
                  <a:cubicBezTo>
                    <a:pt x="31" y="72"/>
                    <a:pt x="31" y="69"/>
                    <a:pt x="30" y="68"/>
                  </a:cubicBezTo>
                  <a:cubicBezTo>
                    <a:pt x="30" y="68"/>
                    <a:pt x="29" y="67"/>
                    <a:pt x="29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7" y="67"/>
                    <a:pt x="26" y="67"/>
                    <a:pt x="25" y="67"/>
                  </a:cubicBezTo>
                  <a:cubicBezTo>
                    <a:pt x="22" y="67"/>
                    <a:pt x="21" y="65"/>
                    <a:pt x="20" y="63"/>
                  </a:cubicBezTo>
                  <a:cubicBezTo>
                    <a:pt x="19" y="63"/>
                    <a:pt x="19" y="64"/>
                    <a:pt x="17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5" y="63"/>
                    <a:pt x="15" y="63"/>
                  </a:cubicBezTo>
                  <a:cubicBezTo>
                    <a:pt x="14" y="62"/>
                    <a:pt x="13" y="60"/>
                    <a:pt x="13" y="58"/>
                  </a:cubicBezTo>
                  <a:cubicBezTo>
                    <a:pt x="13" y="58"/>
                    <a:pt x="13" y="57"/>
                    <a:pt x="12" y="57"/>
                  </a:cubicBezTo>
                  <a:cubicBezTo>
                    <a:pt x="11" y="56"/>
                    <a:pt x="9" y="55"/>
                    <a:pt x="8" y="52"/>
                  </a:cubicBezTo>
                  <a:cubicBezTo>
                    <a:pt x="8" y="51"/>
                    <a:pt x="8" y="50"/>
                    <a:pt x="9" y="49"/>
                  </a:cubicBezTo>
                  <a:cubicBezTo>
                    <a:pt x="9" y="48"/>
                    <a:pt x="8" y="47"/>
                    <a:pt x="8" y="46"/>
                  </a:cubicBezTo>
                  <a:cubicBezTo>
                    <a:pt x="7" y="45"/>
                    <a:pt x="7" y="43"/>
                    <a:pt x="7" y="41"/>
                  </a:cubicBezTo>
                  <a:cubicBezTo>
                    <a:pt x="8" y="41"/>
                    <a:pt x="8" y="40"/>
                    <a:pt x="8" y="40"/>
                  </a:cubicBezTo>
                  <a:cubicBezTo>
                    <a:pt x="6" y="39"/>
                    <a:pt x="6" y="37"/>
                    <a:pt x="6" y="36"/>
                  </a:cubicBezTo>
                  <a:cubicBezTo>
                    <a:pt x="6" y="35"/>
                    <a:pt x="5" y="35"/>
                    <a:pt x="4" y="34"/>
                  </a:cubicBezTo>
                  <a:cubicBezTo>
                    <a:pt x="3" y="33"/>
                    <a:pt x="2" y="32"/>
                    <a:pt x="2" y="31"/>
                  </a:cubicBezTo>
                  <a:cubicBezTo>
                    <a:pt x="2" y="29"/>
                    <a:pt x="2" y="28"/>
                    <a:pt x="3" y="27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4" y="16"/>
                    <a:pt x="20" y="9"/>
                    <a:pt x="26" y="3"/>
                  </a:cubicBezTo>
                  <a:cubicBezTo>
                    <a:pt x="28" y="0"/>
                    <a:pt x="31" y="0"/>
                    <a:pt x="32" y="0"/>
                  </a:cubicBezTo>
                  <a:cubicBezTo>
                    <a:pt x="33" y="0"/>
                    <a:pt x="33" y="0"/>
                    <a:pt x="34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90" y="0"/>
                    <a:pt x="107" y="0"/>
                    <a:pt x="124" y="0"/>
                  </a:cubicBezTo>
                  <a:cubicBezTo>
                    <a:pt x="126" y="0"/>
                    <a:pt x="128" y="2"/>
                    <a:pt x="129" y="4"/>
                  </a:cubicBezTo>
                  <a:cubicBezTo>
                    <a:pt x="129" y="6"/>
                    <a:pt x="130" y="9"/>
                    <a:pt x="133" y="11"/>
                  </a:cubicBezTo>
                  <a:cubicBezTo>
                    <a:pt x="133" y="11"/>
                    <a:pt x="133" y="11"/>
                    <a:pt x="135" y="11"/>
                  </a:cubicBezTo>
                  <a:cubicBezTo>
                    <a:pt x="136" y="11"/>
                    <a:pt x="138" y="11"/>
                    <a:pt x="139" y="11"/>
                  </a:cubicBezTo>
                  <a:cubicBezTo>
                    <a:pt x="140" y="11"/>
                    <a:pt x="141" y="11"/>
                    <a:pt x="142" y="11"/>
                  </a:cubicBezTo>
                  <a:cubicBezTo>
                    <a:pt x="146" y="11"/>
                    <a:pt x="146" y="11"/>
                    <a:pt x="146" y="11"/>
                  </a:cubicBezTo>
                  <a:cubicBezTo>
                    <a:pt x="154" y="11"/>
                    <a:pt x="161" y="11"/>
                    <a:pt x="167" y="12"/>
                  </a:cubicBezTo>
                  <a:cubicBezTo>
                    <a:pt x="172" y="12"/>
                    <a:pt x="172" y="12"/>
                    <a:pt x="172" y="12"/>
                  </a:cubicBezTo>
                  <a:cubicBezTo>
                    <a:pt x="178" y="13"/>
                    <a:pt x="185" y="13"/>
                    <a:pt x="192" y="16"/>
                  </a:cubicBezTo>
                  <a:cubicBezTo>
                    <a:pt x="196" y="18"/>
                    <a:pt x="200" y="21"/>
                    <a:pt x="204" y="24"/>
                  </a:cubicBezTo>
                  <a:cubicBezTo>
                    <a:pt x="206" y="26"/>
                    <a:pt x="208" y="28"/>
                    <a:pt x="209" y="29"/>
                  </a:cubicBezTo>
                  <a:cubicBezTo>
                    <a:pt x="249" y="56"/>
                    <a:pt x="249" y="56"/>
                    <a:pt x="249" y="56"/>
                  </a:cubicBezTo>
                  <a:cubicBezTo>
                    <a:pt x="252" y="58"/>
                    <a:pt x="254" y="60"/>
                    <a:pt x="257" y="63"/>
                  </a:cubicBezTo>
                  <a:cubicBezTo>
                    <a:pt x="258" y="64"/>
                    <a:pt x="260" y="64"/>
                    <a:pt x="263" y="64"/>
                  </a:cubicBezTo>
                  <a:cubicBezTo>
                    <a:pt x="264" y="64"/>
                    <a:pt x="264" y="64"/>
                    <a:pt x="264" y="64"/>
                  </a:cubicBezTo>
                  <a:cubicBezTo>
                    <a:pt x="268" y="65"/>
                    <a:pt x="272" y="65"/>
                    <a:pt x="276" y="65"/>
                  </a:cubicBezTo>
                  <a:cubicBezTo>
                    <a:pt x="277" y="65"/>
                    <a:pt x="277" y="65"/>
                    <a:pt x="278" y="64"/>
                  </a:cubicBezTo>
                  <a:cubicBezTo>
                    <a:pt x="280" y="63"/>
                    <a:pt x="284" y="62"/>
                    <a:pt x="287" y="65"/>
                  </a:cubicBezTo>
                  <a:cubicBezTo>
                    <a:pt x="287" y="65"/>
                    <a:pt x="287" y="65"/>
                    <a:pt x="288" y="65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91" y="65"/>
                    <a:pt x="293" y="65"/>
                    <a:pt x="295" y="66"/>
                  </a:cubicBezTo>
                  <a:cubicBezTo>
                    <a:pt x="298" y="68"/>
                    <a:pt x="302" y="70"/>
                    <a:pt x="305" y="70"/>
                  </a:cubicBezTo>
                  <a:cubicBezTo>
                    <a:pt x="306" y="70"/>
                    <a:pt x="307" y="70"/>
                    <a:pt x="308" y="70"/>
                  </a:cubicBezTo>
                  <a:cubicBezTo>
                    <a:pt x="312" y="70"/>
                    <a:pt x="312" y="70"/>
                    <a:pt x="312" y="70"/>
                  </a:cubicBezTo>
                  <a:cubicBezTo>
                    <a:pt x="315" y="70"/>
                    <a:pt x="318" y="71"/>
                    <a:pt x="321" y="72"/>
                  </a:cubicBezTo>
                  <a:cubicBezTo>
                    <a:pt x="323" y="73"/>
                    <a:pt x="325" y="73"/>
                    <a:pt x="327" y="73"/>
                  </a:cubicBezTo>
                  <a:cubicBezTo>
                    <a:pt x="328" y="72"/>
                    <a:pt x="332" y="71"/>
                    <a:pt x="334" y="73"/>
                  </a:cubicBezTo>
                  <a:cubicBezTo>
                    <a:pt x="334" y="73"/>
                    <a:pt x="335" y="74"/>
                    <a:pt x="336" y="75"/>
                  </a:cubicBezTo>
                  <a:cubicBezTo>
                    <a:pt x="336" y="74"/>
                    <a:pt x="336" y="74"/>
                    <a:pt x="337" y="75"/>
                  </a:cubicBezTo>
                  <a:cubicBezTo>
                    <a:pt x="339" y="75"/>
                    <a:pt x="341" y="75"/>
                    <a:pt x="343" y="76"/>
                  </a:cubicBezTo>
                  <a:cubicBezTo>
                    <a:pt x="343" y="75"/>
                    <a:pt x="344" y="74"/>
                    <a:pt x="344" y="74"/>
                  </a:cubicBezTo>
                  <a:cubicBezTo>
                    <a:pt x="345" y="72"/>
                    <a:pt x="346" y="70"/>
                    <a:pt x="346" y="69"/>
                  </a:cubicBezTo>
                  <a:cubicBezTo>
                    <a:pt x="348" y="68"/>
                    <a:pt x="349" y="67"/>
                    <a:pt x="350" y="65"/>
                  </a:cubicBezTo>
                  <a:cubicBezTo>
                    <a:pt x="352" y="64"/>
                    <a:pt x="353" y="63"/>
                    <a:pt x="354" y="61"/>
                  </a:cubicBezTo>
                  <a:cubicBezTo>
                    <a:pt x="360" y="54"/>
                    <a:pt x="365" y="49"/>
                    <a:pt x="373" y="43"/>
                  </a:cubicBezTo>
                  <a:cubicBezTo>
                    <a:pt x="377" y="40"/>
                    <a:pt x="382" y="38"/>
                    <a:pt x="386" y="36"/>
                  </a:cubicBezTo>
                  <a:cubicBezTo>
                    <a:pt x="388" y="35"/>
                    <a:pt x="390" y="35"/>
                    <a:pt x="392" y="34"/>
                  </a:cubicBezTo>
                  <a:cubicBezTo>
                    <a:pt x="393" y="33"/>
                    <a:pt x="395" y="32"/>
                    <a:pt x="397" y="31"/>
                  </a:cubicBezTo>
                  <a:cubicBezTo>
                    <a:pt x="402" y="28"/>
                    <a:pt x="408" y="26"/>
                    <a:pt x="413" y="24"/>
                  </a:cubicBezTo>
                  <a:cubicBezTo>
                    <a:pt x="414" y="24"/>
                    <a:pt x="414" y="23"/>
                    <a:pt x="415" y="23"/>
                  </a:cubicBezTo>
                  <a:cubicBezTo>
                    <a:pt x="416" y="22"/>
                    <a:pt x="418" y="21"/>
                    <a:pt x="419" y="22"/>
                  </a:cubicBezTo>
                  <a:cubicBezTo>
                    <a:pt x="420" y="22"/>
                    <a:pt x="422" y="23"/>
                    <a:pt x="422" y="24"/>
                  </a:cubicBezTo>
                  <a:cubicBezTo>
                    <a:pt x="422" y="24"/>
                    <a:pt x="423" y="24"/>
                    <a:pt x="424" y="25"/>
                  </a:cubicBezTo>
                  <a:cubicBezTo>
                    <a:pt x="424" y="25"/>
                    <a:pt x="425" y="26"/>
                    <a:pt x="427" y="27"/>
                  </a:cubicBezTo>
                  <a:cubicBezTo>
                    <a:pt x="428" y="28"/>
                    <a:pt x="428" y="30"/>
                    <a:pt x="429" y="31"/>
                  </a:cubicBezTo>
                  <a:cubicBezTo>
                    <a:pt x="429" y="32"/>
                    <a:pt x="430" y="32"/>
                    <a:pt x="431" y="32"/>
                  </a:cubicBezTo>
                  <a:cubicBezTo>
                    <a:pt x="433" y="33"/>
                    <a:pt x="435" y="34"/>
                    <a:pt x="437" y="37"/>
                  </a:cubicBezTo>
                  <a:cubicBezTo>
                    <a:pt x="438" y="38"/>
                    <a:pt x="439" y="39"/>
                    <a:pt x="440" y="40"/>
                  </a:cubicBezTo>
                  <a:cubicBezTo>
                    <a:pt x="441" y="42"/>
                    <a:pt x="442" y="43"/>
                    <a:pt x="443" y="44"/>
                  </a:cubicBezTo>
                  <a:cubicBezTo>
                    <a:pt x="443" y="44"/>
                    <a:pt x="446" y="44"/>
                    <a:pt x="449" y="43"/>
                  </a:cubicBezTo>
                  <a:cubicBezTo>
                    <a:pt x="451" y="43"/>
                    <a:pt x="451" y="43"/>
                    <a:pt x="451" y="43"/>
                  </a:cubicBezTo>
                  <a:cubicBezTo>
                    <a:pt x="452" y="43"/>
                    <a:pt x="453" y="43"/>
                    <a:pt x="454" y="43"/>
                  </a:cubicBezTo>
                  <a:cubicBezTo>
                    <a:pt x="456" y="43"/>
                    <a:pt x="458" y="43"/>
                    <a:pt x="459" y="43"/>
                  </a:cubicBezTo>
                  <a:cubicBezTo>
                    <a:pt x="460" y="43"/>
                    <a:pt x="461" y="43"/>
                    <a:pt x="461" y="42"/>
                  </a:cubicBezTo>
                  <a:cubicBezTo>
                    <a:pt x="463" y="42"/>
                    <a:pt x="465" y="41"/>
                    <a:pt x="467" y="41"/>
                  </a:cubicBezTo>
                  <a:cubicBezTo>
                    <a:pt x="469" y="41"/>
                    <a:pt x="469" y="41"/>
                    <a:pt x="470" y="41"/>
                  </a:cubicBezTo>
                  <a:cubicBezTo>
                    <a:pt x="471" y="41"/>
                    <a:pt x="471" y="41"/>
                    <a:pt x="471" y="41"/>
                  </a:cubicBezTo>
                  <a:cubicBezTo>
                    <a:pt x="472" y="41"/>
                    <a:pt x="474" y="40"/>
                    <a:pt x="476" y="40"/>
                  </a:cubicBezTo>
                  <a:cubicBezTo>
                    <a:pt x="479" y="40"/>
                    <a:pt x="481" y="42"/>
                    <a:pt x="482" y="42"/>
                  </a:cubicBezTo>
                  <a:cubicBezTo>
                    <a:pt x="483" y="42"/>
                    <a:pt x="483" y="42"/>
                    <a:pt x="483" y="42"/>
                  </a:cubicBezTo>
                  <a:cubicBezTo>
                    <a:pt x="484" y="42"/>
                    <a:pt x="484" y="42"/>
                    <a:pt x="484" y="42"/>
                  </a:cubicBezTo>
                  <a:cubicBezTo>
                    <a:pt x="486" y="41"/>
                    <a:pt x="488" y="41"/>
                    <a:pt x="490" y="42"/>
                  </a:cubicBezTo>
                  <a:cubicBezTo>
                    <a:pt x="491" y="44"/>
                    <a:pt x="492" y="46"/>
                    <a:pt x="490" y="48"/>
                  </a:cubicBezTo>
                  <a:cubicBezTo>
                    <a:pt x="481" y="63"/>
                    <a:pt x="471" y="77"/>
                    <a:pt x="462" y="92"/>
                  </a:cubicBezTo>
                  <a:cubicBezTo>
                    <a:pt x="456" y="101"/>
                    <a:pt x="448" y="109"/>
                    <a:pt x="440" y="118"/>
                  </a:cubicBezTo>
                  <a:cubicBezTo>
                    <a:pt x="439" y="118"/>
                    <a:pt x="439" y="118"/>
                    <a:pt x="439" y="118"/>
                  </a:cubicBezTo>
                  <a:cubicBezTo>
                    <a:pt x="436" y="121"/>
                    <a:pt x="436" y="125"/>
                    <a:pt x="436" y="131"/>
                  </a:cubicBezTo>
                  <a:cubicBezTo>
                    <a:pt x="436" y="133"/>
                    <a:pt x="436" y="133"/>
                    <a:pt x="436" y="133"/>
                  </a:cubicBezTo>
                  <a:cubicBezTo>
                    <a:pt x="436" y="140"/>
                    <a:pt x="437" y="146"/>
                    <a:pt x="437" y="152"/>
                  </a:cubicBezTo>
                  <a:cubicBezTo>
                    <a:pt x="437" y="168"/>
                    <a:pt x="437" y="183"/>
                    <a:pt x="437" y="199"/>
                  </a:cubicBezTo>
                  <a:cubicBezTo>
                    <a:pt x="437" y="209"/>
                    <a:pt x="437" y="209"/>
                    <a:pt x="437" y="209"/>
                  </a:cubicBezTo>
                  <a:cubicBezTo>
                    <a:pt x="437" y="224"/>
                    <a:pt x="437" y="238"/>
                    <a:pt x="437" y="252"/>
                  </a:cubicBezTo>
                  <a:cubicBezTo>
                    <a:pt x="437" y="268"/>
                    <a:pt x="437" y="285"/>
                    <a:pt x="437" y="301"/>
                  </a:cubicBezTo>
                  <a:cubicBezTo>
                    <a:pt x="437" y="318"/>
                    <a:pt x="437" y="334"/>
                    <a:pt x="438" y="350"/>
                  </a:cubicBezTo>
                  <a:cubicBezTo>
                    <a:pt x="438" y="355"/>
                    <a:pt x="439" y="357"/>
                    <a:pt x="442" y="361"/>
                  </a:cubicBezTo>
                  <a:cubicBezTo>
                    <a:pt x="450" y="373"/>
                    <a:pt x="450" y="373"/>
                    <a:pt x="450" y="373"/>
                  </a:cubicBezTo>
                  <a:cubicBezTo>
                    <a:pt x="453" y="377"/>
                    <a:pt x="456" y="381"/>
                    <a:pt x="459" y="385"/>
                  </a:cubicBezTo>
                  <a:cubicBezTo>
                    <a:pt x="460" y="386"/>
                    <a:pt x="461" y="387"/>
                    <a:pt x="462" y="388"/>
                  </a:cubicBezTo>
                  <a:cubicBezTo>
                    <a:pt x="466" y="393"/>
                    <a:pt x="470" y="398"/>
                    <a:pt x="471" y="403"/>
                  </a:cubicBezTo>
                  <a:cubicBezTo>
                    <a:pt x="472" y="409"/>
                    <a:pt x="470" y="412"/>
                    <a:pt x="467" y="414"/>
                  </a:cubicBezTo>
                  <a:cubicBezTo>
                    <a:pt x="466" y="416"/>
                    <a:pt x="465" y="417"/>
                    <a:pt x="465" y="418"/>
                  </a:cubicBezTo>
                  <a:cubicBezTo>
                    <a:pt x="463" y="420"/>
                    <a:pt x="462" y="422"/>
                    <a:pt x="460" y="424"/>
                  </a:cubicBezTo>
                  <a:cubicBezTo>
                    <a:pt x="459" y="425"/>
                    <a:pt x="458" y="426"/>
                    <a:pt x="457" y="426"/>
                  </a:cubicBezTo>
                  <a:cubicBezTo>
                    <a:pt x="457" y="426"/>
                    <a:pt x="438" y="426"/>
                    <a:pt x="431" y="437"/>
                  </a:cubicBezTo>
                  <a:cubicBezTo>
                    <a:pt x="431" y="437"/>
                    <a:pt x="431" y="437"/>
                    <a:pt x="431" y="437"/>
                  </a:cubicBezTo>
                  <a:cubicBezTo>
                    <a:pt x="431" y="437"/>
                    <a:pt x="431" y="438"/>
                    <a:pt x="431" y="439"/>
                  </a:cubicBezTo>
                  <a:cubicBezTo>
                    <a:pt x="433" y="440"/>
                    <a:pt x="435" y="441"/>
                    <a:pt x="436" y="445"/>
                  </a:cubicBezTo>
                  <a:cubicBezTo>
                    <a:pt x="436" y="447"/>
                    <a:pt x="436" y="449"/>
                    <a:pt x="434" y="451"/>
                  </a:cubicBezTo>
                  <a:cubicBezTo>
                    <a:pt x="432" y="453"/>
                    <a:pt x="429" y="455"/>
                    <a:pt x="426" y="454"/>
                  </a:cubicBezTo>
                  <a:cubicBezTo>
                    <a:pt x="426" y="454"/>
                    <a:pt x="426" y="454"/>
                    <a:pt x="426" y="454"/>
                  </a:cubicBezTo>
                  <a:cubicBezTo>
                    <a:pt x="426" y="458"/>
                    <a:pt x="422" y="460"/>
                    <a:pt x="420" y="462"/>
                  </a:cubicBezTo>
                  <a:cubicBezTo>
                    <a:pt x="420" y="462"/>
                    <a:pt x="419" y="462"/>
                    <a:pt x="419" y="463"/>
                  </a:cubicBezTo>
                  <a:cubicBezTo>
                    <a:pt x="418" y="463"/>
                    <a:pt x="418" y="464"/>
                    <a:pt x="417" y="464"/>
                  </a:cubicBezTo>
                  <a:cubicBezTo>
                    <a:pt x="416" y="466"/>
                    <a:pt x="415" y="468"/>
                    <a:pt x="412" y="469"/>
                  </a:cubicBezTo>
                  <a:cubicBezTo>
                    <a:pt x="410" y="470"/>
                    <a:pt x="407" y="469"/>
                    <a:pt x="404" y="469"/>
                  </a:cubicBezTo>
                  <a:cubicBezTo>
                    <a:pt x="404" y="469"/>
                    <a:pt x="403" y="468"/>
                    <a:pt x="402" y="468"/>
                  </a:cubicBezTo>
                  <a:cubicBezTo>
                    <a:pt x="401" y="468"/>
                    <a:pt x="399" y="469"/>
                    <a:pt x="397" y="470"/>
                  </a:cubicBezTo>
                  <a:cubicBezTo>
                    <a:pt x="395" y="471"/>
                    <a:pt x="392" y="473"/>
                    <a:pt x="391" y="474"/>
                  </a:cubicBezTo>
                  <a:cubicBezTo>
                    <a:pt x="389" y="475"/>
                    <a:pt x="388" y="477"/>
                    <a:pt x="387" y="479"/>
                  </a:cubicBezTo>
                  <a:cubicBezTo>
                    <a:pt x="387" y="479"/>
                    <a:pt x="387" y="479"/>
                    <a:pt x="388" y="480"/>
                  </a:cubicBezTo>
                  <a:cubicBezTo>
                    <a:pt x="388" y="481"/>
                    <a:pt x="388" y="482"/>
                    <a:pt x="387" y="483"/>
                  </a:cubicBezTo>
                  <a:cubicBezTo>
                    <a:pt x="387" y="486"/>
                    <a:pt x="387" y="487"/>
                    <a:pt x="387" y="488"/>
                  </a:cubicBezTo>
                  <a:cubicBezTo>
                    <a:pt x="387" y="488"/>
                    <a:pt x="388" y="489"/>
                    <a:pt x="388" y="489"/>
                  </a:cubicBezTo>
                  <a:cubicBezTo>
                    <a:pt x="390" y="490"/>
                    <a:pt x="390" y="492"/>
                    <a:pt x="390" y="494"/>
                  </a:cubicBezTo>
                  <a:cubicBezTo>
                    <a:pt x="389" y="496"/>
                    <a:pt x="388" y="497"/>
                    <a:pt x="387" y="498"/>
                  </a:cubicBezTo>
                  <a:cubicBezTo>
                    <a:pt x="387" y="499"/>
                    <a:pt x="386" y="500"/>
                    <a:pt x="386" y="501"/>
                  </a:cubicBezTo>
                  <a:cubicBezTo>
                    <a:pt x="385" y="503"/>
                    <a:pt x="385" y="505"/>
                    <a:pt x="384" y="508"/>
                  </a:cubicBezTo>
                  <a:cubicBezTo>
                    <a:pt x="384" y="510"/>
                    <a:pt x="384" y="510"/>
                    <a:pt x="384" y="510"/>
                  </a:cubicBezTo>
                  <a:cubicBezTo>
                    <a:pt x="383" y="515"/>
                    <a:pt x="380" y="516"/>
                    <a:pt x="378" y="518"/>
                  </a:cubicBezTo>
                  <a:cubicBezTo>
                    <a:pt x="376" y="519"/>
                    <a:pt x="376" y="519"/>
                    <a:pt x="376" y="519"/>
                  </a:cubicBezTo>
                  <a:cubicBezTo>
                    <a:pt x="375" y="520"/>
                    <a:pt x="374" y="521"/>
                    <a:pt x="372" y="521"/>
                  </a:cubicBezTo>
                  <a:cubicBezTo>
                    <a:pt x="372" y="523"/>
                    <a:pt x="371" y="524"/>
                    <a:pt x="371" y="525"/>
                  </a:cubicBezTo>
                  <a:cubicBezTo>
                    <a:pt x="371" y="527"/>
                    <a:pt x="370" y="528"/>
                    <a:pt x="370" y="529"/>
                  </a:cubicBezTo>
                  <a:cubicBezTo>
                    <a:pt x="369" y="530"/>
                    <a:pt x="369" y="530"/>
                    <a:pt x="369" y="530"/>
                  </a:cubicBezTo>
                  <a:cubicBezTo>
                    <a:pt x="369" y="531"/>
                    <a:pt x="368" y="533"/>
                    <a:pt x="367" y="534"/>
                  </a:cubicBezTo>
                  <a:cubicBezTo>
                    <a:pt x="368" y="537"/>
                    <a:pt x="367" y="540"/>
                    <a:pt x="367" y="542"/>
                  </a:cubicBezTo>
                  <a:cubicBezTo>
                    <a:pt x="366" y="543"/>
                    <a:pt x="366" y="543"/>
                    <a:pt x="366" y="543"/>
                  </a:cubicBezTo>
                  <a:cubicBezTo>
                    <a:pt x="366" y="544"/>
                    <a:pt x="366" y="545"/>
                    <a:pt x="366" y="545"/>
                  </a:cubicBezTo>
                  <a:cubicBezTo>
                    <a:pt x="366" y="548"/>
                    <a:pt x="365" y="553"/>
                    <a:pt x="360" y="555"/>
                  </a:cubicBezTo>
                  <a:cubicBezTo>
                    <a:pt x="356" y="556"/>
                    <a:pt x="354" y="564"/>
                    <a:pt x="354" y="567"/>
                  </a:cubicBezTo>
                  <a:cubicBezTo>
                    <a:pt x="353" y="571"/>
                    <a:pt x="351" y="575"/>
                    <a:pt x="350" y="578"/>
                  </a:cubicBezTo>
                  <a:cubicBezTo>
                    <a:pt x="349" y="579"/>
                    <a:pt x="349" y="580"/>
                    <a:pt x="348" y="581"/>
                  </a:cubicBezTo>
                  <a:cubicBezTo>
                    <a:pt x="347" y="585"/>
                    <a:pt x="346" y="587"/>
                    <a:pt x="344" y="590"/>
                  </a:cubicBezTo>
                  <a:cubicBezTo>
                    <a:pt x="344" y="591"/>
                    <a:pt x="343" y="592"/>
                    <a:pt x="343" y="593"/>
                  </a:cubicBezTo>
                  <a:cubicBezTo>
                    <a:pt x="343" y="594"/>
                    <a:pt x="342" y="596"/>
                    <a:pt x="341" y="598"/>
                  </a:cubicBezTo>
                  <a:cubicBezTo>
                    <a:pt x="340" y="599"/>
                    <a:pt x="339" y="599"/>
                    <a:pt x="338" y="599"/>
                  </a:cubicBezTo>
                  <a:cubicBezTo>
                    <a:pt x="329" y="601"/>
                    <a:pt x="329" y="601"/>
                    <a:pt x="329" y="601"/>
                  </a:cubicBezTo>
                  <a:cubicBezTo>
                    <a:pt x="329" y="601"/>
                    <a:pt x="329" y="601"/>
                    <a:pt x="329" y="601"/>
                  </a:cubicBezTo>
                  <a:cubicBezTo>
                    <a:pt x="328" y="603"/>
                    <a:pt x="327" y="604"/>
                    <a:pt x="325" y="604"/>
                  </a:cubicBezTo>
                  <a:cubicBezTo>
                    <a:pt x="324" y="605"/>
                    <a:pt x="323" y="605"/>
                    <a:pt x="322" y="605"/>
                  </a:cubicBezTo>
                  <a:close/>
                  <a:moveTo>
                    <a:pt x="231" y="522"/>
                  </a:moveTo>
                  <a:cubicBezTo>
                    <a:pt x="232" y="522"/>
                    <a:pt x="232" y="522"/>
                    <a:pt x="232" y="522"/>
                  </a:cubicBezTo>
                  <a:cubicBezTo>
                    <a:pt x="235" y="523"/>
                    <a:pt x="237" y="524"/>
                    <a:pt x="239" y="528"/>
                  </a:cubicBezTo>
                  <a:cubicBezTo>
                    <a:pt x="240" y="530"/>
                    <a:pt x="240" y="530"/>
                    <a:pt x="240" y="530"/>
                  </a:cubicBezTo>
                  <a:cubicBezTo>
                    <a:pt x="241" y="532"/>
                    <a:pt x="241" y="533"/>
                    <a:pt x="243" y="535"/>
                  </a:cubicBezTo>
                  <a:cubicBezTo>
                    <a:pt x="257" y="545"/>
                    <a:pt x="270" y="555"/>
                    <a:pt x="283" y="565"/>
                  </a:cubicBezTo>
                  <a:cubicBezTo>
                    <a:pt x="287" y="568"/>
                    <a:pt x="291" y="571"/>
                    <a:pt x="295" y="575"/>
                  </a:cubicBezTo>
                  <a:cubicBezTo>
                    <a:pt x="299" y="578"/>
                    <a:pt x="303" y="581"/>
                    <a:pt x="307" y="584"/>
                  </a:cubicBezTo>
                  <a:cubicBezTo>
                    <a:pt x="308" y="584"/>
                    <a:pt x="309" y="585"/>
                    <a:pt x="311" y="587"/>
                  </a:cubicBezTo>
                  <a:cubicBezTo>
                    <a:pt x="313" y="589"/>
                    <a:pt x="319" y="594"/>
                    <a:pt x="322" y="595"/>
                  </a:cubicBezTo>
                  <a:cubicBezTo>
                    <a:pt x="323" y="594"/>
                    <a:pt x="325" y="592"/>
                    <a:pt x="328" y="592"/>
                  </a:cubicBezTo>
                  <a:cubicBezTo>
                    <a:pt x="334" y="591"/>
                    <a:pt x="334" y="591"/>
                    <a:pt x="334" y="591"/>
                  </a:cubicBezTo>
                  <a:cubicBezTo>
                    <a:pt x="334" y="590"/>
                    <a:pt x="334" y="590"/>
                    <a:pt x="334" y="590"/>
                  </a:cubicBezTo>
                  <a:cubicBezTo>
                    <a:pt x="335" y="588"/>
                    <a:pt x="335" y="587"/>
                    <a:pt x="336" y="585"/>
                  </a:cubicBezTo>
                  <a:cubicBezTo>
                    <a:pt x="338" y="582"/>
                    <a:pt x="339" y="581"/>
                    <a:pt x="339" y="579"/>
                  </a:cubicBezTo>
                  <a:cubicBezTo>
                    <a:pt x="340" y="578"/>
                    <a:pt x="341" y="576"/>
                    <a:pt x="342" y="574"/>
                  </a:cubicBezTo>
                  <a:cubicBezTo>
                    <a:pt x="343" y="571"/>
                    <a:pt x="344" y="568"/>
                    <a:pt x="345" y="566"/>
                  </a:cubicBezTo>
                  <a:cubicBezTo>
                    <a:pt x="345" y="564"/>
                    <a:pt x="347" y="550"/>
                    <a:pt x="357" y="546"/>
                  </a:cubicBezTo>
                  <a:cubicBezTo>
                    <a:pt x="357" y="546"/>
                    <a:pt x="357" y="545"/>
                    <a:pt x="357" y="544"/>
                  </a:cubicBezTo>
                  <a:cubicBezTo>
                    <a:pt x="357" y="543"/>
                    <a:pt x="357" y="542"/>
                    <a:pt x="358" y="540"/>
                  </a:cubicBezTo>
                  <a:cubicBezTo>
                    <a:pt x="358" y="539"/>
                    <a:pt x="358" y="539"/>
                    <a:pt x="358" y="539"/>
                  </a:cubicBezTo>
                  <a:cubicBezTo>
                    <a:pt x="358" y="539"/>
                    <a:pt x="358" y="538"/>
                    <a:pt x="358" y="538"/>
                  </a:cubicBezTo>
                  <a:cubicBezTo>
                    <a:pt x="357" y="538"/>
                    <a:pt x="356" y="537"/>
                    <a:pt x="356" y="537"/>
                  </a:cubicBezTo>
                  <a:cubicBezTo>
                    <a:pt x="353" y="534"/>
                    <a:pt x="353" y="531"/>
                    <a:pt x="354" y="528"/>
                  </a:cubicBezTo>
                  <a:cubicBezTo>
                    <a:pt x="355" y="527"/>
                    <a:pt x="356" y="526"/>
                    <a:pt x="358" y="526"/>
                  </a:cubicBezTo>
                  <a:cubicBezTo>
                    <a:pt x="359" y="526"/>
                    <a:pt x="360" y="526"/>
                    <a:pt x="361" y="527"/>
                  </a:cubicBezTo>
                  <a:cubicBezTo>
                    <a:pt x="361" y="527"/>
                    <a:pt x="361" y="527"/>
                    <a:pt x="361" y="527"/>
                  </a:cubicBezTo>
                  <a:cubicBezTo>
                    <a:pt x="361" y="525"/>
                    <a:pt x="361" y="525"/>
                    <a:pt x="361" y="525"/>
                  </a:cubicBezTo>
                  <a:cubicBezTo>
                    <a:pt x="361" y="525"/>
                    <a:pt x="362" y="524"/>
                    <a:pt x="362" y="522"/>
                  </a:cubicBezTo>
                  <a:cubicBezTo>
                    <a:pt x="365" y="512"/>
                    <a:pt x="366" y="510"/>
                    <a:pt x="369" y="509"/>
                  </a:cubicBezTo>
                  <a:cubicBezTo>
                    <a:pt x="371" y="509"/>
                    <a:pt x="372" y="509"/>
                    <a:pt x="373" y="510"/>
                  </a:cubicBezTo>
                  <a:cubicBezTo>
                    <a:pt x="374" y="509"/>
                    <a:pt x="375" y="509"/>
                    <a:pt x="375" y="508"/>
                  </a:cubicBezTo>
                  <a:cubicBezTo>
                    <a:pt x="375" y="506"/>
                    <a:pt x="375" y="506"/>
                    <a:pt x="375" y="506"/>
                  </a:cubicBezTo>
                  <a:cubicBezTo>
                    <a:pt x="375" y="504"/>
                    <a:pt x="376" y="501"/>
                    <a:pt x="377" y="498"/>
                  </a:cubicBezTo>
                  <a:cubicBezTo>
                    <a:pt x="377" y="497"/>
                    <a:pt x="378" y="496"/>
                    <a:pt x="379" y="495"/>
                  </a:cubicBezTo>
                  <a:cubicBezTo>
                    <a:pt x="377" y="492"/>
                    <a:pt x="377" y="488"/>
                    <a:pt x="378" y="482"/>
                  </a:cubicBezTo>
                  <a:cubicBezTo>
                    <a:pt x="378" y="481"/>
                    <a:pt x="378" y="481"/>
                    <a:pt x="378" y="481"/>
                  </a:cubicBezTo>
                  <a:cubicBezTo>
                    <a:pt x="378" y="479"/>
                    <a:pt x="378" y="477"/>
                    <a:pt x="379" y="475"/>
                  </a:cubicBezTo>
                  <a:cubicBezTo>
                    <a:pt x="380" y="472"/>
                    <a:pt x="382" y="469"/>
                    <a:pt x="385" y="467"/>
                  </a:cubicBezTo>
                  <a:cubicBezTo>
                    <a:pt x="387" y="465"/>
                    <a:pt x="390" y="463"/>
                    <a:pt x="392" y="462"/>
                  </a:cubicBezTo>
                  <a:cubicBezTo>
                    <a:pt x="396" y="460"/>
                    <a:pt x="399" y="459"/>
                    <a:pt x="402" y="459"/>
                  </a:cubicBezTo>
                  <a:cubicBezTo>
                    <a:pt x="404" y="459"/>
                    <a:pt x="406" y="459"/>
                    <a:pt x="407" y="460"/>
                  </a:cubicBezTo>
                  <a:cubicBezTo>
                    <a:pt x="408" y="460"/>
                    <a:pt x="408" y="460"/>
                    <a:pt x="409" y="460"/>
                  </a:cubicBezTo>
                  <a:cubicBezTo>
                    <a:pt x="409" y="460"/>
                    <a:pt x="410" y="459"/>
                    <a:pt x="410" y="458"/>
                  </a:cubicBezTo>
                  <a:cubicBezTo>
                    <a:pt x="411" y="457"/>
                    <a:pt x="412" y="457"/>
                    <a:pt x="413" y="456"/>
                  </a:cubicBezTo>
                  <a:cubicBezTo>
                    <a:pt x="413" y="455"/>
                    <a:pt x="414" y="455"/>
                    <a:pt x="415" y="454"/>
                  </a:cubicBezTo>
                  <a:cubicBezTo>
                    <a:pt x="415" y="454"/>
                    <a:pt x="416" y="454"/>
                    <a:pt x="416" y="453"/>
                  </a:cubicBezTo>
                  <a:cubicBezTo>
                    <a:pt x="415" y="452"/>
                    <a:pt x="414" y="450"/>
                    <a:pt x="415" y="448"/>
                  </a:cubicBezTo>
                  <a:cubicBezTo>
                    <a:pt x="415" y="446"/>
                    <a:pt x="417" y="443"/>
                    <a:pt x="421" y="441"/>
                  </a:cubicBezTo>
                  <a:cubicBezTo>
                    <a:pt x="421" y="441"/>
                    <a:pt x="422" y="441"/>
                    <a:pt x="422" y="441"/>
                  </a:cubicBezTo>
                  <a:cubicBezTo>
                    <a:pt x="422" y="438"/>
                    <a:pt x="421" y="435"/>
                    <a:pt x="423" y="432"/>
                  </a:cubicBezTo>
                  <a:cubicBezTo>
                    <a:pt x="431" y="419"/>
                    <a:pt x="449" y="417"/>
                    <a:pt x="455" y="416"/>
                  </a:cubicBezTo>
                  <a:cubicBezTo>
                    <a:pt x="455" y="415"/>
                    <a:pt x="456" y="414"/>
                    <a:pt x="457" y="413"/>
                  </a:cubicBezTo>
                  <a:cubicBezTo>
                    <a:pt x="458" y="412"/>
                    <a:pt x="459" y="410"/>
                    <a:pt x="461" y="408"/>
                  </a:cubicBezTo>
                  <a:cubicBezTo>
                    <a:pt x="462" y="406"/>
                    <a:pt x="462" y="406"/>
                    <a:pt x="462" y="405"/>
                  </a:cubicBezTo>
                  <a:cubicBezTo>
                    <a:pt x="462" y="402"/>
                    <a:pt x="458" y="397"/>
                    <a:pt x="455" y="394"/>
                  </a:cubicBezTo>
                  <a:cubicBezTo>
                    <a:pt x="454" y="393"/>
                    <a:pt x="453" y="392"/>
                    <a:pt x="452" y="390"/>
                  </a:cubicBezTo>
                  <a:cubicBezTo>
                    <a:pt x="449" y="386"/>
                    <a:pt x="446" y="382"/>
                    <a:pt x="443" y="378"/>
                  </a:cubicBezTo>
                  <a:cubicBezTo>
                    <a:pt x="435" y="367"/>
                    <a:pt x="435" y="367"/>
                    <a:pt x="435" y="367"/>
                  </a:cubicBezTo>
                  <a:cubicBezTo>
                    <a:pt x="431" y="362"/>
                    <a:pt x="429" y="358"/>
                    <a:pt x="429" y="351"/>
                  </a:cubicBezTo>
                  <a:cubicBezTo>
                    <a:pt x="428" y="334"/>
                    <a:pt x="428" y="318"/>
                    <a:pt x="428" y="301"/>
                  </a:cubicBezTo>
                  <a:cubicBezTo>
                    <a:pt x="428" y="285"/>
                    <a:pt x="428" y="269"/>
                    <a:pt x="428" y="252"/>
                  </a:cubicBezTo>
                  <a:cubicBezTo>
                    <a:pt x="428" y="238"/>
                    <a:pt x="428" y="224"/>
                    <a:pt x="428" y="209"/>
                  </a:cubicBezTo>
                  <a:cubicBezTo>
                    <a:pt x="428" y="199"/>
                    <a:pt x="428" y="199"/>
                    <a:pt x="428" y="199"/>
                  </a:cubicBezTo>
                  <a:cubicBezTo>
                    <a:pt x="428" y="183"/>
                    <a:pt x="427" y="168"/>
                    <a:pt x="427" y="152"/>
                  </a:cubicBezTo>
                  <a:cubicBezTo>
                    <a:pt x="427" y="146"/>
                    <a:pt x="427" y="140"/>
                    <a:pt x="427" y="133"/>
                  </a:cubicBezTo>
                  <a:cubicBezTo>
                    <a:pt x="427" y="131"/>
                    <a:pt x="427" y="131"/>
                    <a:pt x="427" y="131"/>
                  </a:cubicBezTo>
                  <a:cubicBezTo>
                    <a:pt x="427" y="125"/>
                    <a:pt x="427" y="118"/>
                    <a:pt x="432" y="112"/>
                  </a:cubicBezTo>
                  <a:cubicBezTo>
                    <a:pt x="433" y="111"/>
                    <a:pt x="433" y="111"/>
                    <a:pt x="433" y="111"/>
                  </a:cubicBezTo>
                  <a:cubicBezTo>
                    <a:pt x="441" y="103"/>
                    <a:pt x="448" y="96"/>
                    <a:pt x="454" y="87"/>
                  </a:cubicBezTo>
                  <a:cubicBezTo>
                    <a:pt x="462" y="75"/>
                    <a:pt x="470" y="63"/>
                    <a:pt x="478" y="51"/>
                  </a:cubicBezTo>
                  <a:cubicBezTo>
                    <a:pt x="478" y="50"/>
                    <a:pt x="477" y="50"/>
                    <a:pt x="477" y="50"/>
                  </a:cubicBezTo>
                  <a:cubicBezTo>
                    <a:pt x="477" y="50"/>
                    <a:pt x="476" y="50"/>
                    <a:pt x="476" y="49"/>
                  </a:cubicBezTo>
                  <a:cubicBezTo>
                    <a:pt x="475" y="50"/>
                    <a:pt x="474" y="50"/>
                    <a:pt x="473" y="51"/>
                  </a:cubicBezTo>
                  <a:cubicBezTo>
                    <a:pt x="472" y="51"/>
                    <a:pt x="472" y="51"/>
                    <a:pt x="471" y="51"/>
                  </a:cubicBezTo>
                  <a:cubicBezTo>
                    <a:pt x="471" y="51"/>
                    <a:pt x="470" y="51"/>
                    <a:pt x="469" y="50"/>
                  </a:cubicBezTo>
                  <a:cubicBezTo>
                    <a:pt x="469" y="50"/>
                    <a:pt x="468" y="50"/>
                    <a:pt x="468" y="50"/>
                  </a:cubicBezTo>
                  <a:cubicBezTo>
                    <a:pt x="467" y="50"/>
                    <a:pt x="466" y="51"/>
                    <a:pt x="464" y="51"/>
                  </a:cubicBezTo>
                  <a:cubicBezTo>
                    <a:pt x="463" y="51"/>
                    <a:pt x="462" y="52"/>
                    <a:pt x="461" y="52"/>
                  </a:cubicBezTo>
                  <a:cubicBezTo>
                    <a:pt x="459" y="52"/>
                    <a:pt x="456" y="52"/>
                    <a:pt x="454" y="52"/>
                  </a:cubicBezTo>
                  <a:cubicBezTo>
                    <a:pt x="453" y="52"/>
                    <a:pt x="452" y="52"/>
                    <a:pt x="452" y="52"/>
                  </a:cubicBezTo>
                  <a:cubicBezTo>
                    <a:pt x="450" y="53"/>
                    <a:pt x="450" y="53"/>
                    <a:pt x="450" y="53"/>
                  </a:cubicBezTo>
                  <a:cubicBezTo>
                    <a:pt x="446" y="53"/>
                    <a:pt x="443" y="53"/>
                    <a:pt x="441" y="53"/>
                  </a:cubicBezTo>
                  <a:cubicBezTo>
                    <a:pt x="436" y="51"/>
                    <a:pt x="434" y="48"/>
                    <a:pt x="432" y="45"/>
                  </a:cubicBezTo>
                  <a:cubicBezTo>
                    <a:pt x="431" y="44"/>
                    <a:pt x="431" y="43"/>
                    <a:pt x="430" y="43"/>
                  </a:cubicBezTo>
                  <a:cubicBezTo>
                    <a:pt x="430" y="42"/>
                    <a:pt x="429" y="41"/>
                    <a:pt x="427" y="41"/>
                  </a:cubicBezTo>
                  <a:cubicBezTo>
                    <a:pt x="426" y="40"/>
                    <a:pt x="424" y="39"/>
                    <a:pt x="423" y="38"/>
                  </a:cubicBezTo>
                  <a:cubicBezTo>
                    <a:pt x="421" y="37"/>
                    <a:pt x="421" y="35"/>
                    <a:pt x="420" y="34"/>
                  </a:cubicBezTo>
                  <a:cubicBezTo>
                    <a:pt x="420" y="33"/>
                    <a:pt x="419" y="33"/>
                    <a:pt x="419" y="33"/>
                  </a:cubicBezTo>
                  <a:cubicBezTo>
                    <a:pt x="418" y="32"/>
                    <a:pt x="418" y="32"/>
                    <a:pt x="418" y="32"/>
                  </a:cubicBezTo>
                  <a:cubicBezTo>
                    <a:pt x="417" y="32"/>
                    <a:pt x="417" y="32"/>
                    <a:pt x="416" y="33"/>
                  </a:cubicBezTo>
                  <a:cubicBezTo>
                    <a:pt x="411" y="34"/>
                    <a:pt x="406" y="37"/>
                    <a:pt x="401" y="39"/>
                  </a:cubicBezTo>
                  <a:cubicBezTo>
                    <a:pt x="399" y="40"/>
                    <a:pt x="397" y="41"/>
                    <a:pt x="396" y="42"/>
                  </a:cubicBezTo>
                  <a:cubicBezTo>
                    <a:pt x="394" y="43"/>
                    <a:pt x="392" y="44"/>
                    <a:pt x="390" y="45"/>
                  </a:cubicBezTo>
                  <a:cubicBezTo>
                    <a:pt x="386" y="46"/>
                    <a:pt x="382" y="48"/>
                    <a:pt x="378" y="50"/>
                  </a:cubicBezTo>
                  <a:cubicBezTo>
                    <a:pt x="371" y="56"/>
                    <a:pt x="367" y="60"/>
                    <a:pt x="362" y="67"/>
                  </a:cubicBezTo>
                  <a:cubicBezTo>
                    <a:pt x="360" y="68"/>
                    <a:pt x="359" y="70"/>
                    <a:pt x="357" y="72"/>
                  </a:cubicBezTo>
                  <a:cubicBezTo>
                    <a:pt x="356" y="73"/>
                    <a:pt x="355" y="74"/>
                    <a:pt x="354" y="75"/>
                  </a:cubicBezTo>
                  <a:cubicBezTo>
                    <a:pt x="353" y="76"/>
                    <a:pt x="353" y="77"/>
                    <a:pt x="352" y="78"/>
                  </a:cubicBezTo>
                  <a:cubicBezTo>
                    <a:pt x="351" y="80"/>
                    <a:pt x="349" y="83"/>
                    <a:pt x="347" y="85"/>
                  </a:cubicBezTo>
                  <a:cubicBezTo>
                    <a:pt x="346" y="86"/>
                    <a:pt x="344" y="87"/>
                    <a:pt x="342" y="87"/>
                  </a:cubicBezTo>
                  <a:cubicBezTo>
                    <a:pt x="341" y="87"/>
                    <a:pt x="339" y="86"/>
                    <a:pt x="338" y="84"/>
                  </a:cubicBezTo>
                  <a:cubicBezTo>
                    <a:pt x="337" y="84"/>
                    <a:pt x="337" y="84"/>
                    <a:pt x="337" y="84"/>
                  </a:cubicBezTo>
                  <a:cubicBezTo>
                    <a:pt x="335" y="84"/>
                    <a:pt x="334" y="84"/>
                    <a:pt x="332" y="83"/>
                  </a:cubicBezTo>
                  <a:cubicBezTo>
                    <a:pt x="331" y="83"/>
                    <a:pt x="331" y="83"/>
                    <a:pt x="330" y="82"/>
                  </a:cubicBezTo>
                  <a:cubicBezTo>
                    <a:pt x="330" y="82"/>
                    <a:pt x="329" y="83"/>
                    <a:pt x="328" y="83"/>
                  </a:cubicBezTo>
                  <a:cubicBezTo>
                    <a:pt x="324" y="83"/>
                    <a:pt x="321" y="82"/>
                    <a:pt x="317" y="80"/>
                  </a:cubicBezTo>
                  <a:cubicBezTo>
                    <a:pt x="316" y="80"/>
                    <a:pt x="314" y="80"/>
                    <a:pt x="312" y="80"/>
                  </a:cubicBezTo>
                  <a:cubicBezTo>
                    <a:pt x="308" y="80"/>
                    <a:pt x="308" y="80"/>
                    <a:pt x="308" y="80"/>
                  </a:cubicBezTo>
                  <a:cubicBezTo>
                    <a:pt x="307" y="80"/>
                    <a:pt x="305" y="80"/>
                    <a:pt x="303" y="79"/>
                  </a:cubicBezTo>
                  <a:cubicBezTo>
                    <a:pt x="299" y="79"/>
                    <a:pt x="294" y="77"/>
                    <a:pt x="290" y="74"/>
                  </a:cubicBezTo>
                  <a:cubicBezTo>
                    <a:pt x="290" y="74"/>
                    <a:pt x="290" y="74"/>
                    <a:pt x="289" y="74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74"/>
                    <a:pt x="288" y="74"/>
                    <a:pt x="288" y="74"/>
                  </a:cubicBezTo>
                  <a:cubicBezTo>
                    <a:pt x="287" y="74"/>
                    <a:pt x="284" y="74"/>
                    <a:pt x="282" y="73"/>
                  </a:cubicBezTo>
                  <a:cubicBezTo>
                    <a:pt x="281" y="73"/>
                    <a:pt x="279" y="74"/>
                    <a:pt x="277" y="74"/>
                  </a:cubicBezTo>
                  <a:cubicBezTo>
                    <a:pt x="272" y="74"/>
                    <a:pt x="268" y="74"/>
                    <a:pt x="264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58" y="73"/>
                    <a:pt x="253" y="73"/>
                    <a:pt x="249" y="69"/>
                  </a:cubicBezTo>
                  <a:cubicBezTo>
                    <a:pt x="248" y="67"/>
                    <a:pt x="246" y="65"/>
                    <a:pt x="244" y="64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2" y="35"/>
                    <a:pt x="200" y="33"/>
                    <a:pt x="198" y="32"/>
                  </a:cubicBezTo>
                  <a:cubicBezTo>
                    <a:pt x="195" y="29"/>
                    <a:pt x="191" y="26"/>
                    <a:pt x="188" y="25"/>
                  </a:cubicBezTo>
                  <a:cubicBezTo>
                    <a:pt x="183" y="22"/>
                    <a:pt x="177" y="22"/>
                    <a:pt x="171" y="21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1" y="20"/>
                    <a:pt x="154" y="20"/>
                    <a:pt x="146" y="20"/>
                  </a:cubicBezTo>
                  <a:cubicBezTo>
                    <a:pt x="142" y="20"/>
                    <a:pt x="142" y="20"/>
                    <a:pt x="142" y="20"/>
                  </a:cubicBezTo>
                  <a:cubicBezTo>
                    <a:pt x="142" y="20"/>
                    <a:pt x="141" y="20"/>
                    <a:pt x="140" y="20"/>
                  </a:cubicBezTo>
                  <a:cubicBezTo>
                    <a:pt x="138" y="21"/>
                    <a:pt x="136" y="21"/>
                    <a:pt x="135" y="21"/>
                  </a:cubicBezTo>
                  <a:cubicBezTo>
                    <a:pt x="132" y="21"/>
                    <a:pt x="128" y="20"/>
                    <a:pt x="126" y="18"/>
                  </a:cubicBezTo>
                  <a:cubicBezTo>
                    <a:pt x="124" y="15"/>
                    <a:pt x="122" y="13"/>
                    <a:pt x="120" y="9"/>
                  </a:cubicBezTo>
                  <a:cubicBezTo>
                    <a:pt x="105" y="9"/>
                    <a:pt x="89" y="9"/>
                    <a:pt x="73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0"/>
                    <a:pt x="33" y="10"/>
                  </a:cubicBezTo>
                  <a:cubicBezTo>
                    <a:pt x="33" y="10"/>
                    <a:pt x="32" y="10"/>
                    <a:pt x="32" y="10"/>
                  </a:cubicBezTo>
                  <a:cubicBezTo>
                    <a:pt x="26" y="16"/>
                    <a:pt x="20" y="22"/>
                    <a:pt x="14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4" y="31"/>
                    <a:pt x="15" y="32"/>
                  </a:cubicBezTo>
                  <a:cubicBezTo>
                    <a:pt x="15" y="33"/>
                    <a:pt x="15" y="35"/>
                    <a:pt x="15" y="35"/>
                  </a:cubicBezTo>
                  <a:cubicBezTo>
                    <a:pt x="17" y="38"/>
                    <a:pt x="17" y="41"/>
                    <a:pt x="17" y="42"/>
                  </a:cubicBezTo>
                  <a:cubicBezTo>
                    <a:pt x="17" y="42"/>
                    <a:pt x="17" y="43"/>
                    <a:pt x="17" y="43"/>
                  </a:cubicBezTo>
                  <a:cubicBezTo>
                    <a:pt x="18" y="44"/>
                    <a:pt x="19" y="45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4" y="48"/>
                    <a:pt x="25" y="51"/>
                  </a:cubicBezTo>
                  <a:cubicBezTo>
                    <a:pt x="25" y="52"/>
                    <a:pt x="25" y="54"/>
                    <a:pt x="25" y="55"/>
                  </a:cubicBezTo>
                  <a:cubicBezTo>
                    <a:pt x="26" y="55"/>
                    <a:pt x="27" y="56"/>
                    <a:pt x="28" y="57"/>
                  </a:cubicBezTo>
                  <a:cubicBezTo>
                    <a:pt x="29" y="57"/>
                    <a:pt x="31" y="57"/>
                    <a:pt x="33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5" y="60"/>
                    <a:pt x="38" y="62"/>
                    <a:pt x="38" y="63"/>
                  </a:cubicBezTo>
                  <a:cubicBezTo>
                    <a:pt x="40" y="66"/>
                    <a:pt x="41" y="73"/>
                    <a:pt x="39" y="77"/>
                  </a:cubicBezTo>
                  <a:cubicBezTo>
                    <a:pt x="38" y="78"/>
                    <a:pt x="37" y="79"/>
                    <a:pt x="37" y="79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7" y="83"/>
                    <a:pt x="37" y="84"/>
                    <a:pt x="38" y="87"/>
                  </a:cubicBezTo>
                  <a:cubicBezTo>
                    <a:pt x="39" y="89"/>
                    <a:pt x="39" y="91"/>
                    <a:pt x="39" y="92"/>
                  </a:cubicBezTo>
                  <a:cubicBezTo>
                    <a:pt x="39" y="93"/>
                    <a:pt x="39" y="95"/>
                    <a:pt x="39" y="95"/>
                  </a:cubicBezTo>
                  <a:cubicBezTo>
                    <a:pt x="40" y="95"/>
                    <a:pt x="40" y="95"/>
                    <a:pt x="40" y="96"/>
                  </a:cubicBezTo>
                  <a:cubicBezTo>
                    <a:pt x="42" y="97"/>
                    <a:pt x="45" y="98"/>
                    <a:pt x="46" y="102"/>
                  </a:cubicBezTo>
                  <a:cubicBezTo>
                    <a:pt x="47" y="104"/>
                    <a:pt x="47" y="106"/>
                    <a:pt x="47" y="107"/>
                  </a:cubicBezTo>
                  <a:cubicBezTo>
                    <a:pt x="48" y="109"/>
                    <a:pt x="48" y="110"/>
                    <a:pt x="49" y="112"/>
                  </a:cubicBezTo>
                  <a:cubicBezTo>
                    <a:pt x="50" y="112"/>
                    <a:pt x="50" y="113"/>
                    <a:pt x="50" y="113"/>
                  </a:cubicBezTo>
                  <a:cubicBezTo>
                    <a:pt x="50" y="112"/>
                    <a:pt x="52" y="112"/>
                    <a:pt x="55" y="114"/>
                  </a:cubicBezTo>
                  <a:cubicBezTo>
                    <a:pt x="59" y="117"/>
                    <a:pt x="59" y="121"/>
                    <a:pt x="59" y="123"/>
                  </a:cubicBezTo>
                  <a:cubicBezTo>
                    <a:pt x="60" y="124"/>
                    <a:pt x="60" y="125"/>
                    <a:pt x="60" y="125"/>
                  </a:cubicBezTo>
                  <a:cubicBezTo>
                    <a:pt x="60" y="127"/>
                    <a:pt x="61" y="128"/>
                    <a:pt x="61" y="129"/>
                  </a:cubicBezTo>
                  <a:cubicBezTo>
                    <a:pt x="62" y="129"/>
                    <a:pt x="64" y="130"/>
                    <a:pt x="65" y="131"/>
                  </a:cubicBezTo>
                  <a:cubicBezTo>
                    <a:pt x="66" y="133"/>
                    <a:pt x="67" y="135"/>
                    <a:pt x="67" y="137"/>
                  </a:cubicBezTo>
                  <a:cubicBezTo>
                    <a:pt x="67" y="137"/>
                    <a:pt x="67" y="138"/>
                    <a:pt x="67" y="138"/>
                  </a:cubicBezTo>
                  <a:cubicBezTo>
                    <a:pt x="68" y="139"/>
                    <a:pt x="70" y="141"/>
                    <a:pt x="69" y="146"/>
                  </a:cubicBezTo>
                  <a:cubicBezTo>
                    <a:pt x="68" y="147"/>
                    <a:pt x="67" y="148"/>
                    <a:pt x="66" y="149"/>
                  </a:cubicBezTo>
                  <a:cubicBezTo>
                    <a:pt x="66" y="149"/>
                    <a:pt x="66" y="149"/>
                    <a:pt x="67" y="150"/>
                  </a:cubicBezTo>
                  <a:cubicBezTo>
                    <a:pt x="67" y="152"/>
                    <a:pt x="68" y="155"/>
                    <a:pt x="69" y="157"/>
                  </a:cubicBezTo>
                  <a:cubicBezTo>
                    <a:pt x="69" y="158"/>
                    <a:pt x="70" y="158"/>
                    <a:pt x="70" y="159"/>
                  </a:cubicBezTo>
                  <a:cubicBezTo>
                    <a:pt x="71" y="161"/>
                    <a:pt x="72" y="164"/>
                    <a:pt x="72" y="166"/>
                  </a:cubicBezTo>
                  <a:cubicBezTo>
                    <a:pt x="73" y="168"/>
                    <a:pt x="72" y="169"/>
                    <a:pt x="72" y="171"/>
                  </a:cubicBezTo>
                  <a:cubicBezTo>
                    <a:pt x="72" y="173"/>
                    <a:pt x="72" y="173"/>
                    <a:pt x="73" y="175"/>
                  </a:cubicBezTo>
                  <a:cubicBezTo>
                    <a:pt x="75" y="177"/>
                    <a:pt x="74" y="180"/>
                    <a:pt x="74" y="183"/>
                  </a:cubicBezTo>
                  <a:cubicBezTo>
                    <a:pt x="74" y="183"/>
                    <a:pt x="73" y="184"/>
                    <a:pt x="73" y="184"/>
                  </a:cubicBezTo>
                  <a:cubicBezTo>
                    <a:pt x="73" y="185"/>
                    <a:pt x="73" y="186"/>
                    <a:pt x="73" y="188"/>
                  </a:cubicBezTo>
                  <a:cubicBezTo>
                    <a:pt x="73" y="190"/>
                    <a:pt x="73" y="193"/>
                    <a:pt x="72" y="196"/>
                  </a:cubicBezTo>
                  <a:cubicBezTo>
                    <a:pt x="72" y="197"/>
                    <a:pt x="71" y="200"/>
                    <a:pt x="69" y="202"/>
                  </a:cubicBezTo>
                  <a:cubicBezTo>
                    <a:pt x="68" y="204"/>
                    <a:pt x="67" y="204"/>
                    <a:pt x="66" y="205"/>
                  </a:cubicBezTo>
                  <a:cubicBezTo>
                    <a:pt x="66" y="205"/>
                    <a:pt x="66" y="206"/>
                    <a:pt x="66" y="206"/>
                  </a:cubicBezTo>
                  <a:cubicBezTo>
                    <a:pt x="65" y="208"/>
                    <a:pt x="65" y="210"/>
                    <a:pt x="63" y="212"/>
                  </a:cubicBezTo>
                  <a:cubicBezTo>
                    <a:pt x="63" y="213"/>
                    <a:pt x="62" y="214"/>
                    <a:pt x="61" y="214"/>
                  </a:cubicBezTo>
                  <a:cubicBezTo>
                    <a:pt x="61" y="214"/>
                    <a:pt x="61" y="214"/>
                    <a:pt x="61" y="214"/>
                  </a:cubicBezTo>
                  <a:cubicBezTo>
                    <a:pt x="62" y="216"/>
                    <a:pt x="64" y="220"/>
                    <a:pt x="62" y="224"/>
                  </a:cubicBezTo>
                  <a:cubicBezTo>
                    <a:pt x="59" y="228"/>
                    <a:pt x="56" y="228"/>
                    <a:pt x="54" y="228"/>
                  </a:cubicBezTo>
                  <a:cubicBezTo>
                    <a:pt x="53" y="228"/>
                    <a:pt x="52" y="228"/>
                    <a:pt x="52" y="228"/>
                  </a:cubicBezTo>
                  <a:cubicBezTo>
                    <a:pt x="52" y="228"/>
                    <a:pt x="51" y="229"/>
                    <a:pt x="50" y="229"/>
                  </a:cubicBezTo>
                  <a:cubicBezTo>
                    <a:pt x="48" y="231"/>
                    <a:pt x="48" y="231"/>
                    <a:pt x="47" y="233"/>
                  </a:cubicBezTo>
                  <a:cubicBezTo>
                    <a:pt x="47" y="234"/>
                    <a:pt x="46" y="235"/>
                    <a:pt x="44" y="235"/>
                  </a:cubicBezTo>
                  <a:cubicBezTo>
                    <a:pt x="44" y="236"/>
                    <a:pt x="43" y="236"/>
                    <a:pt x="42" y="235"/>
                  </a:cubicBezTo>
                  <a:cubicBezTo>
                    <a:pt x="42" y="237"/>
                    <a:pt x="42" y="239"/>
                    <a:pt x="41" y="240"/>
                  </a:cubicBezTo>
                  <a:cubicBezTo>
                    <a:pt x="41" y="241"/>
                    <a:pt x="41" y="242"/>
                    <a:pt x="41" y="243"/>
                  </a:cubicBezTo>
                  <a:cubicBezTo>
                    <a:pt x="40" y="246"/>
                    <a:pt x="38" y="251"/>
                    <a:pt x="34" y="254"/>
                  </a:cubicBezTo>
                  <a:cubicBezTo>
                    <a:pt x="33" y="255"/>
                    <a:pt x="32" y="255"/>
                    <a:pt x="31" y="255"/>
                  </a:cubicBezTo>
                  <a:cubicBezTo>
                    <a:pt x="31" y="257"/>
                    <a:pt x="31" y="258"/>
                    <a:pt x="30" y="260"/>
                  </a:cubicBezTo>
                  <a:cubicBezTo>
                    <a:pt x="28" y="263"/>
                    <a:pt x="25" y="264"/>
                    <a:pt x="23" y="264"/>
                  </a:cubicBezTo>
                  <a:cubicBezTo>
                    <a:pt x="22" y="265"/>
                    <a:pt x="22" y="265"/>
                    <a:pt x="22" y="265"/>
                  </a:cubicBezTo>
                  <a:cubicBezTo>
                    <a:pt x="22" y="265"/>
                    <a:pt x="22" y="265"/>
                    <a:pt x="22" y="265"/>
                  </a:cubicBezTo>
                  <a:cubicBezTo>
                    <a:pt x="22" y="265"/>
                    <a:pt x="20" y="267"/>
                    <a:pt x="18" y="275"/>
                  </a:cubicBezTo>
                  <a:cubicBezTo>
                    <a:pt x="19" y="277"/>
                    <a:pt x="19" y="279"/>
                    <a:pt x="18" y="281"/>
                  </a:cubicBezTo>
                  <a:cubicBezTo>
                    <a:pt x="17" y="283"/>
                    <a:pt x="16" y="284"/>
                    <a:pt x="15" y="285"/>
                  </a:cubicBezTo>
                  <a:cubicBezTo>
                    <a:pt x="13" y="287"/>
                    <a:pt x="13" y="289"/>
                    <a:pt x="12" y="292"/>
                  </a:cubicBezTo>
                  <a:cubicBezTo>
                    <a:pt x="11" y="295"/>
                    <a:pt x="11" y="295"/>
                    <a:pt x="11" y="295"/>
                  </a:cubicBezTo>
                  <a:cubicBezTo>
                    <a:pt x="11" y="295"/>
                    <a:pt x="11" y="296"/>
                    <a:pt x="11" y="297"/>
                  </a:cubicBezTo>
                  <a:cubicBezTo>
                    <a:pt x="11" y="297"/>
                    <a:pt x="12" y="298"/>
                    <a:pt x="12" y="299"/>
                  </a:cubicBezTo>
                  <a:cubicBezTo>
                    <a:pt x="12" y="300"/>
                    <a:pt x="13" y="301"/>
                    <a:pt x="13" y="302"/>
                  </a:cubicBezTo>
                  <a:cubicBezTo>
                    <a:pt x="13" y="302"/>
                    <a:pt x="13" y="303"/>
                    <a:pt x="13" y="303"/>
                  </a:cubicBezTo>
                  <a:cubicBezTo>
                    <a:pt x="14" y="303"/>
                    <a:pt x="15" y="304"/>
                    <a:pt x="15" y="305"/>
                  </a:cubicBezTo>
                  <a:cubicBezTo>
                    <a:pt x="21" y="310"/>
                    <a:pt x="21" y="310"/>
                    <a:pt x="21" y="310"/>
                  </a:cubicBezTo>
                  <a:cubicBezTo>
                    <a:pt x="22" y="310"/>
                    <a:pt x="23" y="312"/>
                    <a:pt x="24" y="313"/>
                  </a:cubicBezTo>
                  <a:cubicBezTo>
                    <a:pt x="37" y="308"/>
                    <a:pt x="37" y="308"/>
                    <a:pt x="37" y="308"/>
                  </a:cubicBezTo>
                  <a:cubicBezTo>
                    <a:pt x="38" y="308"/>
                    <a:pt x="39" y="308"/>
                    <a:pt x="40" y="308"/>
                  </a:cubicBezTo>
                  <a:cubicBezTo>
                    <a:pt x="41" y="308"/>
                    <a:pt x="42" y="308"/>
                    <a:pt x="42" y="308"/>
                  </a:cubicBezTo>
                  <a:cubicBezTo>
                    <a:pt x="43" y="307"/>
                    <a:pt x="45" y="307"/>
                    <a:pt x="46" y="307"/>
                  </a:cubicBezTo>
                  <a:cubicBezTo>
                    <a:pt x="47" y="307"/>
                    <a:pt x="48" y="307"/>
                    <a:pt x="50" y="308"/>
                  </a:cubicBezTo>
                  <a:cubicBezTo>
                    <a:pt x="51" y="308"/>
                    <a:pt x="52" y="307"/>
                    <a:pt x="53" y="307"/>
                  </a:cubicBezTo>
                  <a:cubicBezTo>
                    <a:pt x="55" y="307"/>
                    <a:pt x="57" y="308"/>
                    <a:pt x="58" y="309"/>
                  </a:cubicBezTo>
                  <a:cubicBezTo>
                    <a:pt x="59" y="311"/>
                    <a:pt x="60" y="312"/>
                    <a:pt x="61" y="314"/>
                  </a:cubicBezTo>
                  <a:cubicBezTo>
                    <a:pt x="62" y="315"/>
                    <a:pt x="62" y="315"/>
                    <a:pt x="62" y="315"/>
                  </a:cubicBezTo>
                  <a:cubicBezTo>
                    <a:pt x="62" y="316"/>
                    <a:pt x="62" y="316"/>
                    <a:pt x="62" y="317"/>
                  </a:cubicBezTo>
                  <a:cubicBezTo>
                    <a:pt x="63" y="318"/>
                    <a:pt x="65" y="320"/>
                    <a:pt x="63" y="322"/>
                  </a:cubicBezTo>
                  <a:cubicBezTo>
                    <a:pt x="62" y="325"/>
                    <a:pt x="59" y="325"/>
                    <a:pt x="57" y="325"/>
                  </a:cubicBezTo>
                  <a:cubicBezTo>
                    <a:pt x="56" y="326"/>
                    <a:pt x="55" y="327"/>
                    <a:pt x="55" y="327"/>
                  </a:cubicBezTo>
                  <a:cubicBezTo>
                    <a:pt x="51" y="329"/>
                    <a:pt x="47" y="328"/>
                    <a:pt x="43" y="327"/>
                  </a:cubicBezTo>
                  <a:cubicBezTo>
                    <a:pt x="43" y="327"/>
                    <a:pt x="42" y="327"/>
                    <a:pt x="41" y="327"/>
                  </a:cubicBezTo>
                  <a:cubicBezTo>
                    <a:pt x="42" y="328"/>
                    <a:pt x="44" y="331"/>
                    <a:pt x="42" y="334"/>
                  </a:cubicBezTo>
                  <a:cubicBezTo>
                    <a:pt x="41" y="338"/>
                    <a:pt x="37" y="339"/>
                    <a:pt x="36" y="339"/>
                  </a:cubicBezTo>
                  <a:cubicBezTo>
                    <a:pt x="35" y="339"/>
                    <a:pt x="34" y="339"/>
                    <a:pt x="34" y="339"/>
                  </a:cubicBezTo>
                  <a:cubicBezTo>
                    <a:pt x="32" y="339"/>
                    <a:pt x="30" y="338"/>
                    <a:pt x="29" y="337"/>
                  </a:cubicBezTo>
                  <a:cubicBezTo>
                    <a:pt x="29" y="337"/>
                    <a:pt x="29" y="337"/>
                    <a:pt x="29" y="337"/>
                  </a:cubicBezTo>
                  <a:cubicBezTo>
                    <a:pt x="29" y="337"/>
                    <a:pt x="29" y="337"/>
                    <a:pt x="28" y="337"/>
                  </a:cubicBezTo>
                  <a:cubicBezTo>
                    <a:pt x="28" y="337"/>
                    <a:pt x="28" y="337"/>
                    <a:pt x="28" y="337"/>
                  </a:cubicBezTo>
                  <a:cubicBezTo>
                    <a:pt x="28" y="337"/>
                    <a:pt x="27" y="336"/>
                    <a:pt x="26" y="336"/>
                  </a:cubicBezTo>
                  <a:cubicBezTo>
                    <a:pt x="24" y="336"/>
                    <a:pt x="23" y="336"/>
                    <a:pt x="22" y="335"/>
                  </a:cubicBezTo>
                  <a:cubicBezTo>
                    <a:pt x="22" y="336"/>
                    <a:pt x="21" y="337"/>
                    <a:pt x="20" y="339"/>
                  </a:cubicBezTo>
                  <a:cubicBezTo>
                    <a:pt x="19" y="340"/>
                    <a:pt x="18" y="340"/>
                    <a:pt x="18" y="340"/>
                  </a:cubicBezTo>
                  <a:cubicBezTo>
                    <a:pt x="18" y="340"/>
                    <a:pt x="17" y="340"/>
                    <a:pt x="17" y="340"/>
                  </a:cubicBezTo>
                  <a:cubicBezTo>
                    <a:pt x="17" y="341"/>
                    <a:pt x="17" y="341"/>
                    <a:pt x="17" y="342"/>
                  </a:cubicBezTo>
                  <a:cubicBezTo>
                    <a:pt x="17" y="342"/>
                    <a:pt x="16" y="343"/>
                    <a:pt x="16" y="344"/>
                  </a:cubicBezTo>
                  <a:cubicBezTo>
                    <a:pt x="16" y="345"/>
                    <a:pt x="15" y="345"/>
                    <a:pt x="15" y="346"/>
                  </a:cubicBezTo>
                  <a:cubicBezTo>
                    <a:pt x="15" y="346"/>
                    <a:pt x="15" y="346"/>
                    <a:pt x="15" y="347"/>
                  </a:cubicBezTo>
                  <a:cubicBezTo>
                    <a:pt x="16" y="348"/>
                    <a:pt x="17" y="349"/>
                    <a:pt x="17" y="350"/>
                  </a:cubicBezTo>
                  <a:cubicBezTo>
                    <a:pt x="18" y="350"/>
                    <a:pt x="18" y="351"/>
                    <a:pt x="19" y="351"/>
                  </a:cubicBezTo>
                  <a:cubicBezTo>
                    <a:pt x="20" y="352"/>
                    <a:pt x="24" y="354"/>
                    <a:pt x="22" y="359"/>
                  </a:cubicBezTo>
                  <a:cubicBezTo>
                    <a:pt x="22" y="361"/>
                    <a:pt x="21" y="362"/>
                    <a:pt x="20" y="363"/>
                  </a:cubicBezTo>
                  <a:cubicBezTo>
                    <a:pt x="20" y="364"/>
                    <a:pt x="20" y="365"/>
                    <a:pt x="20" y="367"/>
                  </a:cubicBezTo>
                  <a:cubicBezTo>
                    <a:pt x="194" y="470"/>
                    <a:pt x="194" y="470"/>
                    <a:pt x="194" y="470"/>
                  </a:cubicBezTo>
                  <a:cubicBezTo>
                    <a:pt x="202" y="474"/>
                    <a:pt x="209" y="478"/>
                    <a:pt x="216" y="482"/>
                  </a:cubicBezTo>
                  <a:cubicBezTo>
                    <a:pt x="225" y="487"/>
                    <a:pt x="225" y="487"/>
                    <a:pt x="225" y="487"/>
                  </a:cubicBezTo>
                  <a:cubicBezTo>
                    <a:pt x="229" y="490"/>
                    <a:pt x="234" y="493"/>
                    <a:pt x="235" y="499"/>
                  </a:cubicBezTo>
                  <a:cubicBezTo>
                    <a:pt x="236" y="500"/>
                    <a:pt x="236" y="501"/>
                    <a:pt x="236" y="502"/>
                  </a:cubicBezTo>
                  <a:cubicBezTo>
                    <a:pt x="237" y="507"/>
                    <a:pt x="238" y="514"/>
                    <a:pt x="235" y="519"/>
                  </a:cubicBezTo>
                  <a:cubicBezTo>
                    <a:pt x="233" y="520"/>
                    <a:pt x="232" y="521"/>
                    <a:pt x="231" y="522"/>
                  </a:cubicBezTo>
                  <a:cubicBezTo>
                    <a:pt x="231" y="522"/>
                    <a:pt x="231" y="522"/>
                    <a:pt x="231" y="522"/>
                  </a:cubicBezTo>
                  <a:close/>
                  <a:moveTo>
                    <a:pt x="41" y="317"/>
                  </a:moveTo>
                  <a:cubicBezTo>
                    <a:pt x="42" y="317"/>
                    <a:pt x="44" y="318"/>
                    <a:pt x="45" y="318"/>
                  </a:cubicBezTo>
                  <a:cubicBezTo>
                    <a:pt x="45" y="318"/>
                    <a:pt x="45" y="318"/>
                    <a:pt x="45" y="318"/>
                  </a:cubicBezTo>
                  <a:cubicBezTo>
                    <a:pt x="45" y="318"/>
                    <a:pt x="45" y="317"/>
                    <a:pt x="44" y="317"/>
                  </a:cubicBezTo>
                  <a:cubicBezTo>
                    <a:pt x="44" y="317"/>
                    <a:pt x="44" y="317"/>
                    <a:pt x="44" y="317"/>
                  </a:cubicBezTo>
                  <a:cubicBezTo>
                    <a:pt x="43" y="317"/>
                    <a:pt x="42" y="317"/>
                    <a:pt x="41" y="31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3" name="Freeform 114">
              <a:extLst>
                <a:ext uri="{FF2B5EF4-FFF2-40B4-BE49-F238E27FC236}">
                  <a16:creationId xmlns:a16="http://schemas.microsoft.com/office/drawing/2014/main" id="{1B6557FB-8783-4203-BC36-C939DC6FA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5006" y="3016251"/>
              <a:ext cx="544513" cy="676275"/>
            </a:xfrm>
            <a:custGeom>
              <a:avLst/>
              <a:gdLst>
                <a:gd name="T0" fmla="*/ 30 w 482"/>
                <a:gd name="T1" fmla="*/ 1 h 598"/>
                <a:gd name="T2" fmla="*/ 5 w 482"/>
                <a:gd name="T3" fmla="*/ 30 h 598"/>
                <a:gd name="T4" fmla="*/ 9 w 482"/>
                <a:gd name="T5" fmla="*/ 44 h 598"/>
                <a:gd name="T6" fmla="*/ 15 w 482"/>
                <a:gd name="T7" fmla="*/ 51 h 598"/>
                <a:gd name="T8" fmla="*/ 13 w 482"/>
                <a:gd name="T9" fmla="*/ 55 h 598"/>
                <a:gd name="T10" fmla="*/ 21 w 482"/>
                <a:gd name="T11" fmla="*/ 58 h 598"/>
                <a:gd name="T12" fmla="*/ 30 w 482"/>
                <a:gd name="T13" fmla="*/ 71 h 598"/>
                <a:gd name="T14" fmla="*/ 29 w 482"/>
                <a:gd name="T15" fmla="*/ 85 h 598"/>
                <a:gd name="T16" fmla="*/ 40 w 482"/>
                <a:gd name="T17" fmla="*/ 110 h 598"/>
                <a:gd name="T18" fmla="*/ 54 w 482"/>
                <a:gd name="T19" fmla="*/ 130 h 598"/>
                <a:gd name="T20" fmla="*/ 59 w 482"/>
                <a:gd name="T21" fmla="*/ 140 h 598"/>
                <a:gd name="T22" fmla="*/ 60 w 482"/>
                <a:gd name="T23" fmla="*/ 155 h 598"/>
                <a:gd name="T24" fmla="*/ 64 w 482"/>
                <a:gd name="T25" fmla="*/ 180 h 598"/>
                <a:gd name="T26" fmla="*/ 58 w 482"/>
                <a:gd name="T27" fmla="*/ 197 h 598"/>
                <a:gd name="T28" fmla="*/ 53 w 482"/>
                <a:gd name="T29" fmla="*/ 217 h 598"/>
                <a:gd name="T30" fmla="*/ 31 w 482"/>
                <a:gd name="T31" fmla="*/ 238 h 598"/>
                <a:gd name="T32" fmla="*/ 21 w 482"/>
                <a:gd name="T33" fmla="*/ 253 h 598"/>
                <a:gd name="T34" fmla="*/ 9 w 482"/>
                <a:gd name="T35" fmla="*/ 275 h 598"/>
                <a:gd name="T36" fmla="*/ 1 w 482"/>
                <a:gd name="T37" fmla="*/ 293 h 598"/>
                <a:gd name="T38" fmla="*/ 7 w 482"/>
                <a:gd name="T39" fmla="*/ 304 h 598"/>
                <a:gd name="T40" fmla="*/ 18 w 482"/>
                <a:gd name="T41" fmla="*/ 314 h 598"/>
                <a:gd name="T42" fmla="*/ 42 w 482"/>
                <a:gd name="T43" fmla="*/ 308 h 598"/>
                <a:gd name="T44" fmla="*/ 53 w 482"/>
                <a:gd name="T45" fmla="*/ 314 h 598"/>
                <a:gd name="T46" fmla="*/ 47 w 482"/>
                <a:gd name="T47" fmla="*/ 319 h 598"/>
                <a:gd name="T48" fmla="*/ 27 w 482"/>
                <a:gd name="T49" fmla="*/ 326 h 598"/>
                <a:gd name="T50" fmla="*/ 13 w 482"/>
                <a:gd name="T51" fmla="*/ 328 h 598"/>
                <a:gd name="T52" fmla="*/ 7 w 482"/>
                <a:gd name="T53" fmla="*/ 337 h 598"/>
                <a:gd name="T54" fmla="*/ 9 w 482"/>
                <a:gd name="T55" fmla="*/ 349 h 598"/>
                <a:gd name="T56" fmla="*/ 10 w 482"/>
                <a:gd name="T57" fmla="*/ 362 h 598"/>
                <a:gd name="T58" fmla="*/ 187 w 482"/>
                <a:gd name="T59" fmla="*/ 470 h 598"/>
                <a:gd name="T60" fmla="*/ 226 w 482"/>
                <a:gd name="T61" fmla="*/ 512 h 598"/>
                <a:gd name="T62" fmla="*/ 224 w 482"/>
                <a:gd name="T63" fmla="*/ 522 h 598"/>
                <a:gd name="T64" fmla="*/ 275 w 482"/>
                <a:gd name="T65" fmla="*/ 564 h 598"/>
                <a:gd name="T66" fmla="*/ 323 w 482"/>
                <a:gd name="T67" fmla="*/ 593 h 598"/>
                <a:gd name="T68" fmla="*/ 339 w 482"/>
                <a:gd name="T69" fmla="*/ 576 h 598"/>
                <a:gd name="T70" fmla="*/ 357 w 482"/>
                <a:gd name="T71" fmla="*/ 538 h 598"/>
                <a:gd name="T72" fmla="*/ 353 w 482"/>
                <a:gd name="T73" fmla="*/ 527 h 598"/>
                <a:gd name="T74" fmla="*/ 368 w 482"/>
                <a:gd name="T75" fmla="*/ 511 h 598"/>
                <a:gd name="T76" fmla="*/ 380 w 482"/>
                <a:gd name="T77" fmla="*/ 488 h 598"/>
                <a:gd name="T78" fmla="*/ 383 w 482"/>
                <a:gd name="T79" fmla="*/ 466 h 598"/>
                <a:gd name="T80" fmla="*/ 405 w 482"/>
                <a:gd name="T81" fmla="*/ 461 h 598"/>
                <a:gd name="T82" fmla="*/ 418 w 482"/>
                <a:gd name="T83" fmla="*/ 441 h 598"/>
                <a:gd name="T84" fmla="*/ 422 w 482"/>
                <a:gd name="T85" fmla="*/ 438 h 598"/>
                <a:gd name="T86" fmla="*/ 459 w 482"/>
                <a:gd name="T87" fmla="*/ 407 h 598"/>
                <a:gd name="T88" fmla="*/ 440 w 482"/>
                <a:gd name="T89" fmla="*/ 369 h 598"/>
                <a:gd name="T90" fmla="*/ 428 w 482"/>
                <a:gd name="T91" fmla="*/ 297 h 598"/>
                <a:gd name="T92" fmla="*/ 427 w 482"/>
                <a:gd name="T93" fmla="*/ 129 h 598"/>
                <a:gd name="T94" fmla="*/ 482 w 482"/>
                <a:gd name="T95" fmla="*/ 42 h 598"/>
                <a:gd name="T96" fmla="*/ 471 w 482"/>
                <a:gd name="T97" fmla="*/ 41 h 598"/>
                <a:gd name="T98" fmla="*/ 455 w 482"/>
                <a:gd name="T99" fmla="*/ 43 h 598"/>
                <a:gd name="T100" fmla="*/ 429 w 482"/>
                <a:gd name="T101" fmla="*/ 36 h 598"/>
                <a:gd name="T102" fmla="*/ 413 w 482"/>
                <a:gd name="T103" fmla="*/ 22 h 598"/>
                <a:gd name="T104" fmla="*/ 371 w 482"/>
                <a:gd name="T105" fmla="*/ 43 h 598"/>
                <a:gd name="T106" fmla="*/ 339 w 482"/>
                <a:gd name="T107" fmla="*/ 77 h 598"/>
                <a:gd name="T108" fmla="*/ 326 w 482"/>
                <a:gd name="T109" fmla="*/ 72 h 598"/>
                <a:gd name="T110" fmla="*/ 299 w 482"/>
                <a:gd name="T111" fmla="*/ 71 h 598"/>
                <a:gd name="T112" fmla="*/ 272 w 482"/>
                <a:gd name="T113" fmla="*/ 66 h 598"/>
                <a:gd name="T114" fmla="*/ 242 w 482"/>
                <a:gd name="T115" fmla="*/ 56 h 598"/>
                <a:gd name="T116" fmla="*/ 162 w 482"/>
                <a:gd name="T117" fmla="*/ 12 h 598"/>
                <a:gd name="T118" fmla="*/ 119 w 482"/>
                <a:gd name="T119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2" h="598">
                  <a:moveTo>
                    <a:pt x="119" y="0"/>
                  </a:moveTo>
                  <a:cubicBezTo>
                    <a:pt x="96" y="1"/>
                    <a:pt x="72" y="1"/>
                    <a:pt x="49" y="1"/>
                  </a:cubicBezTo>
                  <a:cubicBezTo>
                    <a:pt x="43" y="1"/>
                    <a:pt x="37" y="1"/>
                    <a:pt x="30" y="1"/>
                  </a:cubicBezTo>
                  <a:cubicBezTo>
                    <a:pt x="28" y="1"/>
                    <a:pt x="25" y="1"/>
                    <a:pt x="24" y="2"/>
                  </a:cubicBezTo>
                  <a:cubicBezTo>
                    <a:pt x="17" y="10"/>
                    <a:pt x="9" y="18"/>
                    <a:pt x="1" y="26"/>
                  </a:cubicBezTo>
                  <a:cubicBezTo>
                    <a:pt x="4" y="28"/>
                    <a:pt x="4" y="28"/>
                    <a:pt x="5" y="30"/>
                  </a:cubicBezTo>
                  <a:cubicBezTo>
                    <a:pt x="6" y="32"/>
                    <a:pt x="5" y="32"/>
                    <a:pt x="6" y="34"/>
                  </a:cubicBezTo>
                  <a:cubicBezTo>
                    <a:pt x="8" y="36"/>
                    <a:pt x="6" y="39"/>
                    <a:pt x="7" y="41"/>
                  </a:cubicBezTo>
                  <a:cubicBezTo>
                    <a:pt x="8" y="42"/>
                    <a:pt x="9" y="43"/>
                    <a:pt x="9" y="44"/>
                  </a:cubicBezTo>
                  <a:cubicBezTo>
                    <a:pt x="10" y="45"/>
                    <a:pt x="8" y="47"/>
                    <a:pt x="8" y="47"/>
                  </a:cubicBezTo>
                  <a:cubicBezTo>
                    <a:pt x="9" y="50"/>
                    <a:pt x="11" y="47"/>
                    <a:pt x="14" y="48"/>
                  </a:cubicBezTo>
                  <a:cubicBezTo>
                    <a:pt x="16" y="48"/>
                    <a:pt x="15" y="49"/>
                    <a:pt x="15" y="51"/>
                  </a:cubicBezTo>
                  <a:cubicBezTo>
                    <a:pt x="14" y="51"/>
                    <a:pt x="13" y="50"/>
                    <a:pt x="12" y="51"/>
                  </a:cubicBezTo>
                  <a:cubicBezTo>
                    <a:pt x="12" y="51"/>
                    <a:pt x="12" y="52"/>
                    <a:pt x="12" y="52"/>
                  </a:cubicBezTo>
                  <a:cubicBezTo>
                    <a:pt x="13" y="51"/>
                    <a:pt x="14" y="55"/>
                    <a:pt x="13" y="55"/>
                  </a:cubicBezTo>
                  <a:cubicBezTo>
                    <a:pt x="14" y="55"/>
                    <a:pt x="15" y="54"/>
                    <a:pt x="16" y="54"/>
                  </a:cubicBezTo>
                  <a:cubicBezTo>
                    <a:pt x="18" y="55"/>
                    <a:pt x="19" y="56"/>
                    <a:pt x="20" y="57"/>
                  </a:cubicBezTo>
                  <a:cubicBezTo>
                    <a:pt x="21" y="60"/>
                    <a:pt x="20" y="58"/>
                    <a:pt x="21" y="58"/>
                  </a:cubicBezTo>
                  <a:cubicBezTo>
                    <a:pt x="23" y="58"/>
                    <a:pt x="23" y="57"/>
                    <a:pt x="25" y="58"/>
                  </a:cubicBezTo>
                  <a:cubicBezTo>
                    <a:pt x="25" y="58"/>
                    <a:pt x="29" y="61"/>
                    <a:pt x="29" y="61"/>
                  </a:cubicBezTo>
                  <a:cubicBezTo>
                    <a:pt x="30" y="63"/>
                    <a:pt x="31" y="68"/>
                    <a:pt x="30" y="71"/>
                  </a:cubicBezTo>
                  <a:cubicBezTo>
                    <a:pt x="29" y="71"/>
                    <a:pt x="28" y="72"/>
                    <a:pt x="27" y="73"/>
                  </a:cubicBezTo>
                  <a:cubicBezTo>
                    <a:pt x="27" y="74"/>
                    <a:pt x="27" y="75"/>
                    <a:pt x="27" y="77"/>
                  </a:cubicBezTo>
                  <a:cubicBezTo>
                    <a:pt x="27" y="80"/>
                    <a:pt x="28" y="82"/>
                    <a:pt x="29" y="85"/>
                  </a:cubicBezTo>
                  <a:cubicBezTo>
                    <a:pt x="30" y="88"/>
                    <a:pt x="29" y="92"/>
                    <a:pt x="31" y="94"/>
                  </a:cubicBezTo>
                  <a:cubicBezTo>
                    <a:pt x="33" y="97"/>
                    <a:pt x="35" y="95"/>
                    <a:pt x="37" y="100"/>
                  </a:cubicBezTo>
                  <a:cubicBezTo>
                    <a:pt x="38" y="104"/>
                    <a:pt x="38" y="107"/>
                    <a:pt x="40" y="110"/>
                  </a:cubicBezTo>
                  <a:cubicBezTo>
                    <a:pt x="43" y="114"/>
                    <a:pt x="44" y="112"/>
                    <a:pt x="47" y="114"/>
                  </a:cubicBezTo>
                  <a:cubicBezTo>
                    <a:pt x="50" y="116"/>
                    <a:pt x="50" y="119"/>
                    <a:pt x="50" y="122"/>
                  </a:cubicBezTo>
                  <a:cubicBezTo>
                    <a:pt x="51" y="124"/>
                    <a:pt x="52" y="129"/>
                    <a:pt x="54" y="130"/>
                  </a:cubicBezTo>
                  <a:cubicBezTo>
                    <a:pt x="55" y="132"/>
                    <a:pt x="55" y="129"/>
                    <a:pt x="57" y="130"/>
                  </a:cubicBezTo>
                  <a:cubicBezTo>
                    <a:pt x="57" y="131"/>
                    <a:pt x="57" y="134"/>
                    <a:pt x="58" y="135"/>
                  </a:cubicBezTo>
                  <a:cubicBezTo>
                    <a:pt x="58" y="137"/>
                    <a:pt x="60" y="137"/>
                    <a:pt x="59" y="140"/>
                  </a:cubicBezTo>
                  <a:cubicBezTo>
                    <a:pt x="59" y="141"/>
                    <a:pt x="56" y="141"/>
                    <a:pt x="56" y="143"/>
                  </a:cubicBezTo>
                  <a:cubicBezTo>
                    <a:pt x="56" y="144"/>
                    <a:pt x="57" y="146"/>
                    <a:pt x="57" y="147"/>
                  </a:cubicBezTo>
                  <a:cubicBezTo>
                    <a:pt x="58" y="150"/>
                    <a:pt x="59" y="152"/>
                    <a:pt x="60" y="155"/>
                  </a:cubicBezTo>
                  <a:cubicBezTo>
                    <a:pt x="61" y="157"/>
                    <a:pt x="63" y="160"/>
                    <a:pt x="63" y="163"/>
                  </a:cubicBezTo>
                  <a:cubicBezTo>
                    <a:pt x="63" y="167"/>
                    <a:pt x="61" y="169"/>
                    <a:pt x="64" y="173"/>
                  </a:cubicBezTo>
                  <a:cubicBezTo>
                    <a:pt x="65" y="174"/>
                    <a:pt x="64" y="179"/>
                    <a:pt x="64" y="180"/>
                  </a:cubicBezTo>
                  <a:cubicBezTo>
                    <a:pt x="63" y="183"/>
                    <a:pt x="64" y="187"/>
                    <a:pt x="63" y="191"/>
                  </a:cubicBezTo>
                  <a:cubicBezTo>
                    <a:pt x="63" y="192"/>
                    <a:pt x="62" y="194"/>
                    <a:pt x="61" y="195"/>
                  </a:cubicBezTo>
                  <a:cubicBezTo>
                    <a:pt x="60" y="196"/>
                    <a:pt x="59" y="196"/>
                    <a:pt x="58" y="197"/>
                  </a:cubicBezTo>
                  <a:cubicBezTo>
                    <a:pt x="56" y="199"/>
                    <a:pt x="57" y="203"/>
                    <a:pt x="55" y="205"/>
                  </a:cubicBezTo>
                  <a:cubicBezTo>
                    <a:pt x="54" y="206"/>
                    <a:pt x="52" y="206"/>
                    <a:pt x="51" y="207"/>
                  </a:cubicBezTo>
                  <a:cubicBezTo>
                    <a:pt x="49" y="210"/>
                    <a:pt x="55" y="215"/>
                    <a:pt x="53" y="217"/>
                  </a:cubicBezTo>
                  <a:cubicBezTo>
                    <a:pt x="51" y="220"/>
                    <a:pt x="47" y="218"/>
                    <a:pt x="45" y="220"/>
                  </a:cubicBezTo>
                  <a:cubicBezTo>
                    <a:pt x="41" y="223"/>
                    <a:pt x="39" y="223"/>
                    <a:pt x="38" y="227"/>
                  </a:cubicBezTo>
                  <a:cubicBezTo>
                    <a:pt x="32" y="223"/>
                    <a:pt x="32" y="235"/>
                    <a:pt x="31" y="238"/>
                  </a:cubicBezTo>
                  <a:cubicBezTo>
                    <a:pt x="30" y="240"/>
                    <a:pt x="29" y="244"/>
                    <a:pt x="26" y="246"/>
                  </a:cubicBezTo>
                  <a:cubicBezTo>
                    <a:pt x="25" y="247"/>
                    <a:pt x="23" y="247"/>
                    <a:pt x="22" y="248"/>
                  </a:cubicBezTo>
                  <a:cubicBezTo>
                    <a:pt x="21" y="249"/>
                    <a:pt x="22" y="252"/>
                    <a:pt x="21" y="253"/>
                  </a:cubicBezTo>
                  <a:cubicBezTo>
                    <a:pt x="19" y="257"/>
                    <a:pt x="16" y="255"/>
                    <a:pt x="14" y="258"/>
                  </a:cubicBezTo>
                  <a:cubicBezTo>
                    <a:pt x="11" y="260"/>
                    <a:pt x="9" y="267"/>
                    <a:pt x="9" y="270"/>
                  </a:cubicBezTo>
                  <a:cubicBezTo>
                    <a:pt x="9" y="272"/>
                    <a:pt x="10" y="273"/>
                    <a:pt x="9" y="275"/>
                  </a:cubicBezTo>
                  <a:cubicBezTo>
                    <a:pt x="9" y="276"/>
                    <a:pt x="7" y="277"/>
                    <a:pt x="6" y="278"/>
                  </a:cubicBezTo>
                  <a:cubicBezTo>
                    <a:pt x="3" y="282"/>
                    <a:pt x="3" y="285"/>
                    <a:pt x="2" y="290"/>
                  </a:cubicBezTo>
                  <a:cubicBezTo>
                    <a:pt x="2" y="291"/>
                    <a:pt x="0" y="291"/>
                    <a:pt x="1" y="293"/>
                  </a:cubicBezTo>
                  <a:cubicBezTo>
                    <a:pt x="1" y="294"/>
                    <a:pt x="2" y="296"/>
                    <a:pt x="3" y="297"/>
                  </a:cubicBezTo>
                  <a:cubicBezTo>
                    <a:pt x="4" y="299"/>
                    <a:pt x="3" y="300"/>
                    <a:pt x="5" y="301"/>
                  </a:cubicBezTo>
                  <a:cubicBezTo>
                    <a:pt x="5" y="302"/>
                    <a:pt x="6" y="303"/>
                    <a:pt x="7" y="304"/>
                  </a:cubicBezTo>
                  <a:cubicBezTo>
                    <a:pt x="13" y="310"/>
                    <a:pt x="13" y="310"/>
                    <a:pt x="13" y="310"/>
                  </a:cubicBezTo>
                  <a:cubicBezTo>
                    <a:pt x="14" y="310"/>
                    <a:pt x="15" y="311"/>
                    <a:pt x="16" y="312"/>
                  </a:cubicBezTo>
                  <a:cubicBezTo>
                    <a:pt x="16" y="313"/>
                    <a:pt x="18" y="313"/>
                    <a:pt x="18" y="314"/>
                  </a:cubicBezTo>
                  <a:cubicBezTo>
                    <a:pt x="33" y="309"/>
                    <a:pt x="33" y="309"/>
                    <a:pt x="33" y="309"/>
                  </a:cubicBezTo>
                  <a:cubicBezTo>
                    <a:pt x="35" y="309"/>
                    <a:pt x="37" y="309"/>
                    <a:pt x="39" y="308"/>
                  </a:cubicBezTo>
                  <a:cubicBezTo>
                    <a:pt x="40" y="307"/>
                    <a:pt x="41" y="308"/>
                    <a:pt x="42" y="308"/>
                  </a:cubicBezTo>
                  <a:cubicBezTo>
                    <a:pt x="43" y="307"/>
                    <a:pt x="42" y="311"/>
                    <a:pt x="44" y="311"/>
                  </a:cubicBezTo>
                  <a:cubicBezTo>
                    <a:pt x="43" y="313"/>
                    <a:pt x="48" y="306"/>
                    <a:pt x="49" y="308"/>
                  </a:cubicBezTo>
                  <a:cubicBezTo>
                    <a:pt x="51" y="310"/>
                    <a:pt x="51" y="311"/>
                    <a:pt x="53" y="314"/>
                  </a:cubicBezTo>
                  <a:cubicBezTo>
                    <a:pt x="54" y="316"/>
                    <a:pt x="56" y="317"/>
                    <a:pt x="52" y="317"/>
                  </a:cubicBezTo>
                  <a:cubicBezTo>
                    <a:pt x="50" y="317"/>
                    <a:pt x="50" y="315"/>
                    <a:pt x="48" y="316"/>
                  </a:cubicBezTo>
                  <a:cubicBezTo>
                    <a:pt x="48" y="317"/>
                    <a:pt x="49" y="318"/>
                    <a:pt x="47" y="319"/>
                  </a:cubicBezTo>
                  <a:cubicBezTo>
                    <a:pt x="43" y="322"/>
                    <a:pt x="36" y="315"/>
                    <a:pt x="31" y="319"/>
                  </a:cubicBezTo>
                  <a:cubicBezTo>
                    <a:pt x="27" y="323"/>
                    <a:pt x="38" y="328"/>
                    <a:pt x="30" y="330"/>
                  </a:cubicBezTo>
                  <a:cubicBezTo>
                    <a:pt x="25" y="331"/>
                    <a:pt x="30" y="328"/>
                    <a:pt x="27" y="326"/>
                  </a:cubicBezTo>
                  <a:cubicBezTo>
                    <a:pt x="24" y="325"/>
                    <a:pt x="24" y="331"/>
                    <a:pt x="22" y="326"/>
                  </a:cubicBezTo>
                  <a:cubicBezTo>
                    <a:pt x="21" y="330"/>
                    <a:pt x="19" y="325"/>
                    <a:pt x="17" y="325"/>
                  </a:cubicBezTo>
                  <a:cubicBezTo>
                    <a:pt x="15" y="324"/>
                    <a:pt x="14" y="325"/>
                    <a:pt x="13" y="328"/>
                  </a:cubicBezTo>
                  <a:cubicBezTo>
                    <a:pt x="12" y="330"/>
                    <a:pt x="13" y="330"/>
                    <a:pt x="11" y="332"/>
                  </a:cubicBezTo>
                  <a:cubicBezTo>
                    <a:pt x="11" y="332"/>
                    <a:pt x="9" y="332"/>
                    <a:pt x="9" y="332"/>
                  </a:cubicBezTo>
                  <a:cubicBezTo>
                    <a:pt x="6" y="334"/>
                    <a:pt x="8" y="334"/>
                    <a:pt x="7" y="337"/>
                  </a:cubicBezTo>
                  <a:cubicBezTo>
                    <a:pt x="7" y="337"/>
                    <a:pt x="6" y="339"/>
                    <a:pt x="6" y="340"/>
                  </a:cubicBezTo>
                  <a:cubicBezTo>
                    <a:pt x="6" y="341"/>
                    <a:pt x="5" y="343"/>
                    <a:pt x="5" y="344"/>
                  </a:cubicBezTo>
                  <a:cubicBezTo>
                    <a:pt x="6" y="345"/>
                    <a:pt x="8" y="348"/>
                    <a:pt x="9" y="349"/>
                  </a:cubicBezTo>
                  <a:cubicBezTo>
                    <a:pt x="12" y="352"/>
                    <a:pt x="14" y="351"/>
                    <a:pt x="13" y="354"/>
                  </a:cubicBezTo>
                  <a:cubicBezTo>
                    <a:pt x="13" y="355"/>
                    <a:pt x="11" y="356"/>
                    <a:pt x="11" y="357"/>
                  </a:cubicBezTo>
                  <a:cubicBezTo>
                    <a:pt x="10" y="358"/>
                    <a:pt x="11" y="360"/>
                    <a:pt x="10" y="362"/>
                  </a:cubicBezTo>
                  <a:cubicBezTo>
                    <a:pt x="8" y="359"/>
                    <a:pt x="7" y="361"/>
                    <a:pt x="5" y="362"/>
                  </a:cubicBezTo>
                  <a:cubicBezTo>
                    <a:pt x="7" y="362"/>
                    <a:pt x="10" y="362"/>
                    <a:pt x="7" y="363"/>
                  </a:cubicBezTo>
                  <a:cubicBezTo>
                    <a:pt x="67" y="399"/>
                    <a:pt x="127" y="434"/>
                    <a:pt x="187" y="470"/>
                  </a:cubicBezTo>
                  <a:cubicBezTo>
                    <a:pt x="197" y="476"/>
                    <a:pt x="207" y="482"/>
                    <a:pt x="218" y="487"/>
                  </a:cubicBezTo>
                  <a:cubicBezTo>
                    <a:pt x="221" y="490"/>
                    <a:pt x="225" y="492"/>
                    <a:pt x="226" y="496"/>
                  </a:cubicBezTo>
                  <a:cubicBezTo>
                    <a:pt x="226" y="501"/>
                    <a:pt x="229" y="508"/>
                    <a:pt x="226" y="512"/>
                  </a:cubicBezTo>
                  <a:cubicBezTo>
                    <a:pt x="224" y="514"/>
                    <a:pt x="221" y="514"/>
                    <a:pt x="221" y="518"/>
                  </a:cubicBezTo>
                  <a:cubicBezTo>
                    <a:pt x="220" y="519"/>
                    <a:pt x="222" y="519"/>
                    <a:pt x="221" y="521"/>
                  </a:cubicBezTo>
                  <a:cubicBezTo>
                    <a:pt x="221" y="523"/>
                    <a:pt x="223" y="522"/>
                    <a:pt x="224" y="522"/>
                  </a:cubicBezTo>
                  <a:cubicBezTo>
                    <a:pt x="227" y="523"/>
                    <a:pt x="228" y="523"/>
                    <a:pt x="230" y="526"/>
                  </a:cubicBezTo>
                  <a:cubicBezTo>
                    <a:pt x="232" y="530"/>
                    <a:pt x="232" y="532"/>
                    <a:pt x="236" y="535"/>
                  </a:cubicBezTo>
                  <a:cubicBezTo>
                    <a:pt x="249" y="544"/>
                    <a:pt x="262" y="554"/>
                    <a:pt x="275" y="564"/>
                  </a:cubicBezTo>
                  <a:cubicBezTo>
                    <a:pt x="283" y="571"/>
                    <a:pt x="291" y="577"/>
                    <a:pt x="300" y="583"/>
                  </a:cubicBezTo>
                  <a:cubicBezTo>
                    <a:pt x="303" y="586"/>
                    <a:pt x="314" y="598"/>
                    <a:pt x="318" y="596"/>
                  </a:cubicBezTo>
                  <a:cubicBezTo>
                    <a:pt x="321" y="595"/>
                    <a:pt x="320" y="593"/>
                    <a:pt x="323" y="593"/>
                  </a:cubicBezTo>
                  <a:cubicBezTo>
                    <a:pt x="332" y="591"/>
                    <a:pt x="332" y="591"/>
                    <a:pt x="332" y="591"/>
                  </a:cubicBezTo>
                  <a:cubicBezTo>
                    <a:pt x="334" y="589"/>
                    <a:pt x="334" y="586"/>
                    <a:pt x="335" y="584"/>
                  </a:cubicBezTo>
                  <a:cubicBezTo>
                    <a:pt x="337" y="581"/>
                    <a:pt x="338" y="580"/>
                    <a:pt x="339" y="576"/>
                  </a:cubicBezTo>
                  <a:cubicBezTo>
                    <a:pt x="340" y="574"/>
                    <a:pt x="343" y="567"/>
                    <a:pt x="344" y="563"/>
                  </a:cubicBezTo>
                  <a:cubicBezTo>
                    <a:pt x="344" y="563"/>
                    <a:pt x="346" y="549"/>
                    <a:pt x="354" y="547"/>
                  </a:cubicBezTo>
                  <a:cubicBezTo>
                    <a:pt x="357" y="546"/>
                    <a:pt x="356" y="541"/>
                    <a:pt x="357" y="538"/>
                  </a:cubicBezTo>
                  <a:cubicBezTo>
                    <a:pt x="358" y="535"/>
                    <a:pt x="359" y="532"/>
                    <a:pt x="357" y="530"/>
                  </a:cubicBezTo>
                  <a:cubicBezTo>
                    <a:pt x="356" y="530"/>
                    <a:pt x="355" y="530"/>
                    <a:pt x="354" y="529"/>
                  </a:cubicBezTo>
                  <a:cubicBezTo>
                    <a:pt x="353" y="528"/>
                    <a:pt x="352" y="528"/>
                    <a:pt x="353" y="527"/>
                  </a:cubicBezTo>
                  <a:cubicBezTo>
                    <a:pt x="358" y="531"/>
                    <a:pt x="359" y="528"/>
                    <a:pt x="361" y="523"/>
                  </a:cubicBezTo>
                  <a:cubicBezTo>
                    <a:pt x="361" y="521"/>
                    <a:pt x="365" y="510"/>
                    <a:pt x="365" y="510"/>
                  </a:cubicBezTo>
                  <a:cubicBezTo>
                    <a:pt x="364" y="514"/>
                    <a:pt x="366" y="513"/>
                    <a:pt x="368" y="511"/>
                  </a:cubicBezTo>
                  <a:cubicBezTo>
                    <a:pt x="371" y="509"/>
                    <a:pt x="374" y="508"/>
                    <a:pt x="374" y="505"/>
                  </a:cubicBezTo>
                  <a:cubicBezTo>
                    <a:pt x="375" y="502"/>
                    <a:pt x="375" y="499"/>
                    <a:pt x="376" y="495"/>
                  </a:cubicBezTo>
                  <a:cubicBezTo>
                    <a:pt x="377" y="493"/>
                    <a:pt x="379" y="491"/>
                    <a:pt x="380" y="488"/>
                  </a:cubicBezTo>
                  <a:cubicBezTo>
                    <a:pt x="375" y="491"/>
                    <a:pt x="377" y="480"/>
                    <a:pt x="378" y="479"/>
                  </a:cubicBezTo>
                  <a:cubicBezTo>
                    <a:pt x="378" y="477"/>
                    <a:pt x="377" y="475"/>
                    <a:pt x="378" y="473"/>
                  </a:cubicBezTo>
                  <a:cubicBezTo>
                    <a:pt x="379" y="471"/>
                    <a:pt x="381" y="468"/>
                    <a:pt x="383" y="466"/>
                  </a:cubicBezTo>
                  <a:cubicBezTo>
                    <a:pt x="385" y="465"/>
                    <a:pt x="387" y="463"/>
                    <a:pt x="389" y="462"/>
                  </a:cubicBezTo>
                  <a:cubicBezTo>
                    <a:pt x="392" y="461"/>
                    <a:pt x="395" y="460"/>
                    <a:pt x="397" y="460"/>
                  </a:cubicBezTo>
                  <a:cubicBezTo>
                    <a:pt x="400" y="460"/>
                    <a:pt x="403" y="462"/>
                    <a:pt x="405" y="461"/>
                  </a:cubicBezTo>
                  <a:cubicBezTo>
                    <a:pt x="407" y="460"/>
                    <a:pt x="409" y="457"/>
                    <a:pt x="411" y="455"/>
                  </a:cubicBezTo>
                  <a:cubicBezTo>
                    <a:pt x="413" y="453"/>
                    <a:pt x="419" y="451"/>
                    <a:pt x="415" y="448"/>
                  </a:cubicBezTo>
                  <a:cubicBezTo>
                    <a:pt x="413" y="445"/>
                    <a:pt x="415" y="443"/>
                    <a:pt x="418" y="441"/>
                  </a:cubicBezTo>
                  <a:cubicBezTo>
                    <a:pt x="422" y="439"/>
                    <a:pt x="421" y="442"/>
                    <a:pt x="424" y="444"/>
                  </a:cubicBezTo>
                  <a:cubicBezTo>
                    <a:pt x="420" y="447"/>
                    <a:pt x="427" y="445"/>
                    <a:pt x="426" y="442"/>
                  </a:cubicBezTo>
                  <a:cubicBezTo>
                    <a:pt x="426" y="439"/>
                    <a:pt x="423" y="440"/>
                    <a:pt x="422" y="438"/>
                  </a:cubicBezTo>
                  <a:cubicBezTo>
                    <a:pt x="422" y="436"/>
                    <a:pt x="421" y="432"/>
                    <a:pt x="422" y="431"/>
                  </a:cubicBezTo>
                  <a:cubicBezTo>
                    <a:pt x="431" y="417"/>
                    <a:pt x="452" y="417"/>
                    <a:pt x="452" y="417"/>
                  </a:cubicBezTo>
                  <a:cubicBezTo>
                    <a:pt x="455" y="414"/>
                    <a:pt x="456" y="410"/>
                    <a:pt x="459" y="407"/>
                  </a:cubicBezTo>
                  <a:cubicBezTo>
                    <a:pt x="461" y="405"/>
                    <a:pt x="462" y="403"/>
                    <a:pt x="462" y="400"/>
                  </a:cubicBezTo>
                  <a:cubicBezTo>
                    <a:pt x="461" y="395"/>
                    <a:pt x="454" y="388"/>
                    <a:pt x="451" y="384"/>
                  </a:cubicBezTo>
                  <a:cubicBezTo>
                    <a:pt x="447" y="379"/>
                    <a:pt x="443" y="374"/>
                    <a:pt x="440" y="369"/>
                  </a:cubicBezTo>
                  <a:cubicBezTo>
                    <a:pt x="438" y="366"/>
                    <a:pt x="436" y="363"/>
                    <a:pt x="433" y="360"/>
                  </a:cubicBezTo>
                  <a:cubicBezTo>
                    <a:pt x="430" y="355"/>
                    <a:pt x="428" y="353"/>
                    <a:pt x="428" y="347"/>
                  </a:cubicBezTo>
                  <a:cubicBezTo>
                    <a:pt x="428" y="330"/>
                    <a:pt x="428" y="314"/>
                    <a:pt x="428" y="297"/>
                  </a:cubicBezTo>
                  <a:cubicBezTo>
                    <a:pt x="427" y="267"/>
                    <a:pt x="428" y="236"/>
                    <a:pt x="427" y="205"/>
                  </a:cubicBezTo>
                  <a:cubicBezTo>
                    <a:pt x="427" y="186"/>
                    <a:pt x="427" y="167"/>
                    <a:pt x="427" y="148"/>
                  </a:cubicBezTo>
                  <a:cubicBezTo>
                    <a:pt x="427" y="142"/>
                    <a:pt x="427" y="136"/>
                    <a:pt x="427" y="129"/>
                  </a:cubicBezTo>
                  <a:cubicBezTo>
                    <a:pt x="427" y="123"/>
                    <a:pt x="426" y="116"/>
                    <a:pt x="431" y="111"/>
                  </a:cubicBezTo>
                  <a:cubicBezTo>
                    <a:pt x="439" y="103"/>
                    <a:pt x="447" y="95"/>
                    <a:pt x="453" y="85"/>
                  </a:cubicBezTo>
                  <a:cubicBezTo>
                    <a:pt x="463" y="71"/>
                    <a:pt x="472" y="56"/>
                    <a:pt x="482" y="42"/>
                  </a:cubicBezTo>
                  <a:cubicBezTo>
                    <a:pt x="481" y="42"/>
                    <a:pt x="480" y="43"/>
                    <a:pt x="480" y="43"/>
                  </a:cubicBezTo>
                  <a:cubicBezTo>
                    <a:pt x="477" y="43"/>
                    <a:pt x="478" y="44"/>
                    <a:pt x="475" y="42"/>
                  </a:cubicBezTo>
                  <a:cubicBezTo>
                    <a:pt x="474" y="42"/>
                    <a:pt x="472" y="41"/>
                    <a:pt x="471" y="41"/>
                  </a:cubicBezTo>
                  <a:cubicBezTo>
                    <a:pt x="469" y="41"/>
                    <a:pt x="469" y="42"/>
                    <a:pt x="467" y="42"/>
                  </a:cubicBezTo>
                  <a:cubicBezTo>
                    <a:pt x="466" y="42"/>
                    <a:pt x="464" y="42"/>
                    <a:pt x="463" y="42"/>
                  </a:cubicBezTo>
                  <a:cubicBezTo>
                    <a:pt x="460" y="42"/>
                    <a:pt x="458" y="43"/>
                    <a:pt x="455" y="43"/>
                  </a:cubicBezTo>
                  <a:cubicBezTo>
                    <a:pt x="453" y="44"/>
                    <a:pt x="449" y="44"/>
                    <a:pt x="446" y="44"/>
                  </a:cubicBezTo>
                  <a:cubicBezTo>
                    <a:pt x="444" y="44"/>
                    <a:pt x="439" y="45"/>
                    <a:pt x="437" y="44"/>
                  </a:cubicBezTo>
                  <a:cubicBezTo>
                    <a:pt x="433" y="43"/>
                    <a:pt x="431" y="38"/>
                    <a:pt x="429" y="36"/>
                  </a:cubicBezTo>
                  <a:cubicBezTo>
                    <a:pt x="426" y="33"/>
                    <a:pt x="423" y="33"/>
                    <a:pt x="421" y="30"/>
                  </a:cubicBezTo>
                  <a:cubicBezTo>
                    <a:pt x="420" y="29"/>
                    <a:pt x="420" y="27"/>
                    <a:pt x="418" y="26"/>
                  </a:cubicBezTo>
                  <a:cubicBezTo>
                    <a:pt x="417" y="24"/>
                    <a:pt x="414" y="24"/>
                    <a:pt x="413" y="22"/>
                  </a:cubicBezTo>
                  <a:cubicBezTo>
                    <a:pt x="412" y="23"/>
                    <a:pt x="411" y="24"/>
                    <a:pt x="410" y="24"/>
                  </a:cubicBezTo>
                  <a:cubicBezTo>
                    <a:pt x="403" y="27"/>
                    <a:pt x="396" y="31"/>
                    <a:pt x="389" y="34"/>
                  </a:cubicBezTo>
                  <a:cubicBezTo>
                    <a:pt x="382" y="37"/>
                    <a:pt x="376" y="39"/>
                    <a:pt x="371" y="43"/>
                  </a:cubicBezTo>
                  <a:cubicBezTo>
                    <a:pt x="363" y="48"/>
                    <a:pt x="358" y="53"/>
                    <a:pt x="353" y="60"/>
                  </a:cubicBezTo>
                  <a:cubicBezTo>
                    <a:pt x="351" y="63"/>
                    <a:pt x="348" y="65"/>
                    <a:pt x="345" y="68"/>
                  </a:cubicBezTo>
                  <a:cubicBezTo>
                    <a:pt x="343" y="70"/>
                    <a:pt x="342" y="75"/>
                    <a:pt x="339" y="77"/>
                  </a:cubicBezTo>
                  <a:cubicBezTo>
                    <a:pt x="336" y="80"/>
                    <a:pt x="337" y="76"/>
                    <a:pt x="336" y="76"/>
                  </a:cubicBezTo>
                  <a:cubicBezTo>
                    <a:pt x="334" y="75"/>
                    <a:pt x="331" y="75"/>
                    <a:pt x="328" y="75"/>
                  </a:cubicBezTo>
                  <a:cubicBezTo>
                    <a:pt x="328" y="74"/>
                    <a:pt x="326" y="72"/>
                    <a:pt x="326" y="72"/>
                  </a:cubicBezTo>
                  <a:cubicBezTo>
                    <a:pt x="325" y="72"/>
                    <a:pt x="324" y="74"/>
                    <a:pt x="323" y="74"/>
                  </a:cubicBezTo>
                  <a:cubicBezTo>
                    <a:pt x="320" y="74"/>
                    <a:pt x="317" y="73"/>
                    <a:pt x="314" y="72"/>
                  </a:cubicBezTo>
                  <a:cubicBezTo>
                    <a:pt x="309" y="70"/>
                    <a:pt x="304" y="72"/>
                    <a:pt x="299" y="71"/>
                  </a:cubicBezTo>
                  <a:cubicBezTo>
                    <a:pt x="295" y="70"/>
                    <a:pt x="291" y="68"/>
                    <a:pt x="288" y="66"/>
                  </a:cubicBezTo>
                  <a:cubicBezTo>
                    <a:pt x="285" y="65"/>
                    <a:pt x="281" y="66"/>
                    <a:pt x="279" y="64"/>
                  </a:cubicBezTo>
                  <a:cubicBezTo>
                    <a:pt x="276" y="62"/>
                    <a:pt x="275" y="65"/>
                    <a:pt x="272" y="66"/>
                  </a:cubicBezTo>
                  <a:cubicBezTo>
                    <a:pt x="267" y="66"/>
                    <a:pt x="263" y="65"/>
                    <a:pt x="259" y="65"/>
                  </a:cubicBezTo>
                  <a:cubicBezTo>
                    <a:pt x="255" y="65"/>
                    <a:pt x="251" y="65"/>
                    <a:pt x="248" y="62"/>
                  </a:cubicBezTo>
                  <a:cubicBezTo>
                    <a:pt x="246" y="59"/>
                    <a:pt x="244" y="58"/>
                    <a:pt x="242" y="56"/>
                  </a:cubicBezTo>
                  <a:cubicBezTo>
                    <a:pt x="228" y="47"/>
                    <a:pt x="215" y="38"/>
                    <a:pt x="202" y="29"/>
                  </a:cubicBezTo>
                  <a:cubicBezTo>
                    <a:pt x="196" y="25"/>
                    <a:pt x="191" y="19"/>
                    <a:pt x="185" y="17"/>
                  </a:cubicBezTo>
                  <a:cubicBezTo>
                    <a:pt x="178" y="13"/>
                    <a:pt x="170" y="13"/>
                    <a:pt x="162" y="12"/>
                  </a:cubicBezTo>
                  <a:cubicBezTo>
                    <a:pt x="154" y="12"/>
                    <a:pt x="145" y="11"/>
                    <a:pt x="137" y="11"/>
                  </a:cubicBezTo>
                  <a:cubicBezTo>
                    <a:pt x="134" y="12"/>
                    <a:pt x="127" y="13"/>
                    <a:pt x="125" y="11"/>
                  </a:cubicBezTo>
                  <a:cubicBezTo>
                    <a:pt x="122" y="8"/>
                    <a:pt x="119" y="5"/>
                    <a:pt x="119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4" name="Freeform 115">
              <a:extLst>
                <a:ext uri="{FF2B5EF4-FFF2-40B4-BE49-F238E27FC236}">
                  <a16:creationId xmlns:a16="http://schemas.microsoft.com/office/drawing/2014/main" id="{5E1867FA-8C33-4352-B7E5-AFEF699E9B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53100" y="2538413"/>
              <a:ext cx="317500" cy="477838"/>
            </a:xfrm>
            <a:custGeom>
              <a:avLst/>
              <a:gdLst>
                <a:gd name="T0" fmla="*/ 54 w 280"/>
                <a:gd name="T1" fmla="*/ 410 h 423"/>
                <a:gd name="T2" fmla="*/ 22 w 280"/>
                <a:gd name="T3" fmla="*/ 390 h 423"/>
                <a:gd name="T4" fmla="*/ 30 w 280"/>
                <a:gd name="T5" fmla="*/ 366 h 423"/>
                <a:gd name="T6" fmla="*/ 15 w 280"/>
                <a:gd name="T7" fmla="*/ 352 h 423"/>
                <a:gd name="T8" fmla="*/ 3 w 280"/>
                <a:gd name="T9" fmla="*/ 308 h 423"/>
                <a:gd name="T10" fmla="*/ 19 w 280"/>
                <a:gd name="T11" fmla="*/ 258 h 423"/>
                <a:gd name="T12" fmla="*/ 41 w 280"/>
                <a:gd name="T13" fmla="*/ 203 h 423"/>
                <a:gd name="T14" fmla="*/ 33 w 280"/>
                <a:gd name="T15" fmla="*/ 145 h 423"/>
                <a:gd name="T16" fmla="*/ 34 w 280"/>
                <a:gd name="T17" fmla="*/ 112 h 423"/>
                <a:gd name="T18" fmla="*/ 32 w 280"/>
                <a:gd name="T19" fmla="*/ 82 h 423"/>
                <a:gd name="T20" fmla="*/ 24 w 280"/>
                <a:gd name="T21" fmla="*/ 37 h 423"/>
                <a:gd name="T22" fmla="*/ 29 w 280"/>
                <a:gd name="T23" fmla="*/ 21 h 423"/>
                <a:gd name="T24" fmla="*/ 89 w 280"/>
                <a:gd name="T25" fmla="*/ 12 h 423"/>
                <a:gd name="T26" fmla="*/ 123 w 280"/>
                <a:gd name="T27" fmla="*/ 12 h 423"/>
                <a:gd name="T28" fmla="*/ 167 w 280"/>
                <a:gd name="T29" fmla="*/ 14 h 423"/>
                <a:gd name="T30" fmla="*/ 199 w 280"/>
                <a:gd name="T31" fmla="*/ 5 h 423"/>
                <a:gd name="T32" fmla="*/ 204 w 280"/>
                <a:gd name="T33" fmla="*/ 36 h 423"/>
                <a:gd name="T34" fmla="*/ 227 w 280"/>
                <a:gd name="T35" fmla="*/ 54 h 423"/>
                <a:gd name="T36" fmla="*/ 233 w 280"/>
                <a:gd name="T37" fmla="*/ 78 h 423"/>
                <a:gd name="T38" fmla="*/ 228 w 280"/>
                <a:gd name="T39" fmla="*/ 97 h 423"/>
                <a:gd name="T40" fmla="*/ 237 w 280"/>
                <a:gd name="T41" fmla="*/ 111 h 423"/>
                <a:gd name="T42" fmla="*/ 237 w 280"/>
                <a:gd name="T43" fmla="*/ 145 h 423"/>
                <a:gd name="T44" fmla="*/ 244 w 280"/>
                <a:gd name="T45" fmla="*/ 173 h 423"/>
                <a:gd name="T46" fmla="*/ 244 w 280"/>
                <a:gd name="T47" fmla="*/ 205 h 423"/>
                <a:gd name="T48" fmla="*/ 241 w 280"/>
                <a:gd name="T49" fmla="*/ 243 h 423"/>
                <a:gd name="T50" fmla="*/ 243 w 280"/>
                <a:gd name="T51" fmla="*/ 285 h 423"/>
                <a:gd name="T52" fmla="*/ 255 w 280"/>
                <a:gd name="T53" fmla="*/ 308 h 423"/>
                <a:gd name="T54" fmla="*/ 277 w 280"/>
                <a:gd name="T55" fmla="*/ 334 h 423"/>
                <a:gd name="T56" fmla="*/ 224 w 280"/>
                <a:gd name="T57" fmla="*/ 356 h 423"/>
                <a:gd name="T58" fmla="*/ 161 w 280"/>
                <a:gd name="T59" fmla="*/ 387 h 423"/>
                <a:gd name="T60" fmla="*/ 127 w 280"/>
                <a:gd name="T61" fmla="*/ 399 h 423"/>
                <a:gd name="T62" fmla="*/ 80 w 280"/>
                <a:gd name="T63" fmla="*/ 422 h 423"/>
                <a:gd name="T64" fmla="*/ 92 w 280"/>
                <a:gd name="T65" fmla="*/ 405 h 423"/>
                <a:gd name="T66" fmla="*/ 136 w 280"/>
                <a:gd name="T67" fmla="*/ 385 h 423"/>
                <a:gd name="T68" fmla="*/ 164 w 280"/>
                <a:gd name="T69" fmla="*/ 375 h 423"/>
                <a:gd name="T70" fmla="*/ 231 w 280"/>
                <a:gd name="T71" fmla="*/ 348 h 423"/>
                <a:gd name="T72" fmla="*/ 261 w 280"/>
                <a:gd name="T73" fmla="*/ 323 h 423"/>
                <a:gd name="T74" fmla="*/ 237 w 280"/>
                <a:gd name="T75" fmla="*/ 292 h 423"/>
                <a:gd name="T76" fmla="*/ 237 w 280"/>
                <a:gd name="T77" fmla="*/ 258 h 423"/>
                <a:gd name="T78" fmla="*/ 236 w 280"/>
                <a:gd name="T79" fmla="*/ 226 h 423"/>
                <a:gd name="T80" fmla="*/ 241 w 280"/>
                <a:gd name="T81" fmla="*/ 187 h 423"/>
                <a:gd name="T82" fmla="*/ 223 w 280"/>
                <a:gd name="T83" fmla="*/ 165 h 423"/>
                <a:gd name="T84" fmla="*/ 227 w 280"/>
                <a:gd name="T85" fmla="*/ 146 h 423"/>
                <a:gd name="T86" fmla="*/ 228 w 280"/>
                <a:gd name="T87" fmla="*/ 117 h 423"/>
                <a:gd name="T88" fmla="*/ 220 w 280"/>
                <a:gd name="T89" fmla="*/ 86 h 423"/>
                <a:gd name="T90" fmla="*/ 219 w 280"/>
                <a:gd name="T91" fmla="*/ 59 h 423"/>
                <a:gd name="T92" fmla="*/ 202 w 280"/>
                <a:gd name="T93" fmla="*/ 15 h 423"/>
                <a:gd name="T94" fmla="*/ 173 w 280"/>
                <a:gd name="T95" fmla="*/ 22 h 423"/>
                <a:gd name="T96" fmla="*/ 148 w 280"/>
                <a:gd name="T97" fmla="*/ 21 h 423"/>
                <a:gd name="T98" fmla="*/ 100 w 280"/>
                <a:gd name="T99" fmla="*/ 21 h 423"/>
                <a:gd name="T100" fmla="*/ 34 w 280"/>
                <a:gd name="T101" fmla="*/ 31 h 423"/>
                <a:gd name="T102" fmla="*/ 40 w 280"/>
                <a:gd name="T103" fmla="*/ 52 h 423"/>
                <a:gd name="T104" fmla="*/ 42 w 280"/>
                <a:gd name="T105" fmla="*/ 85 h 423"/>
                <a:gd name="T106" fmla="*/ 43 w 280"/>
                <a:gd name="T107" fmla="*/ 109 h 423"/>
                <a:gd name="T108" fmla="*/ 48 w 280"/>
                <a:gd name="T109" fmla="*/ 147 h 423"/>
                <a:gd name="T110" fmla="*/ 44 w 280"/>
                <a:gd name="T111" fmla="*/ 212 h 423"/>
                <a:gd name="T112" fmla="*/ 24 w 280"/>
                <a:gd name="T113" fmla="*/ 266 h 423"/>
                <a:gd name="T114" fmla="*/ 15 w 280"/>
                <a:gd name="T115" fmla="*/ 319 h 423"/>
                <a:gd name="T116" fmla="*/ 26 w 280"/>
                <a:gd name="T117" fmla="*/ 353 h 423"/>
                <a:gd name="T118" fmla="*/ 39 w 280"/>
                <a:gd name="T119" fmla="*/ 385 h 423"/>
                <a:gd name="T120" fmla="*/ 74 w 280"/>
                <a:gd name="T121" fmla="*/ 411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0" h="423">
                  <a:moveTo>
                    <a:pt x="76" y="423"/>
                  </a:moveTo>
                  <a:cubicBezTo>
                    <a:pt x="75" y="423"/>
                    <a:pt x="75" y="423"/>
                    <a:pt x="74" y="423"/>
                  </a:cubicBezTo>
                  <a:cubicBezTo>
                    <a:pt x="73" y="422"/>
                    <a:pt x="71" y="422"/>
                    <a:pt x="71" y="420"/>
                  </a:cubicBezTo>
                  <a:cubicBezTo>
                    <a:pt x="70" y="420"/>
                    <a:pt x="69" y="419"/>
                    <a:pt x="69" y="419"/>
                  </a:cubicBezTo>
                  <a:cubicBezTo>
                    <a:pt x="68" y="418"/>
                    <a:pt x="67" y="417"/>
                    <a:pt x="66" y="416"/>
                  </a:cubicBezTo>
                  <a:cubicBezTo>
                    <a:pt x="65" y="415"/>
                    <a:pt x="64" y="414"/>
                    <a:pt x="63" y="413"/>
                  </a:cubicBezTo>
                  <a:cubicBezTo>
                    <a:pt x="61" y="412"/>
                    <a:pt x="59" y="411"/>
                    <a:pt x="56" y="411"/>
                  </a:cubicBezTo>
                  <a:cubicBezTo>
                    <a:pt x="54" y="410"/>
                    <a:pt x="54" y="410"/>
                    <a:pt x="54" y="410"/>
                  </a:cubicBezTo>
                  <a:cubicBezTo>
                    <a:pt x="52" y="410"/>
                    <a:pt x="49" y="409"/>
                    <a:pt x="46" y="408"/>
                  </a:cubicBezTo>
                  <a:cubicBezTo>
                    <a:pt x="44" y="407"/>
                    <a:pt x="42" y="406"/>
                    <a:pt x="39" y="406"/>
                  </a:cubicBezTo>
                  <a:cubicBezTo>
                    <a:pt x="38" y="405"/>
                    <a:pt x="36" y="405"/>
                    <a:pt x="35" y="405"/>
                  </a:cubicBezTo>
                  <a:cubicBezTo>
                    <a:pt x="33" y="405"/>
                    <a:pt x="32" y="405"/>
                    <a:pt x="31" y="405"/>
                  </a:cubicBezTo>
                  <a:cubicBezTo>
                    <a:pt x="27" y="404"/>
                    <a:pt x="24" y="403"/>
                    <a:pt x="21" y="403"/>
                  </a:cubicBezTo>
                  <a:cubicBezTo>
                    <a:pt x="12" y="400"/>
                    <a:pt x="9" y="398"/>
                    <a:pt x="9" y="394"/>
                  </a:cubicBezTo>
                  <a:cubicBezTo>
                    <a:pt x="10" y="392"/>
                    <a:pt x="11" y="390"/>
                    <a:pt x="16" y="390"/>
                  </a:cubicBezTo>
                  <a:cubicBezTo>
                    <a:pt x="18" y="390"/>
                    <a:pt x="20" y="390"/>
                    <a:pt x="22" y="390"/>
                  </a:cubicBezTo>
                  <a:cubicBezTo>
                    <a:pt x="23" y="391"/>
                    <a:pt x="24" y="391"/>
                    <a:pt x="25" y="390"/>
                  </a:cubicBezTo>
                  <a:cubicBezTo>
                    <a:pt x="27" y="389"/>
                    <a:pt x="29" y="389"/>
                    <a:pt x="31" y="389"/>
                  </a:cubicBezTo>
                  <a:cubicBezTo>
                    <a:pt x="31" y="389"/>
                    <a:pt x="31" y="389"/>
                    <a:pt x="31" y="389"/>
                  </a:cubicBezTo>
                  <a:cubicBezTo>
                    <a:pt x="29" y="385"/>
                    <a:pt x="28" y="380"/>
                    <a:pt x="31" y="376"/>
                  </a:cubicBezTo>
                  <a:cubicBezTo>
                    <a:pt x="31" y="376"/>
                    <a:pt x="31" y="375"/>
                    <a:pt x="32" y="375"/>
                  </a:cubicBezTo>
                  <a:cubicBezTo>
                    <a:pt x="32" y="374"/>
                    <a:pt x="31" y="372"/>
                    <a:pt x="31" y="370"/>
                  </a:cubicBezTo>
                  <a:cubicBezTo>
                    <a:pt x="31" y="369"/>
                    <a:pt x="31" y="367"/>
                    <a:pt x="31" y="366"/>
                  </a:cubicBezTo>
                  <a:cubicBezTo>
                    <a:pt x="31" y="366"/>
                    <a:pt x="30" y="366"/>
                    <a:pt x="30" y="366"/>
                  </a:cubicBezTo>
                  <a:cubicBezTo>
                    <a:pt x="30" y="365"/>
                    <a:pt x="30" y="365"/>
                    <a:pt x="30" y="365"/>
                  </a:cubicBezTo>
                  <a:cubicBezTo>
                    <a:pt x="29" y="366"/>
                    <a:pt x="28" y="366"/>
                    <a:pt x="27" y="366"/>
                  </a:cubicBezTo>
                  <a:cubicBezTo>
                    <a:pt x="26" y="366"/>
                    <a:pt x="26" y="366"/>
                    <a:pt x="26" y="366"/>
                  </a:cubicBezTo>
                  <a:cubicBezTo>
                    <a:pt x="25" y="366"/>
                    <a:pt x="22" y="366"/>
                    <a:pt x="20" y="364"/>
                  </a:cubicBezTo>
                  <a:cubicBezTo>
                    <a:pt x="19" y="363"/>
                    <a:pt x="18" y="361"/>
                    <a:pt x="18" y="360"/>
                  </a:cubicBezTo>
                  <a:cubicBezTo>
                    <a:pt x="18" y="360"/>
                    <a:pt x="18" y="360"/>
                    <a:pt x="18" y="360"/>
                  </a:cubicBezTo>
                  <a:cubicBezTo>
                    <a:pt x="17" y="359"/>
                    <a:pt x="15" y="357"/>
                    <a:pt x="15" y="356"/>
                  </a:cubicBezTo>
                  <a:cubicBezTo>
                    <a:pt x="15" y="354"/>
                    <a:pt x="15" y="353"/>
                    <a:pt x="15" y="352"/>
                  </a:cubicBezTo>
                  <a:cubicBezTo>
                    <a:pt x="15" y="350"/>
                    <a:pt x="15" y="350"/>
                    <a:pt x="15" y="350"/>
                  </a:cubicBezTo>
                  <a:cubicBezTo>
                    <a:pt x="15" y="349"/>
                    <a:pt x="15" y="347"/>
                    <a:pt x="15" y="346"/>
                  </a:cubicBezTo>
                  <a:cubicBezTo>
                    <a:pt x="15" y="345"/>
                    <a:pt x="14" y="344"/>
                    <a:pt x="14" y="343"/>
                  </a:cubicBezTo>
                  <a:cubicBezTo>
                    <a:pt x="13" y="341"/>
                    <a:pt x="12" y="338"/>
                    <a:pt x="11" y="335"/>
                  </a:cubicBezTo>
                  <a:cubicBezTo>
                    <a:pt x="11" y="333"/>
                    <a:pt x="11" y="332"/>
                    <a:pt x="10" y="330"/>
                  </a:cubicBezTo>
                  <a:cubicBezTo>
                    <a:pt x="10" y="329"/>
                    <a:pt x="9" y="328"/>
                    <a:pt x="8" y="326"/>
                  </a:cubicBezTo>
                  <a:cubicBezTo>
                    <a:pt x="7" y="325"/>
                    <a:pt x="7" y="324"/>
                    <a:pt x="6" y="322"/>
                  </a:cubicBezTo>
                  <a:cubicBezTo>
                    <a:pt x="4" y="318"/>
                    <a:pt x="4" y="313"/>
                    <a:pt x="3" y="308"/>
                  </a:cubicBezTo>
                  <a:cubicBezTo>
                    <a:pt x="3" y="306"/>
                    <a:pt x="2" y="304"/>
                    <a:pt x="2" y="302"/>
                  </a:cubicBezTo>
                  <a:cubicBezTo>
                    <a:pt x="1" y="298"/>
                    <a:pt x="1" y="296"/>
                    <a:pt x="4" y="292"/>
                  </a:cubicBezTo>
                  <a:cubicBezTo>
                    <a:pt x="4" y="291"/>
                    <a:pt x="4" y="291"/>
                    <a:pt x="4" y="291"/>
                  </a:cubicBezTo>
                  <a:cubicBezTo>
                    <a:pt x="0" y="286"/>
                    <a:pt x="4" y="279"/>
                    <a:pt x="10" y="270"/>
                  </a:cubicBezTo>
                  <a:cubicBezTo>
                    <a:pt x="10" y="269"/>
                    <a:pt x="11" y="268"/>
                    <a:pt x="11" y="268"/>
                  </a:cubicBezTo>
                  <a:cubicBezTo>
                    <a:pt x="12" y="265"/>
                    <a:pt x="14" y="264"/>
                    <a:pt x="15" y="264"/>
                  </a:cubicBezTo>
                  <a:cubicBezTo>
                    <a:pt x="16" y="262"/>
                    <a:pt x="17" y="261"/>
                    <a:pt x="18" y="260"/>
                  </a:cubicBezTo>
                  <a:cubicBezTo>
                    <a:pt x="18" y="259"/>
                    <a:pt x="18" y="258"/>
                    <a:pt x="19" y="258"/>
                  </a:cubicBezTo>
                  <a:cubicBezTo>
                    <a:pt x="19" y="246"/>
                    <a:pt x="20" y="237"/>
                    <a:pt x="23" y="230"/>
                  </a:cubicBezTo>
                  <a:cubicBezTo>
                    <a:pt x="24" y="227"/>
                    <a:pt x="25" y="225"/>
                    <a:pt x="27" y="223"/>
                  </a:cubicBezTo>
                  <a:cubicBezTo>
                    <a:pt x="28" y="220"/>
                    <a:pt x="29" y="218"/>
                    <a:pt x="30" y="216"/>
                  </a:cubicBezTo>
                  <a:cubicBezTo>
                    <a:pt x="34" y="209"/>
                    <a:pt x="34" y="209"/>
                    <a:pt x="34" y="209"/>
                  </a:cubicBezTo>
                  <a:cubicBezTo>
                    <a:pt x="34" y="208"/>
                    <a:pt x="35" y="208"/>
                    <a:pt x="35" y="208"/>
                  </a:cubicBezTo>
                  <a:cubicBezTo>
                    <a:pt x="35" y="208"/>
                    <a:pt x="35" y="207"/>
                    <a:pt x="36" y="207"/>
                  </a:cubicBezTo>
                  <a:cubicBezTo>
                    <a:pt x="36" y="206"/>
                    <a:pt x="37" y="205"/>
                    <a:pt x="38" y="204"/>
                  </a:cubicBezTo>
                  <a:cubicBezTo>
                    <a:pt x="39" y="203"/>
                    <a:pt x="40" y="203"/>
                    <a:pt x="41" y="203"/>
                  </a:cubicBezTo>
                  <a:cubicBezTo>
                    <a:pt x="41" y="202"/>
                    <a:pt x="41" y="200"/>
                    <a:pt x="41" y="199"/>
                  </a:cubicBezTo>
                  <a:cubicBezTo>
                    <a:pt x="43" y="195"/>
                    <a:pt x="46" y="193"/>
                    <a:pt x="47" y="193"/>
                  </a:cubicBezTo>
                  <a:cubicBezTo>
                    <a:pt x="47" y="190"/>
                    <a:pt x="47" y="189"/>
                    <a:pt x="47" y="187"/>
                  </a:cubicBezTo>
                  <a:cubicBezTo>
                    <a:pt x="46" y="185"/>
                    <a:pt x="46" y="184"/>
                    <a:pt x="46" y="183"/>
                  </a:cubicBezTo>
                  <a:cubicBezTo>
                    <a:pt x="40" y="150"/>
                    <a:pt x="40" y="150"/>
                    <a:pt x="40" y="150"/>
                  </a:cubicBezTo>
                  <a:cubicBezTo>
                    <a:pt x="40" y="150"/>
                    <a:pt x="39" y="149"/>
                    <a:pt x="39" y="149"/>
                  </a:cubicBezTo>
                  <a:cubicBezTo>
                    <a:pt x="39" y="148"/>
                    <a:pt x="39" y="147"/>
                    <a:pt x="39" y="146"/>
                  </a:cubicBezTo>
                  <a:cubicBezTo>
                    <a:pt x="37" y="147"/>
                    <a:pt x="35" y="147"/>
                    <a:pt x="33" y="145"/>
                  </a:cubicBezTo>
                  <a:cubicBezTo>
                    <a:pt x="32" y="143"/>
                    <a:pt x="32" y="140"/>
                    <a:pt x="32" y="138"/>
                  </a:cubicBezTo>
                  <a:cubicBezTo>
                    <a:pt x="32" y="135"/>
                    <a:pt x="33" y="132"/>
                    <a:pt x="36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8"/>
                    <a:pt x="36" y="128"/>
                    <a:pt x="36" y="127"/>
                  </a:cubicBezTo>
                  <a:cubicBezTo>
                    <a:pt x="35" y="124"/>
                    <a:pt x="36" y="122"/>
                    <a:pt x="36" y="120"/>
                  </a:cubicBezTo>
                  <a:cubicBezTo>
                    <a:pt x="37" y="119"/>
                    <a:pt x="37" y="119"/>
                    <a:pt x="37" y="118"/>
                  </a:cubicBezTo>
                  <a:cubicBezTo>
                    <a:pt x="37" y="116"/>
                    <a:pt x="37" y="116"/>
                    <a:pt x="36" y="114"/>
                  </a:cubicBezTo>
                  <a:cubicBezTo>
                    <a:pt x="35" y="114"/>
                    <a:pt x="35" y="113"/>
                    <a:pt x="34" y="112"/>
                  </a:cubicBezTo>
                  <a:cubicBezTo>
                    <a:pt x="31" y="109"/>
                    <a:pt x="32" y="106"/>
                    <a:pt x="32" y="104"/>
                  </a:cubicBezTo>
                  <a:cubicBezTo>
                    <a:pt x="32" y="103"/>
                    <a:pt x="32" y="103"/>
                    <a:pt x="32" y="102"/>
                  </a:cubicBezTo>
                  <a:cubicBezTo>
                    <a:pt x="31" y="100"/>
                    <a:pt x="30" y="98"/>
                    <a:pt x="31" y="95"/>
                  </a:cubicBezTo>
                  <a:cubicBezTo>
                    <a:pt x="32" y="93"/>
                    <a:pt x="33" y="92"/>
                    <a:pt x="33" y="91"/>
                  </a:cubicBezTo>
                  <a:cubicBezTo>
                    <a:pt x="33" y="91"/>
                    <a:pt x="33" y="91"/>
                    <a:pt x="33" y="91"/>
                  </a:cubicBezTo>
                  <a:cubicBezTo>
                    <a:pt x="33" y="91"/>
                    <a:pt x="33" y="90"/>
                    <a:pt x="33" y="89"/>
                  </a:cubicBezTo>
                  <a:cubicBezTo>
                    <a:pt x="33" y="87"/>
                    <a:pt x="32" y="86"/>
                    <a:pt x="33" y="84"/>
                  </a:cubicBezTo>
                  <a:cubicBezTo>
                    <a:pt x="33" y="84"/>
                    <a:pt x="32" y="83"/>
                    <a:pt x="32" y="82"/>
                  </a:cubicBezTo>
                  <a:cubicBezTo>
                    <a:pt x="32" y="81"/>
                    <a:pt x="31" y="80"/>
                    <a:pt x="31" y="79"/>
                  </a:cubicBezTo>
                  <a:cubicBezTo>
                    <a:pt x="30" y="77"/>
                    <a:pt x="30" y="75"/>
                    <a:pt x="31" y="74"/>
                  </a:cubicBezTo>
                  <a:cubicBezTo>
                    <a:pt x="31" y="73"/>
                    <a:pt x="31" y="72"/>
                    <a:pt x="30" y="71"/>
                  </a:cubicBezTo>
                  <a:cubicBezTo>
                    <a:pt x="30" y="69"/>
                    <a:pt x="30" y="67"/>
                    <a:pt x="31" y="65"/>
                  </a:cubicBezTo>
                  <a:cubicBezTo>
                    <a:pt x="30" y="64"/>
                    <a:pt x="28" y="62"/>
                    <a:pt x="28" y="59"/>
                  </a:cubicBezTo>
                  <a:cubicBezTo>
                    <a:pt x="28" y="58"/>
                    <a:pt x="28" y="56"/>
                    <a:pt x="29" y="55"/>
                  </a:cubicBezTo>
                  <a:cubicBezTo>
                    <a:pt x="28" y="55"/>
                    <a:pt x="28" y="54"/>
                    <a:pt x="27" y="53"/>
                  </a:cubicBezTo>
                  <a:cubicBezTo>
                    <a:pt x="24" y="49"/>
                    <a:pt x="23" y="42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3" y="36"/>
                    <a:pt x="23" y="33"/>
                    <a:pt x="24" y="32"/>
                  </a:cubicBezTo>
                  <a:cubicBezTo>
                    <a:pt x="24" y="32"/>
                    <a:pt x="24" y="31"/>
                    <a:pt x="25" y="31"/>
                  </a:cubicBezTo>
                  <a:cubicBezTo>
                    <a:pt x="25" y="31"/>
                    <a:pt x="25" y="30"/>
                    <a:pt x="25" y="30"/>
                  </a:cubicBezTo>
                  <a:cubicBezTo>
                    <a:pt x="25" y="30"/>
                    <a:pt x="25" y="29"/>
                    <a:pt x="25" y="29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6"/>
                    <a:pt x="27" y="24"/>
                    <a:pt x="28" y="22"/>
                  </a:cubicBezTo>
                  <a:cubicBezTo>
                    <a:pt x="28" y="22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18"/>
                    <a:pt x="28" y="16"/>
                    <a:pt x="30" y="13"/>
                  </a:cubicBezTo>
                  <a:cubicBezTo>
                    <a:pt x="31" y="12"/>
                    <a:pt x="32" y="11"/>
                    <a:pt x="34" y="11"/>
                  </a:cubicBezTo>
                  <a:cubicBezTo>
                    <a:pt x="35" y="11"/>
                    <a:pt x="36" y="12"/>
                    <a:pt x="38" y="12"/>
                  </a:cubicBezTo>
                  <a:cubicBezTo>
                    <a:pt x="39" y="12"/>
                    <a:pt x="39" y="12"/>
                    <a:pt x="40" y="12"/>
                  </a:cubicBezTo>
                  <a:cubicBezTo>
                    <a:pt x="46" y="12"/>
                    <a:pt x="54" y="11"/>
                    <a:pt x="62" y="11"/>
                  </a:cubicBezTo>
                  <a:cubicBezTo>
                    <a:pt x="67" y="11"/>
                    <a:pt x="71" y="11"/>
                    <a:pt x="76" y="11"/>
                  </a:cubicBezTo>
                  <a:cubicBezTo>
                    <a:pt x="80" y="12"/>
                    <a:pt x="85" y="12"/>
                    <a:pt x="8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5" y="12"/>
                    <a:pt x="105" y="12"/>
                    <a:pt x="105" y="12"/>
                  </a:cubicBezTo>
                  <a:cubicBezTo>
                    <a:pt x="106" y="12"/>
                    <a:pt x="106" y="11"/>
                    <a:pt x="107" y="11"/>
                  </a:cubicBezTo>
                  <a:cubicBezTo>
                    <a:pt x="109" y="11"/>
                    <a:pt x="110" y="10"/>
                    <a:pt x="111" y="1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5" y="10"/>
                    <a:pt x="117" y="10"/>
                    <a:pt x="118" y="10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21" y="10"/>
                    <a:pt x="122" y="11"/>
                    <a:pt x="123" y="12"/>
                  </a:cubicBezTo>
                  <a:cubicBezTo>
                    <a:pt x="125" y="12"/>
                    <a:pt x="132" y="12"/>
                    <a:pt x="136" y="12"/>
                  </a:cubicBezTo>
                  <a:cubicBezTo>
                    <a:pt x="141" y="11"/>
                    <a:pt x="146" y="11"/>
                    <a:pt x="151" y="12"/>
                  </a:cubicBezTo>
                  <a:cubicBezTo>
                    <a:pt x="151" y="12"/>
                    <a:pt x="152" y="12"/>
                    <a:pt x="152" y="12"/>
                  </a:cubicBezTo>
                  <a:cubicBezTo>
                    <a:pt x="153" y="12"/>
                    <a:pt x="154" y="12"/>
                    <a:pt x="155" y="11"/>
                  </a:cubicBezTo>
                  <a:cubicBezTo>
                    <a:pt x="155" y="11"/>
                    <a:pt x="156" y="11"/>
                    <a:pt x="156" y="11"/>
                  </a:cubicBezTo>
                  <a:cubicBezTo>
                    <a:pt x="157" y="11"/>
                    <a:pt x="159" y="11"/>
                    <a:pt x="160" y="12"/>
                  </a:cubicBezTo>
                  <a:cubicBezTo>
                    <a:pt x="161" y="12"/>
                    <a:pt x="161" y="12"/>
                    <a:pt x="162" y="12"/>
                  </a:cubicBezTo>
                  <a:cubicBezTo>
                    <a:pt x="164" y="12"/>
                    <a:pt x="166" y="12"/>
                    <a:pt x="167" y="14"/>
                  </a:cubicBezTo>
                  <a:cubicBezTo>
                    <a:pt x="169" y="13"/>
                    <a:pt x="170" y="13"/>
                    <a:pt x="171" y="13"/>
                  </a:cubicBezTo>
                  <a:cubicBezTo>
                    <a:pt x="172" y="12"/>
                    <a:pt x="172" y="12"/>
                    <a:pt x="172" y="12"/>
                  </a:cubicBezTo>
                  <a:cubicBezTo>
                    <a:pt x="173" y="11"/>
                    <a:pt x="174" y="11"/>
                    <a:pt x="175" y="10"/>
                  </a:cubicBezTo>
                  <a:cubicBezTo>
                    <a:pt x="175" y="10"/>
                    <a:pt x="175" y="10"/>
                    <a:pt x="176" y="9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7" y="2"/>
                    <a:pt x="187" y="2"/>
                    <a:pt x="187" y="1"/>
                  </a:cubicBezTo>
                  <a:cubicBezTo>
                    <a:pt x="192" y="0"/>
                    <a:pt x="196" y="3"/>
                    <a:pt x="198" y="4"/>
                  </a:cubicBezTo>
                  <a:cubicBezTo>
                    <a:pt x="198" y="5"/>
                    <a:pt x="199" y="5"/>
                    <a:pt x="199" y="5"/>
                  </a:cubicBezTo>
                  <a:cubicBezTo>
                    <a:pt x="200" y="5"/>
                    <a:pt x="201" y="5"/>
                    <a:pt x="202" y="5"/>
                  </a:cubicBezTo>
                  <a:cubicBezTo>
                    <a:pt x="205" y="6"/>
                    <a:pt x="209" y="6"/>
                    <a:pt x="211" y="9"/>
                  </a:cubicBezTo>
                  <a:cubicBezTo>
                    <a:pt x="213" y="13"/>
                    <a:pt x="211" y="17"/>
                    <a:pt x="211" y="18"/>
                  </a:cubicBezTo>
                  <a:cubicBezTo>
                    <a:pt x="210" y="20"/>
                    <a:pt x="209" y="21"/>
                    <a:pt x="209" y="21"/>
                  </a:cubicBezTo>
                  <a:cubicBezTo>
                    <a:pt x="209" y="21"/>
                    <a:pt x="209" y="21"/>
                    <a:pt x="209" y="21"/>
                  </a:cubicBezTo>
                  <a:cubicBezTo>
                    <a:pt x="209" y="21"/>
                    <a:pt x="208" y="23"/>
                    <a:pt x="208" y="26"/>
                  </a:cubicBezTo>
                  <a:cubicBezTo>
                    <a:pt x="208" y="29"/>
                    <a:pt x="207" y="31"/>
                    <a:pt x="205" y="33"/>
                  </a:cubicBezTo>
                  <a:cubicBezTo>
                    <a:pt x="205" y="34"/>
                    <a:pt x="204" y="35"/>
                    <a:pt x="204" y="36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5" y="36"/>
                    <a:pt x="206" y="37"/>
                    <a:pt x="207" y="37"/>
                  </a:cubicBezTo>
                  <a:cubicBezTo>
                    <a:pt x="210" y="39"/>
                    <a:pt x="216" y="44"/>
                    <a:pt x="218" y="48"/>
                  </a:cubicBezTo>
                  <a:cubicBezTo>
                    <a:pt x="218" y="49"/>
                    <a:pt x="219" y="50"/>
                    <a:pt x="219" y="50"/>
                  </a:cubicBezTo>
                  <a:cubicBezTo>
                    <a:pt x="219" y="50"/>
                    <a:pt x="219" y="50"/>
                    <a:pt x="219" y="50"/>
                  </a:cubicBezTo>
                  <a:cubicBezTo>
                    <a:pt x="220" y="50"/>
                    <a:pt x="220" y="49"/>
                    <a:pt x="221" y="49"/>
                  </a:cubicBezTo>
                  <a:cubicBezTo>
                    <a:pt x="223" y="49"/>
                    <a:pt x="226" y="50"/>
                    <a:pt x="227" y="54"/>
                  </a:cubicBezTo>
                  <a:cubicBezTo>
                    <a:pt x="227" y="55"/>
                    <a:pt x="227" y="56"/>
                    <a:pt x="227" y="56"/>
                  </a:cubicBezTo>
                  <a:cubicBezTo>
                    <a:pt x="229" y="56"/>
                    <a:pt x="231" y="57"/>
                    <a:pt x="232" y="58"/>
                  </a:cubicBezTo>
                  <a:cubicBezTo>
                    <a:pt x="232" y="59"/>
                    <a:pt x="232" y="59"/>
                    <a:pt x="232" y="59"/>
                  </a:cubicBezTo>
                  <a:cubicBezTo>
                    <a:pt x="233" y="62"/>
                    <a:pt x="232" y="63"/>
                    <a:pt x="231" y="65"/>
                  </a:cubicBezTo>
                  <a:cubicBezTo>
                    <a:pt x="231" y="66"/>
                    <a:pt x="231" y="66"/>
                    <a:pt x="231" y="66"/>
                  </a:cubicBezTo>
                  <a:cubicBezTo>
                    <a:pt x="230" y="68"/>
                    <a:pt x="230" y="69"/>
                    <a:pt x="230" y="71"/>
                  </a:cubicBezTo>
                  <a:cubicBezTo>
                    <a:pt x="231" y="72"/>
                    <a:pt x="231" y="73"/>
                    <a:pt x="232" y="74"/>
                  </a:cubicBezTo>
                  <a:cubicBezTo>
                    <a:pt x="232" y="75"/>
                    <a:pt x="233" y="76"/>
                    <a:pt x="233" y="78"/>
                  </a:cubicBezTo>
                  <a:cubicBezTo>
                    <a:pt x="233" y="79"/>
                    <a:pt x="232" y="81"/>
                    <a:pt x="232" y="82"/>
                  </a:cubicBezTo>
                  <a:cubicBezTo>
                    <a:pt x="231" y="82"/>
                    <a:pt x="231" y="82"/>
                    <a:pt x="231" y="82"/>
                  </a:cubicBezTo>
                  <a:cubicBezTo>
                    <a:pt x="231" y="83"/>
                    <a:pt x="231" y="83"/>
                    <a:pt x="231" y="83"/>
                  </a:cubicBezTo>
                  <a:cubicBezTo>
                    <a:pt x="231" y="86"/>
                    <a:pt x="230" y="87"/>
                    <a:pt x="229" y="88"/>
                  </a:cubicBezTo>
                  <a:cubicBezTo>
                    <a:pt x="229" y="89"/>
                    <a:pt x="229" y="89"/>
                    <a:pt x="229" y="89"/>
                  </a:cubicBezTo>
                  <a:cubicBezTo>
                    <a:pt x="229" y="90"/>
                    <a:pt x="230" y="91"/>
                    <a:pt x="230" y="92"/>
                  </a:cubicBezTo>
                  <a:cubicBezTo>
                    <a:pt x="229" y="94"/>
                    <a:pt x="229" y="95"/>
                    <a:pt x="229" y="96"/>
                  </a:cubicBezTo>
                  <a:cubicBezTo>
                    <a:pt x="228" y="96"/>
                    <a:pt x="228" y="97"/>
                    <a:pt x="228" y="97"/>
                  </a:cubicBezTo>
                  <a:cubicBezTo>
                    <a:pt x="229" y="98"/>
                    <a:pt x="230" y="100"/>
                    <a:pt x="229" y="102"/>
                  </a:cubicBezTo>
                  <a:cubicBezTo>
                    <a:pt x="229" y="107"/>
                    <a:pt x="225" y="108"/>
                    <a:pt x="224" y="108"/>
                  </a:cubicBezTo>
                  <a:cubicBezTo>
                    <a:pt x="223" y="108"/>
                    <a:pt x="223" y="107"/>
                    <a:pt x="222" y="107"/>
                  </a:cubicBezTo>
                  <a:cubicBezTo>
                    <a:pt x="222" y="107"/>
                    <a:pt x="222" y="108"/>
                    <a:pt x="222" y="108"/>
                  </a:cubicBezTo>
                  <a:cubicBezTo>
                    <a:pt x="222" y="108"/>
                    <a:pt x="222" y="109"/>
                    <a:pt x="223" y="109"/>
                  </a:cubicBezTo>
                  <a:cubicBezTo>
                    <a:pt x="223" y="109"/>
                    <a:pt x="223" y="109"/>
                    <a:pt x="223" y="109"/>
                  </a:cubicBezTo>
                  <a:cubicBezTo>
                    <a:pt x="224" y="109"/>
                    <a:pt x="226" y="108"/>
                    <a:pt x="228" y="108"/>
                  </a:cubicBezTo>
                  <a:cubicBezTo>
                    <a:pt x="230" y="108"/>
                    <a:pt x="235" y="108"/>
                    <a:pt x="237" y="111"/>
                  </a:cubicBezTo>
                  <a:cubicBezTo>
                    <a:pt x="238" y="112"/>
                    <a:pt x="239" y="114"/>
                    <a:pt x="239" y="115"/>
                  </a:cubicBezTo>
                  <a:cubicBezTo>
                    <a:pt x="240" y="115"/>
                    <a:pt x="241" y="117"/>
                    <a:pt x="242" y="119"/>
                  </a:cubicBezTo>
                  <a:cubicBezTo>
                    <a:pt x="242" y="121"/>
                    <a:pt x="242" y="125"/>
                    <a:pt x="241" y="127"/>
                  </a:cubicBezTo>
                  <a:cubicBezTo>
                    <a:pt x="241" y="128"/>
                    <a:pt x="240" y="129"/>
                    <a:pt x="239" y="129"/>
                  </a:cubicBezTo>
                  <a:cubicBezTo>
                    <a:pt x="240" y="130"/>
                    <a:pt x="240" y="131"/>
                    <a:pt x="240" y="133"/>
                  </a:cubicBezTo>
                  <a:cubicBezTo>
                    <a:pt x="239" y="135"/>
                    <a:pt x="238" y="136"/>
                    <a:pt x="237" y="137"/>
                  </a:cubicBezTo>
                  <a:cubicBezTo>
                    <a:pt x="237" y="138"/>
                    <a:pt x="236" y="142"/>
                    <a:pt x="236" y="143"/>
                  </a:cubicBezTo>
                  <a:cubicBezTo>
                    <a:pt x="236" y="143"/>
                    <a:pt x="236" y="144"/>
                    <a:pt x="237" y="145"/>
                  </a:cubicBezTo>
                  <a:cubicBezTo>
                    <a:pt x="238" y="147"/>
                    <a:pt x="240" y="150"/>
                    <a:pt x="239" y="154"/>
                  </a:cubicBezTo>
                  <a:cubicBezTo>
                    <a:pt x="239" y="158"/>
                    <a:pt x="237" y="159"/>
                    <a:pt x="235" y="161"/>
                  </a:cubicBezTo>
                  <a:cubicBezTo>
                    <a:pt x="234" y="162"/>
                    <a:pt x="233" y="162"/>
                    <a:pt x="233" y="162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4" y="164"/>
                    <a:pt x="234" y="164"/>
                    <a:pt x="234" y="164"/>
                  </a:cubicBezTo>
                  <a:cubicBezTo>
                    <a:pt x="235" y="166"/>
                    <a:pt x="235" y="167"/>
                    <a:pt x="237" y="168"/>
                  </a:cubicBezTo>
                  <a:cubicBezTo>
                    <a:pt x="238" y="169"/>
                    <a:pt x="239" y="170"/>
                    <a:pt x="240" y="170"/>
                  </a:cubicBezTo>
                  <a:cubicBezTo>
                    <a:pt x="241" y="171"/>
                    <a:pt x="243" y="172"/>
                    <a:pt x="244" y="173"/>
                  </a:cubicBezTo>
                  <a:cubicBezTo>
                    <a:pt x="246" y="175"/>
                    <a:pt x="248" y="178"/>
                    <a:pt x="249" y="181"/>
                  </a:cubicBezTo>
                  <a:cubicBezTo>
                    <a:pt x="249" y="182"/>
                    <a:pt x="249" y="182"/>
                    <a:pt x="250" y="183"/>
                  </a:cubicBezTo>
                  <a:cubicBezTo>
                    <a:pt x="251" y="185"/>
                    <a:pt x="254" y="190"/>
                    <a:pt x="249" y="194"/>
                  </a:cubicBezTo>
                  <a:cubicBezTo>
                    <a:pt x="248" y="196"/>
                    <a:pt x="246" y="196"/>
                    <a:pt x="245" y="197"/>
                  </a:cubicBezTo>
                  <a:cubicBezTo>
                    <a:pt x="245" y="197"/>
                    <a:pt x="245" y="197"/>
                    <a:pt x="244" y="197"/>
                  </a:cubicBezTo>
                  <a:cubicBezTo>
                    <a:pt x="245" y="198"/>
                    <a:pt x="245" y="200"/>
                    <a:pt x="244" y="202"/>
                  </a:cubicBezTo>
                  <a:cubicBezTo>
                    <a:pt x="244" y="202"/>
                    <a:pt x="244" y="202"/>
                    <a:pt x="244" y="202"/>
                  </a:cubicBezTo>
                  <a:cubicBezTo>
                    <a:pt x="244" y="203"/>
                    <a:pt x="244" y="204"/>
                    <a:pt x="244" y="205"/>
                  </a:cubicBezTo>
                  <a:cubicBezTo>
                    <a:pt x="244" y="206"/>
                    <a:pt x="244" y="206"/>
                    <a:pt x="244" y="206"/>
                  </a:cubicBezTo>
                  <a:cubicBezTo>
                    <a:pt x="245" y="213"/>
                    <a:pt x="247" y="223"/>
                    <a:pt x="244" y="229"/>
                  </a:cubicBezTo>
                  <a:cubicBezTo>
                    <a:pt x="244" y="230"/>
                    <a:pt x="243" y="231"/>
                    <a:pt x="243" y="231"/>
                  </a:cubicBezTo>
                  <a:cubicBezTo>
                    <a:pt x="243" y="233"/>
                    <a:pt x="242" y="236"/>
                    <a:pt x="239" y="237"/>
                  </a:cubicBezTo>
                  <a:cubicBezTo>
                    <a:pt x="239" y="238"/>
                    <a:pt x="238" y="239"/>
                    <a:pt x="239" y="241"/>
                  </a:cubicBezTo>
                  <a:cubicBezTo>
                    <a:pt x="239" y="242"/>
                    <a:pt x="239" y="243"/>
                    <a:pt x="239" y="243"/>
                  </a:cubicBezTo>
                  <a:cubicBezTo>
                    <a:pt x="239" y="243"/>
                    <a:pt x="240" y="243"/>
                    <a:pt x="241" y="244"/>
                  </a:cubicBezTo>
                  <a:cubicBezTo>
                    <a:pt x="241" y="243"/>
                    <a:pt x="241" y="243"/>
                    <a:pt x="241" y="243"/>
                  </a:cubicBezTo>
                  <a:cubicBezTo>
                    <a:pt x="246" y="243"/>
                    <a:pt x="247" y="248"/>
                    <a:pt x="247" y="250"/>
                  </a:cubicBezTo>
                  <a:cubicBezTo>
                    <a:pt x="248" y="253"/>
                    <a:pt x="247" y="254"/>
                    <a:pt x="247" y="256"/>
                  </a:cubicBezTo>
                  <a:cubicBezTo>
                    <a:pt x="247" y="256"/>
                    <a:pt x="247" y="256"/>
                    <a:pt x="247" y="257"/>
                  </a:cubicBezTo>
                  <a:cubicBezTo>
                    <a:pt x="246" y="258"/>
                    <a:pt x="246" y="259"/>
                    <a:pt x="246" y="261"/>
                  </a:cubicBezTo>
                  <a:cubicBezTo>
                    <a:pt x="245" y="262"/>
                    <a:pt x="245" y="264"/>
                    <a:pt x="244" y="265"/>
                  </a:cubicBezTo>
                  <a:cubicBezTo>
                    <a:pt x="244" y="265"/>
                    <a:pt x="244" y="266"/>
                    <a:pt x="244" y="267"/>
                  </a:cubicBezTo>
                  <a:cubicBezTo>
                    <a:pt x="245" y="269"/>
                    <a:pt x="245" y="272"/>
                    <a:pt x="243" y="274"/>
                  </a:cubicBezTo>
                  <a:cubicBezTo>
                    <a:pt x="243" y="285"/>
                    <a:pt x="243" y="285"/>
                    <a:pt x="243" y="285"/>
                  </a:cubicBezTo>
                  <a:cubicBezTo>
                    <a:pt x="244" y="286"/>
                    <a:pt x="245" y="286"/>
                    <a:pt x="245" y="287"/>
                  </a:cubicBezTo>
                  <a:cubicBezTo>
                    <a:pt x="247" y="289"/>
                    <a:pt x="246" y="292"/>
                    <a:pt x="246" y="294"/>
                  </a:cubicBezTo>
                  <a:cubicBezTo>
                    <a:pt x="246" y="294"/>
                    <a:pt x="246" y="294"/>
                    <a:pt x="246" y="294"/>
                  </a:cubicBezTo>
                  <a:cubicBezTo>
                    <a:pt x="246" y="294"/>
                    <a:pt x="247" y="294"/>
                    <a:pt x="247" y="294"/>
                  </a:cubicBezTo>
                  <a:cubicBezTo>
                    <a:pt x="248" y="295"/>
                    <a:pt x="249" y="295"/>
                    <a:pt x="250" y="296"/>
                  </a:cubicBezTo>
                  <a:cubicBezTo>
                    <a:pt x="250" y="297"/>
                    <a:pt x="253" y="300"/>
                    <a:pt x="251" y="304"/>
                  </a:cubicBezTo>
                  <a:cubicBezTo>
                    <a:pt x="251" y="304"/>
                    <a:pt x="252" y="306"/>
                    <a:pt x="254" y="307"/>
                  </a:cubicBezTo>
                  <a:cubicBezTo>
                    <a:pt x="255" y="308"/>
                    <a:pt x="255" y="308"/>
                    <a:pt x="255" y="308"/>
                  </a:cubicBezTo>
                  <a:cubicBezTo>
                    <a:pt x="258" y="310"/>
                    <a:pt x="260" y="311"/>
                    <a:pt x="262" y="311"/>
                  </a:cubicBezTo>
                  <a:cubicBezTo>
                    <a:pt x="266" y="312"/>
                    <a:pt x="268" y="315"/>
                    <a:pt x="269" y="318"/>
                  </a:cubicBezTo>
                  <a:cubicBezTo>
                    <a:pt x="270" y="319"/>
                    <a:pt x="270" y="320"/>
                    <a:pt x="270" y="320"/>
                  </a:cubicBezTo>
                  <a:cubicBezTo>
                    <a:pt x="271" y="321"/>
                    <a:pt x="271" y="321"/>
                    <a:pt x="271" y="322"/>
                  </a:cubicBezTo>
                  <a:cubicBezTo>
                    <a:pt x="272" y="322"/>
                    <a:pt x="274" y="322"/>
                    <a:pt x="275" y="323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7" y="324"/>
                    <a:pt x="279" y="325"/>
                    <a:pt x="280" y="328"/>
                  </a:cubicBezTo>
                  <a:cubicBezTo>
                    <a:pt x="280" y="331"/>
                    <a:pt x="278" y="333"/>
                    <a:pt x="277" y="334"/>
                  </a:cubicBezTo>
                  <a:cubicBezTo>
                    <a:pt x="276" y="336"/>
                    <a:pt x="274" y="337"/>
                    <a:pt x="273" y="338"/>
                  </a:cubicBezTo>
                  <a:cubicBezTo>
                    <a:pt x="272" y="338"/>
                    <a:pt x="271" y="339"/>
                    <a:pt x="270" y="340"/>
                  </a:cubicBezTo>
                  <a:cubicBezTo>
                    <a:pt x="270" y="341"/>
                    <a:pt x="269" y="343"/>
                    <a:pt x="269" y="344"/>
                  </a:cubicBezTo>
                  <a:cubicBezTo>
                    <a:pt x="268" y="348"/>
                    <a:pt x="266" y="353"/>
                    <a:pt x="261" y="356"/>
                  </a:cubicBezTo>
                  <a:cubicBezTo>
                    <a:pt x="261" y="356"/>
                    <a:pt x="260" y="356"/>
                    <a:pt x="259" y="356"/>
                  </a:cubicBezTo>
                  <a:cubicBezTo>
                    <a:pt x="244" y="357"/>
                    <a:pt x="244" y="357"/>
                    <a:pt x="244" y="357"/>
                  </a:cubicBezTo>
                  <a:cubicBezTo>
                    <a:pt x="240" y="358"/>
                    <a:pt x="234" y="358"/>
                    <a:pt x="229" y="357"/>
                  </a:cubicBezTo>
                  <a:cubicBezTo>
                    <a:pt x="227" y="356"/>
                    <a:pt x="226" y="356"/>
                    <a:pt x="224" y="356"/>
                  </a:cubicBezTo>
                  <a:cubicBezTo>
                    <a:pt x="219" y="356"/>
                    <a:pt x="215" y="359"/>
                    <a:pt x="210" y="362"/>
                  </a:cubicBezTo>
                  <a:cubicBezTo>
                    <a:pt x="208" y="364"/>
                    <a:pt x="205" y="366"/>
                    <a:pt x="202" y="367"/>
                  </a:cubicBezTo>
                  <a:cubicBezTo>
                    <a:pt x="198" y="369"/>
                    <a:pt x="192" y="372"/>
                    <a:pt x="185" y="373"/>
                  </a:cubicBezTo>
                  <a:cubicBezTo>
                    <a:pt x="182" y="374"/>
                    <a:pt x="181" y="375"/>
                    <a:pt x="180" y="377"/>
                  </a:cubicBezTo>
                  <a:cubicBezTo>
                    <a:pt x="179" y="377"/>
                    <a:pt x="178" y="378"/>
                    <a:pt x="178" y="379"/>
                  </a:cubicBezTo>
                  <a:cubicBezTo>
                    <a:pt x="175" y="382"/>
                    <a:pt x="172" y="382"/>
                    <a:pt x="169" y="383"/>
                  </a:cubicBezTo>
                  <a:cubicBezTo>
                    <a:pt x="167" y="384"/>
                    <a:pt x="167" y="384"/>
                    <a:pt x="167" y="384"/>
                  </a:cubicBezTo>
                  <a:cubicBezTo>
                    <a:pt x="165" y="385"/>
                    <a:pt x="163" y="385"/>
                    <a:pt x="161" y="387"/>
                  </a:cubicBezTo>
                  <a:cubicBezTo>
                    <a:pt x="160" y="388"/>
                    <a:pt x="160" y="388"/>
                    <a:pt x="160" y="388"/>
                  </a:cubicBezTo>
                  <a:cubicBezTo>
                    <a:pt x="158" y="390"/>
                    <a:pt x="156" y="392"/>
                    <a:pt x="151" y="393"/>
                  </a:cubicBezTo>
                  <a:cubicBezTo>
                    <a:pt x="150" y="393"/>
                    <a:pt x="150" y="393"/>
                    <a:pt x="150" y="393"/>
                  </a:cubicBezTo>
                  <a:cubicBezTo>
                    <a:pt x="147" y="393"/>
                    <a:pt x="144" y="393"/>
                    <a:pt x="142" y="393"/>
                  </a:cubicBezTo>
                  <a:cubicBezTo>
                    <a:pt x="141" y="393"/>
                    <a:pt x="140" y="393"/>
                    <a:pt x="139" y="394"/>
                  </a:cubicBezTo>
                  <a:cubicBezTo>
                    <a:pt x="138" y="394"/>
                    <a:pt x="137" y="394"/>
                    <a:pt x="137" y="395"/>
                  </a:cubicBezTo>
                  <a:cubicBezTo>
                    <a:pt x="135" y="396"/>
                    <a:pt x="135" y="396"/>
                    <a:pt x="135" y="396"/>
                  </a:cubicBezTo>
                  <a:cubicBezTo>
                    <a:pt x="133" y="397"/>
                    <a:pt x="131" y="399"/>
                    <a:pt x="127" y="399"/>
                  </a:cubicBezTo>
                  <a:cubicBezTo>
                    <a:pt x="126" y="400"/>
                    <a:pt x="115" y="404"/>
                    <a:pt x="104" y="408"/>
                  </a:cubicBezTo>
                  <a:cubicBezTo>
                    <a:pt x="104" y="408"/>
                    <a:pt x="103" y="409"/>
                    <a:pt x="102" y="409"/>
                  </a:cubicBezTo>
                  <a:cubicBezTo>
                    <a:pt x="102" y="409"/>
                    <a:pt x="101" y="409"/>
                    <a:pt x="101" y="409"/>
                  </a:cubicBezTo>
                  <a:cubicBezTo>
                    <a:pt x="101" y="409"/>
                    <a:pt x="101" y="410"/>
                    <a:pt x="100" y="410"/>
                  </a:cubicBezTo>
                  <a:cubicBezTo>
                    <a:pt x="99" y="412"/>
                    <a:pt x="97" y="414"/>
                    <a:pt x="93" y="415"/>
                  </a:cubicBezTo>
                  <a:cubicBezTo>
                    <a:pt x="92" y="415"/>
                    <a:pt x="89" y="416"/>
                    <a:pt x="88" y="417"/>
                  </a:cubicBezTo>
                  <a:cubicBezTo>
                    <a:pt x="88" y="418"/>
                    <a:pt x="87" y="418"/>
                    <a:pt x="87" y="419"/>
                  </a:cubicBezTo>
                  <a:cubicBezTo>
                    <a:pt x="85" y="421"/>
                    <a:pt x="84" y="421"/>
                    <a:pt x="80" y="422"/>
                  </a:cubicBezTo>
                  <a:cubicBezTo>
                    <a:pt x="79" y="423"/>
                    <a:pt x="78" y="423"/>
                    <a:pt x="76" y="423"/>
                  </a:cubicBezTo>
                  <a:close/>
                  <a:moveTo>
                    <a:pt x="74" y="411"/>
                  </a:moveTo>
                  <a:cubicBezTo>
                    <a:pt x="75" y="412"/>
                    <a:pt x="76" y="412"/>
                    <a:pt x="77" y="413"/>
                  </a:cubicBezTo>
                  <a:cubicBezTo>
                    <a:pt x="77" y="413"/>
                    <a:pt x="77" y="413"/>
                    <a:pt x="78" y="413"/>
                  </a:cubicBezTo>
                  <a:cubicBezTo>
                    <a:pt x="78" y="413"/>
                    <a:pt x="78" y="413"/>
                    <a:pt x="78" y="413"/>
                  </a:cubicBezTo>
                  <a:cubicBezTo>
                    <a:pt x="80" y="413"/>
                    <a:pt x="80" y="413"/>
                    <a:pt x="80" y="413"/>
                  </a:cubicBezTo>
                  <a:cubicBezTo>
                    <a:pt x="81" y="412"/>
                    <a:pt x="81" y="411"/>
                    <a:pt x="82" y="410"/>
                  </a:cubicBezTo>
                  <a:cubicBezTo>
                    <a:pt x="82" y="410"/>
                    <a:pt x="88" y="406"/>
                    <a:pt x="92" y="405"/>
                  </a:cubicBezTo>
                  <a:cubicBezTo>
                    <a:pt x="93" y="405"/>
                    <a:pt x="93" y="405"/>
                    <a:pt x="93" y="405"/>
                  </a:cubicBezTo>
                  <a:cubicBezTo>
                    <a:pt x="93" y="404"/>
                    <a:pt x="94" y="403"/>
                    <a:pt x="95" y="402"/>
                  </a:cubicBezTo>
                  <a:cubicBezTo>
                    <a:pt x="97" y="401"/>
                    <a:pt x="98" y="401"/>
                    <a:pt x="99" y="400"/>
                  </a:cubicBezTo>
                  <a:cubicBezTo>
                    <a:pt x="99" y="400"/>
                    <a:pt x="100" y="400"/>
                    <a:pt x="100" y="399"/>
                  </a:cubicBezTo>
                  <a:cubicBezTo>
                    <a:pt x="106" y="397"/>
                    <a:pt x="123" y="391"/>
                    <a:pt x="125" y="390"/>
                  </a:cubicBezTo>
                  <a:cubicBezTo>
                    <a:pt x="127" y="390"/>
                    <a:pt x="128" y="389"/>
                    <a:pt x="130" y="388"/>
                  </a:cubicBezTo>
                  <a:cubicBezTo>
                    <a:pt x="132" y="387"/>
                    <a:pt x="132" y="387"/>
                    <a:pt x="132" y="387"/>
                  </a:cubicBezTo>
                  <a:cubicBezTo>
                    <a:pt x="133" y="386"/>
                    <a:pt x="135" y="385"/>
                    <a:pt x="136" y="385"/>
                  </a:cubicBezTo>
                  <a:cubicBezTo>
                    <a:pt x="137" y="385"/>
                    <a:pt x="138" y="384"/>
                    <a:pt x="138" y="384"/>
                  </a:cubicBezTo>
                  <a:cubicBezTo>
                    <a:pt x="139" y="383"/>
                    <a:pt x="141" y="383"/>
                    <a:pt x="142" y="383"/>
                  </a:cubicBezTo>
                  <a:cubicBezTo>
                    <a:pt x="143" y="383"/>
                    <a:pt x="144" y="383"/>
                    <a:pt x="144" y="384"/>
                  </a:cubicBezTo>
                  <a:cubicBezTo>
                    <a:pt x="146" y="384"/>
                    <a:pt x="147" y="384"/>
                    <a:pt x="148" y="384"/>
                  </a:cubicBezTo>
                  <a:cubicBezTo>
                    <a:pt x="149" y="384"/>
                    <a:pt x="150" y="383"/>
                    <a:pt x="150" y="383"/>
                  </a:cubicBezTo>
                  <a:cubicBezTo>
                    <a:pt x="152" y="383"/>
                    <a:pt x="152" y="383"/>
                    <a:pt x="154" y="381"/>
                  </a:cubicBezTo>
                  <a:cubicBezTo>
                    <a:pt x="155" y="380"/>
                    <a:pt x="155" y="380"/>
                    <a:pt x="155" y="380"/>
                  </a:cubicBezTo>
                  <a:cubicBezTo>
                    <a:pt x="158" y="378"/>
                    <a:pt x="160" y="376"/>
                    <a:pt x="164" y="375"/>
                  </a:cubicBezTo>
                  <a:cubicBezTo>
                    <a:pt x="166" y="374"/>
                    <a:pt x="166" y="374"/>
                    <a:pt x="166" y="374"/>
                  </a:cubicBezTo>
                  <a:cubicBezTo>
                    <a:pt x="169" y="374"/>
                    <a:pt x="170" y="373"/>
                    <a:pt x="171" y="372"/>
                  </a:cubicBezTo>
                  <a:cubicBezTo>
                    <a:pt x="172" y="372"/>
                    <a:pt x="172" y="371"/>
                    <a:pt x="173" y="370"/>
                  </a:cubicBezTo>
                  <a:cubicBezTo>
                    <a:pt x="175" y="368"/>
                    <a:pt x="177" y="366"/>
                    <a:pt x="183" y="364"/>
                  </a:cubicBezTo>
                  <a:cubicBezTo>
                    <a:pt x="189" y="363"/>
                    <a:pt x="195" y="361"/>
                    <a:pt x="198" y="359"/>
                  </a:cubicBezTo>
                  <a:cubicBezTo>
                    <a:pt x="201" y="358"/>
                    <a:pt x="203" y="356"/>
                    <a:pt x="205" y="354"/>
                  </a:cubicBezTo>
                  <a:cubicBezTo>
                    <a:pt x="210" y="351"/>
                    <a:pt x="216" y="347"/>
                    <a:pt x="224" y="347"/>
                  </a:cubicBezTo>
                  <a:cubicBezTo>
                    <a:pt x="226" y="347"/>
                    <a:pt x="228" y="347"/>
                    <a:pt x="231" y="348"/>
                  </a:cubicBezTo>
                  <a:cubicBezTo>
                    <a:pt x="235" y="348"/>
                    <a:pt x="240" y="348"/>
                    <a:pt x="240" y="348"/>
                  </a:cubicBezTo>
                  <a:cubicBezTo>
                    <a:pt x="241" y="348"/>
                    <a:pt x="242" y="348"/>
                    <a:pt x="242" y="348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59" y="346"/>
                    <a:pt x="259" y="344"/>
                    <a:pt x="260" y="342"/>
                  </a:cubicBezTo>
                  <a:cubicBezTo>
                    <a:pt x="260" y="340"/>
                    <a:pt x="261" y="337"/>
                    <a:pt x="263" y="335"/>
                  </a:cubicBezTo>
                  <a:cubicBezTo>
                    <a:pt x="264" y="333"/>
                    <a:pt x="265" y="332"/>
                    <a:pt x="267" y="331"/>
                  </a:cubicBezTo>
                  <a:cubicBezTo>
                    <a:pt x="265" y="330"/>
                    <a:pt x="264" y="328"/>
                    <a:pt x="263" y="327"/>
                  </a:cubicBezTo>
                  <a:cubicBezTo>
                    <a:pt x="262" y="325"/>
                    <a:pt x="262" y="324"/>
                    <a:pt x="261" y="323"/>
                  </a:cubicBezTo>
                  <a:cubicBezTo>
                    <a:pt x="261" y="322"/>
                    <a:pt x="260" y="321"/>
                    <a:pt x="260" y="320"/>
                  </a:cubicBezTo>
                  <a:cubicBezTo>
                    <a:pt x="255" y="320"/>
                    <a:pt x="252" y="317"/>
                    <a:pt x="249" y="315"/>
                  </a:cubicBezTo>
                  <a:cubicBezTo>
                    <a:pt x="248" y="314"/>
                    <a:pt x="248" y="314"/>
                    <a:pt x="248" y="314"/>
                  </a:cubicBezTo>
                  <a:cubicBezTo>
                    <a:pt x="247" y="314"/>
                    <a:pt x="242" y="309"/>
                    <a:pt x="242" y="304"/>
                  </a:cubicBezTo>
                  <a:cubicBezTo>
                    <a:pt x="242" y="303"/>
                    <a:pt x="242" y="303"/>
                    <a:pt x="242" y="302"/>
                  </a:cubicBezTo>
                  <a:cubicBezTo>
                    <a:pt x="241" y="302"/>
                    <a:pt x="240" y="302"/>
                    <a:pt x="240" y="301"/>
                  </a:cubicBezTo>
                  <a:cubicBezTo>
                    <a:pt x="237" y="299"/>
                    <a:pt x="237" y="295"/>
                    <a:pt x="237" y="293"/>
                  </a:cubicBezTo>
                  <a:cubicBezTo>
                    <a:pt x="237" y="293"/>
                    <a:pt x="237" y="292"/>
                    <a:pt x="237" y="292"/>
                  </a:cubicBezTo>
                  <a:cubicBezTo>
                    <a:pt x="237" y="292"/>
                    <a:pt x="237" y="292"/>
                    <a:pt x="237" y="292"/>
                  </a:cubicBezTo>
                  <a:cubicBezTo>
                    <a:pt x="236" y="291"/>
                    <a:pt x="235" y="291"/>
                    <a:pt x="235" y="290"/>
                  </a:cubicBezTo>
                  <a:cubicBezTo>
                    <a:pt x="234" y="289"/>
                    <a:pt x="233" y="288"/>
                    <a:pt x="233" y="287"/>
                  </a:cubicBezTo>
                  <a:cubicBezTo>
                    <a:pt x="234" y="273"/>
                    <a:pt x="234" y="273"/>
                    <a:pt x="234" y="273"/>
                  </a:cubicBezTo>
                  <a:cubicBezTo>
                    <a:pt x="234" y="272"/>
                    <a:pt x="235" y="271"/>
                    <a:pt x="235" y="270"/>
                  </a:cubicBezTo>
                  <a:cubicBezTo>
                    <a:pt x="235" y="270"/>
                    <a:pt x="235" y="268"/>
                    <a:pt x="235" y="268"/>
                  </a:cubicBezTo>
                  <a:cubicBezTo>
                    <a:pt x="235" y="266"/>
                    <a:pt x="235" y="265"/>
                    <a:pt x="235" y="264"/>
                  </a:cubicBezTo>
                  <a:cubicBezTo>
                    <a:pt x="236" y="262"/>
                    <a:pt x="236" y="260"/>
                    <a:pt x="237" y="258"/>
                  </a:cubicBezTo>
                  <a:cubicBezTo>
                    <a:pt x="237" y="257"/>
                    <a:pt x="237" y="256"/>
                    <a:pt x="238" y="255"/>
                  </a:cubicBezTo>
                  <a:cubicBezTo>
                    <a:pt x="238" y="254"/>
                    <a:pt x="238" y="253"/>
                    <a:pt x="238" y="253"/>
                  </a:cubicBezTo>
                  <a:cubicBezTo>
                    <a:pt x="238" y="253"/>
                    <a:pt x="238" y="253"/>
                    <a:pt x="238" y="252"/>
                  </a:cubicBezTo>
                  <a:cubicBezTo>
                    <a:pt x="238" y="252"/>
                    <a:pt x="238" y="252"/>
                    <a:pt x="238" y="252"/>
                  </a:cubicBezTo>
                  <a:cubicBezTo>
                    <a:pt x="232" y="250"/>
                    <a:pt x="230" y="248"/>
                    <a:pt x="230" y="243"/>
                  </a:cubicBezTo>
                  <a:cubicBezTo>
                    <a:pt x="229" y="239"/>
                    <a:pt x="229" y="235"/>
                    <a:pt x="232" y="231"/>
                  </a:cubicBezTo>
                  <a:cubicBezTo>
                    <a:pt x="233" y="231"/>
                    <a:pt x="233" y="230"/>
                    <a:pt x="234" y="230"/>
                  </a:cubicBezTo>
                  <a:cubicBezTo>
                    <a:pt x="234" y="228"/>
                    <a:pt x="235" y="226"/>
                    <a:pt x="236" y="226"/>
                  </a:cubicBezTo>
                  <a:cubicBezTo>
                    <a:pt x="237" y="222"/>
                    <a:pt x="236" y="213"/>
                    <a:pt x="235" y="207"/>
                  </a:cubicBezTo>
                  <a:cubicBezTo>
                    <a:pt x="235" y="206"/>
                    <a:pt x="235" y="206"/>
                    <a:pt x="235" y="206"/>
                  </a:cubicBezTo>
                  <a:cubicBezTo>
                    <a:pt x="235" y="205"/>
                    <a:pt x="235" y="205"/>
                    <a:pt x="235" y="204"/>
                  </a:cubicBezTo>
                  <a:cubicBezTo>
                    <a:pt x="235" y="203"/>
                    <a:pt x="234" y="201"/>
                    <a:pt x="235" y="199"/>
                  </a:cubicBezTo>
                  <a:cubicBezTo>
                    <a:pt x="234" y="197"/>
                    <a:pt x="234" y="196"/>
                    <a:pt x="235" y="194"/>
                  </a:cubicBezTo>
                  <a:cubicBezTo>
                    <a:pt x="236" y="191"/>
                    <a:pt x="239" y="189"/>
                    <a:pt x="241" y="189"/>
                  </a:cubicBezTo>
                  <a:cubicBezTo>
                    <a:pt x="241" y="188"/>
                    <a:pt x="242" y="188"/>
                    <a:pt x="242" y="188"/>
                  </a:cubicBezTo>
                  <a:cubicBezTo>
                    <a:pt x="242" y="188"/>
                    <a:pt x="242" y="187"/>
                    <a:pt x="241" y="187"/>
                  </a:cubicBezTo>
                  <a:cubicBezTo>
                    <a:pt x="241" y="186"/>
                    <a:pt x="241" y="186"/>
                    <a:pt x="241" y="185"/>
                  </a:cubicBezTo>
                  <a:cubicBezTo>
                    <a:pt x="240" y="184"/>
                    <a:pt x="240" y="184"/>
                    <a:pt x="240" y="184"/>
                  </a:cubicBezTo>
                  <a:cubicBezTo>
                    <a:pt x="239" y="183"/>
                    <a:pt x="239" y="181"/>
                    <a:pt x="238" y="180"/>
                  </a:cubicBezTo>
                  <a:cubicBezTo>
                    <a:pt x="237" y="179"/>
                    <a:pt x="236" y="179"/>
                    <a:pt x="235" y="178"/>
                  </a:cubicBezTo>
                  <a:cubicBezTo>
                    <a:pt x="234" y="177"/>
                    <a:pt x="232" y="176"/>
                    <a:pt x="231" y="175"/>
                  </a:cubicBezTo>
                  <a:cubicBezTo>
                    <a:pt x="229" y="174"/>
                    <a:pt x="227" y="172"/>
                    <a:pt x="226" y="169"/>
                  </a:cubicBezTo>
                  <a:cubicBezTo>
                    <a:pt x="225" y="168"/>
                    <a:pt x="225" y="168"/>
                    <a:pt x="225" y="168"/>
                  </a:cubicBezTo>
                  <a:cubicBezTo>
                    <a:pt x="224" y="167"/>
                    <a:pt x="224" y="166"/>
                    <a:pt x="223" y="165"/>
                  </a:cubicBezTo>
                  <a:cubicBezTo>
                    <a:pt x="222" y="163"/>
                    <a:pt x="221" y="159"/>
                    <a:pt x="223" y="156"/>
                  </a:cubicBezTo>
                  <a:cubicBezTo>
                    <a:pt x="224" y="154"/>
                    <a:pt x="226" y="154"/>
                    <a:pt x="228" y="154"/>
                  </a:cubicBezTo>
                  <a:cubicBezTo>
                    <a:pt x="228" y="154"/>
                    <a:pt x="228" y="154"/>
                    <a:pt x="229" y="154"/>
                  </a:cubicBezTo>
                  <a:cubicBezTo>
                    <a:pt x="229" y="154"/>
                    <a:pt x="229" y="154"/>
                    <a:pt x="229" y="154"/>
                  </a:cubicBezTo>
                  <a:cubicBezTo>
                    <a:pt x="229" y="154"/>
                    <a:pt x="229" y="154"/>
                    <a:pt x="230" y="154"/>
                  </a:cubicBezTo>
                  <a:cubicBezTo>
                    <a:pt x="230" y="153"/>
                    <a:pt x="230" y="153"/>
                    <a:pt x="230" y="153"/>
                  </a:cubicBezTo>
                  <a:cubicBezTo>
                    <a:pt x="230" y="152"/>
                    <a:pt x="230" y="151"/>
                    <a:pt x="229" y="150"/>
                  </a:cubicBezTo>
                  <a:cubicBezTo>
                    <a:pt x="228" y="148"/>
                    <a:pt x="227" y="147"/>
                    <a:pt x="227" y="146"/>
                  </a:cubicBezTo>
                  <a:cubicBezTo>
                    <a:pt x="226" y="142"/>
                    <a:pt x="227" y="138"/>
                    <a:pt x="229" y="134"/>
                  </a:cubicBezTo>
                  <a:cubicBezTo>
                    <a:pt x="229" y="132"/>
                    <a:pt x="230" y="132"/>
                    <a:pt x="230" y="131"/>
                  </a:cubicBezTo>
                  <a:cubicBezTo>
                    <a:pt x="230" y="130"/>
                    <a:pt x="230" y="129"/>
                    <a:pt x="230" y="127"/>
                  </a:cubicBezTo>
                  <a:cubicBezTo>
                    <a:pt x="230" y="125"/>
                    <a:pt x="232" y="123"/>
                    <a:pt x="233" y="123"/>
                  </a:cubicBezTo>
                  <a:cubicBezTo>
                    <a:pt x="233" y="123"/>
                    <a:pt x="233" y="122"/>
                    <a:pt x="233" y="122"/>
                  </a:cubicBezTo>
                  <a:cubicBezTo>
                    <a:pt x="232" y="121"/>
                    <a:pt x="231" y="121"/>
                    <a:pt x="231" y="120"/>
                  </a:cubicBezTo>
                  <a:cubicBezTo>
                    <a:pt x="230" y="119"/>
                    <a:pt x="230" y="118"/>
                    <a:pt x="230" y="117"/>
                  </a:cubicBezTo>
                  <a:cubicBezTo>
                    <a:pt x="229" y="117"/>
                    <a:pt x="229" y="117"/>
                    <a:pt x="228" y="117"/>
                  </a:cubicBezTo>
                  <a:cubicBezTo>
                    <a:pt x="227" y="120"/>
                    <a:pt x="225" y="120"/>
                    <a:pt x="224" y="120"/>
                  </a:cubicBezTo>
                  <a:cubicBezTo>
                    <a:pt x="222" y="120"/>
                    <a:pt x="220" y="119"/>
                    <a:pt x="219" y="118"/>
                  </a:cubicBezTo>
                  <a:cubicBezTo>
                    <a:pt x="215" y="115"/>
                    <a:pt x="213" y="112"/>
                    <a:pt x="213" y="108"/>
                  </a:cubicBezTo>
                  <a:cubicBezTo>
                    <a:pt x="213" y="105"/>
                    <a:pt x="214" y="103"/>
                    <a:pt x="215" y="101"/>
                  </a:cubicBezTo>
                  <a:cubicBezTo>
                    <a:pt x="216" y="99"/>
                    <a:pt x="218" y="98"/>
                    <a:pt x="219" y="97"/>
                  </a:cubicBezTo>
                  <a:cubicBezTo>
                    <a:pt x="219" y="96"/>
                    <a:pt x="219" y="94"/>
                    <a:pt x="220" y="93"/>
                  </a:cubicBezTo>
                  <a:cubicBezTo>
                    <a:pt x="220" y="92"/>
                    <a:pt x="220" y="92"/>
                    <a:pt x="220" y="91"/>
                  </a:cubicBezTo>
                  <a:cubicBezTo>
                    <a:pt x="220" y="90"/>
                    <a:pt x="220" y="88"/>
                    <a:pt x="220" y="86"/>
                  </a:cubicBezTo>
                  <a:cubicBezTo>
                    <a:pt x="220" y="85"/>
                    <a:pt x="221" y="84"/>
                    <a:pt x="222" y="83"/>
                  </a:cubicBezTo>
                  <a:cubicBezTo>
                    <a:pt x="221" y="82"/>
                    <a:pt x="220" y="80"/>
                    <a:pt x="221" y="78"/>
                  </a:cubicBezTo>
                  <a:cubicBezTo>
                    <a:pt x="221" y="77"/>
                    <a:pt x="222" y="76"/>
                    <a:pt x="222" y="76"/>
                  </a:cubicBezTo>
                  <a:cubicBezTo>
                    <a:pt x="222" y="75"/>
                    <a:pt x="221" y="74"/>
                    <a:pt x="221" y="72"/>
                  </a:cubicBezTo>
                  <a:cubicBezTo>
                    <a:pt x="221" y="70"/>
                    <a:pt x="221" y="67"/>
                    <a:pt x="222" y="65"/>
                  </a:cubicBezTo>
                  <a:cubicBezTo>
                    <a:pt x="221" y="65"/>
                    <a:pt x="221" y="65"/>
                    <a:pt x="221" y="64"/>
                  </a:cubicBezTo>
                  <a:cubicBezTo>
                    <a:pt x="220" y="64"/>
                    <a:pt x="220" y="62"/>
                    <a:pt x="219" y="61"/>
                  </a:cubicBezTo>
                  <a:cubicBezTo>
                    <a:pt x="219" y="60"/>
                    <a:pt x="219" y="60"/>
                    <a:pt x="219" y="59"/>
                  </a:cubicBezTo>
                  <a:cubicBezTo>
                    <a:pt x="213" y="58"/>
                    <a:pt x="211" y="57"/>
                    <a:pt x="209" y="52"/>
                  </a:cubicBezTo>
                  <a:cubicBezTo>
                    <a:pt x="209" y="50"/>
                    <a:pt x="205" y="47"/>
                    <a:pt x="202" y="45"/>
                  </a:cubicBezTo>
                  <a:cubicBezTo>
                    <a:pt x="202" y="45"/>
                    <a:pt x="201" y="45"/>
                    <a:pt x="201" y="44"/>
                  </a:cubicBezTo>
                  <a:cubicBezTo>
                    <a:pt x="198" y="43"/>
                    <a:pt x="194" y="42"/>
                    <a:pt x="195" y="35"/>
                  </a:cubicBezTo>
                  <a:cubicBezTo>
                    <a:pt x="195" y="32"/>
                    <a:pt x="197" y="30"/>
                    <a:pt x="198" y="28"/>
                  </a:cubicBezTo>
                  <a:cubicBezTo>
                    <a:pt x="198" y="27"/>
                    <a:pt x="199" y="26"/>
                    <a:pt x="199" y="26"/>
                  </a:cubicBezTo>
                  <a:cubicBezTo>
                    <a:pt x="199" y="22"/>
                    <a:pt x="199" y="19"/>
                    <a:pt x="200" y="18"/>
                  </a:cubicBezTo>
                  <a:cubicBezTo>
                    <a:pt x="201" y="16"/>
                    <a:pt x="201" y="15"/>
                    <a:pt x="202" y="15"/>
                  </a:cubicBezTo>
                  <a:cubicBezTo>
                    <a:pt x="202" y="15"/>
                    <a:pt x="201" y="15"/>
                    <a:pt x="201" y="15"/>
                  </a:cubicBezTo>
                  <a:cubicBezTo>
                    <a:pt x="199" y="14"/>
                    <a:pt x="197" y="14"/>
                    <a:pt x="195" y="13"/>
                  </a:cubicBezTo>
                  <a:cubicBezTo>
                    <a:pt x="194" y="13"/>
                    <a:pt x="194" y="12"/>
                    <a:pt x="193" y="12"/>
                  </a:cubicBezTo>
                  <a:cubicBezTo>
                    <a:pt x="192" y="11"/>
                    <a:pt x="191" y="11"/>
                    <a:pt x="190" y="10"/>
                  </a:cubicBezTo>
                  <a:cubicBezTo>
                    <a:pt x="182" y="17"/>
                    <a:pt x="182" y="17"/>
                    <a:pt x="182" y="17"/>
                  </a:cubicBezTo>
                  <a:cubicBezTo>
                    <a:pt x="180" y="19"/>
                    <a:pt x="178" y="20"/>
                    <a:pt x="176" y="21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4" y="21"/>
                    <a:pt x="174" y="21"/>
                    <a:pt x="173" y="22"/>
                  </a:cubicBezTo>
                  <a:cubicBezTo>
                    <a:pt x="173" y="22"/>
                    <a:pt x="172" y="23"/>
                    <a:pt x="172" y="23"/>
                  </a:cubicBezTo>
                  <a:cubicBezTo>
                    <a:pt x="171" y="24"/>
                    <a:pt x="169" y="26"/>
                    <a:pt x="167" y="26"/>
                  </a:cubicBezTo>
                  <a:cubicBezTo>
                    <a:pt x="165" y="26"/>
                    <a:pt x="164" y="25"/>
                    <a:pt x="163" y="24"/>
                  </a:cubicBezTo>
                  <a:cubicBezTo>
                    <a:pt x="162" y="23"/>
                    <a:pt x="161" y="22"/>
                    <a:pt x="160" y="21"/>
                  </a:cubicBezTo>
                  <a:cubicBezTo>
                    <a:pt x="160" y="21"/>
                    <a:pt x="159" y="21"/>
                    <a:pt x="159" y="21"/>
                  </a:cubicBezTo>
                  <a:cubicBezTo>
                    <a:pt x="158" y="21"/>
                    <a:pt x="157" y="20"/>
                    <a:pt x="156" y="20"/>
                  </a:cubicBezTo>
                  <a:cubicBezTo>
                    <a:pt x="156" y="20"/>
                    <a:pt x="156" y="21"/>
                    <a:pt x="156" y="21"/>
                  </a:cubicBezTo>
                  <a:cubicBezTo>
                    <a:pt x="153" y="23"/>
                    <a:pt x="150" y="22"/>
                    <a:pt x="148" y="21"/>
                  </a:cubicBezTo>
                  <a:cubicBezTo>
                    <a:pt x="144" y="21"/>
                    <a:pt x="141" y="20"/>
                    <a:pt x="137" y="21"/>
                  </a:cubicBezTo>
                  <a:cubicBezTo>
                    <a:pt x="132" y="21"/>
                    <a:pt x="125" y="22"/>
                    <a:pt x="121" y="21"/>
                  </a:cubicBezTo>
                  <a:cubicBezTo>
                    <a:pt x="119" y="20"/>
                    <a:pt x="118" y="20"/>
                    <a:pt x="118" y="19"/>
                  </a:cubicBezTo>
                  <a:cubicBezTo>
                    <a:pt x="116" y="19"/>
                    <a:pt x="115" y="19"/>
                    <a:pt x="114" y="19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11" y="20"/>
                    <a:pt x="111" y="20"/>
                    <a:pt x="110" y="20"/>
                  </a:cubicBezTo>
                  <a:cubicBezTo>
                    <a:pt x="109" y="20"/>
                    <a:pt x="107" y="21"/>
                    <a:pt x="105" y="21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85" y="21"/>
                    <a:pt x="80" y="21"/>
                    <a:pt x="76" y="21"/>
                  </a:cubicBezTo>
                  <a:cubicBezTo>
                    <a:pt x="71" y="21"/>
                    <a:pt x="67" y="21"/>
                    <a:pt x="62" y="21"/>
                  </a:cubicBezTo>
                  <a:cubicBezTo>
                    <a:pt x="54" y="21"/>
                    <a:pt x="47" y="21"/>
                    <a:pt x="41" y="21"/>
                  </a:cubicBezTo>
                  <a:cubicBezTo>
                    <a:pt x="40" y="21"/>
                    <a:pt x="39" y="21"/>
                    <a:pt x="39" y="21"/>
                  </a:cubicBezTo>
                  <a:cubicBezTo>
                    <a:pt x="39" y="22"/>
                    <a:pt x="39" y="23"/>
                    <a:pt x="38" y="24"/>
                  </a:cubicBezTo>
                  <a:cubicBezTo>
                    <a:pt x="38" y="26"/>
                    <a:pt x="36" y="27"/>
                    <a:pt x="36" y="28"/>
                  </a:cubicBezTo>
                  <a:cubicBezTo>
                    <a:pt x="35" y="28"/>
                    <a:pt x="35" y="29"/>
                    <a:pt x="34" y="31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3"/>
                    <a:pt x="34" y="33"/>
                  </a:cubicBezTo>
                  <a:cubicBezTo>
                    <a:pt x="34" y="33"/>
                    <a:pt x="33" y="34"/>
                    <a:pt x="33" y="34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6"/>
                    <a:pt x="33" y="36"/>
                  </a:cubicBezTo>
                  <a:cubicBezTo>
                    <a:pt x="32" y="39"/>
                    <a:pt x="33" y="45"/>
                    <a:pt x="35" y="48"/>
                  </a:cubicBezTo>
                  <a:cubicBezTo>
                    <a:pt x="35" y="49"/>
                    <a:pt x="36" y="49"/>
                    <a:pt x="36" y="49"/>
                  </a:cubicBezTo>
                  <a:cubicBezTo>
                    <a:pt x="38" y="49"/>
                    <a:pt x="40" y="51"/>
                    <a:pt x="40" y="52"/>
                  </a:cubicBezTo>
                  <a:cubicBezTo>
                    <a:pt x="41" y="55"/>
                    <a:pt x="39" y="57"/>
                    <a:pt x="38" y="58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60"/>
                    <a:pt x="42" y="62"/>
                    <a:pt x="41" y="67"/>
                  </a:cubicBezTo>
                  <a:cubicBezTo>
                    <a:pt x="41" y="69"/>
                    <a:pt x="40" y="70"/>
                    <a:pt x="40" y="70"/>
                  </a:cubicBezTo>
                  <a:cubicBezTo>
                    <a:pt x="40" y="72"/>
                    <a:pt x="40" y="73"/>
                    <a:pt x="40" y="74"/>
                  </a:cubicBezTo>
                  <a:cubicBezTo>
                    <a:pt x="40" y="75"/>
                    <a:pt x="40" y="76"/>
                    <a:pt x="40" y="77"/>
                  </a:cubicBezTo>
                  <a:cubicBezTo>
                    <a:pt x="40" y="77"/>
                    <a:pt x="40" y="78"/>
                    <a:pt x="41" y="79"/>
                  </a:cubicBezTo>
                  <a:cubicBezTo>
                    <a:pt x="41" y="80"/>
                    <a:pt x="42" y="82"/>
                    <a:pt x="42" y="85"/>
                  </a:cubicBezTo>
                  <a:cubicBezTo>
                    <a:pt x="42" y="85"/>
                    <a:pt x="42" y="86"/>
                    <a:pt x="42" y="88"/>
                  </a:cubicBezTo>
                  <a:cubicBezTo>
                    <a:pt x="42" y="89"/>
                    <a:pt x="43" y="92"/>
                    <a:pt x="42" y="94"/>
                  </a:cubicBezTo>
                  <a:cubicBezTo>
                    <a:pt x="42" y="95"/>
                    <a:pt x="41" y="96"/>
                    <a:pt x="41" y="97"/>
                  </a:cubicBezTo>
                  <a:cubicBezTo>
                    <a:pt x="41" y="97"/>
                    <a:pt x="40" y="97"/>
                    <a:pt x="40" y="97"/>
                  </a:cubicBezTo>
                  <a:cubicBezTo>
                    <a:pt x="41" y="98"/>
                    <a:pt x="41" y="99"/>
                    <a:pt x="41" y="99"/>
                  </a:cubicBezTo>
                  <a:cubicBezTo>
                    <a:pt x="42" y="102"/>
                    <a:pt x="42" y="104"/>
                    <a:pt x="41" y="105"/>
                  </a:cubicBezTo>
                  <a:cubicBezTo>
                    <a:pt x="41" y="107"/>
                    <a:pt x="41" y="107"/>
                    <a:pt x="42" y="107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44" y="111"/>
                    <a:pt x="46" y="113"/>
                    <a:pt x="46" y="118"/>
                  </a:cubicBezTo>
                  <a:cubicBezTo>
                    <a:pt x="46" y="120"/>
                    <a:pt x="46" y="122"/>
                    <a:pt x="45" y="124"/>
                  </a:cubicBezTo>
                  <a:cubicBezTo>
                    <a:pt x="45" y="124"/>
                    <a:pt x="45" y="124"/>
                    <a:pt x="45" y="124"/>
                  </a:cubicBezTo>
                  <a:cubicBezTo>
                    <a:pt x="47" y="125"/>
                    <a:pt x="47" y="128"/>
                    <a:pt x="47" y="130"/>
                  </a:cubicBezTo>
                  <a:cubicBezTo>
                    <a:pt x="46" y="132"/>
                    <a:pt x="45" y="134"/>
                    <a:pt x="43" y="134"/>
                  </a:cubicBezTo>
                  <a:cubicBezTo>
                    <a:pt x="42" y="136"/>
                    <a:pt x="42" y="137"/>
                    <a:pt x="41" y="138"/>
                  </a:cubicBezTo>
                  <a:cubicBezTo>
                    <a:pt x="42" y="138"/>
                    <a:pt x="43" y="139"/>
                    <a:pt x="44" y="139"/>
                  </a:cubicBezTo>
                  <a:cubicBezTo>
                    <a:pt x="47" y="141"/>
                    <a:pt x="48" y="144"/>
                    <a:pt x="48" y="147"/>
                  </a:cubicBezTo>
                  <a:cubicBezTo>
                    <a:pt x="48" y="147"/>
                    <a:pt x="48" y="147"/>
                    <a:pt x="49" y="148"/>
                  </a:cubicBezTo>
                  <a:cubicBezTo>
                    <a:pt x="55" y="181"/>
                    <a:pt x="55" y="181"/>
                    <a:pt x="55" y="181"/>
                  </a:cubicBezTo>
                  <a:cubicBezTo>
                    <a:pt x="55" y="183"/>
                    <a:pt x="56" y="184"/>
                    <a:pt x="56" y="185"/>
                  </a:cubicBezTo>
                  <a:cubicBezTo>
                    <a:pt x="56" y="187"/>
                    <a:pt x="57" y="190"/>
                    <a:pt x="57" y="193"/>
                  </a:cubicBezTo>
                  <a:cubicBezTo>
                    <a:pt x="57" y="199"/>
                    <a:pt x="53" y="201"/>
                    <a:pt x="51" y="201"/>
                  </a:cubicBezTo>
                  <a:cubicBezTo>
                    <a:pt x="52" y="205"/>
                    <a:pt x="51" y="208"/>
                    <a:pt x="47" y="211"/>
                  </a:cubicBezTo>
                  <a:cubicBezTo>
                    <a:pt x="46" y="211"/>
                    <a:pt x="44" y="212"/>
                    <a:pt x="44" y="212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44" y="212"/>
                    <a:pt x="43" y="212"/>
                    <a:pt x="43" y="212"/>
                  </a:cubicBezTo>
                  <a:cubicBezTo>
                    <a:pt x="43" y="213"/>
                    <a:pt x="42" y="214"/>
                    <a:pt x="42" y="214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7" y="222"/>
                    <a:pt x="36" y="224"/>
                    <a:pt x="35" y="227"/>
                  </a:cubicBezTo>
                  <a:cubicBezTo>
                    <a:pt x="34" y="229"/>
                    <a:pt x="32" y="231"/>
                    <a:pt x="32" y="233"/>
                  </a:cubicBezTo>
                  <a:cubicBezTo>
                    <a:pt x="29" y="239"/>
                    <a:pt x="28" y="248"/>
                    <a:pt x="28" y="258"/>
                  </a:cubicBezTo>
                  <a:cubicBezTo>
                    <a:pt x="28" y="261"/>
                    <a:pt x="26" y="263"/>
                    <a:pt x="25" y="265"/>
                  </a:cubicBezTo>
                  <a:cubicBezTo>
                    <a:pt x="25" y="265"/>
                    <a:pt x="24" y="266"/>
                    <a:pt x="24" y="266"/>
                  </a:cubicBezTo>
                  <a:cubicBezTo>
                    <a:pt x="24" y="271"/>
                    <a:pt x="20" y="272"/>
                    <a:pt x="19" y="272"/>
                  </a:cubicBezTo>
                  <a:cubicBezTo>
                    <a:pt x="19" y="273"/>
                    <a:pt x="19" y="273"/>
                    <a:pt x="19" y="273"/>
                  </a:cubicBezTo>
                  <a:cubicBezTo>
                    <a:pt x="19" y="273"/>
                    <a:pt x="18" y="274"/>
                    <a:pt x="18" y="275"/>
                  </a:cubicBezTo>
                  <a:cubicBezTo>
                    <a:pt x="14" y="280"/>
                    <a:pt x="12" y="284"/>
                    <a:pt x="12" y="286"/>
                  </a:cubicBezTo>
                  <a:cubicBezTo>
                    <a:pt x="15" y="290"/>
                    <a:pt x="13" y="294"/>
                    <a:pt x="12" y="297"/>
                  </a:cubicBezTo>
                  <a:cubicBezTo>
                    <a:pt x="11" y="298"/>
                    <a:pt x="11" y="298"/>
                    <a:pt x="11" y="301"/>
                  </a:cubicBezTo>
                  <a:cubicBezTo>
                    <a:pt x="12" y="303"/>
                    <a:pt x="12" y="304"/>
                    <a:pt x="12" y="307"/>
                  </a:cubicBezTo>
                  <a:cubicBezTo>
                    <a:pt x="13" y="311"/>
                    <a:pt x="13" y="316"/>
                    <a:pt x="15" y="319"/>
                  </a:cubicBezTo>
                  <a:cubicBezTo>
                    <a:pt x="15" y="320"/>
                    <a:pt x="16" y="321"/>
                    <a:pt x="16" y="322"/>
                  </a:cubicBezTo>
                  <a:cubicBezTo>
                    <a:pt x="17" y="323"/>
                    <a:pt x="18" y="325"/>
                    <a:pt x="19" y="327"/>
                  </a:cubicBezTo>
                  <a:cubicBezTo>
                    <a:pt x="20" y="330"/>
                    <a:pt x="20" y="332"/>
                    <a:pt x="20" y="334"/>
                  </a:cubicBezTo>
                  <a:cubicBezTo>
                    <a:pt x="21" y="336"/>
                    <a:pt x="21" y="337"/>
                    <a:pt x="22" y="339"/>
                  </a:cubicBezTo>
                  <a:cubicBezTo>
                    <a:pt x="23" y="340"/>
                    <a:pt x="24" y="342"/>
                    <a:pt x="24" y="344"/>
                  </a:cubicBezTo>
                  <a:cubicBezTo>
                    <a:pt x="25" y="346"/>
                    <a:pt x="25" y="349"/>
                    <a:pt x="24" y="351"/>
                  </a:cubicBezTo>
                  <a:cubicBezTo>
                    <a:pt x="24" y="352"/>
                    <a:pt x="24" y="352"/>
                    <a:pt x="24" y="352"/>
                  </a:cubicBezTo>
                  <a:cubicBezTo>
                    <a:pt x="25" y="352"/>
                    <a:pt x="26" y="352"/>
                    <a:pt x="26" y="353"/>
                  </a:cubicBezTo>
                  <a:cubicBezTo>
                    <a:pt x="27" y="354"/>
                    <a:pt x="28" y="355"/>
                    <a:pt x="28" y="356"/>
                  </a:cubicBezTo>
                  <a:cubicBezTo>
                    <a:pt x="29" y="356"/>
                    <a:pt x="31" y="356"/>
                    <a:pt x="32" y="356"/>
                  </a:cubicBezTo>
                  <a:cubicBezTo>
                    <a:pt x="34" y="357"/>
                    <a:pt x="36" y="357"/>
                    <a:pt x="37" y="359"/>
                  </a:cubicBezTo>
                  <a:cubicBezTo>
                    <a:pt x="40" y="361"/>
                    <a:pt x="40" y="366"/>
                    <a:pt x="40" y="369"/>
                  </a:cubicBezTo>
                  <a:cubicBezTo>
                    <a:pt x="41" y="371"/>
                    <a:pt x="41" y="372"/>
                    <a:pt x="41" y="373"/>
                  </a:cubicBezTo>
                  <a:cubicBezTo>
                    <a:pt x="42" y="374"/>
                    <a:pt x="43" y="377"/>
                    <a:pt x="41" y="381"/>
                  </a:cubicBezTo>
                  <a:cubicBezTo>
                    <a:pt x="41" y="382"/>
                    <a:pt x="40" y="383"/>
                    <a:pt x="39" y="383"/>
                  </a:cubicBezTo>
                  <a:cubicBezTo>
                    <a:pt x="39" y="384"/>
                    <a:pt x="39" y="385"/>
                    <a:pt x="39" y="385"/>
                  </a:cubicBezTo>
                  <a:cubicBezTo>
                    <a:pt x="41" y="388"/>
                    <a:pt x="42" y="393"/>
                    <a:pt x="40" y="396"/>
                  </a:cubicBezTo>
                  <a:cubicBezTo>
                    <a:pt x="41" y="397"/>
                    <a:pt x="41" y="397"/>
                    <a:pt x="42" y="397"/>
                  </a:cubicBezTo>
                  <a:cubicBezTo>
                    <a:pt x="44" y="397"/>
                    <a:pt x="47" y="398"/>
                    <a:pt x="49" y="399"/>
                  </a:cubicBezTo>
                  <a:cubicBezTo>
                    <a:pt x="52" y="400"/>
                    <a:pt x="54" y="401"/>
                    <a:pt x="57" y="401"/>
                  </a:cubicBezTo>
                  <a:cubicBezTo>
                    <a:pt x="58" y="402"/>
                    <a:pt x="58" y="402"/>
                    <a:pt x="58" y="402"/>
                  </a:cubicBezTo>
                  <a:cubicBezTo>
                    <a:pt x="62" y="403"/>
                    <a:pt x="65" y="403"/>
                    <a:pt x="68" y="406"/>
                  </a:cubicBezTo>
                  <a:cubicBezTo>
                    <a:pt x="70" y="407"/>
                    <a:pt x="71" y="408"/>
                    <a:pt x="73" y="410"/>
                  </a:cubicBezTo>
                  <a:cubicBezTo>
                    <a:pt x="73" y="410"/>
                    <a:pt x="74" y="411"/>
                    <a:pt x="74" y="411"/>
                  </a:cubicBezTo>
                  <a:close/>
                  <a:moveTo>
                    <a:pt x="25" y="357"/>
                  </a:moveTo>
                  <a:cubicBezTo>
                    <a:pt x="26" y="362"/>
                    <a:pt x="26" y="362"/>
                    <a:pt x="26" y="362"/>
                  </a:cubicBezTo>
                  <a:cubicBezTo>
                    <a:pt x="26" y="357"/>
                    <a:pt x="26" y="357"/>
                    <a:pt x="26" y="357"/>
                  </a:cubicBezTo>
                  <a:cubicBezTo>
                    <a:pt x="26" y="357"/>
                    <a:pt x="26" y="357"/>
                    <a:pt x="26" y="357"/>
                  </a:cubicBezTo>
                  <a:cubicBezTo>
                    <a:pt x="25" y="357"/>
                    <a:pt x="25" y="357"/>
                    <a:pt x="25" y="357"/>
                  </a:cubicBezTo>
                  <a:cubicBezTo>
                    <a:pt x="25" y="357"/>
                    <a:pt x="25" y="357"/>
                    <a:pt x="26" y="357"/>
                  </a:cubicBezTo>
                  <a:cubicBezTo>
                    <a:pt x="25" y="357"/>
                    <a:pt x="25" y="357"/>
                    <a:pt x="25" y="35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5" name="Freeform 116">
              <a:extLst>
                <a:ext uri="{FF2B5EF4-FFF2-40B4-BE49-F238E27FC236}">
                  <a16:creationId xmlns:a16="http://schemas.microsoft.com/office/drawing/2014/main" id="{03FAAB0F-677F-4F9E-8ED7-F4346320E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688" y="2543971"/>
              <a:ext cx="306388" cy="468313"/>
            </a:xfrm>
            <a:custGeom>
              <a:avLst/>
              <a:gdLst>
                <a:gd name="T0" fmla="*/ 229 w 272"/>
                <a:gd name="T1" fmla="*/ 109 h 414"/>
                <a:gd name="T2" fmla="*/ 232 w 272"/>
                <a:gd name="T3" fmla="*/ 120 h 414"/>
                <a:gd name="T4" fmla="*/ 228 w 272"/>
                <a:gd name="T5" fmla="*/ 130 h 414"/>
                <a:gd name="T6" fmla="*/ 227 w 272"/>
                <a:gd name="T7" fmla="*/ 153 h 414"/>
                <a:gd name="T8" fmla="*/ 223 w 272"/>
                <a:gd name="T9" fmla="*/ 158 h 414"/>
                <a:gd name="T10" fmla="*/ 236 w 272"/>
                <a:gd name="T11" fmla="*/ 171 h 414"/>
                <a:gd name="T12" fmla="*/ 234 w 272"/>
                <a:gd name="T13" fmla="*/ 190 h 414"/>
                <a:gd name="T14" fmla="*/ 235 w 272"/>
                <a:gd name="T15" fmla="*/ 223 h 414"/>
                <a:gd name="T16" fmla="*/ 229 w 272"/>
                <a:gd name="T17" fmla="*/ 237 h 414"/>
                <a:gd name="T18" fmla="*/ 237 w 272"/>
                <a:gd name="T19" fmla="*/ 251 h 414"/>
                <a:gd name="T20" fmla="*/ 233 w 272"/>
                <a:gd name="T21" fmla="*/ 282 h 414"/>
                <a:gd name="T22" fmla="*/ 241 w 272"/>
                <a:gd name="T23" fmla="*/ 294 h 414"/>
                <a:gd name="T24" fmla="*/ 257 w 272"/>
                <a:gd name="T25" fmla="*/ 311 h 414"/>
                <a:gd name="T26" fmla="*/ 267 w 272"/>
                <a:gd name="T27" fmla="*/ 322 h 414"/>
                <a:gd name="T28" fmla="*/ 254 w 272"/>
                <a:gd name="T29" fmla="*/ 346 h 414"/>
                <a:gd name="T30" fmla="*/ 195 w 272"/>
                <a:gd name="T31" fmla="*/ 358 h 414"/>
                <a:gd name="T32" fmla="*/ 161 w 272"/>
                <a:gd name="T33" fmla="*/ 375 h 414"/>
                <a:gd name="T34" fmla="*/ 137 w 272"/>
                <a:gd name="T35" fmla="*/ 382 h 414"/>
                <a:gd name="T36" fmla="*/ 97 w 272"/>
                <a:gd name="T37" fmla="*/ 399 h 414"/>
                <a:gd name="T38" fmla="*/ 80 w 272"/>
                <a:gd name="T39" fmla="*/ 409 h 414"/>
                <a:gd name="T40" fmla="*/ 69 w 272"/>
                <a:gd name="T41" fmla="*/ 411 h 414"/>
                <a:gd name="T42" fmla="*/ 51 w 272"/>
                <a:gd name="T43" fmla="*/ 401 h 414"/>
                <a:gd name="T44" fmla="*/ 17 w 272"/>
                <a:gd name="T45" fmla="*/ 393 h 414"/>
                <a:gd name="T46" fmla="*/ 31 w 272"/>
                <a:gd name="T47" fmla="*/ 389 h 414"/>
                <a:gd name="T48" fmla="*/ 31 w 272"/>
                <a:gd name="T49" fmla="*/ 369 h 414"/>
                <a:gd name="T50" fmla="*/ 22 w 272"/>
                <a:gd name="T51" fmla="*/ 357 h 414"/>
                <a:gd name="T52" fmla="*/ 17 w 272"/>
                <a:gd name="T53" fmla="*/ 351 h 414"/>
                <a:gd name="T54" fmla="*/ 15 w 272"/>
                <a:gd name="T55" fmla="*/ 340 h 414"/>
                <a:gd name="T56" fmla="*/ 5 w 272"/>
                <a:gd name="T57" fmla="*/ 316 h 414"/>
                <a:gd name="T58" fmla="*/ 2 w 272"/>
                <a:gd name="T59" fmla="*/ 283 h 414"/>
                <a:gd name="T60" fmla="*/ 18 w 272"/>
                <a:gd name="T61" fmla="*/ 253 h 414"/>
                <a:gd name="T62" fmla="*/ 33 w 272"/>
                <a:gd name="T63" fmla="*/ 206 h 414"/>
                <a:gd name="T64" fmla="*/ 41 w 272"/>
                <a:gd name="T65" fmla="*/ 195 h 414"/>
                <a:gd name="T66" fmla="*/ 39 w 272"/>
                <a:gd name="T67" fmla="*/ 144 h 414"/>
                <a:gd name="T68" fmla="*/ 34 w 272"/>
                <a:gd name="T69" fmla="*/ 127 h 414"/>
                <a:gd name="T70" fmla="*/ 37 w 272"/>
                <a:gd name="T71" fmla="*/ 113 h 414"/>
                <a:gd name="T72" fmla="*/ 31 w 272"/>
                <a:gd name="T73" fmla="*/ 91 h 414"/>
                <a:gd name="T74" fmla="*/ 30 w 272"/>
                <a:gd name="T75" fmla="*/ 73 h 414"/>
                <a:gd name="T76" fmla="*/ 28 w 272"/>
                <a:gd name="T77" fmla="*/ 54 h 414"/>
                <a:gd name="T78" fmla="*/ 23 w 272"/>
                <a:gd name="T79" fmla="*/ 29 h 414"/>
                <a:gd name="T80" fmla="*/ 27 w 272"/>
                <a:gd name="T81" fmla="*/ 20 h 414"/>
                <a:gd name="T82" fmla="*/ 35 w 272"/>
                <a:gd name="T83" fmla="*/ 12 h 414"/>
                <a:gd name="T84" fmla="*/ 106 w 272"/>
                <a:gd name="T85" fmla="*/ 10 h 414"/>
                <a:gd name="T86" fmla="*/ 131 w 272"/>
                <a:gd name="T87" fmla="*/ 11 h 414"/>
                <a:gd name="T88" fmla="*/ 151 w 272"/>
                <a:gd name="T89" fmla="*/ 11 h 414"/>
                <a:gd name="T90" fmla="*/ 164 w 272"/>
                <a:gd name="T91" fmla="*/ 15 h 414"/>
                <a:gd name="T92" fmla="*/ 173 w 272"/>
                <a:gd name="T93" fmla="*/ 8 h 414"/>
                <a:gd name="T94" fmla="*/ 202 w 272"/>
                <a:gd name="T95" fmla="*/ 12 h 414"/>
                <a:gd name="T96" fmla="*/ 194 w 272"/>
                <a:gd name="T97" fmla="*/ 30 h 414"/>
                <a:gd name="T98" fmla="*/ 215 w 272"/>
                <a:gd name="T99" fmla="*/ 50 h 414"/>
                <a:gd name="T100" fmla="*/ 219 w 272"/>
                <a:gd name="T101" fmla="*/ 56 h 414"/>
                <a:gd name="T102" fmla="*/ 222 w 272"/>
                <a:gd name="T103" fmla="*/ 59 h 414"/>
                <a:gd name="T104" fmla="*/ 223 w 272"/>
                <a:gd name="T105" fmla="*/ 73 h 414"/>
                <a:gd name="T106" fmla="*/ 220 w 272"/>
                <a:gd name="T107" fmla="*/ 82 h 414"/>
                <a:gd name="T108" fmla="*/ 220 w 272"/>
                <a:gd name="T109" fmla="*/ 97 h 414"/>
                <a:gd name="T110" fmla="*/ 217 w 272"/>
                <a:gd name="T111" fmla="*/ 11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2" h="414">
                  <a:moveTo>
                    <a:pt x="217" y="110"/>
                  </a:moveTo>
                  <a:cubicBezTo>
                    <a:pt x="220" y="112"/>
                    <a:pt x="219" y="110"/>
                    <a:pt x="221" y="108"/>
                  </a:cubicBezTo>
                  <a:cubicBezTo>
                    <a:pt x="222" y="107"/>
                    <a:pt x="227" y="108"/>
                    <a:pt x="229" y="109"/>
                  </a:cubicBezTo>
                  <a:cubicBezTo>
                    <a:pt x="230" y="110"/>
                    <a:pt x="229" y="111"/>
                    <a:pt x="229" y="112"/>
                  </a:cubicBezTo>
                  <a:cubicBezTo>
                    <a:pt x="230" y="113"/>
                    <a:pt x="232" y="113"/>
                    <a:pt x="232" y="115"/>
                  </a:cubicBezTo>
                  <a:cubicBezTo>
                    <a:pt x="232" y="116"/>
                    <a:pt x="232" y="119"/>
                    <a:pt x="232" y="120"/>
                  </a:cubicBezTo>
                  <a:cubicBezTo>
                    <a:pt x="231" y="121"/>
                    <a:pt x="230" y="121"/>
                    <a:pt x="229" y="123"/>
                  </a:cubicBezTo>
                  <a:cubicBezTo>
                    <a:pt x="229" y="125"/>
                    <a:pt x="231" y="126"/>
                    <a:pt x="230" y="127"/>
                  </a:cubicBezTo>
                  <a:cubicBezTo>
                    <a:pt x="230" y="128"/>
                    <a:pt x="229" y="129"/>
                    <a:pt x="228" y="130"/>
                  </a:cubicBezTo>
                  <a:cubicBezTo>
                    <a:pt x="227" y="132"/>
                    <a:pt x="225" y="137"/>
                    <a:pt x="226" y="139"/>
                  </a:cubicBezTo>
                  <a:cubicBezTo>
                    <a:pt x="227" y="142"/>
                    <a:pt x="230" y="145"/>
                    <a:pt x="230" y="148"/>
                  </a:cubicBezTo>
                  <a:cubicBezTo>
                    <a:pt x="229" y="151"/>
                    <a:pt x="228" y="152"/>
                    <a:pt x="227" y="153"/>
                  </a:cubicBezTo>
                  <a:cubicBezTo>
                    <a:pt x="226" y="153"/>
                    <a:pt x="224" y="153"/>
                    <a:pt x="224" y="154"/>
                  </a:cubicBezTo>
                  <a:cubicBezTo>
                    <a:pt x="223" y="154"/>
                    <a:pt x="223" y="153"/>
                    <a:pt x="222" y="154"/>
                  </a:cubicBezTo>
                  <a:cubicBezTo>
                    <a:pt x="221" y="155"/>
                    <a:pt x="222" y="157"/>
                    <a:pt x="223" y="158"/>
                  </a:cubicBezTo>
                  <a:cubicBezTo>
                    <a:pt x="223" y="159"/>
                    <a:pt x="224" y="160"/>
                    <a:pt x="225" y="162"/>
                  </a:cubicBezTo>
                  <a:cubicBezTo>
                    <a:pt x="226" y="164"/>
                    <a:pt x="227" y="165"/>
                    <a:pt x="229" y="167"/>
                  </a:cubicBezTo>
                  <a:cubicBezTo>
                    <a:pt x="231" y="168"/>
                    <a:pt x="234" y="170"/>
                    <a:pt x="236" y="171"/>
                  </a:cubicBezTo>
                  <a:cubicBezTo>
                    <a:pt x="238" y="173"/>
                    <a:pt x="239" y="176"/>
                    <a:pt x="240" y="178"/>
                  </a:cubicBezTo>
                  <a:cubicBezTo>
                    <a:pt x="241" y="181"/>
                    <a:pt x="243" y="184"/>
                    <a:pt x="241" y="186"/>
                  </a:cubicBezTo>
                  <a:cubicBezTo>
                    <a:pt x="240" y="188"/>
                    <a:pt x="235" y="188"/>
                    <a:pt x="234" y="190"/>
                  </a:cubicBezTo>
                  <a:cubicBezTo>
                    <a:pt x="234" y="192"/>
                    <a:pt x="236" y="193"/>
                    <a:pt x="235" y="194"/>
                  </a:cubicBezTo>
                  <a:cubicBezTo>
                    <a:pt x="234" y="196"/>
                    <a:pt x="234" y="198"/>
                    <a:pt x="235" y="200"/>
                  </a:cubicBezTo>
                  <a:cubicBezTo>
                    <a:pt x="236" y="207"/>
                    <a:pt x="237" y="217"/>
                    <a:pt x="235" y="223"/>
                  </a:cubicBezTo>
                  <a:cubicBezTo>
                    <a:pt x="234" y="224"/>
                    <a:pt x="233" y="224"/>
                    <a:pt x="233" y="226"/>
                  </a:cubicBezTo>
                  <a:cubicBezTo>
                    <a:pt x="233" y="229"/>
                    <a:pt x="232" y="227"/>
                    <a:pt x="231" y="229"/>
                  </a:cubicBezTo>
                  <a:cubicBezTo>
                    <a:pt x="229" y="232"/>
                    <a:pt x="229" y="234"/>
                    <a:pt x="229" y="237"/>
                  </a:cubicBezTo>
                  <a:cubicBezTo>
                    <a:pt x="230" y="241"/>
                    <a:pt x="231" y="242"/>
                    <a:pt x="234" y="243"/>
                  </a:cubicBezTo>
                  <a:cubicBezTo>
                    <a:pt x="237" y="244"/>
                    <a:pt x="237" y="241"/>
                    <a:pt x="238" y="246"/>
                  </a:cubicBezTo>
                  <a:cubicBezTo>
                    <a:pt x="238" y="248"/>
                    <a:pt x="237" y="249"/>
                    <a:pt x="237" y="251"/>
                  </a:cubicBezTo>
                  <a:cubicBezTo>
                    <a:pt x="236" y="254"/>
                    <a:pt x="235" y="256"/>
                    <a:pt x="235" y="259"/>
                  </a:cubicBezTo>
                  <a:cubicBezTo>
                    <a:pt x="234" y="262"/>
                    <a:pt x="236" y="266"/>
                    <a:pt x="234" y="268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4" y="283"/>
                    <a:pt x="236" y="284"/>
                    <a:pt x="236" y="285"/>
                  </a:cubicBezTo>
                  <a:cubicBezTo>
                    <a:pt x="238" y="287"/>
                    <a:pt x="235" y="291"/>
                    <a:pt x="238" y="293"/>
                  </a:cubicBezTo>
                  <a:cubicBezTo>
                    <a:pt x="239" y="293"/>
                    <a:pt x="241" y="294"/>
                    <a:pt x="241" y="294"/>
                  </a:cubicBezTo>
                  <a:cubicBezTo>
                    <a:pt x="243" y="297"/>
                    <a:pt x="241" y="296"/>
                    <a:pt x="241" y="299"/>
                  </a:cubicBezTo>
                  <a:cubicBezTo>
                    <a:pt x="242" y="301"/>
                    <a:pt x="244" y="304"/>
                    <a:pt x="246" y="306"/>
                  </a:cubicBezTo>
                  <a:cubicBezTo>
                    <a:pt x="249" y="308"/>
                    <a:pt x="252" y="311"/>
                    <a:pt x="257" y="311"/>
                  </a:cubicBezTo>
                  <a:cubicBezTo>
                    <a:pt x="259" y="311"/>
                    <a:pt x="260" y="316"/>
                    <a:pt x="262" y="318"/>
                  </a:cubicBezTo>
                  <a:cubicBezTo>
                    <a:pt x="262" y="319"/>
                    <a:pt x="263" y="321"/>
                    <a:pt x="264" y="322"/>
                  </a:cubicBezTo>
                  <a:cubicBezTo>
                    <a:pt x="265" y="322"/>
                    <a:pt x="266" y="321"/>
                    <a:pt x="267" y="322"/>
                  </a:cubicBezTo>
                  <a:cubicBezTo>
                    <a:pt x="270" y="323"/>
                    <a:pt x="272" y="323"/>
                    <a:pt x="269" y="326"/>
                  </a:cubicBezTo>
                  <a:cubicBezTo>
                    <a:pt x="267" y="328"/>
                    <a:pt x="263" y="330"/>
                    <a:pt x="262" y="332"/>
                  </a:cubicBezTo>
                  <a:cubicBezTo>
                    <a:pt x="258" y="337"/>
                    <a:pt x="259" y="344"/>
                    <a:pt x="254" y="346"/>
                  </a:cubicBezTo>
                  <a:cubicBezTo>
                    <a:pt x="237" y="347"/>
                    <a:pt x="237" y="347"/>
                    <a:pt x="237" y="347"/>
                  </a:cubicBezTo>
                  <a:cubicBezTo>
                    <a:pt x="233" y="350"/>
                    <a:pt x="224" y="346"/>
                    <a:pt x="219" y="346"/>
                  </a:cubicBezTo>
                  <a:cubicBezTo>
                    <a:pt x="209" y="346"/>
                    <a:pt x="203" y="354"/>
                    <a:pt x="195" y="358"/>
                  </a:cubicBezTo>
                  <a:cubicBezTo>
                    <a:pt x="190" y="360"/>
                    <a:pt x="184" y="363"/>
                    <a:pt x="179" y="364"/>
                  </a:cubicBezTo>
                  <a:cubicBezTo>
                    <a:pt x="173" y="365"/>
                    <a:pt x="173" y="367"/>
                    <a:pt x="169" y="371"/>
                  </a:cubicBezTo>
                  <a:cubicBezTo>
                    <a:pt x="167" y="373"/>
                    <a:pt x="164" y="373"/>
                    <a:pt x="161" y="375"/>
                  </a:cubicBezTo>
                  <a:cubicBezTo>
                    <a:pt x="158" y="375"/>
                    <a:pt x="156" y="376"/>
                    <a:pt x="153" y="379"/>
                  </a:cubicBezTo>
                  <a:cubicBezTo>
                    <a:pt x="151" y="381"/>
                    <a:pt x="149" y="383"/>
                    <a:pt x="146" y="383"/>
                  </a:cubicBezTo>
                  <a:cubicBezTo>
                    <a:pt x="143" y="383"/>
                    <a:pt x="138" y="384"/>
                    <a:pt x="137" y="382"/>
                  </a:cubicBezTo>
                  <a:cubicBezTo>
                    <a:pt x="135" y="384"/>
                    <a:pt x="131" y="384"/>
                    <a:pt x="129" y="386"/>
                  </a:cubicBezTo>
                  <a:cubicBezTo>
                    <a:pt x="127" y="387"/>
                    <a:pt x="124" y="389"/>
                    <a:pt x="121" y="390"/>
                  </a:cubicBezTo>
                  <a:cubicBezTo>
                    <a:pt x="119" y="391"/>
                    <a:pt x="97" y="399"/>
                    <a:pt x="97" y="399"/>
                  </a:cubicBezTo>
                  <a:cubicBezTo>
                    <a:pt x="96" y="399"/>
                    <a:pt x="94" y="400"/>
                    <a:pt x="93" y="400"/>
                  </a:cubicBezTo>
                  <a:cubicBezTo>
                    <a:pt x="91" y="403"/>
                    <a:pt x="91" y="405"/>
                    <a:pt x="87" y="405"/>
                  </a:cubicBezTo>
                  <a:cubicBezTo>
                    <a:pt x="85" y="405"/>
                    <a:pt x="82" y="408"/>
                    <a:pt x="80" y="409"/>
                  </a:cubicBezTo>
                  <a:cubicBezTo>
                    <a:pt x="77" y="411"/>
                    <a:pt x="78" y="412"/>
                    <a:pt x="74" y="413"/>
                  </a:cubicBezTo>
                  <a:cubicBezTo>
                    <a:pt x="73" y="413"/>
                    <a:pt x="72" y="414"/>
                    <a:pt x="70" y="413"/>
                  </a:cubicBezTo>
                  <a:cubicBezTo>
                    <a:pt x="69" y="413"/>
                    <a:pt x="70" y="412"/>
                    <a:pt x="69" y="411"/>
                  </a:cubicBezTo>
                  <a:cubicBezTo>
                    <a:pt x="69" y="411"/>
                    <a:pt x="67" y="411"/>
                    <a:pt x="67" y="410"/>
                  </a:cubicBezTo>
                  <a:cubicBezTo>
                    <a:pt x="65" y="409"/>
                    <a:pt x="63" y="406"/>
                    <a:pt x="60" y="405"/>
                  </a:cubicBezTo>
                  <a:cubicBezTo>
                    <a:pt x="57" y="402"/>
                    <a:pt x="54" y="402"/>
                    <a:pt x="51" y="401"/>
                  </a:cubicBezTo>
                  <a:cubicBezTo>
                    <a:pt x="45" y="400"/>
                    <a:pt x="40" y="398"/>
                    <a:pt x="35" y="396"/>
                  </a:cubicBezTo>
                  <a:cubicBezTo>
                    <a:pt x="33" y="396"/>
                    <a:pt x="29" y="396"/>
                    <a:pt x="26" y="395"/>
                  </a:cubicBezTo>
                  <a:cubicBezTo>
                    <a:pt x="23" y="394"/>
                    <a:pt x="20" y="394"/>
                    <a:pt x="17" y="393"/>
                  </a:cubicBezTo>
                  <a:cubicBezTo>
                    <a:pt x="15" y="393"/>
                    <a:pt x="5" y="389"/>
                    <a:pt x="11" y="389"/>
                  </a:cubicBezTo>
                  <a:cubicBezTo>
                    <a:pt x="16" y="389"/>
                    <a:pt x="17" y="392"/>
                    <a:pt x="22" y="389"/>
                  </a:cubicBezTo>
                  <a:cubicBezTo>
                    <a:pt x="25" y="388"/>
                    <a:pt x="28" y="391"/>
                    <a:pt x="31" y="389"/>
                  </a:cubicBezTo>
                  <a:cubicBezTo>
                    <a:pt x="34" y="387"/>
                    <a:pt x="26" y="378"/>
                    <a:pt x="29" y="374"/>
                  </a:cubicBezTo>
                  <a:cubicBezTo>
                    <a:pt x="30" y="373"/>
                    <a:pt x="31" y="375"/>
                    <a:pt x="32" y="373"/>
                  </a:cubicBezTo>
                  <a:cubicBezTo>
                    <a:pt x="33" y="372"/>
                    <a:pt x="32" y="370"/>
                    <a:pt x="31" y="369"/>
                  </a:cubicBezTo>
                  <a:cubicBezTo>
                    <a:pt x="31" y="366"/>
                    <a:pt x="31" y="359"/>
                    <a:pt x="29" y="357"/>
                  </a:cubicBezTo>
                  <a:cubicBezTo>
                    <a:pt x="28" y="356"/>
                    <a:pt x="26" y="356"/>
                    <a:pt x="25" y="356"/>
                  </a:cubicBezTo>
                  <a:cubicBezTo>
                    <a:pt x="23" y="355"/>
                    <a:pt x="24" y="356"/>
                    <a:pt x="22" y="357"/>
                  </a:cubicBezTo>
                  <a:cubicBezTo>
                    <a:pt x="20" y="357"/>
                    <a:pt x="18" y="357"/>
                    <a:pt x="18" y="355"/>
                  </a:cubicBezTo>
                  <a:cubicBezTo>
                    <a:pt x="18" y="354"/>
                    <a:pt x="18" y="353"/>
                    <a:pt x="18" y="352"/>
                  </a:cubicBezTo>
                  <a:cubicBezTo>
                    <a:pt x="18" y="350"/>
                    <a:pt x="17" y="351"/>
                    <a:pt x="17" y="351"/>
                  </a:cubicBezTo>
                  <a:cubicBezTo>
                    <a:pt x="16" y="350"/>
                    <a:pt x="15" y="351"/>
                    <a:pt x="15" y="350"/>
                  </a:cubicBezTo>
                  <a:cubicBezTo>
                    <a:pt x="15" y="349"/>
                    <a:pt x="15" y="348"/>
                    <a:pt x="15" y="347"/>
                  </a:cubicBezTo>
                  <a:cubicBezTo>
                    <a:pt x="15" y="345"/>
                    <a:pt x="15" y="342"/>
                    <a:pt x="15" y="340"/>
                  </a:cubicBezTo>
                  <a:cubicBezTo>
                    <a:pt x="14" y="337"/>
                    <a:pt x="11" y="334"/>
                    <a:pt x="11" y="330"/>
                  </a:cubicBezTo>
                  <a:cubicBezTo>
                    <a:pt x="11" y="328"/>
                    <a:pt x="10" y="326"/>
                    <a:pt x="10" y="324"/>
                  </a:cubicBezTo>
                  <a:cubicBezTo>
                    <a:pt x="9" y="321"/>
                    <a:pt x="6" y="318"/>
                    <a:pt x="5" y="316"/>
                  </a:cubicBezTo>
                  <a:cubicBezTo>
                    <a:pt x="3" y="310"/>
                    <a:pt x="3" y="302"/>
                    <a:pt x="2" y="296"/>
                  </a:cubicBezTo>
                  <a:cubicBezTo>
                    <a:pt x="1" y="293"/>
                    <a:pt x="1" y="292"/>
                    <a:pt x="3" y="290"/>
                  </a:cubicBezTo>
                  <a:cubicBezTo>
                    <a:pt x="4" y="287"/>
                    <a:pt x="4" y="285"/>
                    <a:pt x="2" y="283"/>
                  </a:cubicBezTo>
                  <a:cubicBezTo>
                    <a:pt x="0" y="280"/>
                    <a:pt x="9" y="268"/>
                    <a:pt x="10" y="265"/>
                  </a:cubicBezTo>
                  <a:cubicBezTo>
                    <a:pt x="11" y="263"/>
                    <a:pt x="14" y="264"/>
                    <a:pt x="15" y="261"/>
                  </a:cubicBezTo>
                  <a:cubicBezTo>
                    <a:pt x="15" y="258"/>
                    <a:pt x="18" y="256"/>
                    <a:pt x="18" y="253"/>
                  </a:cubicBezTo>
                  <a:cubicBezTo>
                    <a:pt x="18" y="245"/>
                    <a:pt x="19" y="234"/>
                    <a:pt x="22" y="226"/>
                  </a:cubicBezTo>
                  <a:cubicBezTo>
                    <a:pt x="24" y="222"/>
                    <a:pt x="27" y="217"/>
                    <a:pt x="29" y="213"/>
                  </a:cubicBezTo>
                  <a:cubicBezTo>
                    <a:pt x="33" y="206"/>
                    <a:pt x="33" y="206"/>
                    <a:pt x="33" y="206"/>
                  </a:cubicBezTo>
                  <a:cubicBezTo>
                    <a:pt x="34" y="205"/>
                    <a:pt x="35" y="204"/>
                    <a:pt x="36" y="203"/>
                  </a:cubicBezTo>
                  <a:cubicBezTo>
                    <a:pt x="37" y="202"/>
                    <a:pt x="38" y="202"/>
                    <a:pt x="39" y="202"/>
                  </a:cubicBezTo>
                  <a:cubicBezTo>
                    <a:pt x="44" y="199"/>
                    <a:pt x="40" y="198"/>
                    <a:pt x="41" y="195"/>
                  </a:cubicBezTo>
                  <a:cubicBezTo>
                    <a:pt x="42" y="191"/>
                    <a:pt x="47" y="194"/>
                    <a:pt x="47" y="188"/>
                  </a:cubicBezTo>
                  <a:cubicBezTo>
                    <a:pt x="47" y="184"/>
                    <a:pt x="46" y="181"/>
                    <a:pt x="46" y="177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39" y="143"/>
                    <a:pt x="38" y="139"/>
                    <a:pt x="37" y="138"/>
                  </a:cubicBezTo>
                  <a:cubicBezTo>
                    <a:pt x="34" y="136"/>
                    <a:pt x="31" y="139"/>
                    <a:pt x="31" y="134"/>
                  </a:cubicBezTo>
                  <a:cubicBezTo>
                    <a:pt x="32" y="131"/>
                    <a:pt x="32" y="129"/>
                    <a:pt x="34" y="127"/>
                  </a:cubicBezTo>
                  <a:cubicBezTo>
                    <a:pt x="35" y="126"/>
                    <a:pt x="37" y="125"/>
                    <a:pt x="37" y="124"/>
                  </a:cubicBezTo>
                  <a:cubicBezTo>
                    <a:pt x="38" y="121"/>
                    <a:pt x="36" y="123"/>
                    <a:pt x="35" y="121"/>
                  </a:cubicBezTo>
                  <a:cubicBezTo>
                    <a:pt x="34" y="118"/>
                    <a:pt x="37" y="116"/>
                    <a:pt x="37" y="113"/>
                  </a:cubicBezTo>
                  <a:cubicBezTo>
                    <a:pt x="37" y="109"/>
                    <a:pt x="35" y="108"/>
                    <a:pt x="33" y="105"/>
                  </a:cubicBezTo>
                  <a:cubicBezTo>
                    <a:pt x="30" y="101"/>
                    <a:pt x="33" y="99"/>
                    <a:pt x="32" y="96"/>
                  </a:cubicBezTo>
                  <a:cubicBezTo>
                    <a:pt x="31" y="94"/>
                    <a:pt x="30" y="94"/>
                    <a:pt x="31" y="91"/>
                  </a:cubicBezTo>
                  <a:cubicBezTo>
                    <a:pt x="31" y="90"/>
                    <a:pt x="33" y="88"/>
                    <a:pt x="33" y="88"/>
                  </a:cubicBezTo>
                  <a:cubicBezTo>
                    <a:pt x="33" y="86"/>
                    <a:pt x="32" y="82"/>
                    <a:pt x="32" y="80"/>
                  </a:cubicBezTo>
                  <a:cubicBezTo>
                    <a:pt x="32" y="77"/>
                    <a:pt x="31" y="75"/>
                    <a:pt x="30" y="73"/>
                  </a:cubicBezTo>
                  <a:cubicBezTo>
                    <a:pt x="30" y="70"/>
                    <a:pt x="31" y="68"/>
                    <a:pt x="30" y="65"/>
                  </a:cubicBezTo>
                  <a:cubicBezTo>
                    <a:pt x="29" y="62"/>
                    <a:pt x="32" y="63"/>
                    <a:pt x="32" y="61"/>
                  </a:cubicBezTo>
                  <a:cubicBezTo>
                    <a:pt x="33" y="57"/>
                    <a:pt x="28" y="57"/>
                    <a:pt x="28" y="54"/>
                  </a:cubicBezTo>
                  <a:cubicBezTo>
                    <a:pt x="27" y="51"/>
                    <a:pt x="33" y="49"/>
                    <a:pt x="31" y="49"/>
                  </a:cubicBezTo>
                  <a:cubicBezTo>
                    <a:pt x="23" y="48"/>
                    <a:pt x="22" y="35"/>
                    <a:pt x="24" y="31"/>
                  </a:cubicBezTo>
                  <a:cubicBezTo>
                    <a:pt x="24" y="30"/>
                    <a:pt x="22" y="31"/>
                    <a:pt x="23" y="29"/>
                  </a:cubicBezTo>
                  <a:cubicBezTo>
                    <a:pt x="23" y="29"/>
                    <a:pt x="24" y="28"/>
                    <a:pt x="24" y="28"/>
                  </a:cubicBezTo>
                  <a:cubicBezTo>
                    <a:pt x="24" y="27"/>
                    <a:pt x="24" y="26"/>
                    <a:pt x="25" y="26"/>
                  </a:cubicBezTo>
                  <a:cubicBezTo>
                    <a:pt x="25" y="24"/>
                    <a:pt x="26" y="22"/>
                    <a:pt x="27" y="20"/>
                  </a:cubicBezTo>
                  <a:cubicBezTo>
                    <a:pt x="27" y="19"/>
                    <a:pt x="29" y="18"/>
                    <a:pt x="29" y="18"/>
                  </a:cubicBezTo>
                  <a:cubicBezTo>
                    <a:pt x="29" y="16"/>
                    <a:pt x="27" y="11"/>
                    <a:pt x="29" y="11"/>
                  </a:cubicBezTo>
                  <a:cubicBezTo>
                    <a:pt x="31" y="11"/>
                    <a:pt x="34" y="12"/>
                    <a:pt x="35" y="12"/>
                  </a:cubicBezTo>
                  <a:cubicBezTo>
                    <a:pt x="51" y="10"/>
                    <a:pt x="68" y="11"/>
                    <a:pt x="84" y="11"/>
                  </a:cubicBezTo>
                  <a:cubicBezTo>
                    <a:pt x="89" y="11"/>
                    <a:pt x="95" y="11"/>
                    <a:pt x="100" y="11"/>
                  </a:cubicBezTo>
                  <a:cubicBezTo>
                    <a:pt x="102" y="11"/>
                    <a:pt x="105" y="10"/>
                    <a:pt x="106" y="10"/>
                  </a:cubicBezTo>
                  <a:cubicBezTo>
                    <a:pt x="109" y="10"/>
                    <a:pt x="111" y="10"/>
                    <a:pt x="113" y="10"/>
                  </a:cubicBezTo>
                  <a:cubicBezTo>
                    <a:pt x="115" y="9"/>
                    <a:pt x="115" y="11"/>
                    <a:pt x="117" y="11"/>
                  </a:cubicBezTo>
                  <a:cubicBezTo>
                    <a:pt x="121" y="12"/>
                    <a:pt x="127" y="12"/>
                    <a:pt x="131" y="11"/>
                  </a:cubicBezTo>
                  <a:cubicBezTo>
                    <a:pt x="136" y="11"/>
                    <a:pt x="141" y="11"/>
                    <a:pt x="145" y="12"/>
                  </a:cubicBezTo>
                  <a:cubicBezTo>
                    <a:pt x="146" y="12"/>
                    <a:pt x="146" y="13"/>
                    <a:pt x="147" y="13"/>
                  </a:cubicBezTo>
                  <a:cubicBezTo>
                    <a:pt x="147" y="13"/>
                    <a:pt x="149" y="11"/>
                    <a:pt x="151" y="11"/>
                  </a:cubicBezTo>
                  <a:cubicBezTo>
                    <a:pt x="152" y="11"/>
                    <a:pt x="156" y="11"/>
                    <a:pt x="157" y="11"/>
                  </a:cubicBezTo>
                  <a:cubicBezTo>
                    <a:pt x="161" y="11"/>
                    <a:pt x="158" y="14"/>
                    <a:pt x="161" y="16"/>
                  </a:cubicBezTo>
                  <a:cubicBezTo>
                    <a:pt x="163" y="17"/>
                    <a:pt x="162" y="16"/>
                    <a:pt x="164" y="15"/>
                  </a:cubicBezTo>
                  <a:cubicBezTo>
                    <a:pt x="164" y="14"/>
                    <a:pt x="164" y="13"/>
                    <a:pt x="165" y="13"/>
                  </a:cubicBezTo>
                  <a:cubicBezTo>
                    <a:pt x="166" y="12"/>
                    <a:pt x="166" y="12"/>
                    <a:pt x="168" y="12"/>
                  </a:cubicBezTo>
                  <a:cubicBezTo>
                    <a:pt x="170" y="11"/>
                    <a:pt x="172" y="10"/>
                    <a:pt x="173" y="8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87" y="0"/>
                    <a:pt x="190" y="3"/>
                    <a:pt x="192" y="4"/>
                  </a:cubicBezTo>
                  <a:cubicBezTo>
                    <a:pt x="196" y="6"/>
                    <a:pt x="205" y="3"/>
                    <a:pt x="202" y="12"/>
                  </a:cubicBezTo>
                  <a:cubicBezTo>
                    <a:pt x="201" y="13"/>
                    <a:pt x="200" y="13"/>
                    <a:pt x="199" y="14"/>
                  </a:cubicBezTo>
                  <a:cubicBezTo>
                    <a:pt x="199" y="16"/>
                    <a:pt x="199" y="19"/>
                    <a:pt x="198" y="21"/>
                  </a:cubicBezTo>
                  <a:cubicBezTo>
                    <a:pt x="198" y="24"/>
                    <a:pt x="195" y="27"/>
                    <a:pt x="194" y="30"/>
                  </a:cubicBezTo>
                  <a:cubicBezTo>
                    <a:pt x="194" y="35"/>
                    <a:pt x="196" y="34"/>
                    <a:pt x="199" y="36"/>
                  </a:cubicBezTo>
                  <a:cubicBezTo>
                    <a:pt x="202" y="38"/>
                    <a:pt x="207" y="42"/>
                    <a:pt x="208" y="45"/>
                  </a:cubicBezTo>
                  <a:cubicBezTo>
                    <a:pt x="210" y="49"/>
                    <a:pt x="211" y="49"/>
                    <a:pt x="215" y="50"/>
                  </a:cubicBezTo>
                  <a:cubicBezTo>
                    <a:pt x="216" y="50"/>
                    <a:pt x="217" y="48"/>
                    <a:pt x="217" y="50"/>
                  </a:cubicBezTo>
                  <a:cubicBezTo>
                    <a:pt x="218" y="52"/>
                    <a:pt x="218" y="53"/>
                    <a:pt x="219" y="54"/>
                  </a:cubicBezTo>
                  <a:cubicBezTo>
                    <a:pt x="219" y="55"/>
                    <a:pt x="219" y="56"/>
                    <a:pt x="219" y="56"/>
                  </a:cubicBezTo>
                  <a:cubicBezTo>
                    <a:pt x="220" y="56"/>
                    <a:pt x="221" y="55"/>
                    <a:pt x="221" y="56"/>
                  </a:cubicBezTo>
                  <a:cubicBezTo>
                    <a:pt x="221" y="56"/>
                    <a:pt x="222" y="55"/>
                    <a:pt x="223" y="56"/>
                  </a:cubicBezTo>
                  <a:cubicBezTo>
                    <a:pt x="223" y="56"/>
                    <a:pt x="222" y="58"/>
                    <a:pt x="222" y="59"/>
                  </a:cubicBezTo>
                  <a:cubicBezTo>
                    <a:pt x="221" y="61"/>
                    <a:pt x="220" y="64"/>
                    <a:pt x="221" y="67"/>
                  </a:cubicBezTo>
                  <a:cubicBezTo>
                    <a:pt x="221" y="69"/>
                    <a:pt x="222" y="69"/>
                    <a:pt x="222" y="70"/>
                  </a:cubicBezTo>
                  <a:cubicBezTo>
                    <a:pt x="223" y="71"/>
                    <a:pt x="223" y="72"/>
                    <a:pt x="223" y="73"/>
                  </a:cubicBezTo>
                  <a:cubicBezTo>
                    <a:pt x="223" y="75"/>
                    <a:pt x="221" y="73"/>
                    <a:pt x="220" y="74"/>
                  </a:cubicBezTo>
                  <a:cubicBezTo>
                    <a:pt x="220" y="76"/>
                    <a:pt x="221" y="77"/>
                    <a:pt x="221" y="78"/>
                  </a:cubicBezTo>
                  <a:cubicBezTo>
                    <a:pt x="221" y="80"/>
                    <a:pt x="220" y="80"/>
                    <a:pt x="220" y="82"/>
                  </a:cubicBezTo>
                  <a:cubicBezTo>
                    <a:pt x="219" y="84"/>
                    <a:pt x="220" y="85"/>
                    <a:pt x="220" y="87"/>
                  </a:cubicBezTo>
                  <a:cubicBezTo>
                    <a:pt x="220" y="89"/>
                    <a:pt x="218" y="91"/>
                    <a:pt x="219" y="93"/>
                  </a:cubicBezTo>
                  <a:cubicBezTo>
                    <a:pt x="219" y="94"/>
                    <a:pt x="220" y="94"/>
                    <a:pt x="220" y="97"/>
                  </a:cubicBezTo>
                  <a:cubicBezTo>
                    <a:pt x="219" y="100"/>
                    <a:pt x="218" y="97"/>
                    <a:pt x="217" y="97"/>
                  </a:cubicBezTo>
                  <a:cubicBezTo>
                    <a:pt x="216" y="97"/>
                    <a:pt x="215" y="95"/>
                    <a:pt x="214" y="98"/>
                  </a:cubicBezTo>
                  <a:cubicBezTo>
                    <a:pt x="214" y="98"/>
                    <a:pt x="209" y="103"/>
                    <a:pt x="217" y="110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6" name="Freeform 117">
              <a:extLst>
                <a:ext uri="{FF2B5EF4-FFF2-40B4-BE49-F238E27FC236}">
                  <a16:creationId xmlns:a16="http://schemas.microsoft.com/office/drawing/2014/main" id="{803953E3-0412-4EAF-A90E-383BBE40E6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07350" y="3041650"/>
              <a:ext cx="385763" cy="423863"/>
            </a:xfrm>
            <a:custGeom>
              <a:avLst/>
              <a:gdLst>
                <a:gd name="T0" fmla="*/ 7 w 341"/>
                <a:gd name="T1" fmla="*/ 370 h 375"/>
                <a:gd name="T2" fmla="*/ 5 w 341"/>
                <a:gd name="T3" fmla="*/ 320 h 375"/>
                <a:gd name="T4" fmla="*/ 10 w 341"/>
                <a:gd name="T5" fmla="*/ 269 h 375"/>
                <a:gd name="T6" fmla="*/ 23 w 341"/>
                <a:gd name="T7" fmla="*/ 228 h 375"/>
                <a:gd name="T8" fmla="*/ 51 w 341"/>
                <a:gd name="T9" fmla="*/ 195 h 375"/>
                <a:gd name="T10" fmla="*/ 95 w 341"/>
                <a:gd name="T11" fmla="*/ 152 h 375"/>
                <a:gd name="T12" fmla="*/ 85 w 341"/>
                <a:gd name="T13" fmla="*/ 131 h 375"/>
                <a:gd name="T14" fmla="*/ 77 w 341"/>
                <a:gd name="T15" fmla="*/ 87 h 375"/>
                <a:gd name="T16" fmla="*/ 93 w 341"/>
                <a:gd name="T17" fmla="*/ 33 h 375"/>
                <a:gd name="T18" fmla="*/ 140 w 341"/>
                <a:gd name="T19" fmla="*/ 27 h 375"/>
                <a:gd name="T20" fmla="*/ 168 w 341"/>
                <a:gd name="T21" fmla="*/ 36 h 375"/>
                <a:gd name="T22" fmla="*/ 222 w 341"/>
                <a:gd name="T23" fmla="*/ 28 h 375"/>
                <a:gd name="T24" fmla="*/ 260 w 341"/>
                <a:gd name="T25" fmla="*/ 11 h 375"/>
                <a:gd name="T26" fmla="*/ 293 w 341"/>
                <a:gd name="T27" fmla="*/ 32 h 375"/>
                <a:gd name="T28" fmla="*/ 306 w 341"/>
                <a:gd name="T29" fmla="*/ 71 h 375"/>
                <a:gd name="T30" fmla="*/ 333 w 341"/>
                <a:gd name="T31" fmla="*/ 111 h 375"/>
                <a:gd name="T32" fmla="*/ 339 w 341"/>
                <a:gd name="T33" fmla="*/ 149 h 375"/>
                <a:gd name="T34" fmla="*/ 328 w 341"/>
                <a:gd name="T35" fmla="*/ 191 h 375"/>
                <a:gd name="T36" fmla="*/ 298 w 341"/>
                <a:gd name="T37" fmla="*/ 229 h 375"/>
                <a:gd name="T38" fmla="*/ 278 w 341"/>
                <a:gd name="T39" fmla="*/ 264 h 375"/>
                <a:gd name="T40" fmla="*/ 253 w 341"/>
                <a:gd name="T41" fmla="*/ 266 h 375"/>
                <a:gd name="T42" fmla="*/ 229 w 341"/>
                <a:gd name="T43" fmla="*/ 258 h 375"/>
                <a:gd name="T44" fmla="*/ 201 w 341"/>
                <a:gd name="T45" fmla="*/ 274 h 375"/>
                <a:gd name="T46" fmla="*/ 180 w 341"/>
                <a:gd name="T47" fmla="*/ 279 h 375"/>
                <a:gd name="T48" fmla="*/ 156 w 341"/>
                <a:gd name="T49" fmla="*/ 291 h 375"/>
                <a:gd name="T50" fmla="*/ 143 w 341"/>
                <a:gd name="T51" fmla="*/ 332 h 375"/>
                <a:gd name="T52" fmla="*/ 62 w 341"/>
                <a:gd name="T53" fmla="*/ 349 h 375"/>
                <a:gd name="T54" fmla="*/ 38 w 341"/>
                <a:gd name="T55" fmla="*/ 369 h 375"/>
                <a:gd name="T56" fmla="*/ 39 w 341"/>
                <a:gd name="T57" fmla="*/ 355 h 375"/>
                <a:gd name="T58" fmla="*/ 68 w 341"/>
                <a:gd name="T59" fmla="*/ 340 h 375"/>
                <a:gd name="T60" fmla="*/ 135 w 341"/>
                <a:gd name="T61" fmla="*/ 316 h 375"/>
                <a:gd name="T62" fmla="*/ 146 w 341"/>
                <a:gd name="T63" fmla="*/ 281 h 375"/>
                <a:gd name="T64" fmla="*/ 176 w 341"/>
                <a:gd name="T65" fmla="*/ 266 h 375"/>
                <a:gd name="T66" fmla="*/ 198 w 341"/>
                <a:gd name="T67" fmla="*/ 259 h 375"/>
                <a:gd name="T68" fmla="*/ 212 w 341"/>
                <a:gd name="T69" fmla="*/ 263 h 375"/>
                <a:gd name="T70" fmla="*/ 224 w 341"/>
                <a:gd name="T71" fmla="*/ 246 h 375"/>
                <a:gd name="T72" fmla="*/ 254 w 341"/>
                <a:gd name="T73" fmla="*/ 251 h 375"/>
                <a:gd name="T74" fmla="*/ 275 w 341"/>
                <a:gd name="T75" fmla="*/ 252 h 375"/>
                <a:gd name="T76" fmla="*/ 299 w 341"/>
                <a:gd name="T77" fmla="*/ 211 h 375"/>
                <a:gd name="T78" fmla="*/ 322 w 341"/>
                <a:gd name="T79" fmla="*/ 181 h 375"/>
                <a:gd name="T80" fmla="*/ 329 w 341"/>
                <a:gd name="T81" fmla="*/ 144 h 375"/>
                <a:gd name="T82" fmla="*/ 322 w 341"/>
                <a:gd name="T83" fmla="*/ 113 h 375"/>
                <a:gd name="T84" fmla="*/ 301 w 341"/>
                <a:gd name="T85" fmla="*/ 78 h 375"/>
                <a:gd name="T86" fmla="*/ 295 w 341"/>
                <a:gd name="T87" fmla="*/ 42 h 375"/>
                <a:gd name="T88" fmla="*/ 275 w 341"/>
                <a:gd name="T89" fmla="*/ 23 h 375"/>
                <a:gd name="T90" fmla="*/ 235 w 341"/>
                <a:gd name="T91" fmla="*/ 40 h 375"/>
                <a:gd name="T92" fmla="*/ 210 w 341"/>
                <a:gd name="T93" fmla="*/ 34 h 375"/>
                <a:gd name="T94" fmla="*/ 159 w 341"/>
                <a:gd name="T95" fmla="*/ 55 h 375"/>
                <a:gd name="T96" fmla="*/ 132 w 341"/>
                <a:gd name="T97" fmla="*/ 43 h 375"/>
                <a:gd name="T98" fmla="*/ 91 w 341"/>
                <a:gd name="T99" fmla="*/ 44 h 375"/>
                <a:gd name="T100" fmla="*/ 85 w 341"/>
                <a:gd name="T101" fmla="*/ 101 h 375"/>
                <a:gd name="T102" fmla="*/ 102 w 341"/>
                <a:gd name="T103" fmla="*/ 124 h 375"/>
                <a:gd name="T104" fmla="*/ 90 w 341"/>
                <a:gd name="T105" fmla="*/ 172 h 375"/>
                <a:gd name="T106" fmla="*/ 52 w 341"/>
                <a:gd name="T107" fmla="*/ 206 h 375"/>
                <a:gd name="T108" fmla="*/ 33 w 341"/>
                <a:gd name="T109" fmla="*/ 226 h 375"/>
                <a:gd name="T110" fmla="*/ 21 w 341"/>
                <a:gd name="T111" fmla="*/ 270 h 375"/>
                <a:gd name="T112" fmla="*/ 14 w 341"/>
                <a:gd name="T113" fmla="*/ 316 h 375"/>
                <a:gd name="T114" fmla="*/ 11 w 341"/>
                <a:gd name="T115" fmla="*/ 359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41" h="375">
                  <a:moveTo>
                    <a:pt x="27" y="375"/>
                  </a:moveTo>
                  <a:cubicBezTo>
                    <a:pt x="22" y="375"/>
                    <a:pt x="21" y="370"/>
                    <a:pt x="20" y="368"/>
                  </a:cubicBezTo>
                  <a:cubicBezTo>
                    <a:pt x="20" y="368"/>
                    <a:pt x="20" y="368"/>
                    <a:pt x="20" y="367"/>
                  </a:cubicBezTo>
                  <a:cubicBezTo>
                    <a:pt x="20" y="368"/>
                    <a:pt x="19" y="368"/>
                    <a:pt x="19" y="368"/>
                  </a:cubicBezTo>
                  <a:cubicBezTo>
                    <a:pt x="19" y="368"/>
                    <a:pt x="18" y="368"/>
                    <a:pt x="18" y="368"/>
                  </a:cubicBezTo>
                  <a:cubicBezTo>
                    <a:pt x="18" y="368"/>
                    <a:pt x="18" y="368"/>
                    <a:pt x="18" y="368"/>
                  </a:cubicBezTo>
                  <a:cubicBezTo>
                    <a:pt x="17" y="368"/>
                    <a:pt x="16" y="368"/>
                    <a:pt x="16" y="367"/>
                  </a:cubicBezTo>
                  <a:cubicBezTo>
                    <a:pt x="15" y="367"/>
                    <a:pt x="15" y="368"/>
                    <a:pt x="14" y="368"/>
                  </a:cubicBezTo>
                  <a:cubicBezTo>
                    <a:pt x="12" y="369"/>
                    <a:pt x="10" y="369"/>
                    <a:pt x="7" y="370"/>
                  </a:cubicBezTo>
                  <a:cubicBezTo>
                    <a:pt x="5" y="370"/>
                    <a:pt x="4" y="369"/>
                    <a:pt x="3" y="368"/>
                  </a:cubicBezTo>
                  <a:cubicBezTo>
                    <a:pt x="2" y="367"/>
                    <a:pt x="2" y="366"/>
                    <a:pt x="2" y="364"/>
                  </a:cubicBezTo>
                  <a:cubicBezTo>
                    <a:pt x="2" y="361"/>
                    <a:pt x="2" y="358"/>
                    <a:pt x="1" y="355"/>
                  </a:cubicBezTo>
                  <a:cubicBezTo>
                    <a:pt x="1" y="352"/>
                    <a:pt x="1" y="350"/>
                    <a:pt x="1" y="346"/>
                  </a:cubicBezTo>
                  <a:cubicBezTo>
                    <a:pt x="1" y="345"/>
                    <a:pt x="1" y="344"/>
                    <a:pt x="1" y="342"/>
                  </a:cubicBezTo>
                  <a:cubicBezTo>
                    <a:pt x="0" y="340"/>
                    <a:pt x="0" y="337"/>
                    <a:pt x="1" y="335"/>
                  </a:cubicBezTo>
                  <a:cubicBezTo>
                    <a:pt x="1" y="332"/>
                    <a:pt x="2" y="331"/>
                    <a:pt x="4" y="330"/>
                  </a:cubicBezTo>
                  <a:cubicBezTo>
                    <a:pt x="4" y="329"/>
                    <a:pt x="4" y="328"/>
                    <a:pt x="4" y="327"/>
                  </a:cubicBezTo>
                  <a:cubicBezTo>
                    <a:pt x="4" y="325"/>
                    <a:pt x="4" y="322"/>
                    <a:pt x="5" y="320"/>
                  </a:cubicBezTo>
                  <a:cubicBezTo>
                    <a:pt x="5" y="319"/>
                    <a:pt x="5" y="318"/>
                    <a:pt x="5" y="317"/>
                  </a:cubicBezTo>
                  <a:cubicBezTo>
                    <a:pt x="5" y="316"/>
                    <a:pt x="4" y="313"/>
                    <a:pt x="6" y="311"/>
                  </a:cubicBezTo>
                  <a:cubicBezTo>
                    <a:pt x="6" y="310"/>
                    <a:pt x="6" y="310"/>
                    <a:pt x="6" y="309"/>
                  </a:cubicBezTo>
                  <a:cubicBezTo>
                    <a:pt x="5" y="308"/>
                    <a:pt x="5" y="306"/>
                    <a:pt x="5" y="305"/>
                  </a:cubicBezTo>
                  <a:cubicBezTo>
                    <a:pt x="5" y="299"/>
                    <a:pt x="6" y="293"/>
                    <a:pt x="7" y="288"/>
                  </a:cubicBezTo>
                  <a:cubicBezTo>
                    <a:pt x="8" y="285"/>
                    <a:pt x="8" y="283"/>
                    <a:pt x="9" y="280"/>
                  </a:cubicBezTo>
                  <a:cubicBezTo>
                    <a:pt x="9" y="279"/>
                    <a:pt x="9" y="279"/>
                    <a:pt x="9" y="278"/>
                  </a:cubicBezTo>
                  <a:cubicBezTo>
                    <a:pt x="10" y="276"/>
                    <a:pt x="10" y="275"/>
                    <a:pt x="10" y="274"/>
                  </a:cubicBezTo>
                  <a:cubicBezTo>
                    <a:pt x="9" y="273"/>
                    <a:pt x="9" y="271"/>
                    <a:pt x="10" y="269"/>
                  </a:cubicBezTo>
                  <a:cubicBezTo>
                    <a:pt x="11" y="265"/>
                    <a:pt x="14" y="263"/>
                    <a:pt x="15" y="262"/>
                  </a:cubicBezTo>
                  <a:cubicBezTo>
                    <a:pt x="16" y="262"/>
                    <a:pt x="16" y="262"/>
                    <a:pt x="16" y="261"/>
                  </a:cubicBezTo>
                  <a:cubicBezTo>
                    <a:pt x="16" y="261"/>
                    <a:pt x="17" y="259"/>
                    <a:pt x="17" y="258"/>
                  </a:cubicBezTo>
                  <a:cubicBezTo>
                    <a:pt x="17" y="256"/>
                    <a:pt x="17" y="253"/>
                    <a:pt x="18" y="251"/>
                  </a:cubicBezTo>
                  <a:cubicBezTo>
                    <a:pt x="19" y="249"/>
                    <a:pt x="20" y="248"/>
                    <a:pt x="22" y="246"/>
                  </a:cubicBezTo>
                  <a:cubicBezTo>
                    <a:pt x="23" y="245"/>
                    <a:pt x="24" y="244"/>
                    <a:pt x="24" y="243"/>
                  </a:cubicBezTo>
                  <a:cubicBezTo>
                    <a:pt x="24" y="242"/>
                    <a:pt x="24" y="240"/>
                    <a:pt x="24" y="238"/>
                  </a:cubicBezTo>
                  <a:cubicBezTo>
                    <a:pt x="23" y="236"/>
                    <a:pt x="23" y="233"/>
                    <a:pt x="23" y="230"/>
                  </a:cubicBezTo>
                  <a:cubicBezTo>
                    <a:pt x="23" y="229"/>
                    <a:pt x="23" y="228"/>
                    <a:pt x="23" y="228"/>
                  </a:cubicBezTo>
                  <a:cubicBezTo>
                    <a:pt x="23" y="224"/>
                    <a:pt x="24" y="220"/>
                    <a:pt x="30" y="217"/>
                  </a:cubicBezTo>
                  <a:cubicBezTo>
                    <a:pt x="31" y="216"/>
                    <a:pt x="33" y="215"/>
                    <a:pt x="35" y="215"/>
                  </a:cubicBezTo>
                  <a:cubicBezTo>
                    <a:pt x="35" y="215"/>
                    <a:pt x="36" y="215"/>
                    <a:pt x="36" y="214"/>
                  </a:cubicBezTo>
                  <a:cubicBezTo>
                    <a:pt x="37" y="213"/>
                    <a:pt x="38" y="213"/>
                    <a:pt x="38" y="212"/>
                  </a:cubicBezTo>
                  <a:cubicBezTo>
                    <a:pt x="39" y="211"/>
                    <a:pt x="39" y="211"/>
                    <a:pt x="39" y="210"/>
                  </a:cubicBezTo>
                  <a:cubicBezTo>
                    <a:pt x="39" y="209"/>
                    <a:pt x="39" y="208"/>
                    <a:pt x="39" y="207"/>
                  </a:cubicBezTo>
                  <a:cubicBezTo>
                    <a:pt x="40" y="204"/>
                    <a:pt x="41" y="202"/>
                    <a:pt x="43" y="200"/>
                  </a:cubicBezTo>
                  <a:cubicBezTo>
                    <a:pt x="44" y="198"/>
                    <a:pt x="47" y="197"/>
                    <a:pt x="49" y="197"/>
                  </a:cubicBezTo>
                  <a:cubicBezTo>
                    <a:pt x="49" y="196"/>
                    <a:pt x="50" y="196"/>
                    <a:pt x="51" y="195"/>
                  </a:cubicBezTo>
                  <a:cubicBezTo>
                    <a:pt x="52" y="194"/>
                    <a:pt x="53" y="194"/>
                    <a:pt x="54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7" y="194"/>
                    <a:pt x="59" y="191"/>
                    <a:pt x="60" y="190"/>
                  </a:cubicBezTo>
                  <a:cubicBezTo>
                    <a:pt x="60" y="189"/>
                    <a:pt x="61" y="188"/>
                    <a:pt x="61" y="187"/>
                  </a:cubicBezTo>
                  <a:cubicBezTo>
                    <a:pt x="63" y="186"/>
                    <a:pt x="63" y="186"/>
                    <a:pt x="63" y="186"/>
                  </a:cubicBezTo>
                  <a:cubicBezTo>
                    <a:pt x="66" y="181"/>
                    <a:pt x="69" y="177"/>
                    <a:pt x="74" y="173"/>
                  </a:cubicBezTo>
                  <a:cubicBezTo>
                    <a:pt x="76" y="172"/>
                    <a:pt x="78" y="170"/>
                    <a:pt x="80" y="168"/>
                  </a:cubicBezTo>
                  <a:cubicBezTo>
                    <a:pt x="84" y="165"/>
                    <a:pt x="84" y="165"/>
                    <a:pt x="84" y="165"/>
                  </a:cubicBezTo>
                  <a:cubicBezTo>
                    <a:pt x="88" y="161"/>
                    <a:pt x="92" y="157"/>
                    <a:pt x="95" y="152"/>
                  </a:cubicBezTo>
                  <a:cubicBezTo>
                    <a:pt x="96" y="151"/>
                    <a:pt x="98" y="149"/>
                    <a:pt x="99" y="148"/>
                  </a:cubicBezTo>
                  <a:cubicBezTo>
                    <a:pt x="103" y="143"/>
                    <a:pt x="104" y="141"/>
                    <a:pt x="105" y="140"/>
                  </a:cubicBezTo>
                  <a:cubicBezTo>
                    <a:pt x="105" y="140"/>
                    <a:pt x="105" y="140"/>
                    <a:pt x="105" y="140"/>
                  </a:cubicBezTo>
                  <a:cubicBezTo>
                    <a:pt x="103" y="139"/>
                    <a:pt x="102" y="138"/>
                    <a:pt x="101" y="137"/>
                  </a:cubicBezTo>
                  <a:cubicBezTo>
                    <a:pt x="100" y="136"/>
                    <a:pt x="100" y="135"/>
                    <a:pt x="100" y="134"/>
                  </a:cubicBezTo>
                  <a:cubicBezTo>
                    <a:pt x="97" y="134"/>
                    <a:pt x="95" y="134"/>
                    <a:pt x="93" y="132"/>
                  </a:cubicBezTo>
                  <a:cubicBezTo>
                    <a:pt x="93" y="132"/>
                    <a:pt x="91" y="131"/>
                    <a:pt x="90" y="128"/>
                  </a:cubicBezTo>
                  <a:cubicBezTo>
                    <a:pt x="90" y="129"/>
                    <a:pt x="89" y="130"/>
                    <a:pt x="88" y="130"/>
                  </a:cubicBezTo>
                  <a:cubicBezTo>
                    <a:pt x="87" y="131"/>
                    <a:pt x="86" y="131"/>
                    <a:pt x="85" y="131"/>
                  </a:cubicBezTo>
                  <a:cubicBezTo>
                    <a:pt x="81" y="131"/>
                    <a:pt x="78" y="128"/>
                    <a:pt x="77" y="124"/>
                  </a:cubicBezTo>
                  <a:cubicBezTo>
                    <a:pt x="75" y="124"/>
                    <a:pt x="74" y="124"/>
                    <a:pt x="73" y="123"/>
                  </a:cubicBezTo>
                  <a:cubicBezTo>
                    <a:pt x="72" y="121"/>
                    <a:pt x="69" y="119"/>
                    <a:pt x="72" y="114"/>
                  </a:cubicBezTo>
                  <a:cubicBezTo>
                    <a:pt x="72" y="112"/>
                    <a:pt x="72" y="110"/>
                    <a:pt x="73" y="107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4" y="102"/>
                    <a:pt x="76" y="99"/>
                    <a:pt x="77" y="97"/>
                  </a:cubicBezTo>
                  <a:cubicBezTo>
                    <a:pt x="78" y="95"/>
                    <a:pt x="78" y="95"/>
                    <a:pt x="78" y="95"/>
                  </a:cubicBezTo>
                  <a:cubicBezTo>
                    <a:pt x="79" y="93"/>
                    <a:pt x="79" y="91"/>
                    <a:pt x="78" y="89"/>
                  </a:cubicBezTo>
                  <a:cubicBezTo>
                    <a:pt x="78" y="89"/>
                    <a:pt x="78" y="88"/>
                    <a:pt x="77" y="87"/>
                  </a:cubicBezTo>
                  <a:cubicBezTo>
                    <a:pt x="76" y="87"/>
                    <a:pt x="75" y="86"/>
                    <a:pt x="75" y="85"/>
                  </a:cubicBezTo>
                  <a:cubicBezTo>
                    <a:pt x="70" y="78"/>
                    <a:pt x="75" y="68"/>
                    <a:pt x="78" y="63"/>
                  </a:cubicBezTo>
                  <a:cubicBezTo>
                    <a:pt x="79" y="62"/>
                    <a:pt x="79" y="61"/>
                    <a:pt x="80" y="60"/>
                  </a:cubicBezTo>
                  <a:cubicBezTo>
                    <a:pt x="81" y="59"/>
                    <a:pt x="82" y="57"/>
                    <a:pt x="82" y="56"/>
                  </a:cubicBezTo>
                  <a:cubicBezTo>
                    <a:pt x="81" y="56"/>
                    <a:pt x="80" y="56"/>
                    <a:pt x="79" y="55"/>
                  </a:cubicBezTo>
                  <a:cubicBezTo>
                    <a:pt x="78" y="54"/>
                    <a:pt x="77" y="52"/>
                    <a:pt x="78" y="50"/>
                  </a:cubicBezTo>
                  <a:cubicBezTo>
                    <a:pt x="80" y="46"/>
                    <a:pt x="81" y="42"/>
                    <a:pt x="84" y="39"/>
                  </a:cubicBezTo>
                  <a:cubicBezTo>
                    <a:pt x="86" y="36"/>
                    <a:pt x="88" y="35"/>
                    <a:pt x="90" y="34"/>
                  </a:cubicBezTo>
                  <a:cubicBezTo>
                    <a:pt x="91" y="34"/>
                    <a:pt x="92" y="33"/>
                    <a:pt x="93" y="33"/>
                  </a:cubicBezTo>
                  <a:cubicBezTo>
                    <a:pt x="97" y="30"/>
                    <a:pt x="101" y="28"/>
                    <a:pt x="105" y="28"/>
                  </a:cubicBezTo>
                  <a:cubicBezTo>
                    <a:pt x="110" y="28"/>
                    <a:pt x="114" y="31"/>
                    <a:pt x="120" y="34"/>
                  </a:cubicBezTo>
                  <a:cubicBezTo>
                    <a:pt x="121" y="35"/>
                    <a:pt x="122" y="35"/>
                    <a:pt x="123" y="36"/>
                  </a:cubicBezTo>
                  <a:cubicBezTo>
                    <a:pt x="123" y="36"/>
                    <a:pt x="123" y="36"/>
                    <a:pt x="123" y="36"/>
                  </a:cubicBezTo>
                  <a:cubicBezTo>
                    <a:pt x="124" y="35"/>
                    <a:pt x="125" y="35"/>
                    <a:pt x="126" y="35"/>
                  </a:cubicBezTo>
                  <a:cubicBezTo>
                    <a:pt x="127" y="34"/>
                    <a:pt x="128" y="34"/>
                    <a:pt x="129" y="34"/>
                  </a:cubicBezTo>
                  <a:cubicBezTo>
                    <a:pt x="131" y="33"/>
                    <a:pt x="131" y="33"/>
                    <a:pt x="132" y="32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5" y="29"/>
                    <a:pt x="136" y="27"/>
                    <a:pt x="140" y="27"/>
                  </a:cubicBezTo>
                  <a:cubicBezTo>
                    <a:pt x="142" y="27"/>
                    <a:pt x="144" y="29"/>
                    <a:pt x="146" y="31"/>
                  </a:cubicBezTo>
                  <a:cubicBezTo>
                    <a:pt x="147" y="32"/>
                    <a:pt x="149" y="34"/>
                    <a:pt x="151" y="36"/>
                  </a:cubicBezTo>
                  <a:cubicBezTo>
                    <a:pt x="151" y="38"/>
                    <a:pt x="152" y="39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4" y="41"/>
                    <a:pt x="156" y="41"/>
                    <a:pt x="158" y="42"/>
                  </a:cubicBezTo>
                  <a:cubicBezTo>
                    <a:pt x="159" y="43"/>
                    <a:pt x="159" y="43"/>
                    <a:pt x="160" y="44"/>
                  </a:cubicBezTo>
                  <a:cubicBezTo>
                    <a:pt x="161" y="40"/>
                    <a:pt x="164" y="38"/>
                    <a:pt x="166" y="37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72" y="33"/>
                    <a:pt x="174" y="31"/>
                    <a:pt x="180" y="31"/>
                  </a:cubicBezTo>
                  <a:cubicBezTo>
                    <a:pt x="181" y="31"/>
                    <a:pt x="183" y="31"/>
                    <a:pt x="185" y="31"/>
                  </a:cubicBezTo>
                  <a:cubicBezTo>
                    <a:pt x="189" y="31"/>
                    <a:pt x="194" y="31"/>
                    <a:pt x="198" y="29"/>
                  </a:cubicBezTo>
                  <a:cubicBezTo>
                    <a:pt x="201" y="28"/>
                    <a:pt x="203" y="27"/>
                    <a:pt x="206" y="26"/>
                  </a:cubicBezTo>
                  <a:cubicBezTo>
                    <a:pt x="208" y="24"/>
                    <a:pt x="208" y="24"/>
                    <a:pt x="208" y="24"/>
                  </a:cubicBezTo>
                  <a:cubicBezTo>
                    <a:pt x="210" y="24"/>
                    <a:pt x="211" y="23"/>
                    <a:pt x="213" y="23"/>
                  </a:cubicBezTo>
                  <a:cubicBezTo>
                    <a:pt x="216" y="23"/>
                    <a:pt x="217" y="24"/>
                    <a:pt x="219" y="25"/>
                  </a:cubicBezTo>
                  <a:cubicBezTo>
                    <a:pt x="220" y="26"/>
                    <a:pt x="220" y="26"/>
                    <a:pt x="220" y="26"/>
                  </a:cubicBezTo>
                  <a:cubicBezTo>
                    <a:pt x="221" y="26"/>
                    <a:pt x="221" y="27"/>
                    <a:pt x="222" y="28"/>
                  </a:cubicBezTo>
                  <a:cubicBezTo>
                    <a:pt x="223" y="29"/>
                    <a:pt x="225" y="30"/>
                    <a:pt x="226" y="30"/>
                  </a:cubicBezTo>
                  <a:cubicBezTo>
                    <a:pt x="227" y="30"/>
                    <a:pt x="228" y="30"/>
                    <a:pt x="229" y="30"/>
                  </a:cubicBezTo>
                  <a:cubicBezTo>
                    <a:pt x="233" y="30"/>
                    <a:pt x="233" y="30"/>
                    <a:pt x="233" y="30"/>
                  </a:cubicBezTo>
                  <a:cubicBezTo>
                    <a:pt x="235" y="30"/>
                    <a:pt x="235" y="30"/>
                    <a:pt x="235" y="30"/>
                  </a:cubicBezTo>
                  <a:cubicBezTo>
                    <a:pt x="236" y="30"/>
                    <a:pt x="237" y="30"/>
                    <a:pt x="237" y="30"/>
                  </a:cubicBezTo>
                  <a:cubicBezTo>
                    <a:pt x="238" y="31"/>
                    <a:pt x="239" y="31"/>
                    <a:pt x="240" y="31"/>
                  </a:cubicBezTo>
                  <a:cubicBezTo>
                    <a:pt x="242" y="30"/>
                    <a:pt x="242" y="30"/>
                    <a:pt x="244" y="28"/>
                  </a:cubicBezTo>
                  <a:cubicBezTo>
                    <a:pt x="245" y="27"/>
                    <a:pt x="245" y="27"/>
                    <a:pt x="245" y="27"/>
                  </a:cubicBezTo>
                  <a:cubicBezTo>
                    <a:pt x="250" y="21"/>
                    <a:pt x="255" y="16"/>
                    <a:pt x="260" y="11"/>
                  </a:cubicBezTo>
                  <a:cubicBezTo>
                    <a:pt x="269" y="2"/>
                    <a:pt x="269" y="2"/>
                    <a:pt x="269" y="2"/>
                  </a:cubicBezTo>
                  <a:cubicBezTo>
                    <a:pt x="270" y="0"/>
                    <a:pt x="273" y="0"/>
                    <a:pt x="275" y="1"/>
                  </a:cubicBezTo>
                  <a:cubicBezTo>
                    <a:pt x="279" y="4"/>
                    <a:pt x="280" y="6"/>
                    <a:pt x="281" y="9"/>
                  </a:cubicBezTo>
                  <a:cubicBezTo>
                    <a:pt x="281" y="9"/>
                    <a:pt x="281" y="10"/>
                    <a:pt x="282" y="11"/>
                  </a:cubicBezTo>
                  <a:cubicBezTo>
                    <a:pt x="283" y="14"/>
                    <a:pt x="283" y="16"/>
                    <a:pt x="283" y="17"/>
                  </a:cubicBezTo>
                  <a:cubicBezTo>
                    <a:pt x="284" y="19"/>
                    <a:pt x="285" y="21"/>
                    <a:pt x="285" y="22"/>
                  </a:cubicBezTo>
                  <a:cubicBezTo>
                    <a:pt x="288" y="22"/>
                    <a:pt x="290" y="24"/>
                    <a:pt x="291" y="25"/>
                  </a:cubicBezTo>
                  <a:cubicBezTo>
                    <a:pt x="291" y="26"/>
                    <a:pt x="292" y="28"/>
                    <a:pt x="291" y="30"/>
                  </a:cubicBezTo>
                  <a:cubicBezTo>
                    <a:pt x="292" y="31"/>
                    <a:pt x="292" y="31"/>
                    <a:pt x="293" y="32"/>
                  </a:cubicBezTo>
                  <a:cubicBezTo>
                    <a:pt x="294" y="32"/>
                    <a:pt x="296" y="32"/>
                    <a:pt x="298" y="32"/>
                  </a:cubicBezTo>
                  <a:cubicBezTo>
                    <a:pt x="299" y="33"/>
                    <a:pt x="303" y="37"/>
                    <a:pt x="303" y="37"/>
                  </a:cubicBezTo>
                  <a:cubicBezTo>
                    <a:pt x="305" y="39"/>
                    <a:pt x="306" y="41"/>
                    <a:pt x="306" y="44"/>
                  </a:cubicBezTo>
                  <a:cubicBezTo>
                    <a:pt x="306" y="48"/>
                    <a:pt x="305" y="50"/>
                    <a:pt x="304" y="52"/>
                  </a:cubicBezTo>
                  <a:cubicBezTo>
                    <a:pt x="303" y="53"/>
                    <a:pt x="303" y="53"/>
                    <a:pt x="303" y="53"/>
                  </a:cubicBezTo>
                  <a:cubicBezTo>
                    <a:pt x="303" y="54"/>
                    <a:pt x="303" y="54"/>
                    <a:pt x="303" y="54"/>
                  </a:cubicBezTo>
                  <a:cubicBezTo>
                    <a:pt x="303" y="56"/>
                    <a:pt x="303" y="57"/>
                    <a:pt x="302" y="58"/>
                  </a:cubicBezTo>
                  <a:cubicBezTo>
                    <a:pt x="304" y="61"/>
                    <a:pt x="304" y="63"/>
                    <a:pt x="304" y="65"/>
                  </a:cubicBezTo>
                  <a:cubicBezTo>
                    <a:pt x="305" y="68"/>
                    <a:pt x="305" y="70"/>
                    <a:pt x="306" y="71"/>
                  </a:cubicBezTo>
                  <a:cubicBezTo>
                    <a:pt x="312" y="74"/>
                    <a:pt x="312" y="78"/>
                    <a:pt x="313" y="82"/>
                  </a:cubicBezTo>
                  <a:cubicBezTo>
                    <a:pt x="313" y="84"/>
                    <a:pt x="313" y="84"/>
                    <a:pt x="313" y="84"/>
                  </a:cubicBezTo>
                  <a:cubicBezTo>
                    <a:pt x="314" y="85"/>
                    <a:pt x="315" y="87"/>
                    <a:pt x="315" y="88"/>
                  </a:cubicBezTo>
                  <a:cubicBezTo>
                    <a:pt x="316" y="88"/>
                    <a:pt x="318" y="88"/>
                    <a:pt x="319" y="88"/>
                  </a:cubicBezTo>
                  <a:cubicBezTo>
                    <a:pt x="322" y="90"/>
                    <a:pt x="323" y="91"/>
                    <a:pt x="325" y="94"/>
                  </a:cubicBezTo>
                  <a:cubicBezTo>
                    <a:pt x="325" y="96"/>
                    <a:pt x="326" y="98"/>
                    <a:pt x="326" y="100"/>
                  </a:cubicBezTo>
                  <a:cubicBezTo>
                    <a:pt x="326" y="102"/>
                    <a:pt x="326" y="103"/>
                    <a:pt x="327" y="104"/>
                  </a:cubicBezTo>
                  <a:cubicBezTo>
                    <a:pt x="328" y="104"/>
                    <a:pt x="330" y="105"/>
                    <a:pt x="331" y="106"/>
                  </a:cubicBezTo>
                  <a:cubicBezTo>
                    <a:pt x="332" y="108"/>
                    <a:pt x="332" y="110"/>
                    <a:pt x="333" y="111"/>
                  </a:cubicBezTo>
                  <a:cubicBezTo>
                    <a:pt x="334" y="113"/>
                    <a:pt x="336" y="115"/>
                    <a:pt x="335" y="119"/>
                  </a:cubicBezTo>
                  <a:cubicBezTo>
                    <a:pt x="334" y="122"/>
                    <a:pt x="333" y="123"/>
                    <a:pt x="332" y="124"/>
                  </a:cubicBezTo>
                  <a:cubicBezTo>
                    <a:pt x="332" y="125"/>
                    <a:pt x="334" y="128"/>
                    <a:pt x="334" y="130"/>
                  </a:cubicBezTo>
                  <a:cubicBezTo>
                    <a:pt x="335" y="131"/>
                    <a:pt x="335" y="132"/>
                    <a:pt x="335" y="132"/>
                  </a:cubicBezTo>
                  <a:cubicBezTo>
                    <a:pt x="336" y="134"/>
                    <a:pt x="336" y="134"/>
                    <a:pt x="336" y="134"/>
                  </a:cubicBezTo>
                  <a:cubicBezTo>
                    <a:pt x="337" y="137"/>
                    <a:pt x="338" y="140"/>
                    <a:pt x="338" y="143"/>
                  </a:cubicBezTo>
                  <a:cubicBezTo>
                    <a:pt x="338" y="144"/>
                    <a:pt x="338" y="145"/>
                    <a:pt x="338" y="146"/>
                  </a:cubicBezTo>
                  <a:cubicBezTo>
                    <a:pt x="338" y="146"/>
                    <a:pt x="338" y="147"/>
                    <a:pt x="338" y="147"/>
                  </a:cubicBezTo>
                  <a:cubicBezTo>
                    <a:pt x="338" y="148"/>
                    <a:pt x="338" y="148"/>
                    <a:pt x="339" y="149"/>
                  </a:cubicBezTo>
                  <a:cubicBezTo>
                    <a:pt x="341" y="152"/>
                    <a:pt x="340" y="155"/>
                    <a:pt x="340" y="158"/>
                  </a:cubicBezTo>
                  <a:cubicBezTo>
                    <a:pt x="340" y="158"/>
                    <a:pt x="339" y="159"/>
                    <a:pt x="339" y="159"/>
                  </a:cubicBezTo>
                  <a:cubicBezTo>
                    <a:pt x="339" y="160"/>
                    <a:pt x="339" y="161"/>
                    <a:pt x="339" y="162"/>
                  </a:cubicBezTo>
                  <a:cubicBezTo>
                    <a:pt x="339" y="167"/>
                    <a:pt x="339" y="173"/>
                    <a:pt x="335" y="177"/>
                  </a:cubicBezTo>
                  <a:cubicBezTo>
                    <a:pt x="334" y="179"/>
                    <a:pt x="333" y="179"/>
                    <a:pt x="332" y="180"/>
                  </a:cubicBezTo>
                  <a:cubicBezTo>
                    <a:pt x="332" y="180"/>
                    <a:pt x="332" y="181"/>
                    <a:pt x="332" y="181"/>
                  </a:cubicBezTo>
                  <a:cubicBezTo>
                    <a:pt x="331" y="183"/>
                    <a:pt x="331" y="185"/>
                    <a:pt x="329" y="187"/>
                  </a:cubicBezTo>
                  <a:cubicBezTo>
                    <a:pt x="329" y="188"/>
                    <a:pt x="328" y="189"/>
                    <a:pt x="327" y="189"/>
                  </a:cubicBezTo>
                  <a:cubicBezTo>
                    <a:pt x="328" y="190"/>
                    <a:pt x="328" y="190"/>
                    <a:pt x="328" y="191"/>
                  </a:cubicBezTo>
                  <a:cubicBezTo>
                    <a:pt x="328" y="193"/>
                    <a:pt x="329" y="196"/>
                    <a:pt x="327" y="199"/>
                  </a:cubicBezTo>
                  <a:cubicBezTo>
                    <a:pt x="326" y="201"/>
                    <a:pt x="324" y="201"/>
                    <a:pt x="322" y="202"/>
                  </a:cubicBezTo>
                  <a:cubicBezTo>
                    <a:pt x="321" y="202"/>
                    <a:pt x="320" y="202"/>
                    <a:pt x="319" y="203"/>
                  </a:cubicBezTo>
                  <a:cubicBezTo>
                    <a:pt x="316" y="204"/>
                    <a:pt x="314" y="205"/>
                    <a:pt x="313" y="208"/>
                  </a:cubicBezTo>
                  <a:cubicBezTo>
                    <a:pt x="313" y="209"/>
                    <a:pt x="312" y="210"/>
                    <a:pt x="310" y="210"/>
                  </a:cubicBezTo>
                  <a:cubicBezTo>
                    <a:pt x="310" y="210"/>
                    <a:pt x="309" y="211"/>
                    <a:pt x="309" y="211"/>
                  </a:cubicBezTo>
                  <a:cubicBezTo>
                    <a:pt x="308" y="211"/>
                    <a:pt x="308" y="212"/>
                    <a:pt x="308" y="213"/>
                  </a:cubicBezTo>
                  <a:cubicBezTo>
                    <a:pt x="307" y="218"/>
                    <a:pt x="306" y="222"/>
                    <a:pt x="302" y="226"/>
                  </a:cubicBezTo>
                  <a:cubicBezTo>
                    <a:pt x="301" y="228"/>
                    <a:pt x="299" y="229"/>
                    <a:pt x="298" y="229"/>
                  </a:cubicBezTo>
                  <a:cubicBezTo>
                    <a:pt x="297" y="229"/>
                    <a:pt x="297" y="230"/>
                    <a:pt x="297" y="230"/>
                  </a:cubicBezTo>
                  <a:cubicBezTo>
                    <a:pt x="297" y="230"/>
                    <a:pt x="297" y="230"/>
                    <a:pt x="297" y="231"/>
                  </a:cubicBezTo>
                  <a:cubicBezTo>
                    <a:pt x="296" y="233"/>
                    <a:pt x="296" y="236"/>
                    <a:pt x="292" y="239"/>
                  </a:cubicBezTo>
                  <a:cubicBezTo>
                    <a:pt x="291" y="240"/>
                    <a:pt x="289" y="240"/>
                    <a:pt x="288" y="240"/>
                  </a:cubicBezTo>
                  <a:cubicBezTo>
                    <a:pt x="288" y="240"/>
                    <a:pt x="287" y="241"/>
                    <a:pt x="287" y="241"/>
                  </a:cubicBezTo>
                  <a:cubicBezTo>
                    <a:pt x="287" y="241"/>
                    <a:pt x="285" y="245"/>
                    <a:pt x="284" y="250"/>
                  </a:cubicBezTo>
                  <a:cubicBezTo>
                    <a:pt x="284" y="251"/>
                    <a:pt x="284" y="251"/>
                    <a:pt x="284" y="252"/>
                  </a:cubicBezTo>
                  <a:cubicBezTo>
                    <a:pt x="284" y="253"/>
                    <a:pt x="284" y="255"/>
                    <a:pt x="282" y="258"/>
                  </a:cubicBezTo>
                  <a:cubicBezTo>
                    <a:pt x="281" y="260"/>
                    <a:pt x="279" y="263"/>
                    <a:pt x="278" y="264"/>
                  </a:cubicBezTo>
                  <a:cubicBezTo>
                    <a:pt x="276" y="266"/>
                    <a:pt x="275" y="266"/>
                    <a:pt x="273" y="266"/>
                  </a:cubicBezTo>
                  <a:cubicBezTo>
                    <a:pt x="273" y="266"/>
                    <a:pt x="273" y="266"/>
                    <a:pt x="273" y="266"/>
                  </a:cubicBezTo>
                  <a:cubicBezTo>
                    <a:pt x="272" y="267"/>
                    <a:pt x="271" y="268"/>
                    <a:pt x="269" y="269"/>
                  </a:cubicBezTo>
                  <a:cubicBezTo>
                    <a:pt x="268" y="269"/>
                    <a:pt x="267" y="269"/>
                    <a:pt x="267" y="269"/>
                  </a:cubicBezTo>
                  <a:cubicBezTo>
                    <a:pt x="266" y="270"/>
                    <a:pt x="264" y="271"/>
                    <a:pt x="263" y="271"/>
                  </a:cubicBezTo>
                  <a:cubicBezTo>
                    <a:pt x="261" y="271"/>
                    <a:pt x="260" y="270"/>
                    <a:pt x="259" y="269"/>
                  </a:cubicBezTo>
                  <a:cubicBezTo>
                    <a:pt x="256" y="269"/>
                    <a:pt x="254" y="268"/>
                    <a:pt x="253" y="266"/>
                  </a:cubicBezTo>
                  <a:cubicBezTo>
                    <a:pt x="253" y="266"/>
                    <a:pt x="253" y="266"/>
                    <a:pt x="253" y="266"/>
                  </a:cubicBezTo>
                  <a:cubicBezTo>
                    <a:pt x="253" y="266"/>
                    <a:pt x="253" y="266"/>
                    <a:pt x="253" y="266"/>
                  </a:cubicBezTo>
                  <a:cubicBezTo>
                    <a:pt x="251" y="268"/>
                    <a:pt x="249" y="270"/>
                    <a:pt x="246" y="269"/>
                  </a:cubicBezTo>
                  <a:cubicBezTo>
                    <a:pt x="245" y="269"/>
                    <a:pt x="244" y="269"/>
                    <a:pt x="243" y="268"/>
                  </a:cubicBezTo>
                  <a:cubicBezTo>
                    <a:pt x="242" y="268"/>
                    <a:pt x="241" y="268"/>
                    <a:pt x="241" y="268"/>
                  </a:cubicBezTo>
                  <a:cubicBezTo>
                    <a:pt x="238" y="266"/>
                    <a:pt x="235" y="265"/>
                    <a:pt x="235" y="261"/>
                  </a:cubicBezTo>
                  <a:cubicBezTo>
                    <a:pt x="234" y="260"/>
                    <a:pt x="233" y="260"/>
                    <a:pt x="233" y="259"/>
                  </a:cubicBezTo>
                  <a:cubicBezTo>
                    <a:pt x="233" y="259"/>
                    <a:pt x="233" y="259"/>
                    <a:pt x="233" y="258"/>
                  </a:cubicBezTo>
                  <a:cubicBezTo>
                    <a:pt x="233" y="258"/>
                    <a:pt x="232" y="258"/>
                    <a:pt x="232" y="258"/>
                  </a:cubicBezTo>
                  <a:cubicBezTo>
                    <a:pt x="232" y="258"/>
                    <a:pt x="231" y="257"/>
                    <a:pt x="230" y="257"/>
                  </a:cubicBezTo>
                  <a:cubicBezTo>
                    <a:pt x="230" y="257"/>
                    <a:pt x="229" y="258"/>
                    <a:pt x="229" y="258"/>
                  </a:cubicBezTo>
                  <a:cubicBezTo>
                    <a:pt x="229" y="258"/>
                    <a:pt x="228" y="259"/>
                    <a:pt x="227" y="259"/>
                  </a:cubicBezTo>
                  <a:cubicBezTo>
                    <a:pt x="228" y="261"/>
                    <a:pt x="227" y="262"/>
                    <a:pt x="226" y="263"/>
                  </a:cubicBezTo>
                  <a:cubicBezTo>
                    <a:pt x="226" y="264"/>
                    <a:pt x="225" y="266"/>
                    <a:pt x="223" y="266"/>
                  </a:cubicBezTo>
                  <a:cubicBezTo>
                    <a:pt x="223" y="266"/>
                    <a:pt x="223" y="266"/>
                    <a:pt x="223" y="266"/>
                  </a:cubicBezTo>
                  <a:cubicBezTo>
                    <a:pt x="223" y="267"/>
                    <a:pt x="223" y="267"/>
                    <a:pt x="223" y="267"/>
                  </a:cubicBezTo>
                  <a:cubicBezTo>
                    <a:pt x="221" y="271"/>
                    <a:pt x="214" y="275"/>
                    <a:pt x="209" y="275"/>
                  </a:cubicBezTo>
                  <a:cubicBezTo>
                    <a:pt x="207" y="275"/>
                    <a:pt x="205" y="275"/>
                    <a:pt x="203" y="273"/>
                  </a:cubicBezTo>
                  <a:cubicBezTo>
                    <a:pt x="203" y="273"/>
                    <a:pt x="203" y="273"/>
                    <a:pt x="203" y="273"/>
                  </a:cubicBezTo>
                  <a:cubicBezTo>
                    <a:pt x="202" y="274"/>
                    <a:pt x="201" y="274"/>
                    <a:pt x="201" y="274"/>
                  </a:cubicBezTo>
                  <a:cubicBezTo>
                    <a:pt x="200" y="274"/>
                    <a:pt x="198" y="274"/>
                    <a:pt x="197" y="274"/>
                  </a:cubicBezTo>
                  <a:cubicBezTo>
                    <a:pt x="196" y="274"/>
                    <a:pt x="194" y="275"/>
                    <a:pt x="191" y="274"/>
                  </a:cubicBezTo>
                  <a:cubicBezTo>
                    <a:pt x="191" y="275"/>
                    <a:pt x="191" y="275"/>
                    <a:pt x="191" y="275"/>
                  </a:cubicBezTo>
                  <a:cubicBezTo>
                    <a:pt x="190" y="276"/>
                    <a:pt x="189" y="277"/>
                    <a:pt x="187" y="277"/>
                  </a:cubicBezTo>
                  <a:cubicBezTo>
                    <a:pt x="187" y="277"/>
                    <a:pt x="187" y="277"/>
                    <a:pt x="187" y="277"/>
                  </a:cubicBezTo>
                  <a:cubicBezTo>
                    <a:pt x="186" y="277"/>
                    <a:pt x="186" y="277"/>
                    <a:pt x="185" y="277"/>
                  </a:cubicBezTo>
                  <a:cubicBezTo>
                    <a:pt x="185" y="277"/>
                    <a:pt x="184" y="277"/>
                    <a:pt x="183" y="277"/>
                  </a:cubicBezTo>
                  <a:cubicBezTo>
                    <a:pt x="182" y="278"/>
                    <a:pt x="181" y="279"/>
                    <a:pt x="180" y="279"/>
                  </a:cubicBezTo>
                  <a:cubicBezTo>
                    <a:pt x="180" y="279"/>
                    <a:pt x="180" y="279"/>
                    <a:pt x="180" y="279"/>
                  </a:cubicBezTo>
                  <a:cubicBezTo>
                    <a:pt x="179" y="280"/>
                    <a:pt x="179" y="281"/>
                    <a:pt x="178" y="282"/>
                  </a:cubicBezTo>
                  <a:cubicBezTo>
                    <a:pt x="176" y="282"/>
                    <a:pt x="174" y="282"/>
                    <a:pt x="173" y="281"/>
                  </a:cubicBezTo>
                  <a:cubicBezTo>
                    <a:pt x="171" y="283"/>
                    <a:pt x="170" y="283"/>
                    <a:pt x="168" y="283"/>
                  </a:cubicBezTo>
                  <a:cubicBezTo>
                    <a:pt x="168" y="283"/>
                    <a:pt x="168" y="283"/>
                    <a:pt x="168" y="283"/>
                  </a:cubicBezTo>
                  <a:cubicBezTo>
                    <a:pt x="166" y="284"/>
                    <a:pt x="165" y="285"/>
                    <a:pt x="160" y="285"/>
                  </a:cubicBezTo>
                  <a:cubicBezTo>
                    <a:pt x="160" y="286"/>
                    <a:pt x="159" y="286"/>
                    <a:pt x="158" y="287"/>
                  </a:cubicBezTo>
                  <a:cubicBezTo>
                    <a:pt x="157" y="287"/>
                    <a:pt x="156" y="287"/>
                    <a:pt x="155" y="287"/>
                  </a:cubicBezTo>
                  <a:cubicBezTo>
                    <a:pt x="155" y="288"/>
                    <a:pt x="156" y="289"/>
                    <a:pt x="156" y="290"/>
                  </a:cubicBezTo>
                  <a:cubicBezTo>
                    <a:pt x="156" y="290"/>
                    <a:pt x="156" y="290"/>
                    <a:pt x="156" y="291"/>
                  </a:cubicBezTo>
                  <a:cubicBezTo>
                    <a:pt x="157" y="292"/>
                    <a:pt x="158" y="293"/>
                    <a:pt x="159" y="294"/>
                  </a:cubicBezTo>
                  <a:cubicBezTo>
                    <a:pt x="160" y="296"/>
                    <a:pt x="159" y="298"/>
                    <a:pt x="158" y="300"/>
                  </a:cubicBezTo>
                  <a:cubicBezTo>
                    <a:pt x="157" y="301"/>
                    <a:pt x="156" y="301"/>
                    <a:pt x="154" y="301"/>
                  </a:cubicBezTo>
                  <a:cubicBezTo>
                    <a:pt x="153" y="302"/>
                    <a:pt x="152" y="304"/>
                    <a:pt x="151" y="305"/>
                  </a:cubicBezTo>
                  <a:cubicBezTo>
                    <a:pt x="150" y="307"/>
                    <a:pt x="149" y="308"/>
                    <a:pt x="148" y="309"/>
                  </a:cubicBezTo>
                  <a:cubicBezTo>
                    <a:pt x="145" y="311"/>
                    <a:pt x="145" y="313"/>
                    <a:pt x="145" y="317"/>
                  </a:cubicBezTo>
                  <a:cubicBezTo>
                    <a:pt x="144" y="320"/>
                    <a:pt x="143" y="321"/>
                    <a:pt x="141" y="323"/>
                  </a:cubicBezTo>
                  <a:cubicBezTo>
                    <a:pt x="141" y="324"/>
                    <a:pt x="140" y="326"/>
                    <a:pt x="139" y="327"/>
                  </a:cubicBezTo>
                  <a:cubicBezTo>
                    <a:pt x="142" y="328"/>
                    <a:pt x="143" y="331"/>
                    <a:pt x="143" y="332"/>
                  </a:cubicBezTo>
                  <a:cubicBezTo>
                    <a:pt x="143" y="335"/>
                    <a:pt x="143" y="336"/>
                    <a:pt x="144" y="339"/>
                  </a:cubicBezTo>
                  <a:cubicBezTo>
                    <a:pt x="144" y="340"/>
                    <a:pt x="144" y="342"/>
                    <a:pt x="143" y="343"/>
                  </a:cubicBezTo>
                  <a:cubicBezTo>
                    <a:pt x="142" y="344"/>
                    <a:pt x="141" y="345"/>
                    <a:pt x="139" y="345"/>
                  </a:cubicBezTo>
                  <a:cubicBezTo>
                    <a:pt x="91" y="345"/>
                    <a:pt x="91" y="345"/>
                    <a:pt x="91" y="345"/>
                  </a:cubicBezTo>
                  <a:cubicBezTo>
                    <a:pt x="89" y="345"/>
                    <a:pt x="87" y="345"/>
                    <a:pt x="86" y="345"/>
                  </a:cubicBezTo>
                  <a:cubicBezTo>
                    <a:pt x="83" y="344"/>
                    <a:pt x="80" y="344"/>
                    <a:pt x="78" y="345"/>
                  </a:cubicBezTo>
                  <a:cubicBezTo>
                    <a:pt x="77" y="345"/>
                    <a:pt x="77" y="345"/>
                    <a:pt x="76" y="346"/>
                  </a:cubicBezTo>
                  <a:cubicBezTo>
                    <a:pt x="75" y="347"/>
                    <a:pt x="74" y="348"/>
                    <a:pt x="72" y="349"/>
                  </a:cubicBezTo>
                  <a:cubicBezTo>
                    <a:pt x="69" y="350"/>
                    <a:pt x="65" y="350"/>
                    <a:pt x="62" y="349"/>
                  </a:cubicBezTo>
                  <a:cubicBezTo>
                    <a:pt x="61" y="349"/>
                    <a:pt x="60" y="348"/>
                    <a:pt x="59" y="348"/>
                  </a:cubicBezTo>
                  <a:cubicBezTo>
                    <a:pt x="58" y="349"/>
                    <a:pt x="57" y="349"/>
                    <a:pt x="56" y="349"/>
                  </a:cubicBezTo>
                  <a:cubicBezTo>
                    <a:pt x="56" y="351"/>
                    <a:pt x="54" y="352"/>
                    <a:pt x="54" y="352"/>
                  </a:cubicBezTo>
                  <a:cubicBezTo>
                    <a:pt x="53" y="355"/>
                    <a:pt x="52" y="356"/>
                    <a:pt x="50" y="358"/>
                  </a:cubicBezTo>
                  <a:cubicBezTo>
                    <a:pt x="50" y="358"/>
                    <a:pt x="49" y="360"/>
                    <a:pt x="48" y="360"/>
                  </a:cubicBezTo>
                  <a:cubicBezTo>
                    <a:pt x="47" y="361"/>
                    <a:pt x="47" y="361"/>
                    <a:pt x="46" y="361"/>
                  </a:cubicBezTo>
                  <a:cubicBezTo>
                    <a:pt x="46" y="362"/>
                    <a:pt x="46" y="363"/>
                    <a:pt x="45" y="363"/>
                  </a:cubicBezTo>
                  <a:cubicBezTo>
                    <a:pt x="44" y="367"/>
                    <a:pt x="40" y="368"/>
                    <a:pt x="39" y="368"/>
                  </a:cubicBezTo>
                  <a:cubicBezTo>
                    <a:pt x="39" y="368"/>
                    <a:pt x="38" y="369"/>
                    <a:pt x="38" y="369"/>
                  </a:cubicBezTo>
                  <a:cubicBezTo>
                    <a:pt x="37" y="371"/>
                    <a:pt x="35" y="372"/>
                    <a:pt x="32" y="374"/>
                  </a:cubicBezTo>
                  <a:cubicBezTo>
                    <a:pt x="30" y="374"/>
                    <a:pt x="29" y="375"/>
                    <a:pt x="27" y="375"/>
                  </a:cubicBezTo>
                  <a:close/>
                  <a:moveTo>
                    <a:pt x="22" y="357"/>
                  </a:moveTo>
                  <a:cubicBezTo>
                    <a:pt x="25" y="357"/>
                    <a:pt x="27" y="360"/>
                    <a:pt x="28" y="362"/>
                  </a:cubicBezTo>
                  <a:cubicBezTo>
                    <a:pt x="28" y="363"/>
                    <a:pt x="29" y="364"/>
                    <a:pt x="29" y="365"/>
                  </a:cubicBezTo>
                  <a:cubicBezTo>
                    <a:pt x="30" y="364"/>
                    <a:pt x="30" y="364"/>
                    <a:pt x="31" y="363"/>
                  </a:cubicBezTo>
                  <a:cubicBezTo>
                    <a:pt x="32" y="362"/>
                    <a:pt x="33" y="361"/>
                    <a:pt x="34" y="360"/>
                  </a:cubicBezTo>
                  <a:cubicBezTo>
                    <a:pt x="35" y="359"/>
                    <a:pt x="36" y="359"/>
                    <a:pt x="37" y="359"/>
                  </a:cubicBezTo>
                  <a:cubicBezTo>
                    <a:pt x="37" y="358"/>
                    <a:pt x="38" y="356"/>
                    <a:pt x="39" y="355"/>
                  </a:cubicBezTo>
                  <a:cubicBezTo>
                    <a:pt x="40" y="353"/>
                    <a:pt x="41" y="353"/>
                    <a:pt x="42" y="353"/>
                  </a:cubicBezTo>
                  <a:cubicBezTo>
                    <a:pt x="42" y="352"/>
                    <a:pt x="43" y="352"/>
                    <a:pt x="43" y="351"/>
                  </a:cubicBezTo>
                  <a:cubicBezTo>
                    <a:pt x="45" y="350"/>
                    <a:pt x="45" y="350"/>
                    <a:pt x="45" y="348"/>
                  </a:cubicBezTo>
                  <a:cubicBezTo>
                    <a:pt x="46" y="347"/>
                    <a:pt x="47" y="346"/>
                    <a:pt x="47" y="346"/>
                  </a:cubicBezTo>
                  <a:cubicBezTo>
                    <a:pt x="48" y="345"/>
                    <a:pt x="48" y="343"/>
                    <a:pt x="49" y="342"/>
                  </a:cubicBezTo>
                  <a:cubicBezTo>
                    <a:pt x="50" y="341"/>
                    <a:pt x="52" y="339"/>
                    <a:pt x="56" y="340"/>
                  </a:cubicBezTo>
                  <a:cubicBezTo>
                    <a:pt x="57" y="339"/>
                    <a:pt x="61" y="339"/>
                    <a:pt x="64" y="340"/>
                  </a:cubicBezTo>
                  <a:cubicBezTo>
                    <a:pt x="65" y="340"/>
                    <a:pt x="66" y="341"/>
                    <a:pt x="67" y="341"/>
                  </a:cubicBezTo>
                  <a:cubicBezTo>
                    <a:pt x="67" y="341"/>
                    <a:pt x="68" y="340"/>
                    <a:pt x="68" y="340"/>
                  </a:cubicBezTo>
                  <a:cubicBezTo>
                    <a:pt x="68" y="340"/>
                    <a:pt x="69" y="340"/>
                    <a:pt x="69" y="339"/>
                  </a:cubicBezTo>
                  <a:cubicBezTo>
                    <a:pt x="71" y="338"/>
                    <a:pt x="73" y="336"/>
                    <a:pt x="76" y="335"/>
                  </a:cubicBezTo>
                  <a:cubicBezTo>
                    <a:pt x="79" y="335"/>
                    <a:pt x="83" y="335"/>
                    <a:pt x="86" y="335"/>
                  </a:cubicBezTo>
                  <a:cubicBezTo>
                    <a:pt x="88" y="336"/>
                    <a:pt x="89" y="336"/>
                    <a:pt x="91" y="336"/>
                  </a:cubicBezTo>
                  <a:cubicBezTo>
                    <a:pt x="134" y="336"/>
                    <a:pt x="134" y="336"/>
                    <a:pt x="134" y="336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2" y="334"/>
                    <a:pt x="131" y="333"/>
                    <a:pt x="130" y="331"/>
                  </a:cubicBezTo>
                  <a:cubicBezTo>
                    <a:pt x="128" y="327"/>
                    <a:pt x="131" y="322"/>
                    <a:pt x="134" y="318"/>
                  </a:cubicBezTo>
                  <a:cubicBezTo>
                    <a:pt x="135" y="317"/>
                    <a:pt x="135" y="316"/>
                    <a:pt x="135" y="316"/>
                  </a:cubicBezTo>
                  <a:cubicBezTo>
                    <a:pt x="136" y="311"/>
                    <a:pt x="137" y="307"/>
                    <a:pt x="142" y="302"/>
                  </a:cubicBezTo>
                  <a:cubicBezTo>
                    <a:pt x="142" y="302"/>
                    <a:pt x="143" y="301"/>
                    <a:pt x="144" y="300"/>
                  </a:cubicBezTo>
                  <a:cubicBezTo>
                    <a:pt x="145" y="298"/>
                    <a:pt x="146" y="296"/>
                    <a:pt x="148" y="295"/>
                  </a:cubicBezTo>
                  <a:cubicBezTo>
                    <a:pt x="148" y="294"/>
                    <a:pt x="147" y="294"/>
                    <a:pt x="147" y="294"/>
                  </a:cubicBezTo>
                  <a:cubicBezTo>
                    <a:pt x="147" y="294"/>
                    <a:pt x="147" y="293"/>
                    <a:pt x="147" y="293"/>
                  </a:cubicBezTo>
                  <a:cubicBezTo>
                    <a:pt x="147" y="293"/>
                    <a:pt x="146" y="292"/>
                    <a:pt x="146" y="292"/>
                  </a:cubicBezTo>
                  <a:cubicBezTo>
                    <a:pt x="145" y="291"/>
                    <a:pt x="144" y="290"/>
                    <a:pt x="144" y="288"/>
                  </a:cubicBezTo>
                  <a:cubicBezTo>
                    <a:pt x="144" y="287"/>
                    <a:pt x="144" y="287"/>
                    <a:pt x="144" y="287"/>
                  </a:cubicBezTo>
                  <a:cubicBezTo>
                    <a:pt x="144" y="285"/>
                    <a:pt x="144" y="283"/>
                    <a:pt x="146" y="281"/>
                  </a:cubicBezTo>
                  <a:cubicBezTo>
                    <a:pt x="147" y="279"/>
                    <a:pt x="148" y="279"/>
                    <a:pt x="150" y="278"/>
                  </a:cubicBezTo>
                  <a:cubicBezTo>
                    <a:pt x="150" y="277"/>
                    <a:pt x="150" y="277"/>
                    <a:pt x="151" y="276"/>
                  </a:cubicBezTo>
                  <a:cubicBezTo>
                    <a:pt x="153" y="274"/>
                    <a:pt x="158" y="274"/>
                    <a:pt x="160" y="275"/>
                  </a:cubicBezTo>
                  <a:cubicBezTo>
                    <a:pt x="160" y="274"/>
                    <a:pt x="160" y="273"/>
                    <a:pt x="161" y="272"/>
                  </a:cubicBezTo>
                  <a:cubicBezTo>
                    <a:pt x="162" y="270"/>
                    <a:pt x="164" y="269"/>
                    <a:pt x="165" y="270"/>
                  </a:cubicBezTo>
                  <a:cubicBezTo>
                    <a:pt x="166" y="269"/>
                    <a:pt x="168" y="268"/>
                    <a:pt x="169" y="269"/>
                  </a:cubicBezTo>
                  <a:cubicBezTo>
                    <a:pt x="171" y="269"/>
                    <a:pt x="171" y="269"/>
                    <a:pt x="171" y="269"/>
                  </a:cubicBezTo>
                  <a:cubicBezTo>
                    <a:pt x="171" y="269"/>
                    <a:pt x="171" y="269"/>
                    <a:pt x="172" y="269"/>
                  </a:cubicBezTo>
                  <a:cubicBezTo>
                    <a:pt x="173" y="267"/>
                    <a:pt x="175" y="267"/>
                    <a:pt x="176" y="266"/>
                  </a:cubicBezTo>
                  <a:cubicBezTo>
                    <a:pt x="176" y="266"/>
                    <a:pt x="176" y="266"/>
                    <a:pt x="176" y="266"/>
                  </a:cubicBezTo>
                  <a:cubicBezTo>
                    <a:pt x="177" y="265"/>
                    <a:pt x="178" y="264"/>
                    <a:pt x="180" y="264"/>
                  </a:cubicBezTo>
                  <a:cubicBezTo>
                    <a:pt x="181" y="264"/>
                    <a:pt x="182" y="264"/>
                    <a:pt x="182" y="265"/>
                  </a:cubicBezTo>
                  <a:cubicBezTo>
                    <a:pt x="182" y="264"/>
                    <a:pt x="183" y="264"/>
                    <a:pt x="183" y="263"/>
                  </a:cubicBezTo>
                  <a:cubicBezTo>
                    <a:pt x="184" y="261"/>
                    <a:pt x="185" y="260"/>
                    <a:pt x="186" y="259"/>
                  </a:cubicBezTo>
                  <a:cubicBezTo>
                    <a:pt x="186" y="259"/>
                    <a:pt x="186" y="258"/>
                    <a:pt x="187" y="258"/>
                  </a:cubicBezTo>
                  <a:cubicBezTo>
                    <a:pt x="188" y="254"/>
                    <a:pt x="191" y="253"/>
                    <a:pt x="192" y="253"/>
                  </a:cubicBezTo>
                  <a:cubicBezTo>
                    <a:pt x="194" y="253"/>
                    <a:pt x="196" y="254"/>
                    <a:pt x="197" y="256"/>
                  </a:cubicBezTo>
                  <a:cubicBezTo>
                    <a:pt x="198" y="257"/>
                    <a:pt x="198" y="258"/>
                    <a:pt x="198" y="259"/>
                  </a:cubicBezTo>
                  <a:cubicBezTo>
                    <a:pt x="198" y="259"/>
                    <a:pt x="199" y="259"/>
                    <a:pt x="199" y="260"/>
                  </a:cubicBezTo>
                  <a:cubicBezTo>
                    <a:pt x="200" y="260"/>
                    <a:pt x="201" y="261"/>
                    <a:pt x="201" y="262"/>
                  </a:cubicBezTo>
                  <a:cubicBezTo>
                    <a:pt x="201" y="262"/>
                    <a:pt x="202" y="262"/>
                    <a:pt x="202" y="262"/>
                  </a:cubicBezTo>
                  <a:cubicBezTo>
                    <a:pt x="202" y="262"/>
                    <a:pt x="203" y="261"/>
                    <a:pt x="203" y="261"/>
                  </a:cubicBezTo>
                  <a:cubicBezTo>
                    <a:pt x="205" y="259"/>
                    <a:pt x="209" y="259"/>
                    <a:pt x="210" y="262"/>
                  </a:cubicBezTo>
                  <a:cubicBezTo>
                    <a:pt x="211" y="263"/>
                    <a:pt x="211" y="264"/>
                    <a:pt x="211" y="265"/>
                  </a:cubicBezTo>
                  <a:cubicBezTo>
                    <a:pt x="211" y="265"/>
                    <a:pt x="211" y="265"/>
                    <a:pt x="211" y="265"/>
                  </a:cubicBezTo>
                  <a:cubicBezTo>
                    <a:pt x="212" y="265"/>
                    <a:pt x="212" y="265"/>
                    <a:pt x="213" y="264"/>
                  </a:cubicBezTo>
                  <a:cubicBezTo>
                    <a:pt x="213" y="264"/>
                    <a:pt x="212" y="263"/>
                    <a:pt x="212" y="263"/>
                  </a:cubicBezTo>
                  <a:cubicBezTo>
                    <a:pt x="212" y="262"/>
                    <a:pt x="212" y="260"/>
                    <a:pt x="213" y="259"/>
                  </a:cubicBezTo>
                  <a:cubicBezTo>
                    <a:pt x="213" y="258"/>
                    <a:pt x="214" y="256"/>
                    <a:pt x="216" y="256"/>
                  </a:cubicBezTo>
                  <a:cubicBezTo>
                    <a:pt x="217" y="255"/>
                    <a:pt x="218" y="255"/>
                    <a:pt x="218" y="255"/>
                  </a:cubicBezTo>
                  <a:cubicBezTo>
                    <a:pt x="218" y="255"/>
                    <a:pt x="218" y="254"/>
                    <a:pt x="219" y="254"/>
                  </a:cubicBezTo>
                  <a:cubicBezTo>
                    <a:pt x="220" y="252"/>
                    <a:pt x="222" y="251"/>
                    <a:pt x="223" y="250"/>
                  </a:cubicBezTo>
                  <a:cubicBezTo>
                    <a:pt x="223" y="250"/>
                    <a:pt x="223" y="250"/>
                    <a:pt x="223" y="250"/>
                  </a:cubicBezTo>
                  <a:cubicBezTo>
                    <a:pt x="223" y="250"/>
                    <a:pt x="223" y="249"/>
                    <a:pt x="223" y="248"/>
                  </a:cubicBezTo>
                  <a:cubicBezTo>
                    <a:pt x="223" y="248"/>
                    <a:pt x="223" y="248"/>
                    <a:pt x="224" y="248"/>
                  </a:cubicBezTo>
                  <a:cubicBezTo>
                    <a:pt x="223" y="247"/>
                    <a:pt x="223" y="247"/>
                    <a:pt x="224" y="246"/>
                  </a:cubicBezTo>
                  <a:cubicBezTo>
                    <a:pt x="224" y="245"/>
                    <a:pt x="225" y="243"/>
                    <a:pt x="226" y="243"/>
                  </a:cubicBezTo>
                  <a:cubicBezTo>
                    <a:pt x="229" y="241"/>
                    <a:pt x="230" y="241"/>
                    <a:pt x="232" y="242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5" y="240"/>
                    <a:pt x="239" y="240"/>
                    <a:pt x="241" y="243"/>
                  </a:cubicBezTo>
                  <a:cubicBezTo>
                    <a:pt x="242" y="245"/>
                    <a:pt x="241" y="247"/>
                    <a:pt x="240" y="249"/>
                  </a:cubicBezTo>
                  <a:cubicBezTo>
                    <a:pt x="242" y="249"/>
                    <a:pt x="245" y="251"/>
                    <a:pt x="247" y="253"/>
                  </a:cubicBezTo>
                  <a:cubicBezTo>
                    <a:pt x="247" y="253"/>
                    <a:pt x="248" y="253"/>
                    <a:pt x="248" y="253"/>
                  </a:cubicBezTo>
                  <a:cubicBezTo>
                    <a:pt x="249" y="252"/>
                    <a:pt x="251" y="251"/>
                    <a:pt x="252" y="251"/>
                  </a:cubicBezTo>
                  <a:cubicBezTo>
                    <a:pt x="252" y="251"/>
                    <a:pt x="253" y="251"/>
                    <a:pt x="254" y="251"/>
                  </a:cubicBezTo>
                  <a:cubicBezTo>
                    <a:pt x="256" y="251"/>
                    <a:pt x="258" y="251"/>
                    <a:pt x="261" y="252"/>
                  </a:cubicBezTo>
                  <a:cubicBezTo>
                    <a:pt x="263" y="253"/>
                    <a:pt x="264" y="255"/>
                    <a:pt x="263" y="256"/>
                  </a:cubicBezTo>
                  <a:cubicBezTo>
                    <a:pt x="263" y="257"/>
                    <a:pt x="263" y="257"/>
                    <a:pt x="263" y="257"/>
                  </a:cubicBezTo>
                  <a:cubicBezTo>
                    <a:pt x="264" y="257"/>
                    <a:pt x="265" y="258"/>
                    <a:pt x="266" y="259"/>
                  </a:cubicBezTo>
                  <a:cubicBezTo>
                    <a:pt x="267" y="258"/>
                    <a:pt x="268" y="257"/>
                    <a:pt x="269" y="256"/>
                  </a:cubicBezTo>
                  <a:cubicBezTo>
                    <a:pt x="269" y="256"/>
                    <a:pt x="270" y="256"/>
                    <a:pt x="270" y="256"/>
                  </a:cubicBezTo>
                  <a:cubicBezTo>
                    <a:pt x="271" y="255"/>
                    <a:pt x="272" y="254"/>
                    <a:pt x="274" y="254"/>
                  </a:cubicBezTo>
                  <a:cubicBezTo>
                    <a:pt x="274" y="254"/>
                    <a:pt x="274" y="253"/>
                    <a:pt x="275" y="253"/>
                  </a:cubicBezTo>
                  <a:cubicBezTo>
                    <a:pt x="275" y="253"/>
                    <a:pt x="275" y="253"/>
                    <a:pt x="275" y="252"/>
                  </a:cubicBezTo>
                  <a:cubicBezTo>
                    <a:pt x="275" y="251"/>
                    <a:pt x="275" y="250"/>
                    <a:pt x="275" y="248"/>
                  </a:cubicBezTo>
                  <a:cubicBezTo>
                    <a:pt x="276" y="244"/>
                    <a:pt x="278" y="238"/>
                    <a:pt x="280" y="235"/>
                  </a:cubicBezTo>
                  <a:cubicBezTo>
                    <a:pt x="282" y="232"/>
                    <a:pt x="285" y="232"/>
                    <a:pt x="286" y="231"/>
                  </a:cubicBezTo>
                  <a:cubicBezTo>
                    <a:pt x="287" y="231"/>
                    <a:pt x="287" y="231"/>
                    <a:pt x="287" y="231"/>
                  </a:cubicBezTo>
                  <a:cubicBezTo>
                    <a:pt x="287" y="231"/>
                    <a:pt x="287" y="230"/>
                    <a:pt x="288" y="229"/>
                  </a:cubicBezTo>
                  <a:cubicBezTo>
                    <a:pt x="288" y="227"/>
                    <a:pt x="288" y="225"/>
                    <a:pt x="291" y="223"/>
                  </a:cubicBezTo>
                  <a:cubicBezTo>
                    <a:pt x="292" y="222"/>
                    <a:pt x="293" y="221"/>
                    <a:pt x="294" y="221"/>
                  </a:cubicBezTo>
                  <a:cubicBezTo>
                    <a:pt x="295" y="221"/>
                    <a:pt x="295" y="220"/>
                    <a:pt x="295" y="220"/>
                  </a:cubicBezTo>
                  <a:cubicBezTo>
                    <a:pt x="297" y="218"/>
                    <a:pt x="298" y="215"/>
                    <a:pt x="299" y="211"/>
                  </a:cubicBezTo>
                  <a:cubicBezTo>
                    <a:pt x="300" y="208"/>
                    <a:pt x="300" y="205"/>
                    <a:pt x="302" y="203"/>
                  </a:cubicBezTo>
                  <a:cubicBezTo>
                    <a:pt x="302" y="201"/>
                    <a:pt x="303" y="200"/>
                    <a:pt x="305" y="200"/>
                  </a:cubicBezTo>
                  <a:cubicBezTo>
                    <a:pt x="305" y="200"/>
                    <a:pt x="306" y="200"/>
                    <a:pt x="307" y="200"/>
                  </a:cubicBezTo>
                  <a:cubicBezTo>
                    <a:pt x="309" y="197"/>
                    <a:pt x="312" y="195"/>
                    <a:pt x="316" y="194"/>
                  </a:cubicBezTo>
                  <a:cubicBezTo>
                    <a:pt x="317" y="193"/>
                    <a:pt x="318" y="193"/>
                    <a:pt x="319" y="193"/>
                  </a:cubicBezTo>
                  <a:cubicBezTo>
                    <a:pt x="319" y="193"/>
                    <a:pt x="319" y="193"/>
                    <a:pt x="319" y="193"/>
                  </a:cubicBezTo>
                  <a:cubicBezTo>
                    <a:pt x="319" y="192"/>
                    <a:pt x="319" y="192"/>
                    <a:pt x="319" y="192"/>
                  </a:cubicBezTo>
                  <a:cubicBezTo>
                    <a:pt x="318" y="190"/>
                    <a:pt x="317" y="186"/>
                    <a:pt x="319" y="183"/>
                  </a:cubicBezTo>
                  <a:cubicBezTo>
                    <a:pt x="320" y="182"/>
                    <a:pt x="322" y="181"/>
                    <a:pt x="322" y="181"/>
                  </a:cubicBezTo>
                  <a:cubicBezTo>
                    <a:pt x="322" y="181"/>
                    <a:pt x="323" y="180"/>
                    <a:pt x="323" y="179"/>
                  </a:cubicBezTo>
                  <a:cubicBezTo>
                    <a:pt x="323" y="178"/>
                    <a:pt x="324" y="175"/>
                    <a:pt x="325" y="173"/>
                  </a:cubicBezTo>
                  <a:cubicBezTo>
                    <a:pt x="326" y="172"/>
                    <a:pt x="328" y="171"/>
                    <a:pt x="329" y="171"/>
                  </a:cubicBezTo>
                  <a:cubicBezTo>
                    <a:pt x="330" y="169"/>
                    <a:pt x="330" y="165"/>
                    <a:pt x="330" y="162"/>
                  </a:cubicBezTo>
                  <a:cubicBezTo>
                    <a:pt x="330" y="161"/>
                    <a:pt x="330" y="160"/>
                    <a:pt x="330" y="159"/>
                  </a:cubicBezTo>
                  <a:cubicBezTo>
                    <a:pt x="330" y="158"/>
                    <a:pt x="330" y="157"/>
                    <a:pt x="331" y="156"/>
                  </a:cubicBezTo>
                  <a:cubicBezTo>
                    <a:pt x="331" y="155"/>
                    <a:pt x="331" y="155"/>
                    <a:pt x="331" y="154"/>
                  </a:cubicBezTo>
                  <a:cubicBezTo>
                    <a:pt x="330" y="152"/>
                    <a:pt x="329" y="151"/>
                    <a:pt x="329" y="148"/>
                  </a:cubicBezTo>
                  <a:cubicBezTo>
                    <a:pt x="328" y="146"/>
                    <a:pt x="329" y="145"/>
                    <a:pt x="329" y="144"/>
                  </a:cubicBezTo>
                  <a:cubicBezTo>
                    <a:pt x="329" y="142"/>
                    <a:pt x="328" y="140"/>
                    <a:pt x="328" y="138"/>
                  </a:cubicBezTo>
                  <a:cubicBezTo>
                    <a:pt x="327" y="136"/>
                    <a:pt x="327" y="136"/>
                    <a:pt x="327" y="136"/>
                  </a:cubicBezTo>
                  <a:cubicBezTo>
                    <a:pt x="327" y="135"/>
                    <a:pt x="326" y="135"/>
                    <a:pt x="326" y="134"/>
                  </a:cubicBezTo>
                  <a:cubicBezTo>
                    <a:pt x="324" y="129"/>
                    <a:pt x="321" y="124"/>
                    <a:pt x="323" y="120"/>
                  </a:cubicBezTo>
                  <a:cubicBezTo>
                    <a:pt x="324" y="118"/>
                    <a:pt x="324" y="118"/>
                    <a:pt x="325" y="117"/>
                  </a:cubicBezTo>
                  <a:cubicBezTo>
                    <a:pt x="325" y="117"/>
                    <a:pt x="324" y="116"/>
                    <a:pt x="324" y="115"/>
                  </a:cubicBezTo>
                  <a:cubicBezTo>
                    <a:pt x="324" y="115"/>
                    <a:pt x="324" y="115"/>
                    <a:pt x="324" y="114"/>
                  </a:cubicBezTo>
                  <a:cubicBezTo>
                    <a:pt x="323" y="114"/>
                    <a:pt x="323" y="114"/>
                    <a:pt x="323" y="114"/>
                  </a:cubicBezTo>
                  <a:cubicBezTo>
                    <a:pt x="323" y="114"/>
                    <a:pt x="322" y="113"/>
                    <a:pt x="322" y="113"/>
                  </a:cubicBezTo>
                  <a:cubicBezTo>
                    <a:pt x="322" y="113"/>
                    <a:pt x="321" y="112"/>
                    <a:pt x="321" y="112"/>
                  </a:cubicBezTo>
                  <a:cubicBezTo>
                    <a:pt x="318" y="109"/>
                    <a:pt x="317" y="105"/>
                    <a:pt x="317" y="101"/>
                  </a:cubicBezTo>
                  <a:cubicBezTo>
                    <a:pt x="317" y="100"/>
                    <a:pt x="316" y="98"/>
                    <a:pt x="316" y="98"/>
                  </a:cubicBezTo>
                  <a:cubicBezTo>
                    <a:pt x="316" y="97"/>
                    <a:pt x="316" y="97"/>
                    <a:pt x="316" y="97"/>
                  </a:cubicBezTo>
                  <a:cubicBezTo>
                    <a:pt x="315" y="97"/>
                    <a:pt x="315" y="97"/>
                    <a:pt x="314" y="97"/>
                  </a:cubicBezTo>
                  <a:cubicBezTo>
                    <a:pt x="313" y="97"/>
                    <a:pt x="313" y="97"/>
                    <a:pt x="312" y="97"/>
                  </a:cubicBezTo>
                  <a:cubicBezTo>
                    <a:pt x="308" y="95"/>
                    <a:pt x="305" y="89"/>
                    <a:pt x="304" y="86"/>
                  </a:cubicBezTo>
                  <a:cubicBezTo>
                    <a:pt x="304" y="83"/>
                    <a:pt x="304" y="83"/>
                    <a:pt x="304" y="83"/>
                  </a:cubicBezTo>
                  <a:cubicBezTo>
                    <a:pt x="303" y="80"/>
                    <a:pt x="303" y="80"/>
                    <a:pt x="301" y="78"/>
                  </a:cubicBezTo>
                  <a:cubicBezTo>
                    <a:pt x="297" y="75"/>
                    <a:pt x="296" y="71"/>
                    <a:pt x="295" y="67"/>
                  </a:cubicBezTo>
                  <a:cubicBezTo>
                    <a:pt x="295" y="65"/>
                    <a:pt x="295" y="63"/>
                    <a:pt x="294" y="62"/>
                  </a:cubicBezTo>
                  <a:cubicBezTo>
                    <a:pt x="292" y="59"/>
                    <a:pt x="293" y="57"/>
                    <a:pt x="294" y="55"/>
                  </a:cubicBezTo>
                  <a:cubicBezTo>
                    <a:pt x="293" y="53"/>
                    <a:pt x="293" y="52"/>
                    <a:pt x="295" y="50"/>
                  </a:cubicBezTo>
                  <a:cubicBezTo>
                    <a:pt x="295" y="49"/>
                    <a:pt x="295" y="49"/>
                    <a:pt x="295" y="49"/>
                  </a:cubicBezTo>
                  <a:cubicBezTo>
                    <a:pt x="296" y="47"/>
                    <a:pt x="296" y="46"/>
                    <a:pt x="296" y="44"/>
                  </a:cubicBezTo>
                  <a:cubicBezTo>
                    <a:pt x="296" y="44"/>
                    <a:pt x="296" y="43"/>
                    <a:pt x="296" y="43"/>
                  </a:cubicBezTo>
                  <a:cubicBezTo>
                    <a:pt x="296" y="43"/>
                    <a:pt x="296" y="43"/>
                    <a:pt x="296" y="43"/>
                  </a:cubicBezTo>
                  <a:cubicBezTo>
                    <a:pt x="296" y="43"/>
                    <a:pt x="295" y="42"/>
                    <a:pt x="295" y="42"/>
                  </a:cubicBezTo>
                  <a:cubicBezTo>
                    <a:pt x="294" y="42"/>
                    <a:pt x="293" y="43"/>
                    <a:pt x="291" y="42"/>
                  </a:cubicBezTo>
                  <a:cubicBezTo>
                    <a:pt x="291" y="42"/>
                    <a:pt x="288" y="42"/>
                    <a:pt x="287" y="39"/>
                  </a:cubicBezTo>
                  <a:cubicBezTo>
                    <a:pt x="287" y="39"/>
                    <a:pt x="286" y="38"/>
                    <a:pt x="286" y="38"/>
                  </a:cubicBezTo>
                  <a:cubicBezTo>
                    <a:pt x="285" y="38"/>
                    <a:pt x="285" y="38"/>
                    <a:pt x="285" y="38"/>
                  </a:cubicBezTo>
                  <a:cubicBezTo>
                    <a:pt x="284" y="38"/>
                    <a:pt x="283" y="38"/>
                    <a:pt x="281" y="37"/>
                  </a:cubicBezTo>
                  <a:cubicBezTo>
                    <a:pt x="280" y="36"/>
                    <a:pt x="279" y="35"/>
                    <a:pt x="279" y="34"/>
                  </a:cubicBezTo>
                  <a:cubicBezTo>
                    <a:pt x="278" y="33"/>
                    <a:pt x="278" y="32"/>
                    <a:pt x="278" y="32"/>
                  </a:cubicBezTo>
                  <a:cubicBezTo>
                    <a:pt x="277" y="31"/>
                    <a:pt x="276" y="30"/>
                    <a:pt x="275" y="29"/>
                  </a:cubicBezTo>
                  <a:cubicBezTo>
                    <a:pt x="274" y="27"/>
                    <a:pt x="275" y="24"/>
                    <a:pt x="275" y="23"/>
                  </a:cubicBezTo>
                  <a:cubicBezTo>
                    <a:pt x="273" y="21"/>
                    <a:pt x="274" y="18"/>
                    <a:pt x="274" y="16"/>
                  </a:cubicBezTo>
                  <a:cubicBezTo>
                    <a:pt x="273" y="14"/>
                    <a:pt x="273" y="13"/>
                    <a:pt x="272" y="12"/>
                  </a:cubicBezTo>
                  <a:cubicBezTo>
                    <a:pt x="272" y="12"/>
                    <a:pt x="272" y="12"/>
                    <a:pt x="272" y="12"/>
                  </a:cubicBezTo>
                  <a:cubicBezTo>
                    <a:pt x="267" y="17"/>
                    <a:pt x="267" y="17"/>
                    <a:pt x="267" y="17"/>
                  </a:cubicBezTo>
                  <a:cubicBezTo>
                    <a:pt x="262" y="23"/>
                    <a:pt x="257" y="28"/>
                    <a:pt x="252" y="33"/>
                  </a:cubicBezTo>
                  <a:cubicBezTo>
                    <a:pt x="251" y="35"/>
                    <a:pt x="251" y="35"/>
                    <a:pt x="251" y="35"/>
                  </a:cubicBezTo>
                  <a:cubicBezTo>
                    <a:pt x="249" y="37"/>
                    <a:pt x="246" y="39"/>
                    <a:pt x="242" y="40"/>
                  </a:cubicBezTo>
                  <a:cubicBezTo>
                    <a:pt x="240" y="40"/>
                    <a:pt x="238" y="40"/>
                    <a:pt x="237" y="40"/>
                  </a:cubicBezTo>
                  <a:cubicBezTo>
                    <a:pt x="236" y="40"/>
                    <a:pt x="235" y="40"/>
                    <a:pt x="235" y="40"/>
                  </a:cubicBezTo>
                  <a:cubicBezTo>
                    <a:pt x="233" y="40"/>
                    <a:pt x="233" y="40"/>
                    <a:pt x="233" y="40"/>
                  </a:cubicBezTo>
                  <a:cubicBezTo>
                    <a:pt x="229" y="40"/>
                    <a:pt x="229" y="40"/>
                    <a:pt x="229" y="40"/>
                  </a:cubicBezTo>
                  <a:cubicBezTo>
                    <a:pt x="227" y="40"/>
                    <a:pt x="225" y="40"/>
                    <a:pt x="223" y="39"/>
                  </a:cubicBezTo>
                  <a:cubicBezTo>
                    <a:pt x="220" y="38"/>
                    <a:pt x="218" y="36"/>
                    <a:pt x="216" y="35"/>
                  </a:cubicBezTo>
                  <a:cubicBezTo>
                    <a:pt x="216" y="34"/>
                    <a:pt x="215" y="34"/>
                    <a:pt x="214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2"/>
                    <a:pt x="213" y="32"/>
                  </a:cubicBezTo>
                  <a:cubicBezTo>
                    <a:pt x="213" y="32"/>
                    <a:pt x="213" y="32"/>
                    <a:pt x="212" y="33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07" y="35"/>
                    <a:pt x="204" y="37"/>
                    <a:pt x="201" y="38"/>
                  </a:cubicBezTo>
                  <a:cubicBezTo>
                    <a:pt x="195" y="40"/>
                    <a:pt x="190" y="40"/>
                    <a:pt x="185" y="40"/>
                  </a:cubicBezTo>
                  <a:cubicBezTo>
                    <a:pt x="183" y="40"/>
                    <a:pt x="182" y="40"/>
                    <a:pt x="180" y="40"/>
                  </a:cubicBezTo>
                  <a:cubicBezTo>
                    <a:pt x="177" y="40"/>
                    <a:pt x="176" y="41"/>
                    <a:pt x="173" y="43"/>
                  </a:cubicBezTo>
                  <a:cubicBezTo>
                    <a:pt x="171" y="44"/>
                    <a:pt x="171" y="44"/>
                    <a:pt x="171" y="44"/>
                  </a:cubicBezTo>
                  <a:cubicBezTo>
                    <a:pt x="169" y="46"/>
                    <a:pt x="168" y="46"/>
                    <a:pt x="168" y="47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54"/>
                    <a:pt x="164" y="55"/>
                    <a:pt x="162" y="55"/>
                  </a:cubicBezTo>
                  <a:cubicBezTo>
                    <a:pt x="161" y="55"/>
                    <a:pt x="160" y="55"/>
                    <a:pt x="159" y="55"/>
                  </a:cubicBezTo>
                  <a:cubicBezTo>
                    <a:pt x="155" y="54"/>
                    <a:pt x="154" y="52"/>
                    <a:pt x="153" y="50"/>
                  </a:cubicBezTo>
                  <a:cubicBezTo>
                    <a:pt x="153" y="45"/>
                    <a:pt x="153" y="45"/>
                    <a:pt x="153" y="45"/>
                  </a:cubicBezTo>
                  <a:cubicBezTo>
                    <a:pt x="152" y="50"/>
                    <a:pt x="152" y="50"/>
                    <a:pt x="152" y="50"/>
                  </a:cubicBezTo>
                  <a:cubicBezTo>
                    <a:pt x="150" y="50"/>
                    <a:pt x="147" y="50"/>
                    <a:pt x="144" y="47"/>
                  </a:cubicBezTo>
                  <a:cubicBezTo>
                    <a:pt x="143" y="45"/>
                    <a:pt x="143" y="43"/>
                    <a:pt x="143" y="42"/>
                  </a:cubicBezTo>
                  <a:cubicBezTo>
                    <a:pt x="143" y="42"/>
                    <a:pt x="143" y="41"/>
                    <a:pt x="143" y="41"/>
                  </a:cubicBezTo>
                  <a:cubicBezTo>
                    <a:pt x="142" y="40"/>
                    <a:pt x="141" y="39"/>
                    <a:pt x="140" y="37"/>
                  </a:cubicBezTo>
                  <a:cubicBezTo>
                    <a:pt x="139" y="38"/>
                    <a:pt x="139" y="38"/>
                    <a:pt x="139" y="38"/>
                  </a:cubicBezTo>
                  <a:cubicBezTo>
                    <a:pt x="136" y="41"/>
                    <a:pt x="134" y="42"/>
                    <a:pt x="132" y="43"/>
                  </a:cubicBezTo>
                  <a:cubicBezTo>
                    <a:pt x="131" y="43"/>
                    <a:pt x="130" y="43"/>
                    <a:pt x="129" y="43"/>
                  </a:cubicBezTo>
                  <a:cubicBezTo>
                    <a:pt x="129" y="43"/>
                    <a:pt x="128" y="44"/>
                    <a:pt x="128" y="44"/>
                  </a:cubicBezTo>
                  <a:cubicBezTo>
                    <a:pt x="126" y="45"/>
                    <a:pt x="123" y="47"/>
                    <a:pt x="119" y="45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7" y="43"/>
                    <a:pt x="116" y="43"/>
                    <a:pt x="116" y="42"/>
                  </a:cubicBezTo>
                  <a:cubicBezTo>
                    <a:pt x="111" y="39"/>
                    <a:pt x="107" y="38"/>
                    <a:pt x="105" y="38"/>
                  </a:cubicBezTo>
                  <a:cubicBezTo>
                    <a:pt x="103" y="38"/>
                    <a:pt x="101" y="38"/>
                    <a:pt x="98" y="40"/>
                  </a:cubicBezTo>
                  <a:cubicBezTo>
                    <a:pt x="96" y="41"/>
                    <a:pt x="95" y="42"/>
                    <a:pt x="94" y="42"/>
                  </a:cubicBezTo>
                  <a:cubicBezTo>
                    <a:pt x="93" y="43"/>
                    <a:pt x="92" y="43"/>
                    <a:pt x="91" y="44"/>
                  </a:cubicBezTo>
                  <a:cubicBezTo>
                    <a:pt x="91" y="45"/>
                    <a:pt x="90" y="46"/>
                    <a:pt x="89" y="48"/>
                  </a:cubicBezTo>
                  <a:cubicBezTo>
                    <a:pt x="92" y="51"/>
                    <a:pt x="92" y="56"/>
                    <a:pt x="91" y="58"/>
                  </a:cubicBezTo>
                  <a:cubicBezTo>
                    <a:pt x="91" y="61"/>
                    <a:pt x="89" y="63"/>
                    <a:pt x="88" y="65"/>
                  </a:cubicBezTo>
                  <a:cubicBezTo>
                    <a:pt x="87" y="66"/>
                    <a:pt x="87" y="67"/>
                    <a:pt x="86" y="67"/>
                  </a:cubicBezTo>
                  <a:cubicBezTo>
                    <a:pt x="81" y="77"/>
                    <a:pt x="82" y="79"/>
                    <a:pt x="82" y="80"/>
                  </a:cubicBezTo>
                  <a:cubicBezTo>
                    <a:pt x="82" y="80"/>
                    <a:pt x="83" y="81"/>
                    <a:pt x="83" y="81"/>
                  </a:cubicBezTo>
                  <a:cubicBezTo>
                    <a:pt x="84" y="82"/>
                    <a:pt x="86" y="84"/>
                    <a:pt x="87" y="86"/>
                  </a:cubicBezTo>
                  <a:cubicBezTo>
                    <a:pt x="89" y="91"/>
                    <a:pt x="88" y="95"/>
                    <a:pt x="86" y="100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4" y="103"/>
                    <a:pt x="83" y="105"/>
                    <a:pt x="82" y="107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2" y="111"/>
                    <a:pt x="81" y="113"/>
                    <a:pt x="81" y="115"/>
                  </a:cubicBezTo>
                  <a:cubicBezTo>
                    <a:pt x="83" y="115"/>
                    <a:pt x="84" y="117"/>
                    <a:pt x="85" y="119"/>
                  </a:cubicBezTo>
                  <a:cubicBezTo>
                    <a:pt x="86" y="117"/>
                    <a:pt x="88" y="117"/>
                    <a:pt x="89" y="117"/>
                  </a:cubicBezTo>
                  <a:cubicBezTo>
                    <a:pt x="90" y="117"/>
                    <a:pt x="92" y="117"/>
                    <a:pt x="93" y="118"/>
                  </a:cubicBezTo>
                  <a:cubicBezTo>
                    <a:pt x="96" y="119"/>
                    <a:pt x="99" y="123"/>
                    <a:pt x="99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100" y="124"/>
                    <a:pt x="101" y="124"/>
                    <a:pt x="102" y="124"/>
                  </a:cubicBezTo>
                  <a:cubicBezTo>
                    <a:pt x="103" y="124"/>
                    <a:pt x="105" y="124"/>
                    <a:pt x="106" y="125"/>
                  </a:cubicBezTo>
                  <a:cubicBezTo>
                    <a:pt x="108" y="126"/>
                    <a:pt x="108" y="128"/>
                    <a:pt x="108" y="130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9" y="131"/>
                    <a:pt x="109" y="131"/>
                    <a:pt x="109" y="132"/>
                  </a:cubicBezTo>
                  <a:cubicBezTo>
                    <a:pt x="110" y="132"/>
                    <a:pt x="111" y="132"/>
                    <a:pt x="111" y="133"/>
                  </a:cubicBezTo>
                  <a:cubicBezTo>
                    <a:pt x="113" y="134"/>
                    <a:pt x="114" y="136"/>
                    <a:pt x="114" y="138"/>
                  </a:cubicBezTo>
                  <a:cubicBezTo>
                    <a:pt x="115" y="143"/>
                    <a:pt x="111" y="148"/>
                    <a:pt x="107" y="153"/>
                  </a:cubicBezTo>
                  <a:cubicBezTo>
                    <a:pt x="105" y="155"/>
                    <a:pt x="104" y="157"/>
                    <a:pt x="102" y="158"/>
                  </a:cubicBezTo>
                  <a:cubicBezTo>
                    <a:pt x="99" y="163"/>
                    <a:pt x="95" y="168"/>
                    <a:pt x="90" y="172"/>
                  </a:cubicBezTo>
                  <a:cubicBezTo>
                    <a:pt x="86" y="175"/>
                    <a:pt x="86" y="175"/>
                    <a:pt x="86" y="175"/>
                  </a:cubicBezTo>
                  <a:cubicBezTo>
                    <a:pt x="84" y="177"/>
                    <a:pt x="82" y="179"/>
                    <a:pt x="80" y="180"/>
                  </a:cubicBezTo>
                  <a:cubicBezTo>
                    <a:pt x="76" y="184"/>
                    <a:pt x="73" y="187"/>
                    <a:pt x="70" y="191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8" y="194"/>
                    <a:pt x="68" y="194"/>
                    <a:pt x="67" y="195"/>
                  </a:cubicBezTo>
                  <a:cubicBezTo>
                    <a:pt x="65" y="198"/>
                    <a:pt x="63" y="202"/>
                    <a:pt x="59" y="203"/>
                  </a:cubicBezTo>
                  <a:cubicBezTo>
                    <a:pt x="58" y="204"/>
                    <a:pt x="57" y="204"/>
                    <a:pt x="55" y="204"/>
                  </a:cubicBezTo>
                  <a:cubicBezTo>
                    <a:pt x="55" y="204"/>
                    <a:pt x="55" y="204"/>
                    <a:pt x="55" y="204"/>
                  </a:cubicBezTo>
                  <a:cubicBezTo>
                    <a:pt x="54" y="205"/>
                    <a:pt x="53" y="206"/>
                    <a:pt x="52" y="206"/>
                  </a:cubicBezTo>
                  <a:cubicBezTo>
                    <a:pt x="51" y="207"/>
                    <a:pt x="50" y="207"/>
                    <a:pt x="49" y="207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8" y="209"/>
                    <a:pt x="48" y="210"/>
                    <a:pt x="48" y="210"/>
                  </a:cubicBezTo>
                  <a:cubicBezTo>
                    <a:pt x="48" y="213"/>
                    <a:pt x="48" y="215"/>
                    <a:pt x="45" y="218"/>
                  </a:cubicBezTo>
                  <a:cubicBezTo>
                    <a:pt x="45" y="219"/>
                    <a:pt x="45" y="219"/>
                    <a:pt x="45" y="219"/>
                  </a:cubicBezTo>
                  <a:cubicBezTo>
                    <a:pt x="44" y="220"/>
                    <a:pt x="43" y="221"/>
                    <a:pt x="41" y="223"/>
                  </a:cubicBezTo>
                  <a:cubicBezTo>
                    <a:pt x="39" y="223"/>
                    <a:pt x="38" y="224"/>
                    <a:pt x="37" y="224"/>
                  </a:cubicBezTo>
                  <a:cubicBezTo>
                    <a:pt x="36" y="224"/>
                    <a:pt x="35" y="224"/>
                    <a:pt x="34" y="225"/>
                  </a:cubicBezTo>
                  <a:cubicBezTo>
                    <a:pt x="33" y="225"/>
                    <a:pt x="33" y="226"/>
                    <a:pt x="33" y="226"/>
                  </a:cubicBezTo>
                  <a:cubicBezTo>
                    <a:pt x="33" y="226"/>
                    <a:pt x="33" y="227"/>
                    <a:pt x="33" y="228"/>
                  </a:cubicBezTo>
                  <a:cubicBezTo>
                    <a:pt x="33" y="229"/>
                    <a:pt x="33" y="230"/>
                    <a:pt x="32" y="232"/>
                  </a:cubicBezTo>
                  <a:cubicBezTo>
                    <a:pt x="32" y="233"/>
                    <a:pt x="32" y="235"/>
                    <a:pt x="33" y="237"/>
                  </a:cubicBezTo>
                  <a:cubicBezTo>
                    <a:pt x="33" y="239"/>
                    <a:pt x="33" y="241"/>
                    <a:pt x="33" y="244"/>
                  </a:cubicBezTo>
                  <a:cubicBezTo>
                    <a:pt x="33" y="248"/>
                    <a:pt x="30" y="250"/>
                    <a:pt x="29" y="252"/>
                  </a:cubicBezTo>
                  <a:cubicBezTo>
                    <a:pt x="28" y="253"/>
                    <a:pt x="27" y="254"/>
                    <a:pt x="26" y="255"/>
                  </a:cubicBezTo>
                  <a:cubicBezTo>
                    <a:pt x="26" y="256"/>
                    <a:pt x="26" y="257"/>
                    <a:pt x="26" y="258"/>
                  </a:cubicBezTo>
                  <a:cubicBezTo>
                    <a:pt x="26" y="261"/>
                    <a:pt x="26" y="263"/>
                    <a:pt x="24" y="266"/>
                  </a:cubicBezTo>
                  <a:cubicBezTo>
                    <a:pt x="23" y="268"/>
                    <a:pt x="22" y="269"/>
                    <a:pt x="21" y="270"/>
                  </a:cubicBezTo>
                  <a:cubicBezTo>
                    <a:pt x="20" y="270"/>
                    <a:pt x="19" y="271"/>
                    <a:pt x="19" y="272"/>
                  </a:cubicBezTo>
                  <a:cubicBezTo>
                    <a:pt x="19" y="272"/>
                    <a:pt x="19" y="273"/>
                    <a:pt x="19" y="274"/>
                  </a:cubicBezTo>
                  <a:cubicBezTo>
                    <a:pt x="19" y="276"/>
                    <a:pt x="19" y="278"/>
                    <a:pt x="18" y="280"/>
                  </a:cubicBezTo>
                  <a:cubicBezTo>
                    <a:pt x="18" y="280"/>
                    <a:pt x="18" y="281"/>
                    <a:pt x="18" y="282"/>
                  </a:cubicBezTo>
                  <a:cubicBezTo>
                    <a:pt x="17" y="284"/>
                    <a:pt x="17" y="287"/>
                    <a:pt x="16" y="290"/>
                  </a:cubicBezTo>
                  <a:cubicBezTo>
                    <a:pt x="15" y="295"/>
                    <a:pt x="14" y="300"/>
                    <a:pt x="14" y="304"/>
                  </a:cubicBezTo>
                  <a:cubicBezTo>
                    <a:pt x="14" y="305"/>
                    <a:pt x="14" y="306"/>
                    <a:pt x="15" y="306"/>
                  </a:cubicBezTo>
                  <a:cubicBezTo>
                    <a:pt x="15" y="308"/>
                    <a:pt x="16" y="310"/>
                    <a:pt x="15" y="313"/>
                  </a:cubicBezTo>
                  <a:cubicBezTo>
                    <a:pt x="15" y="314"/>
                    <a:pt x="15" y="315"/>
                    <a:pt x="14" y="316"/>
                  </a:cubicBezTo>
                  <a:cubicBezTo>
                    <a:pt x="14" y="318"/>
                    <a:pt x="14" y="320"/>
                    <a:pt x="14" y="322"/>
                  </a:cubicBezTo>
                  <a:cubicBezTo>
                    <a:pt x="13" y="323"/>
                    <a:pt x="13" y="325"/>
                    <a:pt x="13" y="326"/>
                  </a:cubicBezTo>
                  <a:cubicBezTo>
                    <a:pt x="13" y="326"/>
                    <a:pt x="13" y="326"/>
                    <a:pt x="13" y="326"/>
                  </a:cubicBezTo>
                  <a:cubicBezTo>
                    <a:pt x="13" y="326"/>
                    <a:pt x="14" y="332"/>
                    <a:pt x="12" y="335"/>
                  </a:cubicBezTo>
                  <a:cubicBezTo>
                    <a:pt x="11" y="336"/>
                    <a:pt x="10" y="337"/>
                    <a:pt x="10" y="337"/>
                  </a:cubicBezTo>
                  <a:cubicBezTo>
                    <a:pt x="10" y="339"/>
                    <a:pt x="10" y="340"/>
                    <a:pt x="10" y="341"/>
                  </a:cubicBezTo>
                  <a:cubicBezTo>
                    <a:pt x="10" y="343"/>
                    <a:pt x="10" y="345"/>
                    <a:pt x="10" y="347"/>
                  </a:cubicBezTo>
                  <a:cubicBezTo>
                    <a:pt x="10" y="349"/>
                    <a:pt x="10" y="352"/>
                    <a:pt x="11" y="354"/>
                  </a:cubicBezTo>
                  <a:cubicBezTo>
                    <a:pt x="11" y="356"/>
                    <a:pt x="11" y="357"/>
                    <a:pt x="11" y="359"/>
                  </a:cubicBezTo>
                  <a:cubicBezTo>
                    <a:pt x="12" y="359"/>
                    <a:pt x="14" y="358"/>
                    <a:pt x="15" y="358"/>
                  </a:cubicBezTo>
                  <a:cubicBezTo>
                    <a:pt x="16" y="358"/>
                    <a:pt x="17" y="358"/>
                    <a:pt x="18" y="358"/>
                  </a:cubicBezTo>
                  <a:cubicBezTo>
                    <a:pt x="18" y="358"/>
                    <a:pt x="18" y="358"/>
                    <a:pt x="18" y="358"/>
                  </a:cubicBezTo>
                  <a:cubicBezTo>
                    <a:pt x="19" y="358"/>
                    <a:pt x="20" y="357"/>
                    <a:pt x="22" y="357"/>
                  </a:cubicBezTo>
                  <a:close/>
                  <a:moveTo>
                    <a:pt x="151" y="41"/>
                  </a:moveTo>
                  <a:cubicBezTo>
                    <a:pt x="151" y="45"/>
                    <a:pt x="151" y="45"/>
                    <a:pt x="151" y="45"/>
                  </a:cubicBezTo>
                  <a:cubicBezTo>
                    <a:pt x="152" y="41"/>
                    <a:pt x="152" y="41"/>
                    <a:pt x="152" y="41"/>
                  </a:cubicBezTo>
                  <a:cubicBezTo>
                    <a:pt x="151" y="41"/>
                    <a:pt x="151" y="41"/>
                    <a:pt x="151" y="4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7" name="Freeform 118">
              <a:extLst>
                <a:ext uri="{FF2B5EF4-FFF2-40B4-BE49-F238E27FC236}">
                  <a16:creationId xmlns:a16="http://schemas.microsoft.com/office/drawing/2014/main" id="{EA331049-07AE-4535-8AB9-82D69CABC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2907" y="3055938"/>
              <a:ext cx="373063" cy="414338"/>
            </a:xfrm>
            <a:custGeom>
              <a:avLst/>
              <a:gdLst>
                <a:gd name="T0" fmla="*/ 275 w 331"/>
                <a:gd name="T1" fmla="*/ 23 h 367"/>
                <a:gd name="T2" fmla="*/ 282 w 331"/>
                <a:gd name="T3" fmla="*/ 29 h 367"/>
                <a:gd name="T4" fmla="*/ 294 w 331"/>
                <a:gd name="T5" fmla="*/ 35 h 367"/>
                <a:gd name="T6" fmla="*/ 293 w 331"/>
                <a:gd name="T7" fmla="*/ 54 h 367"/>
                <a:gd name="T8" fmla="*/ 312 w 331"/>
                <a:gd name="T9" fmla="*/ 88 h 367"/>
                <a:gd name="T10" fmla="*/ 322 w 331"/>
                <a:gd name="T11" fmla="*/ 104 h 367"/>
                <a:gd name="T12" fmla="*/ 326 w 331"/>
                <a:gd name="T13" fmla="*/ 129 h 367"/>
                <a:gd name="T14" fmla="*/ 330 w 331"/>
                <a:gd name="T15" fmla="*/ 154 h 367"/>
                <a:gd name="T16" fmla="*/ 317 w 331"/>
                <a:gd name="T17" fmla="*/ 181 h 367"/>
                <a:gd name="T18" fmla="*/ 301 w 331"/>
                <a:gd name="T19" fmla="*/ 200 h 367"/>
                <a:gd name="T20" fmla="*/ 279 w 331"/>
                <a:gd name="T21" fmla="*/ 233 h 367"/>
                <a:gd name="T22" fmla="*/ 268 w 331"/>
                <a:gd name="T23" fmla="*/ 254 h 367"/>
                <a:gd name="T24" fmla="*/ 257 w 331"/>
                <a:gd name="T25" fmla="*/ 260 h 367"/>
                <a:gd name="T26" fmla="*/ 254 w 331"/>
                <a:gd name="T27" fmla="*/ 251 h 367"/>
                <a:gd name="T28" fmla="*/ 241 w 331"/>
                <a:gd name="T29" fmla="*/ 259 h 367"/>
                <a:gd name="T30" fmla="*/ 238 w 331"/>
                <a:gd name="T31" fmla="*/ 259 h 367"/>
                <a:gd name="T32" fmla="*/ 234 w 331"/>
                <a:gd name="T33" fmla="*/ 250 h 367"/>
                <a:gd name="T34" fmla="*/ 230 w 331"/>
                <a:gd name="T35" fmla="*/ 246 h 367"/>
                <a:gd name="T36" fmla="*/ 226 w 331"/>
                <a:gd name="T37" fmla="*/ 242 h 367"/>
                <a:gd name="T38" fmla="*/ 218 w 331"/>
                <a:gd name="T39" fmla="*/ 251 h 367"/>
                <a:gd name="T40" fmla="*/ 213 w 331"/>
                <a:gd name="T41" fmla="*/ 255 h 367"/>
                <a:gd name="T42" fmla="*/ 202 w 331"/>
                <a:gd name="T43" fmla="*/ 261 h 367"/>
                <a:gd name="T44" fmla="*/ 191 w 331"/>
                <a:gd name="T45" fmla="*/ 264 h 367"/>
                <a:gd name="T46" fmla="*/ 188 w 331"/>
                <a:gd name="T47" fmla="*/ 257 h 367"/>
                <a:gd name="T48" fmla="*/ 184 w 331"/>
                <a:gd name="T49" fmla="*/ 258 h 367"/>
                <a:gd name="T50" fmla="*/ 181 w 331"/>
                <a:gd name="T51" fmla="*/ 264 h 367"/>
                <a:gd name="T52" fmla="*/ 175 w 331"/>
                <a:gd name="T53" fmla="*/ 264 h 367"/>
                <a:gd name="T54" fmla="*/ 163 w 331"/>
                <a:gd name="T55" fmla="*/ 268 h 367"/>
                <a:gd name="T56" fmla="*/ 149 w 331"/>
                <a:gd name="T57" fmla="*/ 274 h 367"/>
                <a:gd name="T58" fmla="*/ 147 w 331"/>
                <a:gd name="T59" fmla="*/ 287 h 367"/>
                <a:gd name="T60" fmla="*/ 129 w 331"/>
                <a:gd name="T61" fmla="*/ 324 h 367"/>
                <a:gd name="T62" fmla="*/ 72 w 331"/>
                <a:gd name="T63" fmla="*/ 335 h 367"/>
                <a:gd name="T64" fmla="*/ 47 w 331"/>
                <a:gd name="T65" fmla="*/ 342 h 367"/>
                <a:gd name="T66" fmla="*/ 38 w 331"/>
                <a:gd name="T67" fmla="*/ 353 h 367"/>
                <a:gd name="T68" fmla="*/ 19 w 331"/>
                <a:gd name="T69" fmla="*/ 359 h 367"/>
                <a:gd name="T70" fmla="*/ 1 w 331"/>
                <a:gd name="T71" fmla="*/ 360 h 367"/>
                <a:gd name="T72" fmla="*/ 3 w 331"/>
                <a:gd name="T73" fmla="*/ 321 h 367"/>
                <a:gd name="T74" fmla="*/ 8 w 331"/>
                <a:gd name="T75" fmla="*/ 276 h 367"/>
                <a:gd name="T76" fmla="*/ 17 w 331"/>
                <a:gd name="T77" fmla="*/ 248 h 367"/>
                <a:gd name="T78" fmla="*/ 34 w 331"/>
                <a:gd name="T79" fmla="*/ 213 h 367"/>
                <a:gd name="T80" fmla="*/ 45 w 331"/>
                <a:gd name="T81" fmla="*/ 197 h 367"/>
                <a:gd name="T82" fmla="*/ 72 w 331"/>
                <a:gd name="T83" fmla="*/ 172 h 367"/>
                <a:gd name="T84" fmla="*/ 99 w 331"/>
                <a:gd name="T85" fmla="*/ 129 h 367"/>
                <a:gd name="T86" fmla="*/ 86 w 331"/>
                <a:gd name="T87" fmla="*/ 117 h 367"/>
                <a:gd name="T88" fmla="*/ 71 w 331"/>
                <a:gd name="T89" fmla="*/ 110 h 367"/>
                <a:gd name="T90" fmla="*/ 73 w 331"/>
                <a:gd name="T91" fmla="*/ 77 h 367"/>
                <a:gd name="T92" fmla="*/ 77 w 331"/>
                <a:gd name="T93" fmla="*/ 47 h 367"/>
                <a:gd name="T94" fmla="*/ 117 w 331"/>
                <a:gd name="T95" fmla="*/ 36 h 367"/>
                <a:gd name="T96" fmla="*/ 142 w 331"/>
                <a:gd name="T97" fmla="*/ 34 h 367"/>
                <a:gd name="T98" fmla="*/ 159 w 331"/>
                <a:gd name="T99" fmla="*/ 41 h 367"/>
                <a:gd name="T100" fmla="*/ 205 w 331"/>
                <a:gd name="T101" fmla="*/ 23 h 367"/>
                <a:gd name="T102" fmla="*/ 236 w 331"/>
                <a:gd name="T103" fmla="*/ 3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1" h="367">
                  <a:moveTo>
                    <a:pt x="267" y="0"/>
                  </a:moveTo>
                  <a:cubicBezTo>
                    <a:pt x="271" y="3"/>
                    <a:pt x="271" y="5"/>
                    <a:pt x="273" y="8"/>
                  </a:cubicBezTo>
                  <a:cubicBezTo>
                    <a:pt x="274" y="11"/>
                    <a:pt x="272" y="13"/>
                    <a:pt x="274" y="16"/>
                  </a:cubicBezTo>
                  <a:cubicBezTo>
                    <a:pt x="277" y="19"/>
                    <a:pt x="272" y="22"/>
                    <a:pt x="275" y="23"/>
                  </a:cubicBezTo>
                  <a:cubicBezTo>
                    <a:pt x="276" y="23"/>
                    <a:pt x="284" y="20"/>
                    <a:pt x="281" y="24"/>
                  </a:cubicBezTo>
                  <a:cubicBezTo>
                    <a:pt x="281" y="25"/>
                    <a:pt x="278" y="25"/>
                    <a:pt x="278" y="26"/>
                  </a:cubicBezTo>
                  <a:cubicBezTo>
                    <a:pt x="279" y="25"/>
                    <a:pt x="281" y="29"/>
                    <a:pt x="279" y="28"/>
                  </a:cubicBezTo>
                  <a:cubicBezTo>
                    <a:pt x="279" y="29"/>
                    <a:pt x="280" y="28"/>
                    <a:pt x="282" y="29"/>
                  </a:cubicBezTo>
                  <a:cubicBezTo>
                    <a:pt x="284" y="29"/>
                    <a:pt x="283" y="29"/>
                    <a:pt x="285" y="31"/>
                  </a:cubicBezTo>
                  <a:cubicBezTo>
                    <a:pt x="287" y="32"/>
                    <a:pt x="286" y="33"/>
                    <a:pt x="287" y="33"/>
                  </a:cubicBezTo>
                  <a:cubicBezTo>
                    <a:pt x="288" y="33"/>
                    <a:pt x="289" y="31"/>
                    <a:pt x="291" y="32"/>
                  </a:cubicBezTo>
                  <a:cubicBezTo>
                    <a:pt x="291" y="32"/>
                    <a:pt x="294" y="34"/>
                    <a:pt x="294" y="35"/>
                  </a:cubicBezTo>
                  <a:cubicBezTo>
                    <a:pt x="296" y="36"/>
                    <a:pt x="296" y="36"/>
                    <a:pt x="296" y="39"/>
                  </a:cubicBezTo>
                  <a:cubicBezTo>
                    <a:pt x="296" y="42"/>
                    <a:pt x="295" y="44"/>
                    <a:pt x="294" y="47"/>
                  </a:cubicBezTo>
                  <a:cubicBezTo>
                    <a:pt x="293" y="48"/>
                    <a:pt x="293" y="48"/>
                    <a:pt x="293" y="50"/>
                  </a:cubicBezTo>
                  <a:cubicBezTo>
                    <a:pt x="293" y="52"/>
                    <a:pt x="292" y="53"/>
                    <a:pt x="293" y="54"/>
                  </a:cubicBezTo>
                  <a:cubicBezTo>
                    <a:pt x="296" y="59"/>
                    <a:pt x="294" y="66"/>
                    <a:pt x="299" y="69"/>
                  </a:cubicBezTo>
                  <a:cubicBezTo>
                    <a:pt x="303" y="72"/>
                    <a:pt x="303" y="75"/>
                    <a:pt x="304" y="80"/>
                  </a:cubicBezTo>
                  <a:cubicBezTo>
                    <a:pt x="304" y="82"/>
                    <a:pt x="306" y="86"/>
                    <a:pt x="309" y="88"/>
                  </a:cubicBezTo>
                  <a:cubicBezTo>
                    <a:pt x="310" y="88"/>
                    <a:pt x="311" y="87"/>
                    <a:pt x="312" y="88"/>
                  </a:cubicBezTo>
                  <a:cubicBezTo>
                    <a:pt x="314" y="88"/>
                    <a:pt x="315" y="89"/>
                    <a:pt x="315" y="91"/>
                  </a:cubicBezTo>
                  <a:cubicBezTo>
                    <a:pt x="317" y="95"/>
                    <a:pt x="315" y="101"/>
                    <a:pt x="319" y="104"/>
                  </a:cubicBezTo>
                  <a:cubicBezTo>
                    <a:pt x="320" y="104"/>
                    <a:pt x="320" y="105"/>
                    <a:pt x="321" y="105"/>
                  </a:cubicBezTo>
                  <a:cubicBezTo>
                    <a:pt x="321" y="105"/>
                    <a:pt x="322" y="104"/>
                    <a:pt x="322" y="104"/>
                  </a:cubicBezTo>
                  <a:cubicBezTo>
                    <a:pt x="323" y="105"/>
                    <a:pt x="323" y="107"/>
                    <a:pt x="323" y="108"/>
                  </a:cubicBezTo>
                  <a:cubicBezTo>
                    <a:pt x="324" y="111"/>
                    <a:pt x="326" y="110"/>
                    <a:pt x="326" y="113"/>
                  </a:cubicBezTo>
                  <a:cubicBezTo>
                    <a:pt x="325" y="115"/>
                    <a:pt x="323" y="115"/>
                    <a:pt x="322" y="117"/>
                  </a:cubicBezTo>
                  <a:cubicBezTo>
                    <a:pt x="321" y="120"/>
                    <a:pt x="325" y="126"/>
                    <a:pt x="326" y="129"/>
                  </a:cubicBezTo>
                  <a:cubicBezTo>
                    <a:pt x="327" y="132"/>
                    <a:pt x="329" y="135"/>
                    <a:pt x="329" y="138"/>
                  </a:cubicBezTo>
                  <a:cubicBezTo>
                    <a:pt x="329" y="139"/>
                    <a:pt x="328" y="141"/>
                    <a:pt x="328" y="142"/>
                  </a:cubicBezTo>
                  <a:cubicBezTo>
                    <a:pt x="328" y="145"/>
                    <a:pt x="329" y="145"/>
                    <a:pt x="330" y="147"/>
                  </a:cubicBezTo>
                  <a:cubicBezTo>
                    <a:pt x="331" y="148"/>
                    <a:pt x="330" y="153"/>
                    <a:pt x="330" y="154"/>
                  </a:cubicBezTo>
                  <a:cubicBezTo>
                    <a:pt x="329" y="158"/>
                    <a:pt x="330" y="165"/>
                    <a:pt x="327" y="169"/>
                  </a:cubicBezTo>
                  <a:cubicBezTo>
                    <a:pt x="326" y="170"/>
                    <a:pt x="325" y="170"/>
                    <a:pt x="324" y="171"/>
                  </a:cubicBezTo>
                  <a:cubicBezTo>
                    <a:pt x="322" y="173"/>
                    <a:pt x="323" y="177"/>
                    <a:pt x="321" y="179"/>
                  </a:cubicBezTo>
                  <a:cubicBezTo>
                    <a:pt x="320" y="180"/>
                    <a:pt x="318" y="180"/>
                    <a:pt x="317" y="181"/>
                  </a:cubicBezTo>
                  <a:cubicBezTo>
                    <a:pt x="317" y="182"/>
                    <a:pt x="318" y="185"/>
                    <a:pt x="318" y="187"/>
                  </a:cubicBezTo>
                  <a:cubicBezTo>
                    <a:pt x="320" y="193"/>
                    <a:pt x="318" y="191"/>
                    <a:pt x="313" y="193"/>
                  </a:cubicBezTo>
                  <a:cubicBezTo>
                    <a:pt x="309" y="195"/>
                    <a:pt x="305" y="197"/>
                    <a:pt x="304" y="201"/>
                  </a:cubicBezTo>
                  <a:cubicBezTo>
                    <a:pt x="303" y="200"/>
                    <a:pt x="302" y="200"/>
                    <a:pt x="301" y="200"/>
                  </a:cubicBezTo>
                  <a:cubicBezTo>
                    <a:pt x="298" y="206"/>
                    <a:pt x="299" y="213"/>
                    <a:pt x="294" y="218"/>
                  </a:cubicBezTo>
                  <a:cubicBezTo>
                    <a:pt x="292" y="220"/>
                    <a:pt x="290" y="220"/>
                    <a:pt x="289" y="221"/>
                  </a:cubicBezTo>
                  <a:cubicBezTo>
                    <a:pt x="286" y="223"/>
                    <a:pt x="288" y="228"/>
                    <a:pt x="285" y="230"/>
                  </a:cubicBezTo>
                  <a:cubicBezTo>
                    <a:pt x="283" y="231"/>
                    <a:pt x="280" y="230"/>
                    <a:pt x="279" y="233"/>
                  </a:cubicBezTo>
                  <a:cubicBezTo>
                    <a:pt x="277" y="235"/>
                    <a:pt x="275" y="241"/>
                    <a:pt x="275" y="244"/>
                  </a:cubicBezTo>
                  <a:cubicBezTo>
                    <a:pt x="274" y="247"/>
                    <a:pt x="275" y="248"/>
                    <a:pt x="273" y="251"/>
                  </a:cubicBezTo>
                  <a:cubicBezTo>
                    <a:pt x="272" y="253"/>
                    <a:pt x="271" y="255"/>
                    <a:pt x="269" y="256"/>
                  </a:cubicBezTo>
                  <a:cubicBezTo>
                    <a:pt x="269" y="256"/>
                    <a:pt x="268" y="255"/>
                    <a:pt x="268" y="254"/>
                  </a:cubicBezTo>
                  <a:cubicBezTo>
                    <a:pt x="267" y="255"/>
                    <a:pt x="265" y="256"/>
                    <a:pt x="264" y="257"/>
                  </a:cubicBezTo>
                  <a:cubicBezTo>
                    <a:pt x="264" y="257"/>
                    <a:pt x="263" y="259"/>
                    <a:pt x="263" y="260"/>
                  </a:cubicBezTo>
                  <a:cubicBezTo>
                    <a:pt x="261" y="260"/>
                    <a:pt x="260" y="258"/>
                    <a:pt x="258" y="258"/>
                  </a:cubicBezTo>
                  <a:cubicBezTo>
                    <a:pt x="258" y="259"/>
                    <a:pt x="259" y="263"/>
                    <a:pt x="257" y="260"/>
                  </a:cubicBezTo>
                  <a:cubicBezTo>
                    <a:pt x="256" y="259"/>
                    <a:pt x="258" y="257"/>
                    <a:pt x="256" y="256"/>
                  </a:cubicBezTo>
                  <a:cubicBezTo>
                    <a:pt x="257" y="257"/>
                    <a:pt x="255" y="259"/>
                    <a:pt x="255" y="259"/>
                  </a:cubicBezTo>
                  <a:cubicBezTo>
                    <a:pt x="250" y="260"/>
                    <a:pt x="252" y="256"/>
                    <a:pt x="253" y="255"/>
                  </a:cubicBezTo>
                  <a:cubicBezTo>
                    <a:pt x="249" y="255"/>
                    <a:pt x="251" y="252"/>
                    <a:pt x="254" y="251"/>
                  </a:cubicBezTo>
                  <a:cubicBezTo>
                    <a:pt x="251" y="250"/>
                    <a:pt x="250" y="251"/>
                    <a:pt x="248" y="251"/>
                  </a:cubicBezTo>
                  <a:cubicBezTo>
                    <a:pt x="245" y="250"/>
                    <a:pt x="246" y="251"/>
                    <a:pt x="246" y="253"/>
                  </a:cubicBezTo>
                  <a:cubicBezTo>
                    <a:pt x="245" y="256"/>
                    <a:pt x="246" y="256"/>
                    <a:pt x="244" y="258"/>
                  </a:cubicBezTo>
                  <a:cubicBezTo>
                    <a:pt x="243" y="259"/>
                    <a:pt x="242" y="261"/>
                    <a:pt x="241" y="259"/>
                  </a:cubicBezTo>
                  <a:cubicBezTo>
                    <a:pt x="241" y="259"/>
                    <a:pt x="240" y="259"/>
                    <a:pt x="240" y="259"/>
                  </a:cubicBezTo>
                  <a:cubicBezTo>
                    <a:pt x="240" y="259"/>
                    <a:pt x="240" y="258"/>
                    <a:pt x="240" y="257"/>
                  </a:cubicBezTo>
                  <a:cubicBezTo>
                    <a:pt x="240" y="257"/>
                    <a:pt x="239" y="258"/>
                    <a:pt x="239" y="259"/>
                  </a:cubicBezTo>
                  <a:cubicBezTo>
                    <a:pt x="239" y="256"/>
                    <a:pt x="238" y="256"/>
                    <a:pt x="238" y="259"/>
                  </a:cubicBezTo>
                  <a:cubicBezTo>
                    <a:pt x="237" y="258"/>
                    <a:pt x="233" y="256"/>
                    <a:pt x="235" y="255"/>
                  </a:cubicBezTo>
                  <a:cubicBezTo>
                    <a:pt x="234" y="254"/>
                    <a:pt x="234" y="253"/>
                    <a:pt x="233" y="253"/>
                  </a:cubicBezTo>
                  <a:cubicBezTo>
                    <a:pt x="235" y="252"/>
                    <a:pt x="240" y="255"/>
                    <a:pt x="239" y="252"/>
                  </a:cubicBezTo>
                  <a:cubicBezTo>
                    <a:pt x="239" y="250"/>
                    <a:pt x="233" y="247"/>
                    <a:pt x="234" y="250"/>
                  </a:cubicBezTo>
                  <a:cubicBezTo>
                    <a:pt x="233" y="250"/>
                    <a:pt x="231" y="250"/>
                    <a:pt x="230" y="249"/>
                  </a:cubicBezTo>
                  <a:cubicBezTo>
                    <a:pt x="230" y="249"/>
                    <a:pt x="231" y="246"/>
                    <a:pt x="228" y="248"/>
                  </a:cubicBezTo>
                  <a:cubicBezTo>
                    <a:pt x="226" y="246"/>
                    <a:pt x="229" y="247"/>
                    <a:pt x="229" y="246"/>
                  </a:cubicBezTo>
                  <a:cubicBezTo>
                    <a:pt x="229" y="246"/>
                    <a:pt x="230" y="246"/>
                    <a:pt x="230" y="246"/>
                  </a:cubicBezTo>
                  <a:cubicBezTo>
                    <a:pt x="231" y="245"/>
                    <a:pt x="230" y="244"/>
                    <a:pt x="230" y="244"/>
                  </a:cubicBezTo>
                  <a:cubicBezTo>
                    <a:pt x="231" y="242"/>
                    <a:pt x="233" y="239"/>
                    <a:pt x="230" y="241"/>
                  </a:cubicBezTo>
                  <a:cubicBezTo>
                    <a:pt x="229" y="241"/>
                    <a:pt x="229" y="243"/>
                    <a:pt x="228" y="243"/>
                  </a:cubicBezTo>
                  <a:cubicBezTo>
                    <a:pt x="226" y="243"/>
                    <a:pt x="226" y="242"/>
                    <a:pt x="226" y="242"/>
                  </a:cubicBezTo>
                  <a:cubicBezTo>
                    <a:pt x="224" y="241"/>
                    <a:pt x="226" y="240"/>
                    <a:pt x="223" y="242"/>
                  </a:cubicBezTo>
                  <a:cubicBezTo>
                    <a:pt x="222" y="242"/>
                    <a:pt x="226" y="246"/>
                    <a:pt x="223" y="244"/>
                  </a:cubicBezTo>
                  <a:cubicBezTo>
                    <a:pt x="222" y="248"/>
                    <a:pt x="228" y="245"/>
                    <a:pt x="221" y="249"/>
                  </a:cubicBezTo>
                  <a:cubicBezTo>
                    <a:pt x="220" y="250"/>
                    <a:pt x="218" y="250"/>
                    <a:pt x="218" y="251"/>
                  </a:cubicBezTo>
                  <a:cubicBezTo>
                    <a:pt x="217" y="253"/>
                    <a:pt x="219" y="254"/>
                    <a:pt x="217" y="255"/>
                  </a:cubicBezTo>
                  <a:cubicBezTo>
                    <a:pt x="217" y="256"/>
                    <a:pt x="217" y="257"/>
                    <a:pt x="216" y="257"/>
                  </a:cubicBezTo>
                  <a:cubicBezTo>
                    <a:pt x="215" y="258"/>
                    <a:pt x="215" y="256"/>
                    <a:pt x="216" y="256"/>
                  </a:cubicBezTo>
                  <a:cubicBezTo>
                    <a:pt x="215" y="256"/>
                    <a:pt x="214" y="255"/>
                    <a:pt x="213" y="255"/>
                  </a:cubicBezTo>
                  <a:cubicBezTo>
                    <a:pt x="211" y="256"/>
                    <a:pt x="212" y="256"/>
                    <a:pt x="212" y="257"/>
                  </a:cubicBezTo>
                  <a:cubicBezTo>
                    <a:pt x="212" y="259"/>
                    <a:pt x="215" y="257"/>
                    <a:pt x="213" y="260"/>
                  </a:cubicBezTo>
                  <a:cubicBezTo>
                    <a:pt x="212" y="263"/>
                    <a:pt x="202" y="269"/>
                    <a:pt x="201" y="263"/>
                  </a:cubicBezTo>
                  <a:cubicBezTo>
                    <a:pt x="201" y="262"/>
                    <a:pt x="202" y="262"/>
                    <a:pt x="202" y="261"/>
                  </a:cubicBezTo>
                  <a:cubicBezTo>
                    <a:pt x="201" y="258"/>
                    <a:pt x="202" y="260"/>
                    <a:pt x="200" y="260"/>
                  </a:cubicBezTo>
                  <a:cubicBezTo>
                    <a:pt x="199" y="261"/>
                    <a:pt x="200" y="262"/>
                    <a:pt x="198" y="262"/>
                  </a:cubicBezTo>
                  <a:cubicBezTo>
                    <a:pt x="195" y="261"/>
                    <a:pt x="197" y="263"/>
                    <a:pt x="196" y="264"/>
                  </a:cubicBezTo>
                  <a:cubicBezTo>
                    <a:pt x="195" y="264"/>
                    <a:pt x="192" y="264"/>
                    <a:pt x="191" y="264"/>
                  </a:cubicBezTo>
                  <a:cubicBezTo>
                    <a:pt x="190" y="264"/>
                    <a:pt x="187" y="267"/>
                    <a:pt x="188" y="263"/>
                  </a:cubicBezTo>
                  <a:cubicBezTo>
                    <a:pt x="188" y="261"/>
                    <a:pt x="195" y="261"/>
                    <a:pt x="191" y="258"/>
                  </a:cubicBezTo>
                  <a:cubicBezTo>
                    <a:pt x="191" y="259"/>
                    <a:pt x="189" y="261"/>
                    <a:pt x="188" y="261"/>
                  </a:cubicBezTo>
                  <a:cubicBezTo>
                    <a:pt x="187" y="260"/>
                    <a:pt x="188" y="257"/>
                    <a:pt x="188" y="257"/>
                  </a:cubicBezTo>
                  <a:cubicBezTo>
                    <a:pt x="188" y="257"/>
                    <a:pt x="187" y="257"/>
                    <a:pt x="187" y="256"/>
                  </a:cubicBezTo>
                  <a:cubicBezTo>
                    <a:pt x="187" y="256"/>
                    <a:pt x="188" y="254"/>
                    <a:pt x="188" y="253"/>
                  </a:cubicBezTo>
                  <a:cubicBezTo>
                    <a:pt x="187" y="251"/>
                    <a:pt x="186" y="254"/>
                    <a:pt x="186" y="255"/>
                  </a:cubicBezTo>
                  <a:cubicBezTo>
                    <a:pt x="185" y="256"/>
                    <a:pt x="185" y="258"/>
                    <a:pt x="184" y="258"/>
                  </a:cubicBezTo>
                  <a:cubicBezTo>
                    <a:pt x="182" y="258"/>
                    <a:pt x="183" y="258"/>
                    <a:pt x="182" y="260"/>
                  </a:cubicBezTo>
                  <a:cubicBezTo>
                    <a:pt x="182" y="261"/>
                    <a:pt x="184" y="261"/>
                    <a:pt x="183" y="263"/>
                  </a:cubicBezTo>
                  <a:cubicBezTo>
                    <a:pt x="182" y="263"/>
                    <a:pt x="183" y="264"/>
                    <a:pt x="183" y="265"/>
                  </a:cubicBezTo>
                  <a:cubicBezTo>
                    <a:pt x="182" y="265"/>
                    <a:pt x="181" y="263"/>
                    <a:pt x="181" y="264"/>
                  </a:cubicBezTo>
                  <a:cubicBezTo>
                    <a:pt x="180" y="266"/>
                    <a:pt x="183" y="266"/>
                    <a:pt x="182" y="268"/>
                  </a:cubicBezTo>
                  <a:cubicBezTo>
                    <a:pt x="182" y="268"/>
                    <a:pt x="180" y="265"/>
                    <a:pt x="179" y="268"/>
                  </a:cubicBezTo>
                  <a:cubicBezTo>
                    <a:pt x="178" y="263"/>
                    <a:pt x="177" y="270"/>
                    <a:pt x="174" y="269"/>
                  </a:cubicBezTo>
                  <a:cubicBezTo>
                    <a:pt x="171" y="268"/>
                    <a:pt x="176" y="266"/>
                    <a:pt x="175" y="264"/>
                  </a:cubicBezTo>
                  <a:cubicBezTo>
                    <a:pt x="174" y="266"/>
                    <a:pt x="171" y="265"/>
                    <a:pt x="170" y="267"/>
                  </a:cubicBezTo>
                  <a:cubicBezTo>
                    <a:pt x="170" y="268"/>
                    <a:pt x="170" y="272"/>
                    <a:pt x="170" y="273"/>
                  </a:cubicBezTo>
                  <a:cubicBezTo>
                    <a:pt x="169" y="272"/>
                    <a:pt x="170" y="271"/>
                    <a:pt x="168" y="270"/>
                  </a:cubicBezTo>
                  <a:cubicBezTo>
                    <a:pt x="167" y="269"/>
                    <a:pt x="164" y="269"/>
                    <a:pt x="163" y="268"/>
                  </a:cubicBezTo>
                  <a:cubicBezTo>
                    <a:pt x="163" y="270"/>
                    <a:pt x="166" y="270"/>
                    <a:pt x="165" y="272"/>
                  </a:cubicBezTo>
                  <a:cubicBezTo>
                    <a:pt x="164" y="275"/>
                    <a:pt x="160" y="271"/>
                    <a:pt x="160" y="269"/>
                  </a:cubicBezTo>
                  <a:cubicBezTo>
                    <a:pt x="158" y="273"/>
                    <a:pt x="162" y="277"/>
                    <a:pt x="155" y="275"/>
                  </a:cubicBezTo>
                  <a:cubicBezTo>
                    <a:pt x="153" y="274"/>
                    <a:pt x="151" y="272"/>
                    <a:pt x="149" y="274"/>
                  </a:cubicBezTo>
                  <a:cubicBezTo>
                    <a:pt x="147" y="276"/>
                    <a:pt x="151" y="275"/>
                    <a:pt x="152" y="277"/>
                  </a:cubicBezTo>
                  <a:cubicBezTo>
                    <a:pt x="149" y="277"/>
                    <a:pt x="146" y="276"/>
                    <a:pt x="145" y="279"/>
                  </a:cubicBezTo>
                  <a:cubicBezTo>
                    <a:pt x="143" y="280"/>
                    <a:pt x="144" y="281"/>
                    <a:pt x="143" y="284"/>
                  </a:cubicBezTo>
                  <a:cubicBezTo>
                    <a:pt x="147" y="281"/>
                    <a:pt x="146" y="285"/>
                    <a:pt x="147" y="287"/>
                  </a:cubicBezTo>
                  <a:cubicBezTo>
                    <a:pt x="147" y="288"/>
                    <a:pt x="149" y="290"/>
                    <a:pt x="150" y="291"/>
                  </a:cubicBezTo>
                  <a:cubicBezTo>
                    <a:pt x="147" y="290"/>
                    <a:pt x="142" y="298"/>
                    <a:pt x="140" y="300"/>
                  </a:cubicBezTo>
                  <a:cubicBezTo>
                    <a:pt x="136" y="304"/>
                    <a:pt x="136" y="307"/>
                    <a:pt x="135" y="312"/>
                  </a:cubicBezTo>
                  <a:cubicBezTo>
                    <a:pt x="134" y="314"/>
                    <a:pt x="127" y="321"/>
                    <a:pt x="129" y="324"/>
                  </a:cubicBezTo>
                  <a:cubicBezTo>
                    <a:pt x="130" y="326"/>
                    <a:pt x="133" y="324"/>
                    <a:pt x="133" y="327"/>
                  </a:cubicBezTo>
                  <a:cubicBezTo>
                    <a:pt x="133" y="330"/>
                    <a:pt x="134" y="333"/>
                    <a:pt x="134" y="335"/>
                  </a:cubicBezTo>
                  <a:cubicBezTo>
                    <a:pt x="118" y="335"/>
                    <a:pt x="102" y="335"/>
                    <a:pt x="86" y="335"/>
                  </a:cubicBezTo>
                  <a:cubicBezTo>
                    <a:pt x="82" y="335"/>
                    <a:pt x="76" y="334"/>
                    <a:pt x="72" y="335"/>
                  </a:cubicBezTo>
                  <a:cubicBezTo>
                    <a:pt x="69" y="336"/>
                    <a:pt x="67" y="338"/>
                    <a:pt x="65" y="340"/>
                  </a:cubicBezTo>
                  <a:cubicBezTo>
                    <a:pt x="60" y="342"/>
                    <a:pt x="56" y="338"/>
                    <a:pt x="52" y="339"/>
                  </a:cubicBezTo>
                  <a:cubicBezTo>
                    <a:pt x="51" y="340"/>
                    <a:pt x="49" y="338"/>
                    <a:pt x="48" y="340"/>
                  </a:cubicBezTo>
                  <a:cubicBezTo>
                    <a:pt x="47" y="340"/>
                    <a:pt x="47" y="341"/>
                    <a:pt x="47" y="342"/>
                  </a:cubicBezTo>
                  <a:cubicBezTo>
                    <a:pt x="47" y="344"/>
                    <a:pt x="45" y="344"/>
                    <a:pt x="45" y="345"/>
                  </a:cubicBezTo>
                  <a:cubicBezTo>
                    <a:pt x="44" y="347"/>
                    <a:pt x="43" y="348"/>
                    <a:pt x="41" y="350"/>
                  </a:cubicBezTo>
                  <a:cubicBezTo>
                    <a:pt x="41" y="350"/>
                    <a:pt x="41" y="351"/>
                    <a:pt x="40" y="352"/>
                  </a:cubicBezTo>
                  <a:cubicBezTo>
                    <a:pt x="40" y="352"/>
                    <a:pt x="38" y="352"/>
                    <a:pt x="38" y="353"/>
                  </a:cubicBezTo>
                  <a:cubicBezTo>
                    <a:pt x="37" y="354"/>
                    <a:pt x="37" y="355"/>
                    <a:pt x="36" y="357"/>
                  </a:cubicBezTo>
                  <a:cubicBezTo>
                    <a:pt x="35" y="359"/>
                    <a:pt x="33" y="358"/>
                    <a:pt x="32" y="359"/>
                  </a:cubicBezTo>
                  <a:cubicBezTo>
                    <a:pt x="29" y="361"/>
                    <a:pt x="29" y="363"/>
                    <a:pt x="25" y="364"/>
                  </a:cubicBezTo>
                  <a:cubicBezTo>
                    <a:pt x="19" y="367"/>
                    <a:pt x="21" y="363"/>
                    <a:pt x="19" y="359"/>
                  </a:cubicBezTo>
                  <a:cubicBezTo>
                    <a:pt x="17" y="355"/>
                    <a:pt x="16" y="357"/>
                    <a:pt x="14" y="358"/>
                  </a:cubicBezTo>
                  <a:cubicBezTo>
                    <a:pt x="14" y="358"/>
                    <a:pt x="13" y="358"/>
                    <a:pt x="13" y="358"/>
                  </a:cubicBezTo>
                  <a:cubicBezTo>
                    <a:pt x="13" y="358"/>
                    <a:pt x="12" y="357"/>
                    <a:pt x="11" y="357"/>
                  </a:cubicBezTo>
                  <a:cubicBezTo>
                    <a:pt x="7" y="358"/>
                    <a:pt x="6" y="360"/>
                    <a:pt x="1" y="360"/>
                  </a:cubicBezTo>
                  <a:cubicBezTo>
                    <a:pt x="2" y="353"/>
                    <a:pt x="0" y="348"/>
                    <a:pt x="0" y="342"/>
                  </a:cubicBezTo>
                  <a:cubicBezTo>
                    <a:pt x="1" y="338"/>
                    <a:pt x="0" y="334"/>
                    <a:pt x="0" y="330"/>
                  </a:cubicBezTo>
                  <a:cubicBezTo>
                    <a:pt x="0" y="328"/>
                    <a:pt x="2" y="329"/>
                    <a:pt x="3" y="328"/>
                  </a:cubicBezTo>
                  <a:cubicBezTo>
                    <a:pt x="4" y="327"/>
                    <a:pt x="4" y="323"/>
                    <a:pt x="3" y="321"/>
                  </a:cubicBezTo>
                  <a:cubicBezTo>
                    <a:pt x="3" y="318"/>
                    <a:pt x="5" y="313"/>
                    <a:pt x="4" y="311"/>
                  </a:cubicBezTo>
                  <a:cubicBezTo>
                    <a:pt x="4" y="308"/>
                    <a:pt x="6" y="309"/>
                    <a:pt x="6" y="307"/>
                  </a:cubicBezTo>
                  <a:cubicBezTo>
                    <a:pt x="6" y="304"/>
                    <a:pt x="5" y="302"/>
                    <a:pt x="5" y="299"/>
                  </a:cubicBezTo>
                  <a:cubicBezTo>
                    <a:pt x="4" y="292"/>
                    <a:pt x="7" y="283"/>
                    <a:pt x="8" y="276"/>
                  </a:cubicBezTo>
                  <a:cubicBezTo>
                    <a:pt x="9" y="274"/>
                    <a:pt x="9" y="272"/>
                    <a:pt x="9" y="269"/>
                  </a:cubicBezTo>
                  <a:cubicBezTo>
                    <a:pt x="9" y="268"/>
                    <a:pt x="9" y="267"/>
                    <a:pt x="9" y="265"/>
                  </a:cubicBezTo>
                  <a:cubicBezTo>
                    <a:pt x="11" y="261"/>
                    <a:pt x="14" y="261"/>
                    <a:pt x="15" y="259"/>
                  </a:cubicBezTo>
                  <a:cubicBezTo>
                    <a:pt x="17" y="256"/>
                    <a:pt x="16" y="251"/>
                    <a:pt x="17" y="248"/>
                  </a:cubicBezTo>
                  <a:cubicBezTo>
                    <a:pt x="19" y="245"/>
                    <a:pt x="23" y="242"/>
                    <a:pt x="23" y="238"/>
                  </a:cubicBezTo>
                  <a:cubicBezTo>
                    <a:pt x="24" y="234"/>
                    <a:pt x="22" y="230"/>
                    <a:pt x="23" y="226"/>
                  </a:cubicBezTo>
                  <a:cubicBezTo>
                    <a:pt x="24" y="221"/>
                    <a:pt x="22" y="219"/>
                    <a:pt x="27" y="216"/>
                  </a:cubicBezTo>
                  <a:cubicBezTo>
                    <a:pt x="29" y="214"/>
                    <a:pt x="32" y="214"/>
                    <a:pt x="34" y="213"/>
                  </a:cubicBezTo>
                  <a:cubicBezTo>
                    <a:pt x="36" y="212"/>
                    <a:pt x="35" y="212"/>
                    <a:pt x="37" y="210"/>
                  </a:cubicBezTo>
                  <a:cubicBezTo>
                    <a:pt x="39" y="207"/>
                    <a:pt x="38" y="206"/>
                    <a:pt x="39" y="203"/>
                  </a:cubicBezTo>
                  <a:cubicBezTo>
                    <a:pt x="39" y="201"/>
                    <a:pt x="40" y="199"/>
                    <a:pt x="41" y="198"/>
                  </a:cubicBezTo>
                  <a:cubicBezTo>
                    <a:pt x="43" y="195"/>
                    <a:pt x="44" y="198"/>
                    <a:pt x="45" y="197"/>
                  </a:cubicBezTo>
                  <a:cubicBezTo>
                    <a:pt x="46" y="196"/>
                    <a:pt x="46" y="195"/>
                    <a:pt x="48" y="194"/>
                  </a:cubicBezTo>
                  <a:cubicBezTo>
                    <a:pt x="49" y="194"/>
                    <a:pt x="51" y="194"/>
                    <a:pt x="52" y="194"/>
                  </a:cubicBezTo>
                  <a:cubicBezTo>
                    <a:pt x="56" y="192"/>
                    <a:pt x="58" y="188"/>
                    <a:pt x="60" y="185"/>
                  </a:cubicBezTo>
                  <a:cubicBezTo>
                    <a:pt x="64" y="181"/>
                    <a:pt x="67" y="176"/>
                    <a:pt x="72" y="172"/>
                  </a:cubicBezTo>
                  <a:cubicBezTo>
                    <a:pt x="75" y="169"/>
                    <a:pt x="78" y="166"/>
                    <a:pt x="82" y="163"/>
                  </a:cubicBezTo>
                  <a:cubicBezTo>
                    <a:pt x="88" y="158"/>
                    <a:pt x="92" y="152"/>
                    <a:pt x="98" y="145"/>
                  </a:cubicBezTo>
                  <a:cubicBezTo>
                    <a:pt x="100" y="143"/>
                    <a:pt x="107" y="134"/>
                    <a:pt x="103" y="131"/>
                  </a:cubicBezTo>
                  <a:cubicBezTo>
                    <a:pt x="102" y="131"/>
                    <a:pt x="100" y="130"/>
                    <a:pt x="99" y="129"/>
                  </a:cubicBezTo>
                  <a:cubicBezTo>
                    <a:pt x="99" y="128"/>
                    <a:pt x="99" y="124"/>
                    <a:pt x="98" y="123"/>
                  </a:cubicBezTo>
                  <a:cubicBezTo>
                    <a:pt x="97" y="122"/>
                    <a:pt x="94" y="125"/>
                    <a:pt x="91" y="124"/>
                  </a:cubicBezTo>
                  <a:cubicBezTo>
                    <a:pt x="89" y="122"/>
                    <a:pt x="91" y="123"/>
                    <a:pt x="90" y="121"/>
                  </a:cubicBezTo>
                  <a:cubicBezTo>
                    <a:pt x="90" y="120"/>
                    <a:pt x="87" y="118"/>
                    <a:pt x="86" y="117"/>
                  </a:cubicBezTo>
                  <a:cubicBezTo>
                    <a:pt x="81" y="115"/>
                    <a:pt x="84" y="119"/>
                    <a:pt x="81" y="121"/>
                  </a:cubicBezTo>
                  <a:cubicBezTo>
                    <a:pt x="78" y="123"/>
                    <a:pt x="76" y="117"/>
                    <a:pt x="76" y="115"/>
                  </a:cubicBezTo>
                  <a:cubicBezTo>
                    <a:pt x="75" y="113"/>
                    <a:pt x="72" y="115"/>
                    <a:pt x="71" y="114"/>
                  </a:cubicBezTo>
                  <a:cubicBezTo>
                    <a:pt x="69" y="113"/>
                    <a:pt x="71" y="112"/>
                    <a:pt x="71" y="110"/>
                  </a:cubicBezTo>
                  <a:cubicBezTo>
                    <a:pt x="72" y="107"/>
                    <a:pt x="72" y="104"/>
                    <a:pt x="73" y="101"/>
                  </a:cubicBezTo>
                  <a:cubicBezTo>
                    <a:pt x="74" y="98"/>
                    <a:pt x="76" y="95"/>
                    <a:pt x="77" y="92"/>
                  </a:cubicBezTo>
                  <a:cubicBezTo>
                    <a:pt x="79" y="89"/>
                    <a:pt x="79" y="86"/>
                    <a:pt x="78" y="83"/>
                  </a:cubicBezTo>
                  <a:cubicBezTo>
                    <a:pt x="77" y="80"/>
                    <a:pt x="75" y="79"/>
                    <a:pt x="73" y="77"/>
                  </a:cubicBezTo>
                  <a:cubicBezTo>
                    <a:pt x="70" y="73"/>
                    <a:pt x="75" y="64"/>
                    <a:pt x="77" y="60"/>
                  </a:cubicBezTo>
                  <a:cubicBezTo>
                    <a:pt x="79" y="58"/>
                    <a:pt x="81" y="55"/>
                    <a:pt x="82" y="52"/>
                  </a:cubicBezTo>
                  <a:cubicBezTo>
                    <a:pt x="82" y="50"/>
                    <a:pt x="82" y="46"/>
                    <a:pt x="80" y="45"/>
                  </a:cubicBezTo>
                  <a:cubicBezTo>
                    <a:pt x="80" y="45"/>
                    <a:pt x="77" y="47"/>
                    <a:pt x="77" y="47"/>
                  </a:cubicBezTo>
                  <a:cubicBezTo>
                    <a:pt x="79" y="43"/>
                    <a:pt x="81" y="39"/>
                    <a:pt x="83" y="36"/>
                  </a:cubicBezTo>
                  <a:cubicBezTo>
                    <a:pt x="85" y="34"/>
                    <a:pt x="87" y="34"/>
                    <a:pt x="90" y="32"/>
                  </a:cubicBezTo>
                  <a:cubicBezTo>
                    <a:pt x="99" y="25"/>
                    <a:pt x="104" y="28"/>
                    <a:pt x="113" y="33"/>
                  </a:cubicBezTo>
                  <a:cubicBezTo>
                    <a:pt x="114" y="34"/>
                    <a:pt x="115" y="35"/>
                    <a:pt x="117" y="36"/>
                  </a:cubicBezTo>
                  <a:cubicBezTo>
                    <a:pt x="119" y="37"/>
                    <a:pt x="120" y="35"/>
                    <a:pt x="123" y="34"/>
                  </a:cubicBezTo>
                  <a:cubicBezTo>
                    <a:pt x="126" y="33"/>
                    <a:pt x="128" y="33"/>
                    <a:pt x="131" y="30"/>
                  </a:cubicBezTo>
                  <a:cubicBezTo>
                    <a:pt x="134" y="26"/>
                    <a:pt x="134" y="25"/>
                    <a:pt x="138" y="29"/>
                  </a:cubicBezTo>
                  <a:cubicBezTo>
                    <a:pt x="139" y="30"/>
                    <a:pt x="141" y="32"/>
                    <a:pt x="142" y="34"/>
                  </a:cubicBezTo>
                  <a:cubicBezTo>
                    <a:pt x="142" y="35"/>
                    <a:pt x="142" y="38"/>
                    <a:pt x="143" y="39"/>
                  </a:cubicBezTo>
                  <a:cubicBezTo>
                    <a:pt x="145" y="42"/>
                    <a:pt x="148" y="39"/>
                    <a:pt x="151" y="41"/>
                  </a:cubicBezTo>
                  <a:cubicBezTo>
                    <a:pt x="153" y="43"/>
                    <a:pt x="152" y="44"/>
                    <a:pt x="155" y="45"/>
                  </a:cubicBezTo>
                  <a:cubicBezTo>
                    <a:pt x="159" y="46"/>
                    <a:pt x="158" y="44"/>
                    <a:pt x="159" y="41"/>
                  </a:cubicBezTo>
                  <a:cubicBezTo>
                    <a:pt x="159" y="38"/>
                    <a:pt x="162" y="37"/>
                    <a:pt x="166" y="34"/>
                  </a:cubicBezTo>
                  <a:cubicBezTo>
                    <a:pt x="169" y="32"/>
                    <a:pt x="171" y="31"/>
                    <a:pt x="175" y="31"/>
                  </a:cubicBezTo>
                  <a:cubicBezTo>
                    <a:pt x="182" y="30"/>
                    <a:pt x="188" y="31"/>
                    <a:pt x="194" y="29"/>
                  </a:cubicBezTo>
                  <a:cubicBezTo>
                    <a:pt x="198" y="27"/>
                    <a:pt x="201" y="25"/>
                    <a:pt x="205" y="23"/>
                  </a:cubicBezTo>
                  <a:cubicBezTo>
                    <a:pt x="209" y="22"/>
                    <a:pt x="209" y="22"/>
                    <a:pt x="212" y="25"/>
                  </a:cubicBezTo>
                  <a:cubicBezTo>
                    <a:pt x="214" y="26"/>
                    <a:pt x="216" y="29"/>
                    <a:pt x="219" y="29"/>
                  </a:cubicBezTo>
                  <a:cubicBezTo>
                    <a:pt x="222" y="30"/>
                    <a:pt x="227" y="30"/>
                    <a:pt x="230" y="30"/>
                  </a:cubicBezTo>
                  <a:cubicBezTo>
                    <a:pt x="232" y="30"/>
                    <a:pt x="234" y="30"/>
                    <a:pt x="236" y="30"/>
                  </a:cubicBezTo>
                  <a:cubicBezTo>
                    <a:pt x="240" y="30"/>
                    <a:pt x="241" y="28"/>
                    <a:pt x="244" y="25"/>
                  </a:cubicBezTo>
                  <a:cubicBezTo>
                    <a:pt x="252" y="17"/>
                    <a:pt x="259" y="8"/>
                    <a:pt x="267" y="0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8" name="Freeform 119">
              <a:extLst>
                <a:ext uri="{FF2B5EF4-FFF2-40B4-BE49-F238E27FC236}">
                  <a16:creationId xmlns:a16="http://schemas.microsoft.com/office/drawing/2014/main" id="{79E30133-748E-4FAF-8CB5-FC5FA310B8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5138" y="2959100"/>
              <a:ext cx="1323975" cy="1374775"/>
            </a:xfrm>
            <a:custGeom>
              <a:avLst/>
              <a:gdLst>
                <a:gd name="T0" fmla="*/ 981 w 1171"/>
                <a:gd name="T1" fmla="*/ 1161 h 1218"/>
                <a:gd name="T2" fmla="*/ 893 w 1171"/>
                <a:gd name="T3" fmla="*/ 1121 h 1218"/>
                <a:gd name="T4" fmla="*/ 791 w 1171"/>
                <a:gd name="T5" fmla="*/ 1092 h 1218"/>
                <a:gd name="T6" fmla="*/ 712 w 1171"/>
                <a:gd name="T7" fmla="*/ 1060 h 1218"/>
                <a:gd name="T8" fmla="*/ 606 w 1171"/>
                <a:gd name="T9" fmla="*/ 1039 h 1218"/>
                <a:gd name="T10" fmla="*/ 587 w 1171"/>
                <a:gd name="T11" fmla="*/ 885 h 1218"/>
                <a:gd name="T12" fmla="*/ 452 w 1171"/>
                <a:gd name="T13" fmla="*/ 806 h 1218"/>
                <a:gd name="T14" fmla="*/ 366 w 1171"/>
                <a:gd name="T15" fmla="*/ 870 h 1218"/>
                <a:gd name="T16" fmla="*/ 286 w 1171"/>
                <a:gd name="T17" fmla="*/ 802 h 1218"/>
                <a:gd name="T18" fmla="*/ 192 w 1171"/>
                <a:gd name="T19" fmla="*/ 731 h 1218"/>
                <a:gd name="T20" fmla="*/ 27 w 1171"/>
                <a:gd name="T21" fmla="*/ 748 h 1218"/>
                <a:gd name="T22" fmla="*/ 68 w 1171"/>
                <a:gd name="T23" fmla="*/ 648 h 1218"/>
                <a:gd name="T24" fmla="*/ 143 w 1171"/>
                <a:gd name="T25" fmla="*/ 628 h 1218"/>
                <a:gd name="T26" fmla="*/ 243 w 1171"/>
                <a:gd name="T27" fmla="*/ 564 h 1218"/>
                <a:gd name="T28" fmla="*/ 350 w 1171"/>
                <a:gd name="T29" fmla="*/ 268 h 1218"/>
                <a:gd name="T30" fmla="*/ 407 w 1171"/>
                <a:gd name="T31" fmla="*/ 49 h 1218"/>
                <a:gd name="T32" fmla="*/ 522 w 1171"/>
                <a:gd name="T33" fmla="*/ 62 h 1218"/>
                <a:gd name="T34" fmla="*/ 637 w 1171"/>
                <a:gd name="T35" fmla="*/ 57 h 1218"/>
                <a:gd name="T36" fmla="*/ 736 w 1171"/>
                <a:gd name="T37" fmla="*/ 25 h 1218"/>
                <a:gd name="T38" fmla="*/ 820 w 1171"/>
                <a:gd name="T39" fmla="*/ 5 h 1218"/>
                <a:gd name="T40" fmla="*/ 921 w 1171"/>
                <a:gd name="T41" fmla="*/ 17 h 1218"/>
                <a:gd name="T42" fmla="*/ 996 w 1171"/>
                <a:gd name="T43" fmla="*/ 63 h 1218"/>
                <a:gd name="T44" fmla="*/ 1085 w 1171"/>
                <a:gd name="T45" fmla="*/ 74 h 1218"/>
                <a:gd name="T46" fmla="*/ 1136 w 1171"/>
                <a:gd name="T47" fmla="*/ 153 h 1218"/>
                <a:gd name="T48" fmla="*/ 1086 w 1171"/>
                <a:gd name="T49" fmla="*/ 310 h 1218"/>
                <a:gd name="T50" fmla="*/ 1060 w 1171"/>
                <a:gd name="T51" fmla="*/ 445 h 1218"/>
                <a:gd name="T52" fmla="*/ 1041 w 1171"/>
                <a:gd name="T53" fmla="*/ 557 h 1218"/>
                <a:gd name="T54" fmla="*/ 1033 w 1171"/>
                <a:gd name="T55" fmla="*/ 674 h 1218"/>
                <a:gd name="T56" fmla="*/ 1071 w 1171"/>
                <a:gd name="T57" fmla="*/ 798 h 1218"/>
                <a:gd name="T58" fmla="*/ 1001 w 1171"/>
                <a:gd name="T59" fmla="*/ 972 h 1218"/>
                <a:gd name="T60" fmla="*/ 993 w 1171"/>
                <a:gd name="T61" fmla="*/ 1109 h 1218"/>
                <a:gd name="T62" fmla="*/ 1069 w 1171"/>
                <a:gd name="T63" fmla="*/ 1194 h 1218"/>
                <a:gd name="T64" fmla="*/ 1038 w 1171"/>
                <a:gd name="T65" fmla="*/ 1151 h 1218"/>
                <a:gd name="T66" fmla="*/ 985 w 1171"/>
                <a:gd name="T67" fmla="*/ 1051 h 1218"/>
                <a:gd name="T68" fmla="*/ 1013 w 1171"/>
                <a:gd name="T69" fmla="*/ 890 h 1218"/>
                <a:gd name="T70" fmla="*/ 1035 w 1171"/>
                <a:gd name="T71" fmla="*/ 747 h 1218"/>
                <a:gd name="T72" fmla="*/ 1025 w 1171"/>
                <a:gd name="T73" fmla="*/ 619 h 1218"/>
                <a:gd name="T74" fmla="*/ 1012 w 1171"/>
                <a:gd name="T75" fmla="*/ 517 h 1218"/>
                <a:gd name="T76" fmla="*/ 1058 w 1171"/>
                <a:gd name="T77" fmla="*/ 393 h 1218"/>
                <a:gd name="T78" fmla="*/ 1136 w 1171"/>
                <a:gd name="T79" fmla="*/ 240 h 1218"/>
                <a:gd name="T80" fmla="*/ 1114 w 1171"/>
                <a:gd name="T81" fmla="*/ 114 h 1218"/>
                <a:gd name="T82" fmla="*/ 1038 w 1171"/>
                <a:gd name="T83" fmla="*/ 76 h 1218"/>
                <a:gd name="T84" fmla="*/ 939 w 1171"/>
                <a:gd name="T85" fmla="*/ 40 h 1218"/>
                <a:gd name="T86" fmla="*/ 837 w 1171"/>
                <a:gd name="T87" fmla="*/ 21 h 1218"/>
                <a:gd name="T88" fmla="*/ 751 w 1171"/>
                <a:gd name="T89" fmla="*/ 31 h 1218"/>
                <a:gd name="T90" fmla="*/ 670 w 1171"/>
                <a:gd name="T91" fmla="*/ 53 h 1218"/>
                <a:gd name="T92" fmla="*/ 551 w 1171"/>
                <a:gd name="T93" fmla="*/ 79 h 1218"/>
                <a:gd name="T94" fmla="*/ 433 w 1171"/>
                <a:gd name="T95" fmla="*/ 33 h 1218"/>
                <a:gd name="T96" fmla="*/ 365 w 1171"/>
                <a:gd name="T97" fmla="*/ 220 h 1218"/>
                <a:gd name="T98" fmla="*/ 251 w 1171"/>
                <a:gd name="T99" fmla="*/ 530 h 1218"/>
                <a:gd name="T100" fmla="*/ 139 w 1171"/>
                <a:gd name="T101" fmla="*/ 668 h 1218"/>
                <a:gd name="T102" fmla="*/ 81 w 1171"/>
                <a:gd name="T103" fmla="*/ 666 h 1218"/>
                <a:gd name="T104" fmla="*/ 30 w 1171"/>
                <a:gd name="T105" fmla="*/ 731 h 1218"/>
                <a:gd name="T106" fmla="*/ 217 w 1171"/>
                <a:gd name="T107" fmla="*/ 722 h 1218"/>
                <a:gd name="T108" fmla="*/ 295 w 1171"/>
                <a:gd name="T109" fmla="*/ 810 h 1218"/>
                <a:gd name="T110" fmla="*/ 368 w 1171"/>
                <a:gd name="T111" fmla="*/ 859 h 1218"/>
                <a:gd name="T112" fmla="*/ 476 w 1171"/>
                <a:gd name="T113" fmla="*/ 795 h 1218"/>
                <a:gd name="T114" fmla="*/ 593 w 1171"/>
                <a:gd name="T115" fmla="*/ 878 h 1218"/>
                <a:gd name="T116" fmla="*/ 613 w 1171"/>
                <a:gd name="T117" fmla="*/ 1047 h 1218"/>
                <a:gd name="T118" fmla="*/ 724 w 1171"/>
                <a:gd name="T119" fmla="*/ 1046 h 1218"/>
                <a:gd name="T120" fmla="*/ 804 w 1171"/>
                <a:gd name="T121" fmla="*/ 1095 h 1218"/>
                <a:gd name="T122" fmla="*/ 914 w 1171"/>
                <a:gd name="T123" fmla="*/ 1093 h 1218"/>
                <a:gd name="T124" fmla="*/ 1010 w 1171"/>
                <a:gd name="T125" fmla="*/ 1186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71" h="1218">
                  <a:moveTo>
                    <a:pt x="1061" y="1218"/>
                  </a:moveTo>
                  <a:cubicBezTo>
                    <a:pt x="1058" y="1218"/>
                    <a:pt x="1053" y="1217"/>
                    <a:pt x="1051" y="1216"/>
                  </a:cubicBezTo>
                  <a:cubicBezTo>
                    <a:pt x="1047" y="1212"/>
                    <a:pt x="1047" y="1209"/>
                    <a:pt x="1050" y="1204"/>
                  </a:cubicBezTo>
                  <a:cubicBezTo>
                    <a:pt x="1050" y="1204"/>
                    <a:pt x="1049" y="1205"/>
                    <a:pt x="1049" y="1205"/>
                  </a:cubicBezTo>
                  <a:cubicBezTo>
                    <a:pt x="1046" y="1207"/>
                    <a:pt x="1044" y="1208"/>
                    <a:pt x="1042" y="1209"/>
                  </a:cubicBezTo>
                  <a:cubicBezTo>
                    <a:pt x="1040" y="1210"/>
                    <a:pt x="1039" y="1210"/>
                    <a:pt x="1038" y="1211"/>
                  </a:cubicBezTo>
                  <a:cubicBezTo>
                    <a:pt x="1037" y="1211"/>
                    <a:pt x="1036" y="1212"/>
                    <a:pt x="1035" y="1212"/>
                  </a:cubicBezTo>
                  <a:cubicBezTo>
                    <a:pt x="1035" y="1213"/>
                    <a:pt x="1034" y="1213"/>
                    <a:pt x="1034" y="1213"/>
                  </a:cubicBezTo>
                  <a:cubicBezTo>
                    <a:pt x="1030" y="1216"/>
                    <a:pt x="1028" y="1217"/>
                    <a:pt x="1025" y="1216"/>
                  </a:cubicBezTo>
                  <a:cubicBezTo>
                    <a:pt x="1023" y="1216"/>
                    <a:pt x="1022" y="1215"/>
                    <a:pt x="1022" y="1214"/>
                  </a:cubicBezTo>
                  <a:cubicBezTo>
                    <a:pt x="1021" y="1214"/>
                    <a:pt x="1020" y="1214"/>
                    <a:pt x="1020" y="1214"/>
                  </a:cubicBezTo>
                  <a:cubicBezTo>
                    <a:pt x="1019" y="1214"/>
                    <a:pt x="1019" y="1214"/>
                    <a:pt x="1018" y="1214"/>
                  </a:cubicBezTo>
                  <a:cubicBezTo>
                    <a:pt x="1012" y="1214"/>
                    <a:pt x="1009" y="1210"/>
                    <a:pt x="1008" y="1207"/>
                  </a:cubicBezTo>
                  <a:cubicBezTo>
                    <a:pt x="1008" y="1205"/>
                    <a:pt x="1007" y="1203"/>
                    <a:pt x="1007" y="1201"/>
                  </a:cubicBezTo>
                  <a:cubicBezTo>
                    <a:pt x="1007" y="1200"/>
                    <a:pt x="1007" y="1199"/>
                    <a:pt x="1007" y="1198"/>
                  </a:cubicBezTo>
                  <a:cubicBezTo>
                    <a:pt x="1006" y="1198"/>
                    <a:pt x="1005" y="1197"/>
                    <a:pt x="1004" y="1196"/>
                  </a:cubicBezTo>
                  <a:cubicBezTo>
                    <a:pt x="1003" y="1195"/>
                    <a:pt x="1003" y="1193"/>
                    <a:pt x="1002" y="1192"/>
                  </a:cubicBezTo>
                  <a:cubicBezTo>
                    <a:pt x="1002" y="1191"/>
                    <a:pt x="1002" y="1191"/>
                    <a:pt x="1002" y="1191"/>
                  </a:cubicBezTo>
                  <a:cubicBezTo>
                    <a:pt x="1001" y="1190"/>
                    <a:pt x="1001" y="1189"/>
                    <a:pt x="1001" y="1188"/>
                  </a:cubicBezTo>
                  <a:cubicBezTo>
                    <a:pt x="1001" y="1188"/>
                    <a:pt x="1001" y="1187"/>
                    <a:pt x="1001" y="1187"/>
                  </a:cubicBezTo>
                  <a:cubicBezTo>
                    <a:pt x="1001" y="1187"/>
                    <a:pt x="1001" y="1187"/>
                    <a:pt x="1000" y="1186"/>
                  </a:cubicBezTo>
                  <a:cubicBezTo>
                    <a:pt x="1000" y="1186"/>
                    <a:pt x="999" y="1185"/>
                    <a:pt x="998" y="1184"/>
                  </a:cubicBezTo>
                  <a:cubicBezTo>
                    <a:pt x="998" y="1184"/>
                    <a:pt x="997" y="1182"/>
                    <a:pt x="996" y="1181"/>
                  </a:cubicBezTo>
                  <a:cubicBezTo>
                    <a:pt x="996" y="1181"/>
                    <a:pt x="996" y="1180"/>
                    <a:pt x="995" y="1180"/>
                  </a:cubicBezTo>
                  <a:cubicBezTo>
                    <a:pt x="994" y="1182"/>
                    <a:pt x="990" y="1183"/>
                    <a:pt x="987" y="1181"/>
                  </a:cubicBezTo>
                  <a:cubicBezTo>
                    <a:pt x="984" y="1179"/>
                    <a:pt x="984" y="1176"/>
                    <a:pt x="985" y="1175"/>
                  </a:cubicBezTo>
                  <a:cubicBezTo>
                    <a:pt x="983" y="1174"/>
                    <a:pt x="982" y="1173"/>
                    <a:pt x="982" y="1171"/>
                  </a:cubicBezTo>
                  <a:cubicBezTo>
                    <a:pt x="980" y="1167"/>
                    <a:pt x="982" y="1164"/>
                    <a:pt x="983" y="1163"/>
                  </a:cubicBezTo>
                  <a:cubicBezTo>
                    <a:pt x="982" y="1163"/>
                    <a:pt x="982" y="1162"/>
                    <a:pt x="981" y="1161"/>
                  </a:cubicBezTo>
                  <a:cubicBezTo>
                    <a:pt x="981" y="1160"/>
                    <a:pt x="980" y="1159"/>
                    <a:pt x="980" y="1158"/>
                  </a:cubicBezTo>
                  <a:cubicBezTo>
                    <a:pt x="979" y="1156"/>
                    <a:pt x="978" y="1155"/>
                    <a:pt x="976" y="1154"/>
                  </a:cubicBezTo>
                  <a:cubicBezTo>
                    <a:pt x="975" y="1154"/>
                    <a:pt x="975" y="1153"/>
                    <a:pt x="975" y="1153"/>
                  </a:cubicBezTo>
                  <a:cubicBezTo>
                    <a:pt x="975" y="1153"/>
                    <a:pt x="974" y="1152"/>
                    <a:pt x="974" y="1152"/>
                  </a:cubicBezTo>
                  <a:cubicBezTo>
                    <a:pt x="972" y="1152"/>
                    <a:pt x="972" y="1152"/>
                    <a:pt x="972" y="1152"/>
                  </a:cubicBezTo>
                  <a:cubicBezTo>
                    <a:pt x="971" y="1152"/>
                    <a:pt x="970" y="1152"/>
                    <a:pt x="968" y="1151"/>
                  </a:cubicBezTo>
                  <a:cubicBezTo>
                    <a:pt x="968" y="1151"/>
                    <a:pt x="968" y="1151"/>
                    <a:pt x="968" y="1152"/>
                  </a:cubicBezTo>
                  <a:cubicBezTo>
                    <a:pt x="967" y="1152"/>
                    <a:pt x="966" y="1152"/>
                    <a:pt x="965" y="1152"/>
                  </a:cubicBezTo>
                  <a:cubicBezTo>
                    <a:pt x="964" y="1152"/>
                    <a:pt x="963" y="1152"/>
                    <a:pt x="962" y="1151"/>
                  </a:cubicBezTo>
                  <a:cubicBezTo>
                    <a:pt x="961" y="1151"/>
                    <a:pt x="960" y="1150"/>
                    <a:pt x="960" y="1149"/>
                  </a:cubicBezTo>
                  <a:cubicBezTo>
                    <a:pt x="959" y="1148"/>
                    <a:pt x="959" y="1148"/>
                    <a:pt x="959" y="1148"/>
                  </a:cubicBezTo>
                  <a:cubicBezTo>
                    <a:pt x="957" y="1149"/>
                    <a:pt x="955" y="1149"/>
                    <a:pt x="954" y="1148"/>
                  </a:cubicBezTo>
                  <a:cubicBezTo>
                    <a:pt x="951" y="1147"/>
                    <a:pt x="950" y="1145"/>
                    <a:pt x="949" y="1143"/>
                  </a:cubicBezTo>
                  <a:cubicBezTo>
                    <a:pt x="949" y="1142"/>
                    <a:pt x="949" y="1142"/>
                    <a:pt x="948" y="1142"/>
                  </a:cubicBezTo>
                  <a:cubicBezTo>
                    <a:pt x="948" y="1142"/>
                    <a:pt x="947" y="1143"/>
                    <a:pt x="945" y="1144"/>
                  </a:cubicBezTo>
                  <a:cubicBezTo>
                    <a:pt x="936" y="1147"/>
                    <a:pt x="927" y="1139"/>
                    <a:pt x="923" y="1131"/>
                  </a:cubicBezTo>
                  <a:cubicBezTo>
                    <a:pt x="922" y="1129"/>
                    <a:pt x="922" y="1127"/>
                    <a:pt x="922" y="1125"/>
                  </a:cubicBezTo>
                  <a:cubicBezTo>
                    <a:pt x="921" y="1121"/>
                    <a:pt x="920" y="1119"/>
                    <a:pt x="917" y="1117"/>
                  </a:cubicBezTo>
                  <a:cubicBezTo>
                    <a:pt x="916" y="1117"/>
                    <a:pt x="915" y="1116"/>
                    <a:pt x="915" y="1115"/>
                  </a:cubicBezTo>
                  <a:cubicBezTo>
                    <a:pt x="913" y="1115"/>
                    <a:pt x="912" y="1114"/>
                    <a:pt x="911" y="1113"/>
                  </a:cubicBezTo>
                  <a:cubicBezTo>
                    <a:pt x="906" y="1109"/>
                    <a:pt x="906" y="1105"/>
                    <a:pt x="906" y="1102"/>
                  </a:cubicBezTo>
                  <a:cubicBezTo>
                    <a:pt x="906" y="1100"/>
                    <a:pt x="906" y="1100"/>
                    <a:pt x="906" y="1100"/>
                  </a:cubicBezTo>
                  <a:cubicBezTo>
                    <a:pt x="906" y="1100"/>
                    <a:pt x="906" y="1099"/>
                    <a:pt x="905" y="1098"/>
                  </a:cubicBezTo>
                  <a:cubicBezTo>
                    <a:pt x="905" y="1098"/>
                    <a:pt x="904" y="1098"/>
                    <a:pt x="903" y="1098"/>
                  </a:cubicBezTo>
                  <a:cubicBezTo>
                    <a:pt x="903" y="1098"/>
                    <a:pt x="903" y="1098"/>
                    <a:pt x="903" y="1099"/>
                  </a:cubicBezTo>
                  <a:cubicBezTo>
                    <a:pt x="903" y="1101"/>
                    <a:pt x="903" y="1102"/>
                    <a:pt x="902" y="1104"/>
                  </a:cubicBezTo>
                  <a:cubicBezTo>
                    <a:pt x="901" y="1105"/>
                    <a:pt x="901" y="1107"/>
                    <a:pt x="901" y="1108"/>
                  </a:cubicBezTo>
                  <a:cubicBezTo>
                    <a:pt x="901" y="1109"/>
                    <a:pt x="901" y="1110"/>
                    <a:pt x="900" y="1112"/>
                  </a:cubicBezTo>
                  <a:cubicBezTo>
                    <a:pt x="899" y="1115"/>
                    <a:pt x="897" y="1118"/>
                    <a:pt x="893" y="1121"/>
                  </a:cubicBezTo>
                  <a:cubicBezTo>
                    <a:pt x="890" y="1123"/>
                    <a:pt x="888" y="1122"/>
                    <a:pt x="886" y="1122"/>
                  </a:cubicBezTo>
                  <a:cubicBezTo>
                    <a:pt x="885" y="1122"/>
                    <a:pt x="885" y="1122"/>
                    <a:pt x="885" y="1122"/>
                  </a:cubicBezTo>
                  <a:cubicBezTo>
                    <a:pt x="884" y="1123"/>
                    <a:pt x="884" y="1123"/>
                    <a:pt x="884" y="1123"/>
                  </a:cubicBezTo>
                  <a:cubicBezTo>
                    <a:pt x="884" y="1123"/>
                    <a:pt x="882" y="1126"/>
                    <a:pt x="876" y="1125"/>
                  </a:cubicBezTo>
                  <a:cubicBezTo>
                    <a:pt x="875" y="1124"/>
                    <a:pt x="873" y="1124"/>
                    <a:pt x="870" y="1123"/>
                  </a:cubicBezTo>
                  <a:cubicBezTo>
                    <a:pt x="869" y="1123"/>
                    <a:pt x="867" y="1122"/>
                    <a:pt x="866" y="1122"/>
                  </a:cubicBezTo>
                  <a:cubicBezTo>
                    <a:pt x="863" y="1121"/>
                    <a:pt x="862" y="1120"/>
                    <a:pt x="861" y="1119"/>
                  </a:cubicBezTo>
                  <a:cubicBezTo>
                    <a:pt x="861" y="1119"/>
                    <a:pt x="860" y="1119"/>
                    <a:pt x="859" y="1119"/>
                  </a:cubicBezTo>
                  <a:cubicBezTo>
                    <a:pt x="858" y="1119"/>
                    <a:pt x="858" y="1119"/>
                    <a:pt x="858" y="1119"/>
                  </a:cubicBezTo>
                  <a:cubicBezTo>
                    <a:pt x="858" y="1119"/>
                    <a:pt x="857" y="1120"/>
                    <a:pt x="856" y="1120"/>
                  </a:cubicBezTo>
                  <a:cubicBezTo>
                    <a:pt x="854" y="1120"/>
                    <a:pt x="851" y="1121"/>
                    <a:pt x="849" y="1120"/>
                  </a:cubicBezTo>
                  <a:cubicBezTo>
                    <a:pt x="845" y="1119"/>
                    <a:pt x="844" y="1119"/>
                    <a:pt x="840" y="1119"/>
                  </a:cubicBezTo>
                  <a:cubicBezTo>
                    <a:pt x="835" y="1118"/>
                    <a:pt x="832" y="1117"/>
                    <a:pt x="828" y="1113"/>
                  </a:cubicBezTo>
                  <a:cubicBezTo>
                    <a:pt x="827" y="1112"/>
                    <a:pt x="827" y="1112"/>
                    <a:pt x="827" y="1112"/>
                  </a:cubicBezTo>
                  <a:cubicBezTo>
                    <a:pt x="827" y="1112"/>
                    <a:pt x="826" y="1112"/>
                    <a:pt x="826" y="1112"/>
                  </a:cubicBezTo>
                  <a:cubicBezTo>
                    <a:pt x="826" y="1112"/>
                    <a:pt x="826" y="1112"/>
                    <a:pt x="825" y="1112"/>
                  </a:cubicBezTo>
                  <a:cubicBezTo>
                    <a:pt x="825" y="1112"/>
                    <a:pt x="824" y="1112"/>
                    <a:pt x="824" y="1112"/>
                  </a:cubicBezTo>
                  <a:cubicBezTo>
                    <a:pt x="820" y="1112"/>
                    <a:pt x="817" y="1110"/>
                    <a:pt x="815" y="1109"/>
                  </a:cubicBezTo>
                  <a:cubicBezTo>
                    <a:pt x="814" y="1108"/>
                    <a:pt x="814" y="1108"/>
                    <a:pt x="814" y="1108"/>
                  </a:cubicBezTo>
                  <a:cubicBezTo>
                    <a:pt x="814" y="1108"/>
                    <a:pt x="813" y="1107"/>
                    <a:pt x="813" y="1107"/>
                  </a:cubicBezTo>
                  <a:cubicBezTo>
                    <a:pt x="813" y="1107"/>
                    <a:pt x="813" y="1108"/>
                    <a:pt x="813" y="1108"/>
                  </a:cubicBezTo>
                  <a:cubicBezTo>
                    <a:pt x="812" y="1108"/>
                    <a:pt x="812" y="1108"/>
                    <a:pt x="811" y="1109"/>
                  </a:cubicBezTo>
                  <a:cubicBezTo>
                    <a:pt x="809" y="1109"/>
                    <a:pt x="808" y="1110"/>
                    <a:pt x="806" y="1110"/>
                  </a:cubicBezTo>
                  <a:cubicBezTo>
                    <a:pt x="805" y="1110"/>
                    <a:pt x="803" y="1109"/>
                    <a:pt x="803" y="1108"/>
                  </a:cubicBezTo>
                  <a:cubicBezTo>
                    <a:pt x="801" y="1106"/>
                    <a:pt x="801" y="1105"/>
                    <a:pt x="802" y="1104"/>
                  </a:cubicBezTo>
                  <a:cubicBezTo>
                    <a:pt x="801" y="1104"/>
                    <a:pt x="800" y="1103"/>
                    <a:pt x="800" y="1103"/>
                  </a:cubicBezTo>
                  <a:cubicBezTo>
                    <a:pt x="799" y="1102"/>
                    <a:pt x="797" y="1102"/>
                    <a:pt x="796" y="1101"/>
                  </a:cubicBezTo>
                  <a:cubicBezTo>
                    <a:pt x="795" y="1100"/>
                    <a:pt x="794" y="1099"/>
                    <a:pt x="793" y="1097"/>
                  </a:cubicBezTo>
                  <a:cubicBezTo>
                    <a:pt x="792" y="1096"/>
                    <a:pt x="791" y="1094"/>
                    <a:pt x="791" y="1092"/>
                  </a:cubicBezTo>
                  <a:cubicBezTo>
                    <a:pt x="790" y="1090"/>
                    <a:pt x="790" y="1088"/>
                    <a:pt x="790" y="1087"/>
                  </a:cubicBezTo>
                  <a:cubicBezTo>
                    <a:pt x="790" y="1087"/>
                    <a:pt x="790" y="1086"/>
                    <a:pt x="790" y="1085"/>
                  </a:cubicBezTo>
                  <a:cubicBezTo>
                    <a:pt x="789" y="1083"/>
                    <a:pt x="789" y="1081"/>
                    <a:pt x="789" y="1080"/>
                  </a:cubicBezTo>
                  <a:cubicBezTo>
                    <a:pt x="789" y="1078"/>
                    <a:pt x="789" y="1078"/>
                    <a:pt x="790" y="1077"/>
                  </a:cubicBezTo>
                  <a:cubicBezTo>
                    <a:pt x="790" y="1077"/>
                    <a:pt x="790" y="1076"/>
                    <a:pt x="790" y="1076"/>
                  </a:cubicBezTo>
                  <a:cubicBezTo>
                    <a:pt x="786" y="1077"/>
                    <a:pt x="783" y="1077"/>
                    <a:pt x="780" y="1078"/>
                  </a:cubicBezTo>
                  <a:cubicBezTo>
                    <a:pt x="778" y="1078"/>
                    <a:pt x="776" y="1078"/>
                    <a:pt x="774" y="1078"/>
                  </a:cubicBezTo>
                  <a:cubicBezTo>
                    <a:pt x="773" y="1078"/>
                    <a:pt x="772" y="1079"/>
                    <a:pt x="771" y="1079"/>
                  </a:cubicBezTo>
                  <a:cubicBezTo>
                    <a:pt x="770" y="1080"/>
                    <a:pt x="768" y="1081"/>
                    <a:pt x="767" y="1081"/>
                  </a:cubicBezTo>
                  <a:cubicBezTo>
                    <a:pt x="765" y="1081"/>
                    <a:pt x="764" y="1081"/>
                    <a:pt x="762" y="1081"/>
                  </a:cubicBezTo>
                  <a:cubicBezTo>
                    <a:pt x="761" y="1081"/>
                    <a:pt x="761" y="1081"/>
                    <a:pt x="761" y="1081"/>
                  </a:cubicBezTo>
                  <a:cubicBezTo>
                    <a:pt x="759" y="1082"/>
                    <a:pt x="758" y="1083"/>
                    <a:pt x="757" y="1084"/>
                  </a:cubicBezTo>
                  <a:cubicBezTo>
                    <a:pt x="754" y="1087"/>
                    <a:pt x="750" y="1091"/>
                    <a:pt x="743" y="1090"/>
                  </a:cubicBezTo>
                  <a:cubicBezTo>
                    <a:pt x="741" y="1089"/>
                    <a:pt x="739" y="1088"/>
                    <a:pt x="738" y="1087"/>
                  </a:cubicBezTo>
                  <a:cubicBezTo>
                    <a:pt x="737" y="1087"/>
                    <a:pt x="737" y="1086"/>
                    <a:pt x="737" y="1086"/>
                  </a:cubicBezTo>
                  <a:cubicBezTo>
                    <a:pt x="735" y="1086"/>
                    <a:pt x="731" y="1086"/>
                    <a:pt x="730" y="1082"/>
                  </a:cubicBezTo>
                  <a:cubicBezTo>
                    <a:pt x="729" y="1078"/>
                    <a:pt x="732" y="1076"/>
                    <a:pt x="734" y="1075"/>
                  </a:cubicBezTo>
                  <a:cubicBezTo>
                    <a:pt x="734" y="1075"/>
                    <a:pt x="735" y="1075"/>
                    <a:pt x="735" y="1075"/>
                  </a:cubicBezTo>
                  <a:cubicBezTo>
                    <a:pt x="735" y="1074"/>
                    <a:pt x="736" y="1072"/>
                    <a:pt x="736" y="1071"/>
                  </a:cubicBezTo>
                  <a:cubicBezTo>
                    <a:pt x="735" y="1071"/>
                    <a:pt x="734" y="1069"/>
                    <a:pt x="734" y="1068"/>
                  </a:cubicBezTo>
                  <a:cubicBezTo>
                    <a:pt x="734" y="1066"/>
                    <a:pt x="734" y="1065"/>
                    <a:pt x="735" y="1064"/>
                  </a:cubicBezTo>
                  <a:cubicBezTo>
                    <a:pt x="733" y="1064"/>
                    <a:pt x="731" y="1063"/>
                    <a:pt x="730" y="1063"/>
                  </a:cubicBezTo>
                  <a:cubicBezTo>
                    <a:pt x="726" y="1063"/>
                    <a:pt x="722" y="1063"/>
                    <a:pt x="720" y="1059"/>
                  </a:cubicBezTo>
                  <a:cubicBezTo>
                    <a:pt x="719" y="1057"/>
                    <a:pt x="719" y="1055"/>
                    <a:pt x="719" y="1053"/>
                  </a:cubicBezTo>
                  <a:cubicBezTo>
                    <a:pt x="719" y="1053"/>
                    <a:pt x="719" y="1053"/>
                    <a:pt x="719" y="1053"/>
                  </a:cubicBezTo>
                  <a:cubicBezTo>
                    <a:pt x="718" y="1053"/>
                    <a:pt x="718" y="1053"/>
                    <a:pt x="717" y="1052"/>
                  </a:cubicBezTo>
                  <a:cubicBezTo>
                    <a:pt x="717" y="1053"/>
                    <a:pt x="716" y="1054"/>
                    <a:pt x="716" y="1055"/>
                  </a:cubicBezTo>
                  <a:cubicBezTo>
                    <a:pt x="715" y="1056"/>
                    <a:pt x="714" y="1057"/>
                    <a:pt x="714" y="1058"/>
                  </a:cubicBezTo>
                  <a:cubicBezTo>
                    <a:pt x="713" y="1059"/>
                    <a:pt x="713" y="1059"/>
                    <a:pt x="712" y="1060"/>
                  </a:cubicBezTo>
                  <a:cubicBezTo>
                    <a:pt x="710" y="1063"/>
                    <a:pt x="705" y="1062"/>
                    <a:pt x="702" y="1061"/>
                  </a:cubicBezTo>
                  <a:cubicBezTo>
                    <a:pt x="702" y="1061"/>
                    <a:pt x="701" y="1060"/>
                    <a:pt x="701" y="1060"/>
                  </a:cubicBezTo>
                  <a:cubicBezTo>
                    <a:pt x="700" y="1060"/>
                    <a:pt x="699" y="1060"/>
                    <a:pt x="699" y="1061"/>
                  </a:cubicBezTo>
                  <a:cubicBezTo>
                    <a:pt x="697" y="1061"/>
                    <a:pt x="694" y="1061"/>
                    <a:pt x="692" y="1060"/>
                  </a:cubicBezTo>
                  <a:cubicBezTo>
                    <a:pt x="691" y="1060"/>
                    <a:pt x="690" y="1060"/>
                    <a:pt x="689" y="1059"/>
                  </a:cubicBezTo>
                  <a:cubicBezTo>
                    <a:pt x="688" y="1059"/>
                    <a:pt x="686" y="1058"/>
                    <a:pt x="685" y="1058"/>
                  </a:cubicBezTo>
                  <a:cubicBezTo>
                    <a:pt x="682" y="1058"/>
                    <a:pt x="681" y="1059"/>
                    <a:pt x="677" y="1061"/>
                  </a:cubicBezTo>
                  <a:cubicBezTo>
                    <a:pt x="676" y="1062"/>
                    <a:pt x="674" y="1063"/>
                    <a:pt x="671" y="1065"/>
                  </a:cubicBezTo>
                  <a:cubicBezTo>
                    <a:pt x="667" y="1066"/>
                    <a:pt x="662" y="1067"/>
                    <a:pt x="658" y="1067"/>
                  </a:cubicBezTo>
                  <a:cubicBezTo>
                    <a:pt x="655" y="1067"/>
                    <a:pt x="655" y="1067"/>
                    <a:pt x="655" y="1067"/>
                  </a:cubicBezTo>
                  <a:cubicBezTo>
                    <a:pt x="654" y="1067"/>
                    <a:pt x="653" y="1067"/>
                    <a:pt x="652" y="1067"/>
                  </a:cubicBezTo>
                  <a:cubicBezTo>
                    <a:pt x="650" y="1066"/>
                    <a:pt x="649" y="1065"/>
                    <a:pt x="648" y="1064"/>
                  </a:cubicBezTo>
                  <a:cubicBezTo>
                    <a:pt x="647" y="1064"/>
                    <a:pt x="647" y="1064"/>
                    <a:pt x="647" y="1064"/>
                  </a:cubicBezTo>
                  <a:cubicBezTo>
                    <a:pt x="646" y="1065"/>
                    <a:pt x="644" y="1066"/>
                    <a:pt x="642" y="1066"/>
                  </a:cubicBezTo>
                  <a:cubicBezTo>
                    <a:pt x="638" y="1067"/>
                    <a:pt x="635" y="1066"/>
                    <a:pt x="632" y="1065"/>
                  </a:cubicBezTo>
                  <a:cubicBezTo>
                    <a:pt x="630" y="1064"/>
                    <a:pt x="630" y="1064"/>
                    <a:pt x="630" y="1064"/>
                  </a:cubicBezTo>
                  <a:cubicBezTo>
                    <a:pt x="630" y="1064"/>
                    <a:pt x="629" y="1064"/>
                    <a:pt x="629" y="1064"/>
                  </a:cubicBezTo>
                  <a:cubicBezTo>
                    <a:pt x="629" y="1065"/>
                    <a:pt x="629" y="1066"/>
                    <a:pt x="628" y="1067"/>
                  </a:cubicBezTo>
                  <a:cubicBezTo>
                    <a:pt x="626" y="1070"/>
                    <a:pt x="623" y="1070"/>
                    <a:pt x="620" y="1071"/>
                  </a:cubicBezTo>
                  <a:cubicBezTo>
                    <a:pt x="620" y="1071"/>
                    <a:pt x="618" y="1072"/>
                    <a:pt x="618" y="1072"/>
                  </a:cubicBezTo>
                  <a:cubicBezTo>
                    <a:pt x="618" y="1072"/>
                    <a:pt x="618" y="1072"/>
                    <a:pt x="617" y="1073"/>
                  </a:cubicBezTo>
                  <a:cubicBezTo>
                    <a:pt x="616" y="1074"/>
                    <a:pt x="614" y="1077"/>
                    <a:pt x="610" y="1077"/>
                  </a:cubicBezTo>
                  <a:cubicBezTo>
                    <a:pt x="608" y="1077"/>
                    <a:pt x="607" y="1076"/>
                    <a:pt x="605" y="1074"/>
                  </a:cubicBezTo>
                  <a:cubicBezTo>
                    <a:pt x="604" y="1072"/>
                    <a:pt x="605" y="1070"/>
                    <a:pt x="605" y="1068"/>
                  </a:cubicBezTo>
                  <a:cubicBezTo>
                    <a:pt x="605" y="1067"/>
                    <a:pt x="605" y="1067"/>
                    <a:pt x="606" y="1066"/>
                  </a:cubicBezTo>
                  <a:cubicBezTo>
                    <a:pt x="605" y="1065"/>
                    <a:pt x="605" y="1065"/>
                    <a:pt x="605" y="1065"/>
                  </a:cubicBezTo>
                  <a:cubicBezTo>
                    <a:pt x="605" y="1063"/>
                    <a:pt x="605" y="1062"/>
                    <a:pt x="605" y="1061"/>
                  </a:cubicBezTo>
                  <a:cubicBezTo>
                    <a:pt x="604" y="1059"/>
                    <a:pt x="604" y="1059"/>
                    <a:pt x="604" y="1059"/>
                  </a:cubicBezTo>
                  <a:cubicBezTo>
                    <a:pt x="602" y="1055"/>
                    <a:pt x="597" y="1045"/>
                    <a:pt x="606" y="1039"/>
                  </a:cubicBezTo>
                  <a:cubicBezTo>
                    <a:pt x="607" y="1039"/>
                    <a:pt x="609" y="1038"/>
                    <a:pt x="610" y="1038"/>
                  </a:cubicBezTo>
                  <a:cubicBezTo>
                    <a:pt x="610" y="1038"/>
                    <a:pt x="610" y="1038"/>
                    <a:pt x="610" y="1038"/>
                  </a:cubicBezTo>
                  <a:cubicBezTo>
                    <a:pt x="610" y="1035"/>
                    <a:pt x="610" y="1035"/>
                    <a:pt x="610" y="1035"/>
                  </a:cubicBezTo>
                  <a:cubicBezTo>
                    <a:pt x="609" y="1033"/>
                    <a:pt x="609" y="1030"/>
                    <a:pt x="609" y="1027"/>
                  </a:cubicBezTo>
                  <a:cubicBezTo>
                    <a:pt x="608" y="1026"/>
                    <a:pt x="607" y="1025"/>
                    <a:pt x="607" y="1022"/>
                  </a:cubicBezTo>
                  <a:cubicBezTo>
                    <a:pt x="607" y="1020"/>
                    <a:pt x="608" y="1019"/>
                    <a:pt x="609" y="1018"/>
                  </a:cubicBezTo>
                  <a:cubicBezTo>
                    <a:pt x="609" y="1016"/>
                    <a:pt x="609" y="1016"/>
                    <a:pt x="609" y="1014"/>
                  </a:cubicBezTo>
                  <a:cubicBezTo>
                    <a:pt x="608" y="1013"/>
                    <a:pt x="608" y="1012"/>
                    <a:pt x="607" y="1011"/>
                  </a:cubicBezTo>
                  <a:cubicBezTo>
                    <a:pt x="607" y="1010"/>
                    <a:pt x="606" y="1009"/>
                    <a:pt x="606" y="1008"/>
                  </a:cubicBezTo>
                  <a:cubicBezTo>
                    <a:pt x="605" y="1007"/>
                    <a:pt x="604" y="1005"/>
                    <a:pt x="604" y="1003"/>
                  </a:cubicBezTo>
                  <a:cubicBezTo>
                    <a:pt x="603" y="1001"/>
                    <a:pt x="603" y="1000"/>
                    <a:pt x="603" y="998"/>
                  </a:cubicBezTo>
                  <a:cubicBezTo>
                    <a:pt x="603" y="996"/>
                    <a:pt x="603" y="995"/>
                    <a:pt x="602" y="994"/>
                  </a:cubicBezTo>
                  <a:cubicBezTo>
                    <a:pt x="602" y="993"/>
                    <a:pt x="602" y="992"/>
                    <a:pt x="602" y="992"/>
                  </a:cubicBezTo>
                  <a:cubicBezTo>
                    <a:pt x="601" y="990"/>
                    <a:pt x="601" y="990"/>
                    <a:pt x="600" y="989"/>
                  </a:cubicBezTo>
                  <a:cubicBezTo>
                    <a:pt x="600" y="989"/>
                    <a:pt x="600" y="989"/>
                    <a:pt x="599" y="989"/>
                  </a:cubicBezTo>
                  <a:cubicBezTo>
                    <a:pt x="598" y="988"/>
                    <a:pt x="595" y="987"/>
                    <a:pt x="593" y="985"/>
                  </a:cubicBezTo>
                  <a:cubicBezTo>
                    <a:pt x="592" y="983"/>
                    <a:pt x="591" y="982"/>
                    <a:pt x="591" y="980"/>
                  </a:cubicBezTo>
                  <a:cubicBezTo>
                    <a:pt x="590" y="979"/>
                    <a:pt x="589" y="978"/>
                    <a:pt x="588" y="977"/>
                  </a:cubicBezTo>
                  <a:cubicBezTo>
                    <a:pt x="586" y="975"/>
                    <a:pt x="583" y="972"/>
                    <a:pt x="582" y="967"/>
                  </a:cubicBezTo>
                  <a:cubicBezTo>
                    <a:pt x="582" y="966"/>
                    <a:pt x="582" y="966"/>
                    <a:pt x="582" y="966"/>
                  </a:cubicBezTo>
                  <a:cubicBezTo>
                    <a:pt x="580" y="960"/>
                    <a:pt x="578" y="953"/>
                    <a:pt x="581" y="947"/>
                  </a:cubicBezTo>
                  <a:cubicBezTo>
                    <a:pt x="581" y="946"/>
                    <a:pt x="581" y="945"/>
                    <a:pt x="581" y="945"/>
                  </a:cubicBezTo>
                  <a:cubicBezTo>
                    <a:pt x="582" y="943"/>
                    <a:pt x="583" y="942"/>
                    <a:pt x="583" y="941"/>
                  </a:cubicBezTo>
                  <a:cubicBezTo>
                    <a:pt x="582" y="936"/>
                    <a:pt x="582" y="933"/>
                    <a:pt x="582" y="929"/>
                  </a:cubicBezTo>
                  <a:cubicBezTo>
                    <a:pt x="582" y="928"/>
                    <a:pt x="582" y="927"/>
                    <a:pt x="583" y="926"/>
                  </a:cubicBezTo>
                  <a:cubicBezTo>
                    <a:pt x="583" y="918"/>
                    <a:pt x="584" y="909"/>
                    <a:pt x="587" y="898"/>
                  </a:cubicBezTo>
                  <a:cubicBezTo>
                    <a:pt x="588" y="895"/>
                    <a:pt x="588" y="893"/>
                    <a:pt x="587" y="890"/>
                  </a:cubicBezTo>
                  <a:cubicBezTo>
                    <a:pt x="587" y="888"/>
                    <a:pt x="587" y="887"/>
                    <a:pt x="587" y="886"/>
                  </a:cubicBezTo>
                  <a:cubicBezTo>
                    <a:pt x="587" y="885"/>
                    <a:pt x="587" y="885"/>
                    <a:pt x="587" y="885"/>
                  </a:cubicBezTo>
                  <a:cubicBezTo>
                    <a:pt x="586" y="884"/>
                    <a:pt x="585" y="883"/>
                    <a:pt x="585" y="882"/>
                  </a:cubicBezTo>
                  <a:cubicBezTo>
                    <a:pt x="584" y="880"/>
                    <a:pt x="583" y="878"/>
                    <a:pt x="583" y="877"/>
                  </a:cubicBezTo>
                  <a:cubicBezTo>
                    <a:pt x="583" y="876"/>
                    <a:pt x="583" y="875"/>
                    <a:pt x="582" y="874"/>
                  </a:cubicBezTo>
                  <a:cubicBezTo>
                    <a:pt x="582" y="872"/>
                    <a:pt x="582" y="872"/>
                    <a:pt x="582" y="872"/>
                  </a:cubicBezTo>
                  <a:cubicBezTo>
                    <a:pt x="581" y="870"/>
                    <a:pt x="580" y="869"/>
                    <a:pt x="579" y="868"/>
                  </a:cubicBezTo>
                  <a:cubicBezTo>
                    <a:pt x="576" y="864"/>
                    <a:pt x="577" y="860"/>
                    <a:pt x="578" y="857"/>
                  </a:cubicBezTo>
                  <a:cubicBezTo>
                    <a:pt x="578" y="856"/>
                    <a:pt x="578" y="856"/>
                    <a:pt x="578" y="855"/>
                  </a:cubicBezTo>
                  <a:cubicBezTo>
                    <a:pt x="578" y="854"/>
                    <a:pt x="578" y="853"/>
                    <a:pt x="578" y="852"/>
                  </a:cubicBezTo>
                  <a:cubicBezTo>
                    <a:pt x="578" y="850"/>
                    <a:pt x="579" y="848"/>
                    <a:pt x="580" y="845"/>
                  </a:cubicBezTo>
                  <a:cubicBezTo>
                    <a:pt x="582" y="839"/>
                    <a:pt x="583" y="834"/>
                    <a:pt x="583" y="828"/>
                  </a:cubicBezTo>
                  <a:cubicBezTo>
                    <a:pt x="583" y="826"/>
                    <a:pt x="583" y="823"/>
                    <a:pt x="582" y="822"/>
                  </a:cubicBezTo>
                  <a:cubicBezTo>
                    <a:pt x="582" y="822"/>
                    <a:pt x="582" y="822"/>
                    <a:pt x="580" y="822"/>
                  </a:cubicBezTo>
                  <a:cubicBezTo>
                    <a:pt x="576" y="822"/>
                    <a:pt x="576" y="822"/>
                    <a:pt x="576" y="822"/>
                  </a:cubicBezTo>
                  <a:cubicBezTo>
                    <a:pt x="570" y="822"/>
                    <a:pt x="564" y="822"/>
                    <a:pt x="558" y="822"/>
                  </a:cubicBezTo>
                  <a:cubicBezTo>
                    <a:pt x="542" y="822"/>
                    <a:pt x="525" y="823"/>
                    <a:pt x="513" y="822"/>
                  </a:cubicBezTo>
                  <a:cubicBezTo>
                    <a:pt x="510" y="822"/>
                    <a:pt x="507" y="821"/>
                    <a:pt x="505" y="819"/>
                  </a:cubicBezTo>
                  <a:cubicBezTo>
                    <a:pt x="503" y="816"/>
                    <a:pt x="503" y="813"/>
                    <a:pt x="504" y="810"/>
                  </a:cubicBezTo>
                  <a:cubicBezTo>
                    <a:pt x="504" y="806"/>
                    <a:pt x="505" y="804"/>
                    <a:pt x="506" y="801"/>
                  </a:cubicBezTo>
                  <a:cubicBezTo>
                    <a:pt x="507" y="800"/>
                    <a:pt x="507" y="800"/>
                    <a:pt x="507" y="800"/>
                  </a:cubicBezTo>
                  <a:cubicBezTo>
                    <a:pt x="507" y="800"/>
                    <a:pt x="507" y="799"/>
                    <a:pt x="508" y="798"/>
                  </a:cubicBezTo>
                  <a:cubicBezTo>
                    <a:pt x="508" y="798"/>
                    <a:pt x="508" y="798"/>
                    <a:pt x="508" y="798"/>
                  </a:cubicBezTo>
                  <a:cubicBezTo>
                    <a:pt x="506" y="798"/>
                    <a:pt x="506" y="798"/>
                    <a:pt x="506" y="798"/>
                  </a:cubicBezTo>
                  <a:cubicBezTo>
                    <a:pt x="505" y="799"/>
                    <a:pt x="504" y="798"/>
                    <a:pt x="503" y="798"/>
                  </a:cubicBezTo>
                  <a:cubicBezTo>
                    <a:pt x="502" y="798"/>
                    <a:pt x="501" y="798"/>
                    <a:pt x="499" y="798"/>
                  </a:cubicBezTo>
                  <a:cubicBezTo>
                    <a:pt x="499" y="804"/>
                    <a:pt x="492" y="804"/>
                    <a:pt x="490" y="804"/>
                  </a:cubicBezTo>
                  <a:cubicBezTo>
                    <a:pt x="488" y="804"/>
                    <a:pt x="488" y="804"/>
                    <a:pt x="488" y="804"/>
                  </a:cubicBezTo>
                  <a:cubicBezTo>
                    <a:pt x="484" y="804"/>
                    <a:pt x="480" y="804"/>
                    <a:pt x="475" y="804"/>
                  </a:cubicBezTo>
                  <a:cubicBezTo>
                    <a:pt x="468" y="804"/>
                    <a:pt x="461" y="804"/>
                    <a:pt x="454" y="804"/>
                  </a:cubicBezTo>
                  <a:cubicBezTo>
                    <a:pt x="453" y="805"/>
                    <a:pt x="453" y="806"/>
                    <a:pt x="452" y="806"/>
                  </a:cubicBezTo>
                  <a:cubicBezTo>
                    <a:pt x="452" y="807"/>
                    <a:pt x="452" y="807"/>
                    <a:pt x="451" y="808"/>
                  </a:cubicBezTo>
                  <a:cubicBezTo>
                    <a:pt x="450" y="809"/>
                    <a:pt x="450" y="810"/>
                    <a:pt x="450" y="812"/>
                  </a:cubicBezTo>
                  <a:cubicBezTo>
                    <a:pt x="450" y="816"/>
                    <a:pt x="450" y="816"/>
                    <a:pt x="450" y="816"/>
                  </a:cubicBezTo>
                  <a:cubicBezTo>
                    <a:pt x="450" y="818"/>
                    <a:pt x="450" y="820"/>
                    <a:pt x="450" y="822"/>
                  </a:cubicBezTo>
                  <a:cubicBezTo>
                    <a:pt x="450" y="823"/>
                    <a:pt x="450" y="823"/>
                    <a:pt x="450" y="823"/>
                  </a:cubicBezTo>
                  <a:cubicBezTo>
                    <a:pt x="451" y="826"/>
                    <a:pt x="452" y="829"/>
                    <a:pt x="450" y="833"/>
                  </a:cubicBezTo>
                  <a:cubicBezTo>
                    <a:pt x="449" y="837"/>
                    <a:pt x="447" y="839"/>
                    <a:pt x="443" y="840"/>
                  </a:cubicBezTo>
                  <a:cubicBezTo>
                    <a:pt x="443" y="841"/>
                    <a:pt x="444" y="841"/>
                    <a:pt x="444" y="842"/>
                  </a:cubicBezTo>
                  <a:cubicBezTo>
                    <a:pt x="444" y="845"/>
                    <a:pt x="443" y="849"/>
                    <a:pt x="442" y="851"/>
                  </a:cubicBezTo>
                  <a:cubicBezTo>
                    <a:pt x="442" y="852"/>
                    <a:pt x="441" y="854"/>
                    <a:pt x="441" y="855"/>
                  </a:cubicBezTo>
                  <a:cubicBezTo>
                    <a:pt x="441" y="856"/>
                    <a:pt x="441" y="858"/>
                    <a:pt x="442" y="860"/>
                  </a:cubicBezTo>
                  <a:cubicBezTo>
                    <a:pt x="442" y="861"/>
                    <a:pt x="442" y="861"/>
                    <a:pt x="442" y="861"/>
                  </a:cubicBezTo>
                  <a:cubicBezTo>
                    <a:pt x="442" y="862"/>
                    <a:pt x="442" y="863"/>
                    <a:pt x="442" y="863"/>
                  </a:cubicBezTo>
                  <a:cubicBezTo>
                    <a:pt x="442" y="866"/>
                    <a:pt x="440" y="868"/>
                    <a:pt x="438" y="868"/>
                  </a:cubicBezTo>
                  <a:cubicBezTo>
                    <a:pt x="438" y="868"/>
                    <a:pt x="438" y="868"/>
                    <a:pt x="438" y="868"/>
                  </a:cubicBezTo>
                  <a:cubicBezTo>
                    <a:pt x="430" y="868"/>
                    <a:pt x="422" y="868"/>
                    <a:pt x="414" y="868"/>
                  </a:cubicBezTo>
                  <a:cubicBezTo>
                    <a:pt x="413" y="868"/>
                    <a:pt x="413" y="868"/>
                    <a:pt x="412" y="868"/>
                  </a:cubicBezTo>
                  <a:cubicBezTo>
                    <a:pt x="408" y="868"/>
                    <a:pt x="402" y="869"/>
                    <a:pt x="398" y="865"/>
                  </a:cubicBezTo>
                  <a:cubicBezTo>
                    <a:pt x="398" y="865"/>
                    <a:pt x="397" y="864"/>
                    <a:pt x="397" y="863"/>
                  </a:cubicBezTo>
                  <a:cubicBezTo>
                    <a:pt x="395" y="864"/>
                    <a:pt x="394" y="864"/>
                    <a:pt x="393" y="863"/>
                  </a:cubicBezTo>
                  <a:cubicBezTo>
                    <a:pt x="392" y="863"/>
                    <a:pt x="391" y="863"/>
                    <a:pt x="390" y="863"/>
                  </a:cubicBezTo>
                  <a:cubicBezTo>
                    <a:pt x="390" y="865"/>
                    <a:pt x="388" y="866"/>
                    <a:pt x="386" y="867"/>
                  </a:cubicBezTo>
                  <a:cubicBezTo>
                    <a:pt x="385" y="867"/>
                    <a:pt x="383" y="868"/>
                    <a:pt x="381" y="868"/>
                  </a:cubicBezTo>
                  <a:cubicBezTo>
                    <a:pt x="380" y="868"/>
                    <a:pt x="380" y="868"/>
                    <a:pt x="380" y="868"/>
                  </a:cubicBezTo>
                  <a:cubicBezTo>
                    <a:pt x="377" y="868"/>
                    <a:pt x="374" y="868"/>
                    <a:pt x="371" y="868"/>
                  </a:cubicBezTo>
                  <a:cubicBezTo>
                    <a:pt x="370" y="868"/>
                    <a:pt x="369" y="868"/>
                    <a:pt x="368" y="868"/>
                  </a:cubicBezTo>
                  <a:cubicBezTo>
                    <a:pt x="368" y="868"/>
                    <a:pt x="368" y="868"/>
                    <a:pt x="368" y="868"/>
                  </a:cubicBezTo>
                  <a:cubicBezTo>
                    <a:pt x="367" y="868"/>
                    <a:pt x="366" y="868"/>
                    <a:pt x="366" y="868"/>
                  </a:cubicBezTo>
                  <a:cubicBezTo>
                    <a:pt x="366" y="869"/>
                    <a:pt x="366" y="870"/>
                    <a:pt x="366" y="870"/>
                  </a:cubicBezTo>
                  <a:cubicBezTo>
                    <a:pt x="366" y="873"/>
                    <a:pt x="364" y="875"/>
                    <a:pt x="361" y="875"/>
                  </a:cubicBezTo>
                  <a:cubicBezTo>
                    <a:pt x="356" y="875"/>
                    <a:pt x="354" y="874"/>
                    <a:pt x="351" y="873"/>
                  </a:cubicBezTo>
                  <a:cubicBezTo>
                    <a:pt x="350" y="872"/>
                    <a:pt x="350" y="872"/>
                    <a:pt x="349" y="871"/>
                  </a:cubicBezTo>
                  <a:cubicBezTo>
                    <a:pt x="348" y="871"/>
                    <a:pt x="348" y="871"/>
                    <a:pt x="348" y="871"/>
                  </a:cubicBezTo>
                  <a:cubicBezTo>
                    <a:pt x="347" y="872"/>
                    <a:pt x="345" y="873"/>
                    <a:pt x="342" y="874"/>
                  </a:cubicBezTo>
                  <a:cubicBezTo>
                    <a:pt x="340" y="873"/>
                    <a:pt x="339" y="873"/>
                    <a:pt x="338" y="872"/>
                  </a:cubicBezTo>
                  <a:cubicBezTo>
                    <a:pt x="337" y="873"/>
                    <a:pt x="336" y="874"/>
                    <a:pt x="335" y="874"/>
                  </a:cubicBezTo>
                  <a:cubicBezTo>
                    <a:pt x="334" y="874"/>
                    <a:pt x="332" y="874"/>
                    <a:pt x="331" y="874"/>
                  </a:cubicBezTo>
                  <a:cubicBezTo>
                    <a:pt x="327" y="874"/>
                    <a:pt x="324" y="873"/>
                    <a:pt x="323" y="871"/>
                  </a:cubicBezTo>
                  <a:cubicBezTo>
                    <a:pt x="322" y="869"/>
                    <a:pt x="321" y="868"/>
                    <a:pt x="322" y="866"/>
                  </a:cubicBezTo>
                  <a:cubicBezTo>
                    <a:pt x="321" y="866"/>
                    <a:pt x="320" y="865"/>
                    <a:pt x="320" y="865"/>
                  </a:cubicBezTo>
                  <a:cubicBezTo>
                    <a:pt x="319" y="863"/>
                    <a:pt x="318" y="863"/>
                    <a:pt x="318" y="862"/>
                  </a:cubicBezTo>
                  <a:cubicBezTo>
                    <a:pt x="317" y="862"/>
                    <a:pt x="317" y="861"/>
                    <a:pt x="316" y="860"/>
                  </a:cubicBezTo>
                  <a:cubicBezTo>
                    <a:pt x="316" y="860"/>
                    <a:pt x="316" y="859"/>
                    <a:pt x="316" y="858"/>
                  </a:cubicBezTo>
                  <a:cubicBezTo>
                    <a:pt x="315" y="857"/>
                    <a:pt x="315" y="857"/>
                    <a:pt x="314" y="856"/>
                  </a:cubicBezTo>
                  <a:cubicBezTo>
                    <a:pt x="313" y="855"/>
                    <a:pt x="313" y="854"/>
                    <a:pt x="313" y="853"/>
                  </a:cubicBezTo>
                  <a:cubicBezTo>
                    <a:pt x="312" y="853"/>
                    <a:pt x="310" y="852"/>
                    <a:pt x="309" y="850"/>
                  </a:cubicBezTo>
                  <a:cubicBezTo>
                    <a:pt x="308" y="849"/>
                    <a:pt x="308" y="848"/>
                    <a:pt x="308" y="847"/>
                  </a:cubicBezTo>
                  <a:cubicBezTo>
                    <a:pt x="308" y="847"/>
                    <a:pt x="308" y="846"/>
                    <a:pt x="307" y="846"/>
                  </a:cubicBezTo>
                  <a:cubicBezTo>
                    <a:pt x="307" y="844"/>
                    <a:pt x="307" y="844"/>
                    <a:pt x="307" y="843"/>
                  </a:cubicBezTo>
                  <a:cubicBezTo>
                    <a:pt x="307" y="843"/>
                    <a:pt x="307" y="842"/>
                    <a:pt x="307" y="842"/>
                  </a:cubicBezTo>
                  <a:cubicBezTo>
                    <a:pt x="306" y="842"/>
                    <a:pt x="304" y="841"/>
                    <a:pt x="303" y="840"/>
                  </a:cubicBezTo>
                  <a:cubicBezTo>
                    <a:pt x="302" y="838"/>
                    <a:pt x="301" y="836"/>
                    <a:pt x="301" y="835"/>
                  </a:cubicBezTo>
                  <a:cubicBezTo>
                    <a:pt x="301" y="834"/>
                    <a:pt x="301" y="834"/>
                    <a:pt x="301" y="834"/>
                  </a:cubicBezTo>
                  <a:cubicBezTo>
                    <a:pt x="300" y="833"/>
                    <a:pt x="299" y="832"/>
                    <a:pt x="299" y="830"/>
                  </a:cubicBezTo>
                  <a:cubicBezTo>
                    <a:pt x="298" y="830"/>
                    <a:pt x="297" y="830"/>
                    <a:pt x="297" y="829"/>
                  </a:cubicBezTo>
                  <a:cubicBezTo>
                    <a:pt x="295" y="827"/>
                    <a:pt x="295" y="825"/>
                    <a:pt x="295" y="824"/>
                  </a:cubicBezTo>
                  <a:cubicBezTo>
                    <a:pt x="291" y="821"/>
                    <a:pt x="288" y="819"/>
                    <a:pt x="286" y="813"/>
                  </a:cubicBezTo>
                  <a:cubicBezTo>
                    <a:pt x="285" y="810"/>
                    <a:pt x="285" y="805"/>
                    <a:pt x="286" y="802"/>
                  </a:cubicBezTo>
                  <a:cubicBezTo>
                    <a:pt x="286" y="801"/>
                    <a:pt x="286" y="801"/>
                    <a:pt x="287" y="801"/>
                  </a:cubicBezTo>
                  <a:cubicBezTo>
                    <a:pt x="286" y="800"/>
                    <a:pt x="285" y="799"/>
                    <a:pt x="285" y="798"/>
                  </a:cubicBezTo>
                  <a:cubicBezTo>
                    <a:pt x="285" y="797"/>
                    <a:pt x="285" y="796"/>
                    <a:pt x="285" y="795"/>
                  </a:cubicBezTo>
                  <a:cubicBezTo>
                    <a:pt x="284" y="794"/>
                    <a:pt x="284" y="794"/>
                    <a:pt x="283" y="793"/>
                  </a:cubicBezTo>
                  <a:cubicBezTo>
                    <a:pt x="281" y="790"/>
                    <a:pt x="280" y="787"/>
                    <a:pt x="279" y="783"/>
                  </a:cubicBezTo>
                  <a:cubicBezTo>
                    <a:pt x="278" y="782"/>
                    <a:pt x="278" y="781"/>
                    <a:pt x="277" y="779"/>
                  </a:cubicBezTo>
                  <a:cubicBezTo>
                    <a:pt x="276" y="777"/>
                    <a:pt x="274" y="775"/>
                    <a:pt x="274" y="773"/>
                  </a:cubicBezTo>
                  <a:cubicBezTo>
                    <a:pt x="274" y="771"/>
                    <a:pt x="274" y="771"/>
                    <a:pt x="274" y="770"/>
                  </a:cubicBezTo>
                  <a:cubicBezTo>
                    <a:pt x="274" y="770"/>
                    <a:pt x="274" y="770"/>
                    <a:pt x="274" y="769"/>
                  </a:cubicBezTo>
                  <a:cubicBezTo>
                    <a:pt x="274" y="769"/>
                    <a:pt x="273" y="769"/>
                    <a:pt x="273" y="768"/>
                  </a:cubicBezTo>
                  <a:cubicBezTo>
                    <a:pt x="273" y="768"/>
                    <a:pt x="272" y="767"/>
                    <a:pt x="272" y="765"/>
                  </a:cubicBezTo>
                  <a:cubicBezTo>
                    <a:pt x="272" y="765"/>
                    <a:pt x="272" y="764"/>
                    <a:pt x="272" y="763"/>
                  </a:cubicBezTo>
                  <a:cubicBezTo>
                    <a:pt x="271" y="762"/>
                    <a:pt x="270" y="759"/>
                    <a:pt x="272" y="756"/>
                  </a:cubicBezTo>
                  <a:cubicBezTo>
                    <a:pt x="272" y="754"/>
                    <a:pt x="273" y="750"/>
                    <a:pt x="273" y="749"/>
                  </a:cubicBezTo>
                  <a:cubicBezTo>
                    <a:pt x="273" y="748"/>
                    <a:pt x="273" y="748"/>
                    <a:pt x="271" y="747"/>
                  </a:cubicBezTo>
                  <a:cubicBezTo>
                    <a:pt x="270" y="746"/>
                    <a:pt x="269" y="745"/>
                    <a:pt x="269" y="744"/>
                  </a:cubicBezTo>
                  <a:cubicBezTo>
                    <a:pt x="266" y="742"/>
                    <a:pt x="266" y="740"/>
                    <a:pt x="266" y="737"/>
                  </a:cubicBezTo>
                  <a:cubicBezTo>
                    <a:pt x="265" y="736"/>
                    <a:pt x="265" y="736"/>
                    <a:pt x="265" y="736"/>
                  </a:cubicBezTo>
                  <a:cubicBezTo>
                    <a:pt x="265" y="735"/>
                    <a:pt x="265" y="735"/>
                    <a:pt x="265" y="734"/>
                  </a:cubicBezTo>
                  <a:cubicBezTo>
                    <a:pt x="265" y="733"/>
                    <a:pt x="265" y="732"/>
                    <a:pt x="265" y="732"/>
                  </a:cubicBezTo>
                  <a:cubicBezTo>
                    <a:pt x="263" y="732"/>
                    <a:pt x="262" y="733"/>
                    <a:pt x="261" y="733"/>
                  </a:cubicBezTo>
                  <a:cubicBezTo>
                    <a:pt x="258" y="733"/>
                    <a:pt x="257" y="732"/>
                    <a:pt x="255" y="731"/>
                  </a:cubicBezTo>
                  <a:cubicBezTo>
                    <a:pt x="254" y="731"/>
                    <a:pt x="253" y="730"/>
                    <a:pt x="252" y="730"/>
                  </a:cubicBezTo>
                  <a:cubicBezTo>
                    <a:pt x="250" y="730"/>
                    <a:pt x="250" y="730"/>
                    <a:pt x="250" y="730"/>
                  </a:cubicBezTo>
                  <a:cubicBezTo>
                    <a:pt x="248" y="730"/>
                    <a:pt x="246" y="730"/>
                    <a:pt x="244" y="730"/>
                  </a:cubicBezTo>
                  <a:cubicBezTo>
                    <a:pt x="242" y="731"/>
                    <a:pt x="242" y="731"/>
                    <a:pt x="242" y="731"/>
                  </a:cubicBezTo>
                  <a:cubicBezTo>
                    <a:pt x="235" y="731"/>
                    <a:pt x="227" y="731"/>
                    <a:pt x="217" y="731"/>
                  </a:cubicBezTo>
                  <a:cubicBezTo>
                    <a:pt x="212" y="731"/>
                    <a:pt x="208" y="731"/>
                    <a:pt x="203" y="731"/>
                  </a:cubicBezTo>
                  <a:cubicBezTo>
                    <a:pt x="192" y="731"/>
                    <a:pt x="192" y="731"/>
                    <a:pt x="192" y="731"/>
                  </a:cubicBezTo>
                  <a:cubicBezTo>
                    <a:pt x="188" y="731"/>
                    <a:pt x="185" y="731"/>
                    <a:pt x="182" y="731"/>
                  </a:cubicBezTo>
                  <a:cubicBezTo>
                    <a:pt x="179" y="731"/>
                    <a:pt x="176" y="731"/>
                    <a:pt x="172" y="731"/>
                  </a:cubicBezTo>
                  <a:cubicBezTo>
                    <a:pt x="165" y="731"/>
                    <a:pt x="160" y="731"/>
                    <a:pt x="155" y="732"/>
                  </a:cubicBezTo>
                  <a:cubicBezTo>
                    <a:pt x="155" y="732"/>
                    <a:pt x="154" y="732"/>
                    <a:pt x="154" y="732"/>
                  </a:cubicBezTo>
                  <a:cubicBezTo>
                    <a:pt x="153" y="733"/>
                    <a:pt x="151" y="733"/>
                    <a:pt x="149" y="734"/>
                  </a:cubicBezTo>
                  <a:cubicBezTo>
                    <a:pt x="147" y="734"/>
                    <a:pt x="146" y="733"/>
                    <a:pt x="145" y="733"/>
                  </a:cubicBezTo>
                  <a:cubicBezTo>
                    <a:pt x="144" y="733"/>
                    <a:pt x="144" y="733"/>
                    <a:pt x="144" y="733"/>
                  </a:cubicBezTo>
                  <a:cubicBezTo>
                    <a:pt x="141" y="732"/>
                    <a:pt x="139" y="732"/>
                    <a:pt x="136" y="733"/>
                  </a:cubicBezTo>
                  <a:cubicBezTo>
                    <a:pt x="133" y="733"/>
                    <a:pt x="130" y="733"/>
                    <a:pt x="126" y="732"/>
                  </a:cubicBezTo>
                  <a:cubicBezTo>
                    <a:pt x="124" y="732"/>
                    <a:pt x="124" y="732"/>
                    <a:pt x="124" y="732"/>
                  </a:cubicBezTo>
                  <a:cubicBezTo>
                    <a:pt x="122" y="731"/>
                    <a:pt x="120" y="731"/>
                    <a:pt x="118" y="731"/>
                  </a:cubicBezTo>
                  <a:cubicBezTo>
                    <a:pt x="117" y="731"/>
                    <a:pt x="117" y="731"/>
                    <a:pt x="117" y="731"/>
                  </a:cubicBezTo>
                  <a:cubicBezTo>
                    <a:pt x="114" y="731"/>
                    <a:pt x="113" y="731"/>
                    <a:pt x="111" y="730"/>
                  </a:cubicBezTo>
                  <a:cubicBezTo>
                    <a:pt x="110" y="730"/>
                    <a:pt x="110" y="729"/>
                    <a:pt x="109" y="729"/>
                  </a:cubicBezTo>
                  <a:cubicBezTo>
                    <a:pt x="106" y="729"/>
                    <a:pt x="104" y="730"/>
                    <a:pt x="102" y="730"/>
                  </a:cubicBezTo>
                  <a:cubicBezTo>
                    <a:pt x="100" y="730"/>
                    <a:pt x="98" y="731"/>
                    <a:pt x="97" y="731"/>
                  </a:cubicBezTo>
                  <a:cubicBezTo>
                    <a:pt x="95" y="731"/>
                    <a:pt x="94" y="731"/>
                    <a:pt x="92" y="731"/>
                  </a:cubicBezTo>
                  <a:cubicBezTo>
                    <a:pt x="91" y="731"/>
                    <a:pt x="90" y="730"/>
                    <a:pt x="89" y="730"/>
                  </a:cubicBezTo>
                  <a:cubicBezTo>
                    <a:pt x="86" y="731"/>
                    <a:pt x="83" y="731"/>
                    <a:pt x="80" y="731"/>
                  </a:cubicBezTo>
                  <a:cubicBezTo>
                    <a:pt x="79" y="730"/>
                    <a:pt x="79" y="730"/>
                    <a:pt x="78" y="730"/>
                  </a:cubicBezTo>
                  <a:cubicBezTo>
                    <a:pt x="77" y="731"/>
                    <a:pt x="76" y="731"/>
                    <a:pt x="76" y="731"/>
                  </a:cubicBezTo>
                  <a:cubicBezTo>
                    <a:pt x="75" y="732"/>
                    <a:pt x="73" y="733"/>
                    <a:pt x="68" y="731"/>
                  </a:cubicBezTo>
                  <a:cubicBezTo>
                    <a:pt x="67" y="731"/>
                    <a:pt x="66" y="731"/>
                    <a:pt x="65" y="732"/>
                  </a:cubicBezTo>
                  <a:cubicBezTo>
                    <a:pt x="63" y="733"/>
                    <a:pt x="59" y="735"/>
                    <a:pt x="55" y="733"/>
                  </a:cubicBezTo>
                  <a:cubicBezTo>
                    <a:pt x="53" y="733"/>
                    <a:pt x="53" y="733"/>
                    <a:pt x="49" y="736"/>
                  </a:cubicBezTo>
                  <a:cubicBezTo>
                    <a:pt x="46" y="738"/>
                    <a:pt x="44" y="738"/>
                    <a:pt x="41" y="738"/>
                  </a:cubicBezTo>
                  <a:cubicBezTo>
                    <a:pt x="38" y="738"/>
                    <a:pt x="36" y="738"/>
                    <a:pt x="34" y="739"/>
                  </a:cubicBezTo>
                  <a:cubicBezTo>
                    <a:pt x="34" y="739"/>
                    <a:pt x="33" y="741"/>
                    <a:pt x="32" y="742"/>
                  </a:cubicBezTo>
                  <a:cubicBezTo>
                    <a:pt x="31" y="744"/>
                    <a:pt x="30" y="747"/>
                    <a:pt x="27" y="748"/>
                  </a:cubicBezTo>
                  <a:cubicBezTo>
                    <a:pt x="18" y="752"/>
                    <a:pt x="11" y="751"/>
                    <a:pt x="6" y="746"/>
                  </a:cubicBezTo>
                  <a:cubicBezTo>
                    <a:pt x="0" y="739"/>
                    <a:pt x="0" y="726"/>
                    <a:pt x="0" y="723"/>
                  </a:cubicBezTo>
                  <a:cubicBezTo>
                    <a:pt x="0" y="720"/>
                    <a:pt x="1" y="718"/>
                    <a:pt x="1" y="717"/>
                  </a:cubicBezTo>
                  <a:cubicBezTo>
                    <a:pt x="4" y="714"/>
                    <a:pt x="8" y="713"/>
                    <a:pt x="13" y="713"/>
                  </a:cubicBezTo>
                  <a:cubicBezTo>
                    <a:pt x="17" y="713"/>
                    <a:pt x="17" y="713"/>
                    <a:pt x="17" y="713"/>
                  </a:cubicBezTo>
                  <a:cubicBezTo>
                    <a:pt x="18" y="713"/>
                    <a:pt x="18" y="713"/>
                    <a:pt x="19" y="713"/>
                  </a:cubicBezTo>
                  <a:cubicBezTo>
                    <a:pt x="19" y="711"/>
                    <a:pt x="19" y="705"/>
                    <a:pt x="19" y="702"/>
                  </a:cubicBezTo>
                  <a:cubicBezTo>
                    <a:pt x="19" y="701"/>
                    <a:pt x="19" y="699"/>
                    <a:pt x="19" y="698"/>
                  </a:cubicBezTo>
                  <a:cubicBezTo>
                    <a:pt x="19" y="697"/>
                    <a:pt x="19" y="696"/>
                    <a:pt x="19" y="694"/>
                  </a:cubicBezTo>
                  <a:cubicBezTo>
                    <a:pt x="19" y="692"/>
                    <a:pt x="20" y="685"/>
                    <a:pt x="19" y="682"/>
                  </a:cubicBezTo>
                  <a:cubicBezTo>
                    <a:pt x="16" y="681"/>
                    <a:pt x="15" y="679"/>
                    <a:pt x="15" y="678"/>
                  </a:cubicBezTo>
                  <a:cubicBezTo>
                    <a:pt x="14" y="675"/>
                    <a:pt x="15" y="673"/>
                    <a:pt x="17" y="671"/>
                  </a:cubicBezTo>
                  <a:cubicBezTo>
                    <a:pt x="18" y="670"/>
                    <a:pt x="19" y="670"/>
                    <a:pt x="21" y="669"/>
                  </a:cubicBezTo>
                  <a:cubicBezTo>
                    <a:pt x="22" y="669"/>
                    <a:pt x="22" y="669"/>
                    <a:pt x="23" y="669"/>
                  </a:cubicBezTo>
                  <a:cubicBezTo>
                    <a:pt x="24" y="668"/>
                    <a:pt x="24" y="668"/>
                    <a:pt x="24" y="667"/>
                  </a:cubicBezTo>
                  <a:cubicBezTo>
                    <a:pt x="25" y="665"/>
                    <a:pt x="26" y="664"/>
                    <a:pt x="28" y="663"/>
                  </a:cubicBezTo>
                  <a:cubicBezTo>
                    <a:pt x="29" y="663"/>
                    <a:pt x="29" y="662"/>
                    <a:pt x="30" y="662"/>
                  </a:cubicBezTo>
                  <a:cubicBezTo>
                    <a:pt x="30" y="662"/>
                    <a:pt x="30" y="661"/>
                    <a:pt x="31" y="661"/>
                  </a:cubicBezTo>
                  <a:cubicBezTo>
                    <a:pt x="31" y="660"/>
                    <a:pt x="32" y="659"/>
                    <a:pt x="33" y="659"/>
                  </a:cubicBezTo>
                  <a:cubicBezTo>
                    <a:pt x="34" y="657"/>
                    <a:pt x="34" y="657"/>
                    <a:pt x="34" y="657"/>
                  </a:cubicBezTo>
                  <a:cubicBezTo>
                    <a:pt x="34" y="657"/>
                    <a:pt x="35" y="656"/>
                    <a:pt x="35" y="656"/>
                  </a:cubicBezTo>
                  <a:cubicBezTo>
                    <a:pt x="36" y="654"/>
                    <a:pt x="37" y="651"/>
                    <a:pt x="40" y="649"/>
                  </a:cubicBezTo>
                  <a:cubicBezTo>
                    <a:pt x="43" y="648"/>
                    <a:pt x="45" y="647"/>
                    <a:pt x="48" y="647"/>
                  </a:cubicBezTo>
                  <a:cubicBezTo>
                    <a:pt x="50" y="646"/>
                    <a:pt x="51" y="646"/>
                    <a:pt x="53" y="646"/>
                  </a:cubicBezTo>
                  <a:cubicBezTo>
                    <a:pt x="53" y="645"/>
                    <a:pt x="53" y="645"/>
                    <a:pt x="53" y="645"/>
                  </a:cubicBezTo>
                  <a:cubicBezTo>
                    <a:pt x="54" y="639"/>
                    <a:pt x="57" y="639"/>
                    <a:pt x="58" y="639"/>
                  </a:cubicBezTo>
                  <a:cubicBezTo>
                    <a:pt x="60" y="639"/>
                    <a:pt x="61" y="639"/>
                    <a:pt x="62" y="640"/>
                  </a:cubicBezTo>
                  <a:cubicBezTo>
                    <a:pt x="65" y="641"/>
                    <a:pt x="66" y="644"/>
                    <a:pt x="67" y="646"/>
                  </a:cubicBezTo>
                  <a:cubicBezTo>
                    <a:pt x="67" y="647"/>
                    <a:pt x="68" y="648"/>
                    <a:pt x="68" y="648"/>
                  </a:cubicBezTo>
                  <a:cubicBezTo>
                    <a:pt x="69" y="649"/>
                    <a:pt x="71" y="651"/>
                    <a:pt x="72" y="652"/>
                  </a:cubicBezTo>
                  <a:cubicBezTo>
                    <a:pt x="73" y="652"/>
                    <a:pt x="73" y="652"/>
                    <a:pt x="73" y="652"/>
                  </a:cubicBezTo>
                  <a:cubicBezTo>
                    <a:pt x="75" y="652"/>
                    <a:pt x="77" y="653"/>
                    <a:pt x="78" y="655"/>
                  </a:cubicBezTo>
                  <a:cubicBezTo>
                    <a:pt x="78" y="654"/>
                    <a:pt x="79" y="653"/>
                    <a:pt x="79" y="653"/>
                  </a:cubicBezTo>
                  <a:cubicBezTo>
                    <a:pt x="79" y="653"/>
                    <a:pt x="79" y="653"/>
                    <a:pt x="80" y="653"/>
                  </a:cubicBezTo>
                  <a:cubicBezTo>
                    <a:pt x="80" y="652"/>
                    <a:pt x="80" y="652"/>
                    <a:pt x="80" y="652"/>
                  </a:cubicBezTo>
                  <a:cubicBezTo>
                    <a:pt x="81" y="651"/>
                    <a:pt x="83" y="649"/>
                    <a:pt x="87" y="651"/>
                  </a:cubicBezTo>
                  <a:cubicBezTo>
                    <a:pt x="87" y="651"/>
                    <a:pt x="87" y="651"/>
                    <a:pt x="87" y="651"/>
                  </a:cubicBezTo>
                  <a:cubicBezTo>
                    <a:pt x="88" y="650"/>
                    <a:pt x="89" y="650"/>
                    <a:pt x="90" y="650"/>
                  </a:cubicBezTo>
                  <a:cubicBezTo>
                    <a:pt x="91" y="646"/>
                    <a:pt x="91" y="646"/>
                    <a:pt x="91" y="646"/>
                  </a:cubicBezTo>
                  <a:cubicBezTo>
                    <a:pt x="91" y="645"/>
                    <a:pt x="91" y="644"/>
                    <a:pt x="92" y="643"/>
                  </a:cubicBezTo>
                  <a:cubicBezTo>
                    <a:pt x="92" y="643"/>
                    <a:pt x="92" y="642"/>
                    <a:pt x="92" y="642"/>
                  </a:cubicBezTo>
                  <a:cubicBezTo>
                    <a:pt x="92" y="642"/>
                    <a:pt x="92" y="641"/>
                    <a:pt x="92" y="640"/>
                  </a:cubicBezTo>
                  <a:cubicBezTo>
                    <a:pt x="92" y="638"/>
                    <a:pt x="91" y="635"/>
                    <a:pt x="94" y="632"/>
                  </a:cubicBezTo>
                  <a:cubicBezTo>
                    <a:pt x="96" y="630"/>
                    <a:pt x="98" y="629"/>
                    <a:pt x="100" y="629"/>
                  </a:cubicBezTo>
                  <a:cubicBezTo>
                    <a:pt x="103" y="629"/>
                    <a:pt x="105" y="631"/>
                    <a:pt x="106" y="632"/>
                  </a:cubicBezTo>
                  <a:cubicBezTo>
                    <a:pt x="107" y="633"/>
                    <a:pt x="107" y="633"/>
                    <a:pt x="107" y="633"/>
                  </a:cubicBezTo>
                  <a:cubicBezTo>
                    <a:pt x="108" y="634"/>
                    <a:pt x="108" y="634"/>
                    <a:pt x="108" y="634"/>
                  </a:cubicBezTo>
                  <a:cubicBezTo>
                    <a:pt x="108" y="634"/>
                    <a:pt x="109" y="633"/>
                    <a:pt x="110" y="632"/>
                  </a:cubicBezTo>
                  <a:cubicBezTo>
                    <a:pt x="111" y="631"/>
                    <a:pt x="113" y="628"/>
                    <a:pt x="117" y="627"/>
                  </a:cubicBezTo>
                  <a:cubicBezTo>
                    <a:pt x="118" y="627"/>
                    <a:pt x="120" y="627"/>
                    <a:pt x="121" y="627"/>
                  </a:cubicBezTo>
                  <a:cubicBezTo>
                    <a:pt x="123" y="626"/>
                    <a:pt x="124" y="626"/>
                    <a:pt x="125" y="625"/>
                  </a:cubicBezTo>
                  <a:cubicBezTo>
                    <a:pt x="126" y="625"/>
                    <a:pt x="126" y="625"/>
                    <a:pt x="126" y="625"/>
                  </a:cubicBezTo>
                  <a:cubicBezTo>
                    <a:pt x="129" y="623"/>
                    <a:pt x="132" y="620"/>
                    <a:pt x="137" y="620"/>
                  </a:cubicBezTo>
                  <a:cubicBezTo>
                    <a:pt x="138" y="620"/>
                    <a:pt x="139" y="620"/>
                    <a:pt x="140" y="621"/>
                  </a:cubicBezTo>
                  <a:cubicBezTo>
                    <a:pt x="141" y="622"/>
                    <a:pt x="142" y="623"/>
                    <a:pt x="142" y="624"/>
                  </a:cubicBezTo>
                  <a:cubicBezTo>
                    <a:pt x="142" y="625"/>
                    <a:pt x="142" y="626"/>
                    <a:pt x="142" y="627"/>
                  </a:cubicBezTo>
                  <a:cubicBezTo>
                    <a:pt x="142" y="627"/>
                    <a:pt x="142" y="628"/>
                    <a:pt x="142" y="628"/>
                  </a:cubicBezTo>
                  <a:cubicBezTo>
                    <a:pt x="142" y="628"/>
                    <a:pt x="143" y="628"/>
                    <a:pt x="143" y="628"/>
                  </a:cubicBezTo>
                  <a:cubicBezTo>
                    <a:pt x="144" y="630"/>
                    <a:pt x="145" y="631"/>
                    <a:pt x="146" y="632"/>
                  </a:cubicBezTo>
                  <a:cubicBezTo>
                    <a:pt x="147" y="637"/>
                    <a:pt x="144" y="640"/>
                    <a:pt x="143" y="641"/>
                  </a:cubicBezTo>
                  <a:cubicBezTo>
                    <a:pt x="142" y="642"/>
                    <a:pt x="141" y="643"/>
                    <a:pt x="140" y="643"/>
                  </a:cubicBezTo>
                  <a:cubicBezTo>
                    <a:pt x="140" y="643"/>
                    <a:pt x="140" y="643"/>
                    <a:pt x="140" y="643"/>
                  </a:cubicBezTo>
                  <a:cubicBezTo>
                    <a:pt x="140" y="643"/>
                    <a:pt x="140" y="644"/>
                    <a:pt x="140" y="644"/>
                  </a:cubicBezTo>
                  <a:cubicBezTo>
                    <a:pt x="141" y="645"/>
                    <a:pt x="142" y="646"/>
                    <a:pt x="143" y="648"/>
                  </a:cubicBezTo>
                  <a:cubicBezTo>
                    <a:pt x="144" y="651"/>
                    <a:pt x="143" y="654"/>
                    <a:pt x="143" y="657"/>
                  </a:cubicBezTo>
                  <a:cubicBezTo>
                    <a:pt x="144" y="657"/>
                    <a:pt x="146" y="657"/>
                    <a:pt x="147" y="657"/>
                  </a:cubicBezTo>
                  <a:cubicBezTo>
                    <a:pt x="148" y="658"/>
                    <a:pt x="149" y="659"/>
                    <a:pt x="150" y="659"/>
                  </a:cubicBezTo>
                  <a:cubicBezTo>
                    <a:pt x="151" y="660"/>
                    <a:pt x="152" y="660"/>
                    <a:pt x="152" y="660"/>
                  </a:cubicBezTo>
                  <a:cubicBezTo>
                    <a:pt x="155" y="660"/>
                    <a:pt x="160" y="656"/>
                    <a:pt x="162" y="652"/>
                  </a:cubicBezTo>
                  <a:cubicBezTo>
                    <a:pt x="164" y="647"/>
                    <a:pt x="168" y="643"/>
                    <a:pt x="171" y="640"/>
                  </a:cubicBezTo>
                  <a:cubicBezTo>
                    <a:pt x="174" y="637"/>
                    <a:pt x="176" y="635"/>
                    <a:pt x="178" y="632"/>
                  </a:cubicBezTo>
                  <a:cubicBezTo>
                    <a:pt x="178" y="632"/>
                    <a:pt x="179" y="631"/>
                    <a:pt x="179" y="631"/>
                  </a:cubicBezTo>
                  <a:cubicBezTo>
                    <a:pt x="180" y="628"/>
                    <a:pt x="182" y="625"/>
                    <a:pt x="186" y="623"/>
                  </a:cubicBezTo>
                  <a:cubicBezTo>
                    <a:pt x="186" y="623"/>
                    <a:pt x="187" y="623"/>
                    <a:pt x="187" y="623"/>
                  </a:cubicBezTo>
                  <a:cubicBezTo>
                    <a:pt x="188" y="622"/>
                    <a:pt x="190" y="620"/>
                    <a:pt x="193" y="620"/>
                  </a:cubicBezTo>
                  <a:cubicBezTo>
                    <a:pt x="194" y="620"/>
                    <a:pt x="196" y="620"/>
                    <a:pt x="197" y="621"/>
                  </a:cubicBezTo>
                  <a:cubicBezTo>
                    <a:pt x="198" y="620"/>
                    <a:pt x="198" y="618"/>
                    <a:pt x="198" y="617"/>
                  </a:cubicBezTo>
                  <a:cubicBezTo>
                    <a:pt x="199" y="615"/>
                    <a:pt x="199" y="612"/>
                    <a:pt x="201" y="610"/>
                  </a:cubicBezTo>
                  <a:cubicBezTo>
                    <a:pt x="204" y="605"/>
                    <a:pt x="210" y="603"/>
                    <a:pt x="214" y="602"/>
                  </a:cubicBezTo>
                  <a:cubicBezTo>
                    <a:pt x="216" y="601"/>
                    <a:pt x="217" y="601"/>
                    <a:pt x="219" y="601"/>
                  </a:cubicBezTo>
                  <a:cubicBezTo>
                    <a:pt x="221" y="601"/>
                    <a:pt x="223" y="601"/>
                    <a:pt x="224" y="600"/>
                  </a:cubicBezTo>
                  <a:cubicBezTo>
                    <a:pt x="226" y="598"/>
                    <a:pt x="227" y="595"/>
                    <a:pt x="228" y="592"/>
                  </a:cubicBezTo>
                  <a:cubicBezTo>
                    <a:pt x="229" y="590"/>
                    <a:pt x="230" y="588"/>
                    <a:pt x="231" y="586"/>
                  </a:cubicBezTo>
                  <a:cubicBezTo>
                    <a:pt x="231" y="585"/>
                    <a:pt x="232" y="583"/>
                    <a:pt x="233" y="582"/>
                  </a:cubicBezTo>
                  <a:cubicBezTo>
                    <a:pt x="235" y="578"/>
                    <a:pt x="237" y="574"/>
                    <a:pt x="239" y="570"/>
                  </a:cubicBezTo>
                  <a:cubicBezTo>
                    <a:pt x="239" y="569"/>
                    <a:pt x="241" y="567"/>
                    <a:pt x="242" y="566"/>
                  </a:cubicBezTo>
                  <a:cubicBezTo>
                    <a:pt x="242" y="565"/>
                    <a:pt x="243" y="565"/>
                    <a:pt x="243" y="564"/>
                  </a:cubicBezTo>
                  <a:cubicBezTo>
                    <a:pt x="243" y="563"/>
                    <a:pt x="243" y="562"/>
                    <a:pt x="242" y="560"/>
                  </a:cubicBezTo>
                  <a:cubicBezTo>
                    <a:pt x="242" y="559"/>
                    <a:pt x="242" y="557"/>
                    <a:pt x="242" y="556"/>
                  </a:cubicBezTo>
                  <a:cubicBezTo>
                    <a:pt x="242" y="553"/>
                    <a:pt x="241" y="551"/>
                    <a:pt x="241" y="549"/>
                  </a:cubicBezTo>
                  <a:cubicBezTo>
                    <a:pt x="241" y="542"/>
                    <a:pt x="241" y="536"/>
                    <a:pt x="242" y="529"/>
                  </a:cubicBezTo>
                  <a:cubicBezTo>
                    <a:pt x="242" y="527"/>
                    <a:pt x="242" y="525"/>
                    <a:pt x="243" y="524"/>
                  </a:cubicBezTo>
                  <a:cubicBezTo>
                    <a:pt x="243" y="521"/>
                    <a:pt x="244" y="519"/>
                    <a:pt x="244" y="517"/>
                  </a:cubicBezTo>
                  <a:cubicBezTo>
                    <a:pt x="244" y="516"/>
                    <a:pt x="243" y="515"/>
                    <a:pt x="243" y="514"/>
                  </a:cubicBezTo>
                  <a:cubicBezTo>
                    <a:pt x="243" y="513"/>
                    <a:pt x="243" y="511"/>
                    <a:pt x="242" y="510"/>
                  </a:cubicBezTo>
                  <a:cubicBezTo>
                    <a:pt x="242" y="509"/>
                    <a:pt x="242" y="509"/>
                    <a:pt x="242" y="509"/>
                  </a:cubicBezTo>
                  <a:cubicBezTo>
                    <a:pt x="241" y="503"/>
                    <a:pt x="239" y="495"/>
                    <a:pt x="242" y="488"/>
                  </a:cubicBezTo>
                  <a:cubicBezTo>
                    <a:pt x="244" y="484"/>
                    <a:pt x="247" y="481"/>
                    <a:pt x="250" y="479"/>
                  </a:cubicBezTo>
                  <a:cubicBezTo>
                    <a:pt x="250" y="479"/>
                    <a:pt x="250" y="479"/>
                    <a:pt x="250" y="479"/>
                  </a:cubicBezTo>
                  <a:cubicBezTo>
                    <a:pt x="255" y="476"/>
                    <a:pt x="258" y="472"/>
                    <a:pt x="262" y="468"/>
                  </a:cubicBezTo>
                  <a:cubicBezTo>
                    <a:pt x="266" y="463"/>
                    <a:pt x="268" y="456"/>
                    <a:pt x="271" y="450"/>
                  </a:cubicBezTo>
                  <a:cubicBezTo>
                    <a:pt x="272" y="448"/>
                    <a:pt x="273" y="446"/>
                    <a:pt x="273" y="444"/>
                  </a:cubicBezTo>
                  <a:cubicBezTo>
                    <a:pt x="279" y="430"/>
                    <a:pt x="290" y="419"/>
                    <a:pt x="302" y="414"/>
                  </a:cubicBezTo>
                  <a:cubicBezTo>
                    <a:pt x="304" y="413"/>
                    <a:pt x="305" y="413"/>
                    <a:pt x="307" y="413"/>
                  </a:cubicBezTo>
                  <a:cubicBezTo>
                    <a:pt x="308" y="412"/>
                    <a:pt x="309" y="412"/>
                    <a:pt x="310" y="412"/>
                  </a:cubicBezTo>
                  <a:cubicBezTo>
                    <a:pt x="312" y="411"/>
                    <a:pt x="315" y="408"/>
                    <a:pt x="317" y="406"/>
                  </a:cubicBezTo>
                  <a:cubicBezTo>
                    <a:pt x="323" y="400"/>
                    <a:pt x="328" y="394"/>
                    <a:pt x="332" y="387"/>
                  </a:cubicBezTo>
                  <a:cubicBezTo>
                    <a:pt x="335" y="382"/>
                    <a:pt x="336" y="376"/>
                    <a:pt x="334" y="369"/>
                  </a:cubicBezTo>
                  <a:cubicBezTo>
                    <a:pt x="333" y="362"/>
                    <a:pt x="335" y="357"/>
                    <a:pt x="336" y="351"/>
                  </a:cubicBezTo>
                  <a:cubicBezTo>
                    <a:pt x="337" y="350"/>
                    <a:pt x="337" y="348"/>
                    <a:pt x="338" y="347"/>
                  </a:cubicBezTo>
                  <a:cubicBezTo>
                    <a:pt x="340" y="339"/>
                    <a:pt x="342" y="334"/>
                    <a:pt x="347" y="328"/>
                  </a:cubicBezTo>
                  <a:cubicBezTo>
                    <a:pt x="350" y="324"/>
                    <a:pt x="350" y="322"/>
                    <a:pt x="347" y="316"/>
                  </a:cubicBezTo>
                  <a:cubicBezTo>
                    <a:pt x="345" y="311"/>
                    <a:pt x="345" y="307"/>
                    <a:pt x="345" y="303"/>
                  </a:cubicBezTo>
                  <a:cubicBezTo>
                    <a:pt x="345" y="300"/>
                    <a:pt x="346" y="298"/>
                    <a:pt x="345" y="296"/>
                  </a:cubicBezTo>
                  <a:cubicBezTo>
                    <a:pt x="344" y="288"/>
                    <a:pt x="343" y="284"/>
                    <a:pt x="347" y="276"/>
                  </a:cubicBezTo>
                  <a:cubicBezTo>
                    <a:pt x="349" y="274"/>
                    <a:pt x="349" y="271"/>
                    <a:pt x="350" y="268"/>
                  </a:cubicBezTo>
                  <a:cubicBezTo>
                    <a:pt x="351" y="265"/>
                    <a:pt x="351" y="262"/>
                    <a:pt x="352" y="259"/>
                  </a:cubicBezTo>
                  <a:cubicBezTo>
                    <a:pt x="355" y="253"/>
                    <a:pt x="356" y="247"/>
                    <a:pt x="356" y="241"/>
                  </a:cubicBezTo>
                  <a:cubicBezTo>
                    <a:pt x="356" y="238"/>
                    <a:pt x="356" y="234"/>
                    <a:pt x="356" y="230"/>
                  </a:cubicBezTo>
                  <a:cubicBezTo>
                    <a:pt x="356" y="227"/>
                    <a:pt x="356" y="224"/>
                    <a:pt x="356" y="221"/>
                  </a:cubicBezTo>
                  <a:cubicBezTo>
                    <a:pt x="355" y="212"/>
                    <a:pt x="358" y="204"/>
                    <a:pt x="362" y="197"/>
                  </a:cubicBezTo>
                  <a:cubicBezTo>
                    <a:pt x="364" y="196"/>
                    <a:pt x="364" y="194"/>
                    <a:pt x="365" y="192"/>
                  </a:cubicBezTo>
                  <a:cubicBezTo>
                    <a:pt x="365" y="191"/>
                    <a:pt x="365" y="191"/>
                    <a:pt x="365" y="191"/>
                  </a:cubicBezTo>
                  <a:cubicBezTo>
                    <a:pt x="366" y="187"/>
                    <a:pt x="368" y="184"/>
                    <a:pt x="370" y="182"/>
                  </a:cubicBezTo>
                  <a:cubicBezTo>
                    <a:pt x="372" y="180"/>
                    <a:pt x="373" y="179"/>
                    <a:pt x="374" y="177"/>
                  </a:cubicBezTo>
                  <a:cubicBezTo>
                    <a:pt x="375" y="174"/>
                    <a:pt x="376" y="171"/>
                    <a:pt x="377" y="168"/>
                  </a:cubicBezTo>
                  <a:cubicBezTo>
                    <a:pt x="379" y="163"/>
                    <a:pt x="379" y="163"/>
                    <a:pt x="379" y="163"/>
                  </a:cubicBezTo>
                  <a:cubicBezTo>
                    <a:pt x="380" y="161"/>
                    <a:pt x="381" y="159"/>
                    <a:pt x="382" y="157"/>
                  </a:cubicBezTo>
                  <a:cubicBezTo>
                    <a:pt x="382" y="156"/>
                    <a:pt x="383" y="154"/>
                    <a:pt x="384" y="152"/>
                  </a:cubicBezTo>
                  <a:cubicBezTo>
                    <a:pt x="385" y="150"/>
                    <a:pt x="387" y="148"/>
                    <a:pt x="388" y="147"/>
                  </a:cubicBezTo>
                  <a:cubicBezTo>
                    <a:pt x="388" y="147"/>
                    <a:pt x="389" y="146"/>
                    <a:pt x="389" y="146"/>
                  </a:cubicBezTo>
                  <a:cubicBezTo>
                    <a:pt x="390" y="144"/>
                    <a:pt x="390" y="142"/>
                    <a:pt x="390" y="139"/>
                  </a:cubicBezTo>
                  <a:cubicBezTo>
                    <a:pt x="390" y="138"/>
                    <a:pt x="390" y="138"/>
                    <a:pt x="390" y="138"/>
                  </a:cubicBezTo>
                  <a:cubicBezTo>
                    <a:pt x="390" y="134"/>
                    <a:pt x="389" y="130"/>
                    <a:pt x="388" y="126"/>
                  </a:cubicBezTo>
                  <a:cubicBezTo>
                    <a:pt x="387" y="120"/>
                    <a:pt x="386" y="114"/>
                    <a:pt x="387" y="108"/>
                  </a:cubicBezTo>
                  <a:cubicBezTo>
                    <a:pt x="387" y="106"/>
                    <a:pt x="388" y="103"/>
                    <a:pt x="388" y="101"/>
                  </a:cubicBezTo>
                  <a:cubicBezTo>
                    <a:pt x="389" y="96"/>
                    <a:pt x="390" y="92"/>
                    <a:pt x="389" y="87"/>
                  </a:cubicBezTo>
                  <a:cubicBezTo>
                    <a:pt x="389" y="85"/>
                    <a:pt x="388" y="82"/>
                    <a:pt x="387" y="81"/>
                  </a:cubicBezTo>
                  <a:cubicBezTo>
                    <a:pt x="387" y="80"/>
                    <a:pt x="387" y="80"/>
                    <a:pt x="386" y="80"/>
                  </a:cubicBezTo>
                  <a:cubicBezTo>
                    <a:pt x="385" y="78"/>
                    <a:pt x="381" y="74"/>
                    <a:pt x="385" y="69"/>
                  </a:cubicBezTo>
                  <a:cubicBezTo>
                    <a:pt x="387" y="66"/>
                    <a:pt x="390" y="65"/>
                    <a:pt x="394" y="66"/>
                  </a:cubicBezTo>
                  <a:cubicBezTo>
                    <a:pt x="394" y="66"/>
                    <a:pt x="395" y="66"/>
                    <a:pt x="395" y="66"/>
                  </a:cubicBezTo>
                  <a:cubicBezTo>
                    <a:pt x="398" y="65"/>
                    <a:pt x="398" y="64"/>
                    <a:pt x="400" y="60"/>
                  </a:cubicBezTo>
                  <a:cubicBezTo>
                    <a:pt x="401" y="56"/>
                    <a:pt x="403" y="54"/>
                    <a:pt x="405" y="51"/>
                  </a:cubicBezTo>
                  <a:cubicBezTo>
                    <a:pt x="407" y="49"/>
                    <a:pt x="407" y="49"/>
                    <a:pt x="407" y="49"/>
                  </a:cubicBezTo>
                  <a:cubicBezTo>
                    <a:pt x="409" y="47"/>
                    <a:pt x="411" y="45"/>
                    <a:pt x="412" y="43"/>
                  </a:cubicBezTo>
                  <a:cubicBezTo>
                    <a:pt x="413" y="41"/>
                    <a:pt x="413" y="40"/>
                    <a:pt x="414" y="39"/>
                  </a:cubicBezTo>
                  <a:cubicBezTo>
                    <a:pt x="414" y="37"/>
                    <a:pt x="415" y="36"/>
                    <a:pt x="416" y="34"/>
                  </a:cubicBezTo>
                  <a:cubicBezTo>
                    <a:pt x="418" y="30"/>
                    <a:pt x="421" y="30"/>
                    <a:pt x="423" y="29"/>
                  </a:cubicBezTo>
                  <a:cubicBezTo>
                    <a:pt x="423" y="29"/>
                    <a:pt x="423" y="29"/>
                    <a:pt x="424" y="29"/>
                  </a:cubicBezTo>
                  <a:cubicBezTo>
                    <a:pt x="424" y="29"/>
                    <a:pt x="425" y="28"/>
                    <a:pt x="425" y="28"/>
                  </a:cubicBezTo>
                  <a:cubicBezTo>
                    <a:pt x="426" y="27"/>
                    <a:pt x="427" y="25"/>
                    <a:pt x="429" y="24"/>
                  </a:cubicBezTo>
                  <a:cubicBezTo>
                    <a:pt x="430" y="24"/>
                    <a:pt x="432" y="23"/>
                    <a:pt x="433" y="21"/>
                  </a:cubicBezTo>
                  <a:cubicBezTo>
                    <a:pt x="435" y="19"/>
                    <a:pt x="437" y="17"/>
                    <a:pt x="440" y="16"/>
                  </a:cubicBezTo>
                  <a:cubicBezTo>
                    <a:pt x="442" y="16"/>
                    <a:pt x="445" y="15"/>
                    <a:pt x="449" y="15"/>
                  </a:cubicBezTo>
                  <a:cubicBezTo>
                    <a:pt x="451" y="15"/>
                    <a:pt x="451" y="15"/>
                    <a:pt x="451" y="15"/>
                  </a:cubicBezTo>
                  <a:cubicBezTo>
                    <a:pt x="456" y="15"/>
                    <a:pt x="466" y="16"/>
                    <a:pt x="471" y="21"/>
                  </a:cubicBezTo>
                  <a:cubicBezTo>
                    <a:pt x="472" y="22"/>
                    <a:pt x="472" y="24"/>
                    <a:pt x="473" y="25"/>
                  </a:cubicBezTo>
                  <a:cubicBezTo>
                    <a:pt x="473" y="26"/>
                    <a:pt x="474" y="26"/>
                    <a:pt x="475" y="26"/>
                  </a:cubicBezTo>
                  <a:cubicBezTo>
                    <a:pt x="477" y="27"/>
                    <a:pt x="479" y="27"/>
                    <a:pt x="481" y="28"/>
                  </a:cubicBezTo>
                  <a:cubicBezTo>
                    <a:pt x="482" y="29"/>
                    <a:pt x="483" y="30"/>
                    <a:pt x="485" y="30"/>
                  </a:cubicBezTo>
                  <a:cubicBezTo>
                    <a:pt x="485" y="31"/>
                    <a:pt x="486" y="32"/>
                    <a:pt x="487" y="32"/>
                  </a:cubicBezTo>
                  <a:cubicBezTo>
                    <a:pt x="489" y="33"/>
                    <a:pt x="491" y="35"/>
                    <a:pt x="492" y="36"/>
                  </a:cubicBezTo>
                  <a:cubicBezTo>
                    <a:pt x="493" y="37"/>
                    <a:pt x="494" y="38"/>
                    <a:pt x="496" y="38"/>
                  </a:cubicBezTo>
                  <a:cubicBezTo>
                    <a:pt x="500" y="41"/>
                    <a:pt x="501" y="43"/>
                    <a:pt x="503" y="45"/>
                  </a:cubicBezTo>
                  <a:cubicBezTo>
                    <a:pt x="504" y="46"/>
                    <a:pt x="504" y="46"/>
                    <a:pt x="504" y="46"/>
                  </a:cubicBezTo>
                  <a:cubicBezTo>
                    <a:pt x="505" y="47"/>
                    <a:pt x="505" y="48"/>
                    <a:pt x="505" y="48"/>
                  </a:cubicBezTo>
                  <a:cubicBezTo>
                    <a:pt x="507" y="51"/>
                    <a:pt x="508" y="52"/>
                    <a:pt x="508" y="56"/>
                  </a:cubicBezTo>
                  <a:cubicBezTo>
                    <a:pt x="508" y="57"/>
                    <a:pt x="508" y="57"/>
                    <a:pt x="510" y="59"/>
                  </a:cubicBezTo>
                  <a:cubicBezTo>
                    <a:pt x="511" y="60"/>
                    <a:pt x="511" y="60"/>
                    <a:pt x="511" y="60"/>
                  </a:cubicBezTo>
                  <a:cubicBezTo>
                    <a:pt x="511" y="60"/>
                    <a:pt x="512" y="61"/>
                    <a:pt x="512" y="61"/>
                  </a:cubicBezTo>
                  <a:cubicBezTo>
                    <a:pt x="513" y="62"/>
                    <a:pt x="513" y="62"/>
                    <a:pt x="514" y="63"/>
                  </a:cubicBezTo>
                  <a:cubicBezTo>
                    <a:pt x="515" y="62"/>
                    <a:pt x="517" y="62"/>
                    <a:pt x="518" y="62"/>
                  </a:cubicBezTo>
                  <a:cubicBezTo>
                    <a:pt x="520" y="62"/>
                    <a:pt x="521" y="62"/>
                    <a:pt x="522" y="62"/>
                  </a:cubicBezTo>
                  <a:cubicBezTo>
                    <a:pt x="523" y="62"/>
                    <a:pt x="523" y="62"/>
                    <a:pt x="524" y="61"/>
                  </a:cubicBezTo>
                  <a:cubicBezTo>
                    <a:pt x="525" y="61"/>
                    <a:pt x="526" y="60"/>
                    <a:pt x="528" y="60"/>
                  </a:cubicBezTo>
                  <a:cubicBezTo>
                    <a:pt x="528" y="60"/>
                    <a:pt x="529" y="60"/>
                    <a:pt x="530" y="60"/>
                  </a:cubicBezTo>
                  <a:cubicBezTo>
                    <a:pt x="535" y="60"/>
                    <a:pt x="542" y="63"/>
                    <a:pt x="545" y="65"/>
                  </a:cubicBezTo>
                  <a:cubicBezTo>
                    <a:pt x="546" y="66"/>
                    <a:pt x="547" y="67"/>
                    <a:pt x="548" y="68"/>
                  </a:cubicBezTo>
                  <a:cubicBezTo>
                    <a:pt x="549" y="69"/>
                    <a:pt x="549" y="69"/>
                    <a:pt x="550" y="70"/>
                  </a:cubicBezTo>
                  <a:cubicBezTo>
                    <a:pt x="551" y="69"/>
                    <a:pt x="554" y="68"/>
                    <a:pt x="559" y="70"/>
                  </a:cubicBezTo>
                  <a:cubicBezTo>
                    <a:pt x="562" y="71"/>
                    <a:pt x="565" y="72"/>
                    <a:pt x="568" y="73"/>
                  </a:cubicBezTo>
                  <a:cubicBezTo>
                    <a:pt x="571" y="77"/>
                    <a:pt x="571" y="77"/>
                    <a:pt x="571" y="77"/>
                  </a:cubicBezTo>
                  <a:cubicBezTo>
                    <a:pt x="569" y="73"/>
                    <a:pt x="569" y="73"/>
                    <a:pt x="569" y="73"/>
                  </a:cubicBezTo>
                  <a:cubicBezTo>
                    <a:pt x="571" y="72"/>
                    <a:pt x="571" y="72"/>
                    <a:pt x="572" y="71"/>
                  </a:cubicBezTo>
                  <a:cubicBezTo>
                    <a:pt x="575" y="70"/>
                    <a:pt x="579" y="69"/>
                    <a:pt x="583" y="70"/>
                  </a:cubicBezTo>
                  <a:cubicBezTo>
                    <a:pt x="585" y="71"/>
                    <a:pt x="586" y="72"/>
                    <a:pt x="588" y="72"/>
                  </a:cubicBezTo>
                  <a:cubicBezTo>
                    <a:pt x="589" y="73"/>
                    <a:pt x="590" y="73"/>
                    <a:pt x="591" y="74"/>
                  </a:cubicBezTo>
                  <a:cubicBezTo>
                    <a:pt x="592" y="74"/>
                    <a:pt x="593" y="74"/>
                    <a:pt x="594" y="74"/>
                  </a:cubicBezTo>
                  <a:cubicBezTo>
                    <a:pt x="595" y="73"/>
                    <a:pt x="596" y="73"/>
                    <a:pt x="597" y="73"/>
                  </a:cubicBezTo>
                  <a:cubicBezTo>
                    <a:pt x="599" y="74"/>
                    <a:pt x="601" y="74"/>
                    <a:pt x="603" y="75"/>
                  </a:cubicBezTo>
                  <a:cubicBezTo>
                    <a:pt x="604" y="75"/>
                    <a:pt x="604" y="75"/>
                    <a:pt x="604" y="75"/>
                  </a:cubicBezTo>
                  <a:cubicBezTo>
                    <a:pt x="607" y="76"/>
                    <a:pt x="608" y="77"/>
                    <a:pt x="610" y="78"/>
                  </a:cubicBezTo>
                  <a:cubicBezTo>
                    <a:pt x="611" y="79"/>
                    <a:pt x="612" y="79"/>
                    <a:pt x="612" y="79"/>
                  </a:cubicBezTo>
                  <a:cubicBezTo>
                    <a:pt x="615" y="80"/>
                    <a:pt x="617" y="81"/>
                    <a:pt x="619" y="81"/>
                  </a:cubicBezTo>
                  <a:cubicBezTo>
                    <a:pt x="621" y="81"/>
                    <a:pt x="623" y="80"/>
                    <a:pt x="625" y="79"/>
                  </a:cubicBezTo>
                  <a:cubicBezTo>
                    <a:pt x="626" y="78"/>
                    <a:pt x="627" y="77"/>
                    <a:pt x="627" y="77"/>
                  </a:cubicBezTo>
                  <a:cubicBezTo>
                    <a:pt x="627" y="76"/>
                    <a:pt x="627" y="76"/>
                    <a:pt x="627" y="76"/>
                  </a:cubicBezTo>
                  <a:cubicBezTo>
                    <a:pt x="627" y="74"/>
                    <a:pt x="627" y="72"/>
                    <a:pt x="629" y="70"/>
                  </a:cubicBezTo>
                  <a:cubicBezTo>
                    <a:pt x="629" y="70"/>
                    <a:pt x="630" y="69"/>
                    <a:pt x="630" y="69"/>
                  </a:cubicBezTo>
                  <a:cubicBezTo>
                    <a:pt x="627" y="62"/>
                    <a:pt x="631" y="59"/>
                    <a:pt x="634" y="58"/>
                  </a:cubicBezTo>
                  <a:cubicBezTo>
                    <a:pt x="634" y="58"/>
                    <a:pt x="636" y="57"/>
                    <a:pt x="637" y="58"/>
                  </a:cubicBezTo>
                  <a:cubicBezTo>
                    <a:pt x="637" y="57"/>
                    <a:pt x="637" y="57"/>
                    <a:pt x="637" y="57"/>
                  </a:cubicBezTo>
                  <a:cubicBezTo>
                    <a:pt x="637" y="56"/>
                    <a:pt x="637" y="55"/>
                    <a:pt x="638" y="55"/>
                  </a:cubicBezTo>
                  <a:cubicBezTo>
                    <a:pt x="638" y="51"/>
                    <a:pt x="639" y="47"/>
                    <a:pt x="642" y="44"/>
                  </a:cubicBezTo>
                  <a:cubicBezTo>
                    <a:pt x="643" y="43"/>
                    <a:pt x="645" y="43"/>
                    <a:pt x="647" y="43"/>
                  </a:cubicBezTo>
                  <a:cubicBezTo>
                    <a:pt x="647" y="43"/>
                    <a:pt x="647" y="43"/>
                    <a:pt x="647" y="43"/>
                  </a:cubicBezTo>
                  <a:cubicBezTo>
                    <a:pt x="648" y="36"/>
                    <a:pt x="652" y="36"/>
                    <a:pt x="654" y="36"/>
                  </a:cubicBezTo>
                  <a:cubicBezTo>
                    <a:pt x="655" y="36"/>
                    <a:pt x="656" y="36"/>
                    <a:pt x="657" y="36"/>
                  </a:cubicBezTo>
                  <a:cubicBezTo>
                    <a:pt x="661" y="37"/>
                    <a:pt x="662" y="40"/>
                    <a:pt x="663" y="41"/>
                  </a:cubicBezTo>
                  <a:cubicBezTo>
                    <a:pt x="663" y="42"/>
                    <a:pt x="664" y="42"/>
                    <a:pt x="664" y="43"/>
                  </a:cubicBezTo>
                  <a:cubicBezTo>
                    <a:pt x="665" y="43"/>
                    <a:pt x="665" y="43"/>
                    <a:pt x="666" y="43"/>
                  </a:cubicBezTo>
                  <a:cubicBezTo>
                    <a:pt x="669" y="42"/>
                    <a:pt x="671" y="43"/>
                    <a:pt x="673" y="44"/>
                  </a:cubicBezTo>
                  <a:cubicBezTo>
                    <a:pt x="675" y="45"/>
                    <a:pt x="676" y="47"/>
                    <a:pt x="677" y="48"/>
                  </a:cubicBezTo>
                  <a:cubicBezTo>
                    <a:pt x="677" y="48"/>
                    <a:pt x="678" y="49"/>
                    <a:pt x="678" y="49"/>
                  </a:cubicBezTo>
                  <a:cubicBezTo>
                    <a:pt x="679" y="50"/>
                    <a:pt x="680" y="50"/>
                    <a:pt x="681" y="51"/>
                  </a:cubicBezTo>
                  <a:cubicBezTo>
                    <a:pt x="681" y="50"/>
                    <a:pt x="681" y="49"/>
                    <a:pt x="682" y="49"/>
                  </a:cubicBezTo>
                  <a:cubicBezTo>
                    <a:pt x="683" y="47"/>
                    <a:pt x="685" y="47"/>
                    <a:pt x="686" y="46"/>
                  </a:cubicBezTo>
                  <a:cubicBezTo>
                    <a:pt x="687" y="46"/>
                    <a:pt x="687" y="46"/>
                    <a:pt x="687" y="46"/>
                  </a:cubicBezTo>
                  <a:cubicBezTo>
                    <a:pt x="691" y="43"/>
                    <a:pt x="695" y="41"/>
                    <a:pt x="699" y="40"/>
                  </a:cubicBezTo>
                  <a:cubicBezTo>
                    <a:pt x="701" y="39"/>
                    <a:pt x="701" y="39"/>
                    <a:pt x="701" y="39"/>
                  </a:cubicBezTo>
                  <a:cubicBezTo>
                    <a:pt x="703" y="38"/>
                    <a:pt x="706" y="37"/>
                    <a:pt x="709" y="36"/>
                  </a:cubicBezTo>
                  <a:cubicBezTo>
                    <a:pt x="709" y="36"/>
                    <a:pt x="710" y="36"/>
                    <a:pt x="712" y="36"/>
                  </a:cubicBezTo>
                  <a:cubicBezTo>
                    <a:pt x="712" y="36"/>
                    <a:pt x="712" y="35"/>
                    <a:pt x="712" y="35"/>
                  </a:cubicBezTo>
                  <a:cubicBezTo>
                    <a:pt x="714" y="34"/>
                    <a:pt x="716" y="33"/>
                    <a:pt x="718" y="33"/>
                  </a:cubicBezTo>
                  <a:cubicBezTo>
                    <a:pt x="718" y="33"/>
                    <a:pt x="718" y="33"/>
                    <a:pt x="718" y="33"/>
                  </a:cubicBezTo>
                  <a:cubicBezTo>
                    <a:pt x="719" y="32"/>
                    <a:pt x="721" y="31"/>
                    <a:pt x="723" y="31"/>
                  </a:cubicBezTo>
                  <a:cubicBezTo>
                    <a:pt x="724" y="30"/>
                    <a:pt x="726" y="30"/>
                    <a:pt x="726" y="31"/>
                  </a:cubicBezTo>
                  <a:cubicBezTo>
                    <a:pt x="727" y="30"/>
                    <a:pt x="728" y="30"/>
                    <a:pt x="729" y="29"/>
                  </a:cubicBezTo>
                  <a:cubicBezTo>
                    <a:pt x="730" y="29"/>
                    <a:pt x="731" y="29"/>
                    <a:pt x="733" y="28"/>
                  </a:cubicBezTo>
                  <a:cubicBezTo>
                    <a:pt x="733" y="28"/>
                    <a:pt x="733" y="28"/>
                    <a:pt x="733" y="28"/>
                  </a:cubicBezTo>
                  <a:cubicBezTo>
                    <a:pt x="733" y="28"/>
                    <a:pt x="734" y="26"/>
                    <a:pt x="736" y="25"/>
                  </a:cubicBezTo>
                  <a:cubicBezTo>
                    <a:pt x="736" y="25"/>
                    <a:pt x="737" y="25"/>
                    <a:pt x="737" y="25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8" y="18"/>
                    <a:pt x="742" y="17"/>
                    <a:pt x="745" y="18"/>
                  </a:cubicBezTo>
                  <a:cubicBezTo>
                    <a:pt x="747" y="18"/>
                    <a:pt x="748" y="18"/>
                    <a:pt x="750" y="19"/>
                  </a:cubicBezTo>
                  <a:cubicBezTo>
                    <a:pt x="753" y="20"/>
                    <a:pt x="755" y="22"/>
                    <a:pt x="756" y="23"/>
                  </a:cubicBezTo>
                  <a:cubicBezTo>
                    <a:pt x="757" y="23"/>
                    <a:pt x="758" y="24"/>
                    <a:pt x="759" y="25"/>
                  </a:cubicBezTo>
                  <a:cubicBezTo>
                    <a:pt x="759" y="25"/>
                    <a:pt x="759" y="25"/>
                    <a:pt x="759" y="25"/>
                  </a:cubicBezTo>
                  <a:cubicBezTo>
                    <a:pt x="760" y="25"/>
                    <a:pt x="760" y="26"/>
                    <a:pt x="760" y="27"/>
                  </a:cubicBezTo>
                  <a:cubicBezTo>
                    <a:pt x="762" y="28"/>
                    <a:pt x="763" y="29"/>
                    <a:pt x="763" y="29"/>
                  </a:cubicBezTo>
                  <a:cubicBezTo>
                    <a:pt x="764" y="30"/>
                    <a:pt x="764" y="30"/>
                    <a:pt x="764" y="30"/>
                  </a:cubicBezTo>
                  <a:cubicBezTo>
                    <a:pt x="764" y="30"/>
                    <a:pt x="765" y="30"/>
                    <a:pt x="765" y="30"/>
                  </a:cubicBezTo>
                  <a:cubicBezTo>
                    <a:pt x="767" y="29"/>
                    <a:pt x="769" y="29"/>
                    <a:pt x="771" y="28"/>
                  </a:cubicBezTo>
                  <a:cubicBezTo>
                    <a:pt x="774" y="27"/>
                    <a:pt x="774" y="27"/>
                    <a:pt x="774" y="27"/>
                  </a:cubicBezTo>
                  <a:cubicBezTo>
                    <a:pt x="777" y="26"/>
                    <a:pt x="780" y="26"/>
                    <a:pt x="781" y="27"/>
                  </a:cubicBezTo>
                  <a:cubicBezTo>
                    <a:pt x="782" y="27"/>
                    <a:pt x="782" y="27"/>
                    <a:pt x="782" y="27"/>
                  </a:cubicBezTo>
                  <a:cubicBezTo>
                    <a:pt x="783" y="26"/>
                    <a:pt x="784" y="25"/>
                    <a:pt x="786" y="25"/>
                  </a:cubicBezTo>
                  <a:cubicBezTo>
                    <a:pt x="787" y="24"/>
                    <a:pt x="788" y="24"/>
                    <a:pt x="789" y="24"/>
                  </a:cubicBezTo>
                  <a:cubicBezTo>
                    <a:pt x="791" y="24"/>
                    <a:pt x="791" y="24"/>
                    <a:pt x="791" y="24"/>
                  </a:cubicBezTo>
                  <a:cubicBezTo>
                    <a:pt x="792" y="24"/>
                    <a:pt x="792" y="24"/>
                    <a:pt x="793" y="24"/>
                  </a:cubicBezTo>
                  <a:cubicBezTo>
                    <a:pt x="793" y="24"/>
                    <a:pt x="795" y="24"/>
                    <a:pt x="795" y="23"/>
                  </a:cubicBezTo>
                  <a:cubicBezTo>
                    <a:pt x="795" y="24"/>
                    <a:pt x="795" y="23"/>
                    <a:pt x="795" y="22"/>
                  </a:cubicBezTo>
                  <a:cubicBezTo>
                    <a:pt x="795" y="22"/>
                    <a:pt x="795" y="22"/>
                    <a:pt x="795" y="22"/>
                  </a:cubicBezTo>
                  <a:cubicBezTo>
                    <a:pt x="795" y="21"/>
                    <a:pt x="795" y="21"/>
                    <a:pt x="795" y="20"/>
                  </a:cubicBezTo>
                  <a:cubicBezTo>
                    <a:pt x="794" y="17"/>
                    <a:pt x="795" y="13"/>
                    <a:pt x="796" y="11"/>
                  </a:cubicBezTo>
                  <a:cubicBezTo>
                    <a:pt x="799" y="6"/>
                    <a:pt x="802" y="4"/>
                    <a:pt x="808" y="2"/>
                  </a:cubicBezTo>
                  <a:cubicBezTo>
                    <a:pt x="808" y="2"/>
                    <a:pt x="808" y="2"/>
                    <a:pt x="809" y="2"/>
                  </a:cubicBezTo>
                  <a:cubicBezTo>
                    <a:pt x="810" y="1"/>
                    <a:pt x="811" y="0"/>
                    <a:pt x="813" y="0"/>
                  </a:cubicBezTo>
                  <a:cubicBezTo>
                    <a:pt x="813" y="0"/>
                    <a:pt x="813" y="0"/>
                    <a:pt x="813" y="0"/>
                  </a:cubicBezTo>
                  <a:cubicBezTo>
                    <a:pt x="817" y="0"/>
                    <a:pt x="819" y="4"/>
                    <a:pt x="820" y="5"/>
                  </a:cubicBezTo>
                  <a:cubicBezTo>
                    <a:pt x="822" y="6"/>
                    <a:pt x="824" y="6"/>
                    <a:pt x="826" y="7"/>
                  </a:cubicBezTo>
                  <a:cubicBezTo>
                    <a:pt x="826" y="7"/>
                    <a:pt x="826" y="8"/>
                    <a:pt x="826" y="8"/>
                  </a:cubicBezTo>
                  <a:cubicBezTo>
                    <a:pt x="826" y="8"/>
                    <a:pt x="827" y="8"/>
                    <a:pt x="827" y="8"/>
                  </a:cubicBezTo>
                  <a:cubicBezTo>
                    <a:pt x="830" y="8"/>
                    <a:pt x="831" y="10"/>
                    <a:pt x="832" y="11"/>
                  </a:cubicBezTo>
                  <a:cubicBezTo>
                    <a:pt x="833" y="11"/>
                    <a:pt x="834" y="11"/>
                    <a:pt x="835" y="11"/>
                  </a:cubicBezTo>
                  <a:cubicBezTo>
                    <a:pt x="836" y="11"/>
                    <a:pt x="836" y="11"/>
                    <a:pt x="836" y="11"/>
                  </a:cubicBezTo>
                  <a:cubicBezTo>
                    <a:pt x="837" y="11"/>
                    <a:pt x="838" y="11"/>
                    <a:pt x="839" y="11"/>
                  </a:cubicBezTo>
                  <a:cubicBezTo>
                    <a:pt x="839" y="11"/>
                    <a:pt x="841" y="11"/>
                    <a:pt x="841" y="11"/>
                  </a:cubicBezTo>
                  <a:cubicBezTo>
                    <a:pt x="841" y="11"/>
                    <a:pt x="842" y="11"/>
                    <a:pt x="843" y="12"/>
                  </a:cubicBezTo>
                  <a:cubicBezTo>
                    <a:pt x="843" y="11"/>
                    <a:pt x="843" y="11"/>
                    <a:pt x="843" y="11"/>
                  </a:cubicBezTo>
                  <a:cubicBezTo>
                    <a:pt x="845" y="10"/>
                    <a:pt x="847" y="9"/>
                    <a:pt x="849" y="9"/>
                  </a:cubicBezTo>
                  <a:cubicBezTo>
                    <a:pt x="852" y="9"/>
                    <a:pt x="854" y="10"/>
                    <a:pt x="855" y="11"/>
                  </a:cubicBezTo>
                  <a:cubicBezTo>
                    <a:pt x="856" y="11"/>
                    <a:pt x="856" y="12"/>
                    <a:pt x="857" y="13"/>
                  </a:cubicBezTo>
                  <a:cubicBezTo>
                    <a:pt x="859" y="15"/>
                    <a:pt x="859" y="15"/>
                    <a:pt x="859" y="15"/>
                  </a:cubicBezTo>
                  <a:cubicBezTo>
                    <a:pt x="860" y="15"/>
                    <a:pt x="860" y="16"/>
                    <a:pt x="860" y="16"/>
                  </a:cubicBezTo>
                  <a:cubicBezTo>
                    <a:pt x="860" y="16"/>
                    <a:pt x="861" y="16"/>
                    <a:pt x="861" y="16"/>
                  </a:cubicBezTo>
                  <a:cubicBezTo>
                    <a:pt x="864" y="16"/>
                    <a:pt x="867" y="16"/>
                    <a:pt x="870" y="19"/>
                  </a:cubicBezTo>
                  <a:cubicBezTo>
                    <a:pt x="871" y="20"/>
                    <a:pt x="871" y="20"/>
                    <a:pt x="871" y="21"/>
                  </a:cubicBezTo>
                  <a:cubicBezTo>
                    <a:pt x="872" y="21"/>
                    <a:pt x="872" y="21"/>
                    <a:pt x="872" y="22"/>
                  </a:cubicBezTo>
                  <a:cubicBezTo>
                    <a:pt x="872" y="21"/>
                    <a:pt x="872" y="21"/>
                    <a:pt x="873" y="21"/>
                  </a:cubicBezTo>
                  <a:cubicBezTo>
                    <a:pt x="875" y="21"/>
                    <a:pt x="875" y="21"/>
                    <a:pt x="875" y="21"/>
                  </a:cubicBezTo>
                  <a:cubicBezTo>
                    <a:pt x="877" y="20"/>
                    <a:pt x="879" y="20"/>
                    <a:pt x="881" y="19"/>
                  </a:cubicBezTo>
                  <a:cubicBezTo>
                    <a:pt x="886" y="19"/>
                    <a:pt x="888" y="20"/>
                    <a:pt x="890" y="21"/>
                  </a:cubicBezTo>
                  <a:cubicBezTo>
                    <a:pt x="890" y="22"/>
                    <a:pt x="891" y="22"/>
                    <a:pt x="891" y="22"/>
                  </a:cubicBezTo>
                  <a:cubicBezTo>
                    <a:pt x="892" y="22"/>
                    <a:pt x="892" y="21"/>
                    <a:pt x="893" y="20"/>
                  </a:cubicBezTo>
                  <a:cubicBezTo>
                    <a:pt x="894" y="18"/>
                    <a:pt x="896" y="16"/>
                    <a:pt x="898" y="15"/>
                  </a:cubicBezTo>
                  <a:cubicBezTo>
                    <a:pt x="901" y="13"/>
                    <a:pt x="904" y="12"/>
                    <a:pt x="907" y="12"/>
                  </a:cubicBezTo>
                  <a:cubicBezTo>
                    <a:pt x="912" y="12"/>
                    <a:pt x="915" y="14"/>
                    <a:pt x="920" y="16"/>
                  </a:cubicBezTo>
                  <a:cubicBezTo>
                    <a:pt x="921" y="17"/>
                    <a:pt x="921" y="17"/>
                    <a:pt x="921" y="17"/>
                  </a:cubicBezTo>
                  <a:cubicBezTo>
                    <a:pt x="922" y="17"/>
                    <a:pt x="922" y="17"/>
                    <a:pt x="923" y="17"/>
                  </a:cubicBezTo>
                  <a:cubicBezTo>
                    <a:pt x="927" y="19"/>
                    <a:pt x="930" y="20"/>
                    <a:pt x="931" y="23"/>
                  </a:cubicBezTo>
                  <a:cubicBezTo>
                    <a:pt x="932" y="25"/>
                    <a:pt x="932" y="25"/>
                    <a:pt x="933" y="26"/>
                  </a:cubicBezTo>
                  <a:cubicBezTo>
                    <a:pt x="934" y="26"/>
                    <a:pt x="934" y="26"/>
                    <a:pt x="934" y="26"/>
                  </a:cubicBezTo>
                  <a:cubicBezTo>
                    <a:pt x="936" y="28"/>
                    <a:pt x="937" y="30"/>
                    <a:pt x="937" y="31"/>
                  </a:cubicBezTo>
                  <a:cubicBezTo>
                    <a:pt x="937" y="31"/>
                    <a:pt x="938" y="31"/>
                    <a:pt x="939" y="31"/>
                  </a:cubicBezTo>
                  <a:cubicBezTo>
                    <a:pt x="941" y="31"/>
                    <a:pt x="944" y="31"/>
                    <a:pt x="946" y="34"/>
                  </a:cubicBezTo>
                  <a:cubicBezTo>
                    <a:pt x="947" y="35"/>
                    <a:pt x="948" y="37"/>
                    <a:pt x="948" y="38"/>
                  </a:cubicBezTo>
                  <a:cubicBezTo>
                    <a:pt x="949" y="38"/>
                    <a:pt x="950" y="38"/>
                    <a:pt x="951" y="39"/>
                  </a:cubicBezTo>
                  <a:cubicBezTo>
                    <a:pt x="955" y="43"/>
                    <a:pt x="954" y="47"/>
                    <a:pt x="953" y="49"/>
                  </a:cubicBezTo>
                  <a:cubicBezTo>
                    <a:pt x="953" y="49"/>
                    <a:pt x="953" y="50"/>
                    <a:pt x="953" y="50"/>
                  </a:cubicBezTo>
                  <a:cubicBezTo>
                    <a:pt x="953" y="52"/>
                    <a:pt x="954" y="53"/>
                    <a:pt x="956" y="53"/>
                  </a:cubicBezTo>
                  <a:cubicBezTo>
                    <a:pt x="956" y="53"/>
                    <a:pt x="957" y="53"/>
                    <a:pt x="957" y="53"/>
                  </a:cubicBezTo>
                  <a:cubicBezTo>
                    <a:pt x="958" y="53"/>
                    <a:pt x="959" y="53"/>
                    <a:pt x="961" y="53"/>
                  </a:cubicBezTo>
                  <a:cubicBezTo>
                    <a:pt x="961" y="53"/>
                    <a:pt x="962" y="53"/>
                    <a:pt x="962" y="53"/>
                  </a:cubicBezTo>
                  <a:cubicBezTo>
                    <a:pt x="964" y="53"/>
                    <a:pt x="966" y="54"/>
                    <a:pt x="968" y="56"/>
                  </a:cubicBezTo>
                  <a:cubicBezTo>
                    <a:pt x="969" y="58"/>
                    <a:pt x="969" y="60"/>
                    <a:pt x="968" y="60"/>
                  </a:cubicBezTo>
                  <a:cubicBezTo>
                    <a:pt x="968" y="61"/>
                    <a:pt x="969" y="61"/>
                    <a:pt x="969" y="61"/>
                  </a:cubicBezTo>
                  <a:cubicBezTo>
                    <a:pt x="970" y="61"/>
                    <a:pt x="971" y="61"/>
                    <a:pt x="972" y="61"/>
                  </a:cubicBezTo>
                  <a:cubicBezTo>
                    <a:pt x="973" y="62"/>
                    <a:pt x="975" y="63"/>
                    <a:pt x="975" y="65"/>
                  </a:cubicBezTo>
                  <a:cubicBezTo>
                    <a:pt x="975" y="65"/>
                    <a:pt x="976" y="66"/>
                    <a:pt x="976" y="66"/>
                  </a:cubicBezTo>
                  <a:cubicBezTo>
                    <a:pt x="977" y="66"/>
                    <a:pt x="977" y="66"/>
                    <a:pt x="977" y="66"/>
                  </a:cubicBezTo>
                  <a:cubicBezTo>
                    <a:pt x="977" y="67"/>
                    <a:pt x="977" y="67"/>
                    <a:pt x="977" y="67"/>
                  </a:cubicBezTo>
                  <a:cubicBezTo>
                    <a:pt x="978" y="66"/>
                    <a:pt x="980" y="66"/>
                    <a:pt x="981" y="66"/>
                  </a:cubicBezTo>
                  <a:cubicBezTo>
                    <a:pt x="984" y="67"/>
                    <a:pt x="986" y="68"/>
                    <a:pt x="987" y="69"/>
                  </a:cubicBezTo>
                  <a:cubicBezTo>
                    <a:pt x="987" y="70"/>
                    <a:pt x="987" y="70"/>
                    <a:pt x="987" y="70"/>
                  </a:cubicBezTo>
                  <a:cubicBezTo>
                    <a:pt x="988" y="69"/>
                    <a:pt x="988" y="68"/>
                    <a:pt x="989" y="67"/>
                  </a:cubicBezTo>
                  <a:cubicBezTo>
                    <a:pt x="991" y="65"/>
                    <a:pt x="993" y="65"/>
                    <a:pt x="994" y="65"/>
                  </a:cubicBezTo>
                  <a:cubicBezTo>
                    <a:pt x="995" y="64"/>
                    <a:pt x="995" y="64"/>
                    <a:pt x="996" y="63"/>
                  </a:cubicBezTo>
                  <a:cubicBezTo>
                    <a:pt x="998" y="62"/>
                    <a:pt x="998" y="62"/>
                    <a:pt x="999" y="62"/>
                  </a:cubicBezTo>
                  <a:cubicBezTo>
                    <a:pt x="999" y="61"/>
                    <a:pt x="1000" y="61"/>
                    <a:pt x="1000" y="60"/>
                  </a:cubicBezTo>
                  <a:cubicBezTo>
                    <a:pt x="1000" y="59"/>
                    <a:pt x="1001" y="57"/>
                    <a:pt x="1003" y="55"/>
                  </a:cubicBezTo>
                  <a:cubicBezTo>
                    <a:pt x="1005" y="54"/>
                    <a:pt x="1006" y="53"/>
                    <a:pt x="1008" y="53"/>
                  </a:cubicBezTo>
                  <a:cubicBezTo>
                    <a:pt x="1011" y="53"/>
                    <a:pt x="1013" y="55"/>
                    <a:pt x="1014" y="58"/>
                  </a:cubicBezTo>
                  <a:cubicBezTo>
                    <a:pt x="1014" y="58"/>
                    <a:pt x="1017" y="58"/>
                    <a:pt x="1019" y="58"/>
                  </a:cubicBezTo>
                  <a:cubicBezTo>
                    <a:pt x="1020" y="58"/>
                    <a:pt x="1021" y="58"/>
                    <a:pt x="1022" y="58"/>
                  </a:cubicBezTo>
                  <a:cubicBezTo>
                    <a:pt x="1025" y="58"/>
                    <a:pt x="1027" y="59"/>
                    <a:pt x="1028" y="60"/>
                  </a:cubicBezTo>
                  <a:cubicBezTo>
                    <a:pt x="1028" y="60"/>
                    <a:pt x="1029" y="60"/>
                    <a:pt x="1029" y="61"/>
                  </a:cubicBezTo>
                  <a:cubicBezTo>
                    <a:pt x="1031" y="62"/>
                    <a:pt x="1033" y="63"/>
                    <a:pt x="1036" y="65"/>
                  </a:cubicBezTo>
                  <a:cubicBezTo>
                    <a:pt x="1037" y="65"/>
                    <a:pt x="1038" y="64"/>
                    <a:pt x="1039" y="64"/>
                  </a:cubicBezTo>
                  <a:cubicBezTo>
                    <a:pt x="1039" y="64"/>
                    <a:pt x="1039" y="64"/>
                    <a:pt x="1039" y="64"/>
                  </a:cubicBezTo>
                  <a:cubicBezTo>
                    <a:pt x="1039" y="63"/>
                    <a:pt x="1040" y="62"/>
                    <a:pt x="1041" y="61"/>
                  </a:cubicBezTo>
                  <a:cubicBezTo>
                    <a:pt x="1042" y="60"/>
                    <a:pt x="1043" y="59"/>
                    <a:pt x="1044" y="58"/>
                  </a:cubicBezTo>
                  <a:cubicBezTo>
                    <a:pt x="1044" y="58"/>
                    <a:pt x="1045" y="57"/>
                    <a:pt x="1045" y="57"/>
                  </a:cubicBezTo>
                  <a:cubicBezTo>
                    <a:pt x="1045" y="56"/>
                    <a:pt x="1046" y="55"/>
                    <a:pt x="1046" y="55"/>
                  </a:cubicBezTo>
                  <a:cubicBezTo>
                    <a:pt x="1046" y="52"/>
                    <a:pt x="1046" y="50"/>
                    <a:pt x="1047" y="49"/>
                  </a:cubicBezTo>
                  <a:cubicBezTo>
                    <a:pt x="1049" y="46"/>
                    <a:pt x="1050" y="45"/>
                    <a:pt x="1052" y="45"/>
                  </a:cubicBezTo>
                  <a:cubicBezTo>
                    <a:pt x="1053" y="45"/>
                    <a:pt x="1053" y="45"/>
                    <a:pt x="1053" y="45"/>
                  </a:cubicBezTo>
                  <a:cubicBezTo>
                    <a:pt x="1055" y="45"/>
                    <a:pt x="1058" y="47"/>
                    <a:pt x="1059" y="47"/>
                  </a:cubicBezTo>
                  <a:cubicBezTo>
                    <a:pt x="1061" y="47"/>
                    <a:pt x="1062" y="47"/>
                    <a:pt x="1063" y="48"/>
                  </a:cubicBezTo>
                  <a:cubicBezTo>
                    <a:pt x="1065" y="48"/>
                    <a:pt x="1068" y="50"/>
                    <a:pt x="1068" y="50"/>
                  </a:cubicBezTo>
                  <a:cubicBezTo>
                    <a:pt x="1069" y="50"/>
                    <a:pt x="1069" y="51"/>
                    <a:pt x="1070" y="51"/>
                  </a:cubicBezTo>
                  <a:cubicBezTo>
                    <a:pt x="1070" y="52"/>
                    <a:pt x="1070" y="52"/>
                    <a:pt x="1071" y="52"/>
                  </a:cubicBezTo>
                  <a:cubicBezTo>
                    <a:pt x="1072" y="52"/>
                    <a:pt x="1075" y="53"/>
                    <a:pt x="1076" y="55"/>
                  </a:cubicBezTo>
                  <a:cubicBezTo>
                    <a:pt x="1077" y="57"/>
                    <a:pt x="1077" y="59"/>
                    <a:pt x="1076" y="60"/>
                  </a:cubicBezTo>
                  <a:cubicBezTo>
                    <a:pt x="1075" y="62"/>
                    <a:pt x="1075" y="66"/>
                    <a:pt x="1076" y="67"/>
                  </a:cubicBezTo>
                  <a:cubicBezTo>
                    <a:pt x="1078" y="67"/>
                    <a:pt x="1081" y="67"/>
                    <a:pt x="1084" y="70"/>
                  </a:cubicBezTo>
                  <a:cubicBezTo>
                    <a:pt x="1085" y="72"/>
                    <a:pt x="1085" y="73"/>
                    <a:pt x="1085" y="74"/>
                  </a:cubicBezTo>
                  <a:cubicBezTo>
                    <a:pt x="1085" y="75"/>
                    <a:pt x="1086" y="75"/>
                    <a:pt x="1086" y="75"/>
                  </a:cubicBezTo>
                  <a:cubicBezTo>
                    <a:pt x="1088" y="77"/>
                    <a:pt x="1089" y="78"/>
                    <a:pt x="1090" y="80"/>
                  </a:cubicBezTo>
                  <a:cubicBezTo>
                    <a:pt x="1091" y="81"/>
                    <a:pt x="1092" y="81"/>
                    <a:pt x="1092" y="82"/>
                  </a:cubicBezTo>
                  <a:cubicBezTo>
                    <a:pt x="1096" y="84"/>
                    <a:pt x="1097" y="86"/>
                    <a:pt x="1099" y="90"/>
                  </a:cubicBezTo>
                  <a:cubicBezTo>
                    <a:pt x="1100" y="91"/>
                    <a:pt x="1100" y="91"/>
                    <a:pt x="1100" y="91"/>
                  </a:cubicBezTo>
                  <a:cubicBezTo>
                    <a:pt x="1102" y="92"/>
                    <a:pt x="1102" y="92"/>
                    <a:pt x="1102" y="92"/>
                  </a:cubicBezTo>
                  <a:cubicBezTo>
                    <a:pt x="1106" y="92"/>
                    <a:pt x="1110" y="95"/>
                    <a:pt x="1112" y="97"/>
                  </a:cubicBezTo>
                  <a:cubicBezTo>
                    <a:pt x="1111" y="96"/>
                    <a:pt x="1112" y="97"/>
                    <a:pt x="1113" y="97"/>
                  </a:cubicBezTo>
                  <a:cubicBezTo>
                    <a:pt x="1114" y="97"/>
                    <a:pt x="1114" y="97"/>
                    <a:pt x="1114" y="97"/>
                  </a:cubicBezTo>
                  <a:cubicBezTo>
                    <a:pt x="1116" y="97"/>
                    <a:pt x="1116" y="97"/>
                    <a:pt x="1117" y="97"/>
                  </a:cubicBezTo>
                  <a:cubicBezTo>
                    <a:pt x="1122" y="99"/>
                    <a:pt x="1123" y="104"/>
                    <a:pt x="1123" y="107"/>
                  </a:cubicBezTo>
                  <a:cubicBezTo>
                    <a:pt x="1123" y="109"/>
                    <a:pt x="1123" y="109"/>
                    <a:pt x="1123" y="109"/>
                  </a:cubicBezTo>
                  <a:cubicBezTo>
                    <a:pt x="1123" y="110"/>
                    <a:pt x="1123" y="111"/>
                    <a:pt x="1123" y="113"/>
                  </a:cubicBezTo>
                  <a:cubicBezTo>
                    <a:pt x="1123" y="113"/>
                    <a:pt x="1123" y="113"/>
                    <a:pt x="1123" y="113"/>
                  </a:cubicBezTo>
                  <a:cubicBezTo>
                    <a:pt x="1124" y="112"/>
                    <a:pt x="1124" y="112"/>
                    <a:pt x="1124" y="112"/>
                  </a:cubicBezTo>
                  <a:cubicBezTo>
                    <a:pt x="1125" y="112"/>
                    <a:pt x="1126" y="112"/>
                    <a:pt x="1126" y="112"/>
                  </a:cubicBezTo>
                  <a:cubicBezTo>
                    <a:pt x="1127" y="112"/>
                    <a:pt x="1127" y="111"/>
                    <a:pt x="1127" y="111"/>
                  </a:cubicBezTo>
                  <a:cubicBezTo>
                    <a:pt x="1128" y="110"/>
                    <a:pt x="1129" y="110"/>
                    <a:pt x="1131" y="110"/>
                  </a:cubicBezTo>
                  <a:cubicBezTo>
                    <a:pt x="1133" y="110"/>
                    <a:pt x="1134" y="111"/>
                    <a:pt x="1135" y="113"/>
                  </a:cubicBezTo>
                  <a:cubicBezTo>
                    <a:pt x="1136" y="114"/>
                    <a:pt x="1137" y="115"/>
                    <a:pt x="1137" y="116"/>
                  </a:cubicBezTo>
                  <a:cubicBezTo>
                    <a:pt x="1137" y="116"/>
                    <a:pt x="1137" y="116"/>
                    <a:pt x="1138" y="116"/>
                  </a:cubicBezTo>
                  <a:cubicBezTo>
                    <a:pt x="1139" y="117"/>
                    <a:pt x="1140" y="118"/>
                    <a:pt x="1140" y="120"/>
                  </a:cubicBezTo>
                  <a:cubicBezTo>
                    <a:pt x="1143" y="120"/>
                    <a:pt x="1144" y="122"/>
                    <a:pt x="1144" y="123"/>
                  </a:cubicBezTo>
                  <a:cubicBezTo>
                    <a:pt x="1147" y="128"/>
                    <a:pt x="1145" y="134"/>
                    <a:pt x="1144" y="136"/>
                  </a:cubicBezTo>
                  <a:cubicBezTo>
                    <a:pt x="1143" y="137"/>
                    <a:pt x="1142" y="138"/>
                    <a:pt x="1141" y="140"/>
                  </a:cubicBezTo>
                  <a:cubicBezTo>
                    <a:pt x="1140" y="141"/>
                    <a:pt x="1139" y="142"/>
                    <a:pt x="1139" y="143"/>
                  </a:cubicBezTo>
                  <a:cubicBezTo>
                    <a:pt x="1139" y="145"/>
                    <a:pt x="1138" y="146"/>
                    <a:pt x="1137" y="148"/>
                  </a:cubicBezTo>
                  <a:cubicBezTo>
                    <a:pt x="1137" y="149"/>
                    <a:pt x="1137" y="151"/>
                    <a:pt x="1136" y="152"/>
                  </a:cubicBezTo>
                  <a:cubicBezTo>
                    <a:pt x="1136" y="152"/>
                    <a:pt x="1136" y="153"/>
                    <a:pt x="1136" y="153"/>
                  </a:cubicBezTo>
                  <a:cubicBezTo>
                    <a:pt x="1136" y="153"/>
                    <a:pt x="1136" y="153"/>
                    <a:pt x="1136" y="153"/>
                  </a:cubicBezTo>
                  <a:cubicBezTo>
                    <a:pt x="1137" y="154"/>
                    <a:pt x="1137" y="154"/>
                    <a:pt x="1137" y="154"/>
                  </a:cubicBezTo>
                  <a:cubicBezTo>
                    <a:pt x="1146" y="162"/>
                    <a:pt x="1141" y="171"/>
                    <a:pt x="1138" y="176"/>
                  </a:cubicBezTo>
                  <a:cubicBezTo>
                    <a:pt x="1136" y="179"/>
                    <a:pt x="1135" y="184"/>
                    <a:pt x="1134" y="189"/>
                  </a:cubicBezTo>
                  <a:cubicBezTo>
                    <a:pt x="1135" y="189"/>
                    <a:pt x="1135" y="189"/>
                    <a:pt x="1136" y="189"/>
                  </a:cubicBezTo>
                  <a:cubicBezTo>
                    <a:pt x="1137" y="190"/>
                    <a:pt x="1138" y="192"/>
                    <a:pt x="1139" y="193"/>
                  </a:cubicBezTo>
                  <a:cubicBezTo>
                    <a:pt x="1141" y="191"/>
                    <a:pt x="1143" y="191"/>
                    <a:pt x="1144" y="191"/>
                  </a:cubicBezTo>
                  <a:cubicBezTo>
                    <a:pt x="1146" y="191"/>
                    <a:pt x="1149" y="192"/>
                    <a:pt x="1152" y="197"/>
                  </a:cubicBezTo>
                  <a:cubicBezTo>
                    <a:pt x="1152" y="197"/>
                    <a:pt x="1153" y="198"/>
                    <a:pt x="1153" y="199"/>
                  </a:cubicBezTo>
                  <a:cubicBezTo>
                    <a:pt x="1154" y="198"/>
                    <a:pt x="1155" y="198"/>
                    <a:pt x="1156" y="198"/>
                  </a:cubicBezTo>
                  <a:cubicBezTo>
                    <a:pt x="1156" y="198"/>
                    <a:pt x="1157" y="198"/>
                    <a:pt x="1157" y="198"/>
                  </a:cubicBezTo>
                  <a:cubicBezTo>
                    <a:pt x="1160" y="199"/>
                    <a:pt x="1162" y="201"/>
                    <a:pt x="1162" y="205"/>
                  </a:cubicBezTo>
                  <a:cubicBezTo>
                    <a:pt x="1162" y="204"/>
                    <a:pt x="1163" y="205"/>
                    <a:pt x="1163" y="205"/>
                  </a:cubicBezTo>
                  <a:cubicBezTo>
                    <a:pt x="1165" y="207"/>
                    <a:pt x="1171" y="211"/>
                    <a:pt x="1167" y="217"/>
                  </a:cubicBezTo>
                  <a:cubicBezTo>
                    <a:pt x="1165" y="221"/>
                    <a:pt x="1162" y="225"/>
                    <a:pt x="1158" y="230"/>
                  </a:cubicBezTo>
                  <a:cubicBezTo>
                    <a:pt x="1153" y="237"/>
                    <a:pt x="1149" y="242"/>
                    <a:pt x="1142" y="248"/>
                  </a:cubicBezTo>
                  <a:cubicBezTo>
                    <a:pt x="1140" y="249"/>
                    <a:pt x="1139" y="250"/>
                    <a:pt x="1137" y="251"/>
                  </a:cubicBezTo>
                  <a:cubicBezTo>
                    <a:pt x="1135" y="253"/>
                    <a:pt x="1132" y="255"/>
                    <a:pt x="1130" y="258"/>
                  </a:cubicBezTo>
                  <a:cubicBezTo>
                    <a:pt x="1128" y="260"/>
                    <a:pt x="1126" y="263"/>
                    <a:pt x="1123" y="266"/>
                  </a:cubicBezTo>
                  <a:cubicBezTo>
                    <a:pt x="1122" y="268"/>
                    <a:pt x="1121" y="270"/>
                    <a:pt x="1119" y="272"/>
                  </a:cubicBezTo>
                  <a:cubicBezTo>
                    <a:pt x="1116" y="275"/>
                    <a:pt x="1114" y="276"/>
                    <a:pt x="1110" y="278"/>
                  </a:cubicBezTo>
                  <a:cubicBezTo>
                    <a:pt x="1109" y="278"/>
                    <a:pt x="1109" y="278"/>
                    <a:pt x="1109" y="278"/>
                  </a:cubicBezTo>
                  <a:cubicBezTo>
                    <a:pt x="1108" y="279"/>
                    <a:pt x="1107" y="280"/>
                    <a:pt x="1106" y="280"/>
                  </a:cubicBezTo>
                  <a:cubicBezTo>
                    <a:pt x="1105" y="280"/>
                    <a:pt x="1104" y="280"/>
                    <a:pt x="1104" y="280"/>
                  </a:cubicBezTo>
                  <a:cubicBezTo>
                    <a:pt x="1103" y="281"/>
                    <a:pt x="1103" y="282"/>
                    <a:pt x="1103" y="284"/>
                  </a:cubicBezTo>
                  <a:cubicBezTo>
                    <a:pt x="1102" y="288"/>
                    <a:pt x="1102" y="292"/>
                    <a:pt x="1097" y="296"/>
                  </a:cubicBezTo>
                  <a:cubicBezTo>
                    <a:pt x="1095" y="297"/>
                    <a:pt x="1092" y="298"/>
                    <a:pt x="1090" y="298"/>
                  </a:cubicBezTo>
                  <a:cubicBezTo>
                    <a:pt x="1087" y="299"/>
                    <a:pt x="1087" y="299"/>
                    <a:pt x="1086" y="300"/>
                  </a:cubicBezTo>
                  <a:cubicBezTo>
                    <a:pt x="1086" y="302"/>
                    <a:pt x="1085" y="308"/>
                    <a:pt x="1086" y="310"/>
                  </a:cubicBezTo>
                  <a:cubicBezTo>
                    <a:pt x="1086" y="311"/>
                    <a:pt x="1086" y="311"/>
                    <a:pt x="1086" y="311"/>
                  </a:cubicBezTo>
                  <a:cubicBezTo>
                    <a:pt x="1087" y="315"/>
                    <a:pt x="1088" y="319"/>
                    <a:pt x="1085" y="323"/>
                  </a:cubicBezTo>
                  <a:cubicBezTo>
                    <a:pt x="1082" y="327"/>
                    <a:pt x="1081" y="329"/>
                    <a:pt x="1080" y="332"/>
                  </a:cubicBezTo>
                  <a:cubicBezTo>
                    <a:pt x="1080" y="334"/>
                    <a:pt x="1080" y="334"/>
                    <a:pt x="1080" y="334"/>
                  </a:cubicBezTo>
                  <a:cubicBezTo>
                    <a:pt x="1079" y="335"/>
                    <a:pt x="1079" y="336"/>
                    <a:pt x="1079" y="337"/>
                  </a:cubicBezTo>
                  <a:cubicBezTo>
                    <a:pt x="1079" y="339"/>
                    <a:pt x="1078" y="340"/>
                    <a:pt x="1078" y="342"/>
                  </a:cubicBezTo>
                  <a:cubicBezTo>
                    <a:pt x="1077" y="343"/>
                    <a:pt x="1075" y="344"/>
                    <a:pt x="1074" y="344"/>
                  </a:cubicBezTo>
                  <a:cubicBezTo>
                    <a:pt x="1073" y="346"/>
                    <a:pt x="1072" y="347"/>
                    <a:pt x="1072" y="348"/>
                  </a:cubicBezTo>
                  <a:cubicBezTo>
                    <a:pt x="1073" y="349"/>
                    <a:pt x="1073" y="351"/>
                    <a:pt x="1073" y="353"/>
                  </a:cubicBezTo>
                  <a:cubicBezTo>
                    <a:pt x="1072" y="356"/>
                    <a:pt x="1071" y="359"/>
                    <a:pt x="1071" y="362"/>
                  </a:cubicBezTo>
                  <a:cubicBezTo>
                    <a:pt x="1069" y="375"/>
                    <a:pt x="1069" y="375"/>
                    <a:pt x="1069" y="375"/>
                  </a:cubicBezTo>
                  <a:cubicBezTo>
                    <a:pt x="1069" y="377"/>
                    <a:pt x="1069" y="378"/>
                    <a:pt x="1069" y="380"/>
                  </a:cubicBezTo>
                  <a:cubicBezTo>
                    <a:pt x="1069" y="381"/>
                    <a:pt x="1069" y="382"/>
                    <a:pt x="1069" y="383"/>
                  </a:cubicBezTo>
                  <a:cubicBezTo>
                    <a:pt x="1070" y="387"/>
                    <a:pt x="1069" y="388"/>
                    <a:pt x="1068" y="390"/>
                  </a:cubicBezTo>
                  <a:cubicBezTo>
                    <a:pt x="1068" y="390"/>
                    <a:pt x="1068" y="390"/>
                    <a:pt x="1068" y="391"/>
                  </a:cubicBezTo>
                  <a:cubicBezTo>
                    <a:pt x="1067" y="392"/>
                    <a:pt x="1067" y="393"/>
                    <a:pt x="1067" y="394"/>
                  </a:cubicBezTo>
                  <a:cubicBezTo>
                    <a:pt x="1067" y="395"/>
                    <a:pt x="1067" y="397"/>
                    <a:pt x="1067" y="398"/>
                  </a:cubicBezTo>
                  <a:cubicBezTo>
                    <a:pt x="1067" y="401"/>
                    <a:pt x="1067" y="403"/>
                    <a:pt x="1066" y="406"/>
                  </a:cubicBezTo>
                  <a:cubicBezTo>
                    <a:pt x="1067" y="406"/>
                    <a:pt x="1067" y="408"/>
                    <a:pt x="1065" y="410"/>
                  </a:cubicBezTo>
                  <a:cubicBezTo>
                    <a:pt x="1065" y="410"/>
                    <a:pt x="1065" y="410"/>
                    <a:pt x="1065" y="410"/>
                  </a:cubicBezTo>
                  <a:cubicBezTo>
                    <a:pt x="1065" y="410"/>
                    <a:pt x="1064" y="411"/>
                    <a:pt x="1064" y="411"/>
                  </a:cubicBezTo>
                  <a:cubicBezTo>
                    <a:pt x="1064" y="412"/>
                    <a:pt x="1064" y="412"/>
                    <a:pt x="1064" y="413"/>
                  </a:cubicBezTo>
                  <a:cubicBezTo>
                    <a:pt x="1064" y="416"/>
                    <a:pt x="1064" y="418"/>
                    <a:pt x="1064" y="421"/>
                  </a:cubicBezTo>
                  <a:cubicBezTo>
                    <a:pt x="1064" y="424"/>
                    <a:pt x="1064" y="424"/>
                    <a:pt x="1064" y="424"/>
                  </a:cubicBezTo>
                  <a:cubicBezTo>
                    <a:pt x="1064" y="425"/>
                    <a:pt x="1064" y="426"/>
                    <a:pt x="1064" y="427"/>
                  </a:cubicBezTo>
                  <a:cubicBezTo>
                    <a:pt x="1065" y="429"/>
                    <a:pt x="1065" y="431"/>
                    <a:pt x="1065" y="433"/>
                  </a:cubicBezTo>
                  <a:cubicBezTo>
                    <a:pt x="1065" y="433"/>
                    <a:pt x="1065" y="433"/>
                    <a:pt x="1065" y="434"/>
                  </a:cubicBezTo>
                  <a:cubicBezTo>
                    <a:pt x="1065" y="435"/>
                    <a:pt x="1065" y="436"/>
                    <a:pt x="1065" y="437"/>
                  </a:cubicBezTo>
                  <a:cubicBezTo>
                    <a:pt x="1065" y="442"/>
                    <a:pt x="1061" y="444"/>
                    <a:pt x="1060" y="445"/>
                  </a:cubicBezTo>
                  <a:cubicBezTo>
                    <a:pt x="1059" y="445"/>
                    <a:pt x="1058" y="446"/>
                    <a:pt x="1058" y="446"/>
                  </a:cubicBezTo>
                  <a:cubicBezTo>
                    <a:pt x="1058" y="446"/>
                    <a:pt x="1057" y="447"/>
                    <a:pt x="1057" y="447"/>
                  </a:cubicBezTo>
                  <a:cubicBezTo>
                    <a:pt x="1057" y="448"/>
                    <a:pt x="1055" y="450"/>
                    <a:pt x="1054" y="451"/>
                  </a:cubicBezTo>
                  <a:cubicBezTo>
                    <a:pt x="1052" y="452"/>
                    <a:pt x="1050" y="452"/>
                    <a:pt x="1049" y="452"/>
                  </a:cubicBezTo>
                  <a:cubicBezTo>
                    <a:pt x="1048" y="453"/>
                    <a:pt x="1048" y="454"/>
                    <a:pt x="1047" y="455"/>
                  </a:cubicBezTo>
                  <a:cubicBezTo>
                    <a:pt x="1046" y="457"/>
                    <a:pt x="1045" y="457"/>
                    <a:pt x="1044" y="458"/>
                  </a:cubicBezTo>
                  <a:cubicBezTo>
                    <a:pt x="1044" y="458"/>
                    <a:pt x="1043" y="459"/>
                    <a:pt x="1043" y="459"/>
                  </a:cubicBezTo>
                  <a:cubicBezTo>
                    <a:pt x="1037" y="466"/>
                    <a:pt x="1035" y="471"/>
                    <a:pt x="1037" y="476"/>
                  </a:cubicBezTo>
                  <a:cubicBezTo>
                    <a:pt x="1041" y="493"/>
                    <a:pt x="1035" y="498"/>
                    <a:pt x="1031" y="500"/>
                  </a:cubicBezTo>
                  <a:cubicBezTo>
                    <a:pt x="1030" y="501"/>
                    <a:pt x="1028" y="501"/>
                    <a:pt x="1027" y="501"/>
                  </a:cubicBezTo>
                  <a:cubicBezTo>
                    <a:pt x="1027" y="502"/>
                    <a:pt x="1026" y="503"/>
                    <a:pt x="1026" y="503"/>
                  </a:cubicBezTo>
                  <a:cubicBezTo>
                    <a:pt x="1024" y="505"/>
                    <a:pt x="1022" y="506"/>
                    <a:pt x="1021" y="506"/>
                  </a:cubicBezTo>
                  <a:cubicBezTo>
                    <a:pt x="1021" y="507"/>
                    <a:pt x="1021" y="507"/>
                    <a:pt x="1021" y="508"/>
                  </a:cubicBezTo>
                  <a:cubicBezTo>
                    <a:pt x="1022" y="510"/>
                    <a:pt x="1021" y="511"/>
                    <a:pt x="1020" y="513"/>
                  </a:cubicBezTo>
                  <a:cubicBezTo>
                    <a:pt x="1021" y="514"/>
                    <a:pt x="1022" y="516"/>
                    <a:pt x="1022" y="517"/>
                  </a:cubicBezTo>
                  <a:cubicBezTo>
                    <a:pt x="1022" y="518"/>
                    <a:pt x="1022" y="518"/>
                    <a:pt x="1022" y="518"/>
                  </a:cubicBezTo>
                  <a:cubicBezTo>
                    <a:pt x="1023" y="518"/>
                    <a:pt x="1024" y="518"/>
                    <a:pt x="1025" y="519"/>
                  </a:cubicBezTo>
                  <a:cubicBezTo>
                    <a:pt x="1025" y="519"/>
                    <a:pt x="1026" y="519"/>
                    <a:pt x="1026" y="520"/>
                  </a:cubicBezTo>
                  <a:cubicBezTo>
                    <a:pt x="1027" y="521"/>
                    <a:pt x="1029" y="523"/>
                    <a:pt x="1029" y="525"/>
                  </a:cubicBezTo>
                  <a:cubicBezTo>
                    <a:pt x="1029" y="527"/>
                    <a:pt x="1029" y="528"/>
                    <a:pt x="1029" y="528"/>
                  </a:cubicBezTo>
                  <a:cubicBezTo>
                    <a:pt x="1029" y="529"/>
                    <a:pt x="1030" y="530"/>
                    <a:pt x="1031" y="532"/>
                  </a:cubicBezTo>
                  <a:cubicBezTo>
                    <a:pt x="1032" y="532"/>
                    <a:pt x="1032" y="533"/>
                    <a:pt x="1032" y="534"/>
                  </a:cubicBezTo>
                  <a:cubicBezTo>
                    <a:pt x="1032" y="535"/>
                    <a:pt x="1033" y="535"/>
                    <a:pt x="1033" y="535"/>
                  </a:cubicBezTo>
                  <a:cubicBezTo>
                    <a:pt x="1034" y="535"/>
                    <a:pt x="1035" y="536"/>
                    <a:pt x="1036" y="537"/>
                  </a:cubicBezTo>
                  <a:cubicBezTo>
                    <a:pt x="1037" y="538"/>
                    <a:pt x="1037" y="539"/>
                    <a:pt x="1037" y="540"/>
                  </a:cubicBezTo>
                  <a:cubicBezTo>
                    <a:pt x="1038" y="540"/>
                    <a:pt x="1040" y="540"/>
                    <a:pt x="1042" y="543"/>
                  </a:cubicBezTo>
                  <a:cubicBezTo>
                    <a:pt x="1044" y="547"/>
                    <a:pt x="1043" y="551"/>
                    <a:pt x="1042" y="553"/>
                  </a:cubicBezTo>
                  <a:cubicBezTo>
                    <a:pt x="1042" y="554"/>
                    <a:pt x="1041" y="555"/>
                    <a:pt x="1041" y="555"/>
                  </a:cubicBezTo>
                  <a:cubicBezTo>
                    <a:pt x="1041" y="556"/>
                    <a:pt x="1041" y="556"/>
                    <a:pt x="1041" y="557"/>
                  </a:cubicBezTo>
                  <a:cubicBezTo>
                    <a:pt x="1042" y="558"/>
                    <a:pt x="1042" y="559"/>
                    <a:pt x="1042" y="560"/>
                  </a:cubicBezTo>
                  <a:cubicBezTo>
                    <a:pt x="1042" y="561"/>
                    <a:pt x="1042" y="562"/>
                    <a:pt x="1041" y="563"/>
                  </a:cubicBezTo>
                  <a:cubicBezTo>
                    <a:pt x="1041" y="563"/>
                    <a:pt x="1041" y="564"/>
                    <a:pt x="1041" y="564"/>
                  </a:cubicBezTo>
                  <a:cubicBezTo>
                    <a:pt x="1041" y="567"/>
                    <a:pt x="1039" y="569"/>
                    <a:pt x="1037" y="569"/>
                  </a:cubicBezTo>
                  <a:cubicBezTo>
                    <a:pt x="1037" y="569"/>
                    <a:pt x="1037" y="569"/>
                    <a:pt x="1036" y="569"/>
                  </a:cubicBezTo>
                  <a:cubicBezTo>
                    <a:pt x="1036" y="569"/>
                    <a:pt x="1036" y="569"/>
                    <a:pt x="1036" y="569"/>
                  </a:cubicBezTo>
                  <a:cubicBezTo>
                    <a:pt x="1036" y="569"/>
                    <a:pt x="1036" y="572"/>
                    <a:pt x="1037" y="573"/>
                  </a:cubicBezTo>
                  <a:cubicBezTo>
                    <a:pt x="1037" y="576"/>
                    <a:pt x="1037" y="577"/>
                    <a:pt x="1037" y="579"/>
                  </a:cubicBezTo>
                  <a:cubicBezTo>
                    <a:pt x="1037" y="580"/>
                    <a:pt x="1037" y="581"/>
                    <a:pt x="1037" y="582"/>
                  </a:cubicBezTo>
                  <a:cubicBezTo>
                    <a:pt x="1037" y="584"/>
                    <a:pt x="1037" y="587"/>
                    <a:pt x="1036" y="590"/>
                  </a:cubicBezTo>
                  <a:cubicBezTo>
                    <a:pt x="1035" y="591"/>
                    <a:pt x="1035" y="591"/>
                    <a:pt x="1034" y="592"/>
                  </a:cubicBezTo>
                  <a:cubicBezTo>
                    <a:pt x="1034" y="592"/>
                    <a:pt x="1034" y="592"/>
                    <a:pt x="1034" y="592"/>
                  </a:cubicBezTo>
                  <a:cubicBezTo>
                    <a:pt x="1035" y="593"/>
                    <a:pt x="1035" y="594"/>
                    <a:pt x="1035" y="596"/>
                  </a:cubicBezTo>
                  <a:cubicBezTo>
                    <a:pt x="1035" y="597"/>
                    <a:pt x="1035" y="599"/>
                    <a:pt x="1035" y="600"/>
                  </a:cubicBezTo>
                  <a:cubicBezTo>
                    <a:pt x="1034" y="600"/>
                    <a:pt x="1034" y="601"/>
                    <a:pt x="1034" y="601"/>
                  </a:cubicBezTo>
                  <a:cubicBezTo>
                    <a:pt x="1034" y="601"/>
                    <a:pt x="1034" y="602"/>
                    <a:pt x="1034" y="603"/>
                  </a:cubicBezTo>
                  <a:cubicBezTo>
                    <a:pt x="1034" y="604"/>
                    <a:pt x="1034" y="606"/>
                    <a:pt x="1034" y="608"/>
                  </a:cubicBezTo>
                  <a:cubicBezTo>
                    <a:pt x="1034" y="608"/>
                    <a:pt x="1034" y="608"/>
                    <a:pt x="1034" y="608"/>
                  </a:cubicBezTo>
                  <a:cubicBezTo>
                    <a:pt x="1036" y="606"/>
                    <a:pt x="1040" y="606"/>
                    <a:pt x="1041" y="608"/>
                  </a:cubicBezTo>
                  <a:cubicBezTo>
                    <a:pt x="1043" y="610"/>
                    <a:pt x="1043" y="614"/>
                    <a:pt x="1043" y="616"/>
                  </a:cubicBezTo>
                  <a:cubicBezTo>
                    <a:pt x="1042" y="621"/>
                    <a:pt x="1042" y="626"/>
                    <a:pt x="1040" y="631"/>
                  </a:cubicBezTo>
                  <a:cubicBezTo>
                    <a:pt x="1040" y="632"/>
                    <a:pt x="1040" y="633"/>
                    <a:pt x="1040" y="634"/>
                  </a:cubicBezTo>
                  <a:cubicBezTo>
                    <a:pt x="1040" y="638"/>
                    <a:pt x="1040" y="640"/>
                    <a:pt x="1039" y="642"/>
                  </a:cubicBezTo>
                  <a:cubicBezTo>
                    <a:pt x="1039" y="643"/>
                    <a:pt x="1037" y="644"/>
                    <a:pt x="1036" y="644"/>
                  </a:cubicBezTo>
                  <a:cubicBezTo>
                    <a:pt x="1035" y="645"/>
                    <a:pt x="1035" y="646"/>
                    <a:pt x="1035" y="646"/>
                  </a:cubicBezTo>
                  <a:cubicBezTo>
                    <a:pt x="1034" y="648"/>
                    <a:pt x="1034" y="649"/>
                    <a:pt x="1034" y="651"/>
                  </a:cubicBezTo>
                  <a:cubicBezTo>
                    <a:pt x="1034" y="653"/>
                    <a:pt x="1034" y="653"/>
                    <a:pt x="1034" y="653"/>
                  </a:cubicBezTo>
                  <a:cubicBezTo>
                    <a:pt x="1033" y="658"/>
                    <a:pt x="1033" y="663"/>
                    <a:pt x="1033" y="667"/>
                  </a:cubicBezTo>
                  <a:cubicBezTo>
                    <a:pt x="1034" y="670"/>
                    <a:pt x="1034" y="672"/>
                    <a:pt x="1033" y="674"/>
                  </a:cubicBezTo>
                  <a:cubicBezTo>
                    <a:pt x="1033" y="675"/>
                    <a:pt x="1033" y="675"/>
                    <a:pt x="1033" y="676"/>
                  </a:cubicBezTo>
                  <a:cubicBezTo>
                    <a:pt x="1033" y="676"/>
                    <a:pt x="1034" y="677"/>
                    <a:pt x="1034" y="677"/>
                  </a:cubicBezTo>
                  <a:cubicBezTo>
                    <a:pt x="1034" y="678"/>
                    <a:pt x="1035" y="680"/>
                    <a:pt x="1035" y="681"/>
                  </a:cubicBezTo>
                  <a:cubicBezTo>
                    <a:pt x="1036" y="686"/>
                    <a:pt x="1039" y="690"/>
                    <a:pt x="1042" y="695"/>
                  </a:cubicBezTo>
                  <a:cubicBezTo>
                    <a:pt x="1042" y="695"/>
                    <a:pt x="1043" y="696"/>
                    <a:pt x="1043" y="697"/>
                  </a:cubicBezTo>
                  <a:cubicBezTo>
                    <a:pt x="1048" y="704"/>
                    <a:pt x="1050" y="708"/>
                    <a:pt x="1049" y="712"/>
                  </a:cubicBezTo>
                  <a:cubicBezTo>
                    <a:pt x="1049" y="713"/>
                    <a:pt x="1048" y="714"/>
                    <a:pt x="1047" y="715"/>
                  </a:cubicBezTo>
                  <a:cubicBezTo>
                    <a:pt x="1047" y="716"/>
                    <a:pt x="1047" y="716"/>
                    <a:pt x="1048" y="717"/>
                  </a:cubicBezTo>
                  <a:cubicBezTo>
                    <a:pt x="1048" y="717"/>
                    <a:pt x="1048" y="718"/>
                    <a:pt x="1048" y="719"/>
                  </a:cubicBezTo>
                  <a:cubicBezTo>
                    <a:pt x="1048" y="720"/>
                    <a:pt x="1048" y="721"/>
                    <a:pt x="1047" y="722"/>
                  </a:cubicBezTo>
                  <a:cubicBezTo>
                    <a:pt x="1047" y="723"/>
                    <a:pt x="1047" y="723"/>
                    <a:pt x="1046" y="724"/>
                  </a:cubicBezTo>
                  <a:cubicBezTo>
                    <a:pt x="1046" y="725"/>
                    <a:pt x="1045" y="726"/>
                    <a:pt x="1044" y="728"/>
                  </a:cubicBezTo>
                  <a:cubicBezTo>
                    <a:pt x="1043" y="729"/>
                    <a:pt x="1041" y="730"/>
                    <a:pt x="1040" y="731"/>
                  </a:cubicBezTo>
                  <a:cubicBezTo>
                    <a:pt x="1039" y="732"/>
                    <a:pt x="1039" y="732"/>
                    <a:pt x="1038" y="732"/>
                  </a:cubicBezTo>
                  <a:cubicBezTo>
                    <a:pt x="1038" y="733"/>
                    <a:pt x="1038" y="733"/>
                    <a:pt x="1038" y="733"/>
                  </a:cubicBezTo>
                  <a:cubicBezTo>
                    <a:pt x="1038" y="733"/>
                    <a:pt x="1038" y="733"/>
                    <a:pt x="1038" y="733"/>
                  </a:cubicBezTo>
                  <a:cubicBezTo>
                    <a:pt x="1038" y="733"/>
                    <a:pt x="1038" y="735"/>
                    <a:pt x="1038" y="735"/>
                  </a:cubicBezTo>
                  <a:cubicBezTo>
                    <a:pt x="1038" y="737"/>
                    <a:pt x="1038" y="737"/>
                    <a:pt x="1039" y="738"/>
                  </a:cubicBezTo>
                  <a:cubicBezTo>
                    <a:pt x="1039" y="738"/>
                    <a:pt x="1041" y="739"/>
                    <a:pt x="1042" y="741"/>
                  </a:cubicBezTo>
                  <a:cubicBezTo>
                    <a:pt x="1043" y="741"/>
                    <a:pt x="1043" y="742"/>
                    <a:pt x="1044" y="744"/>
                  </a:cubicBezTo>
                  <a:cubicBezTo>
                    <a:pt x="1044" y="745"/>
                    <a:pt x="1044" y="745"/>
                    <a:pt x="1044" y="745"/>
                  </a:cubicBezTo>
                  <a:cubicBezTo>
                    <a:pt x="1045" y="747"/>
                    <a:pt x="1046" y="749"/>
                    <a:pt x="1047" y="751"/>
                  </a:cubicBezTo>
                  <a:cubicBezTo>
                    <a:pt x="1047" y="753"/>
                    <a:pt x="1047" y="753"/>
                    <a:pt x="1047" y="753"/>
                  </a:cubicBezTo>
                  <a:cubicBezTo>
                    <a:pt x="1049" y="760"/>
                    <a:pt x="1050" y="763"/>
                    <a:pt x="1051" y="764"/>
                  </a:cubicBezTo>
                  <a:cubicBezTo>
                    <a:pt x="1052" y="764"/>
                    <a:pt x="1053" y="764"/>
                    <a:pt x="1054" y="764"/>
                  </a:cubicBezTo>
                  <a:cubicBezTo>
                    <a:pt x="1055" y="765"/>
                    <a:pt x="1056" y="767"/>
                    <a:pt x="1056" y="769"/>
                  </a:cubicBezTo>
                  <a:cubicBezTo>
                    <a:pt x="1055" y="775"/>
                    <a:pt x="1056" y="779"/>
                    <a:pt x="1060" y="783"/>
                  </a:cubicBezTo>
                  <a:cubicBezTo>
                    <a:pt x="1064" y="787"/>
                    <a:pt x="1067" y="791"/>
                    <a:pt x="1069" y="795"/>
                  </a:cubicBezTo>
                  <a:cubicBezTo>
                    <a:pt x="1070" y="796"/>
                    <a:pt x="1071" y="797"/>
                    <a:pt x="1071" y="798"/>
                  </a:cubicBezTo>
                  <a:cubicBezTo>
                    <a:pt x="1072" y="800"/>
                    <a:pt x="1074" y="800"/>
                    <a:pt x="1077" y="801"/>
                  </a:cubicBezTo>
                  <a:cubicBezTo>
                    <a:pt x="1079" y="802"/>
                    <a:pt x="1082" y="803"/>
                    <a:pt x="1085" y="805"/>
                  </a:cubicBezTo>
                  <a:cubicBezTo>
                    <a:pt x="1090" y="809"/>
                    <a:pt x="1094" y="813"/>
                    <a:pt x="1097" y="821"/>
                  </a:cubicBezTo>
                  <a:cubicBezTo>
                    <a:pt x="1098" y="824"/>
                    <a:pt x="1099" y="828"/>
                    <a:pt x="1099" y="831"/>
                  </a:cubicBezTo>
                  <a:cubicBezTo>
                    <a:pt x="1099" y="833"/>
                    <a:pt x="1099" y="834"/>
                    <a:pt x="1099" y="836"/>
                  </a:cubicBezTo>
                  <a:cubicBezTo>
                    <a:pt x="1098" y="837"/>
                    <a:pt x="1098" y="838"/>
                    <a:pt x="1098" y="838"/>
                  </a:cubicBezTo>
                  <a:cubicBezTo>
                    <a:pt x="1099" y="840"/>
                    <a:pt x="1099" y="842"/>
                    <a:pt x="1100" y="843"/>
                  </a:cubicBezTo>
                  <a:cubicBezTo>
                    <a:pt x="1101" y="846"/>
                    <a:pt x="1102" y="848"/>
                    <a:pt x="1102" y="850"/>
                  </a:cubicBezTo>
                  <a:cubicBezTo>
                    <a:pt x="1102" y="851"/>
                    <a:pt x="1102" y="851"/>
                    <a:pt x="1102" y="852"/>
                  </a:cubicBezTo>
                  <a:cubicBezTo>
                    <a:pt x="1105" y="852"/>
                    <a:pt x="1106" y="853"/>
                    <a:pt x="1107" y="854"/>
                  </a:cubicBezTo>
                  <a:cubicBezTo>
                    <a:pt x="1109" y="857"/>
                    <a:pt x="1111" y="860"/>
                    <a:pt x="1113" y="861"/>
                  </a:cubicBezTo>
                  <a:cubicBezTo>
                    <a:pt x="1114" y="862"/>
                    <a:pt x="1114" y="862"/>
                    <a:pt x="1114" y="862"/>
                  </a:cubicBezTo>
                  <a:cubicBezTo>
                    <a:pt x="1116" y="864"/>
                    <a:pt x="1118" y="866"/>
                    <a:pt x="1119" y="869"/>
                  </a:cubicBezTo>
                  <a:cubicBezTo>
                    <a:pt x="1121" y="872"/>
                    <a:pt x="1121" y="874"/>
                    <a:pt x="1120" y="877"/>
                  </a:cubicBezTo>
                  <a:cubicBezTo>
                    <a:pt x="1119" y="882"/>
                    <a:pt x="1115" y="883"/>
                    <a:pt x="1113" y="883"/>
                  </a:cubicBezTo>
                  <a:cubicBezTo>
                    <a:pt x="1113" y="883"/>
                    <a:pt x="1112" y="883"/>
                    <a:pt x="1112" y="883"/>
                  </a:cubicBezTo>
                  <a:cubicBezTo>
                    <a:pt x="1095" y="886"/>
                    <a:pt x="1095" y="886"/>
                    <a:pt x="1095" y="886"/>
                  </a:cubicBezTo>
                  <a:cubicBezTo>
                    <a:pt x="1089" y="887"/>
                    <a:pt x="1083" y="888"/>
                    <a:pt x="1077" y="889"/>
                  </a:cubicBezTo>
                  <a:cubicBezTo>
                    <a:pt x="1071" y="889"/>
                    <a:pt x="1066" y="890"/>
                    <a:pt x="1061" y="891"/>
                  </a:cubicBezTo>
                  <a:cubicBezTo>
                    <a:pt x="1048" y="893"/>
                    <a:pt x="1034" y="895"/>
                    <a:pt x="1021" y="898"/>
                  </a:cubicBezTo>
                  <a:cubicBezTo>
                    <a:pt x="1024" y="909"/>
                    <a:pt x="1017" y="918"/>
                    <a:pt x="1011" y="925"/>
                  </a:cubicBezTo>
                  <a:cubicBezTo>
                    <a:pt x="1007" y="930"/>
                    <a:pt x="1003" y="934"/>
                    <a:pt x="999" y="938"/>
                  </a:cubicBezTo>
                  <a:cubicBezTo>
                    <a:pt x="997" y="939"/>
                    <a:pt x="995" y="940"/>
                    <a:pt x="993" y="942"/>
                  </a:cubicBezTo>
                  <a:cubicBezTo>
                    <a:pt x="991" y="942"/>
                    <a:pt x="989" y="943"/>
                    <a:pt x="988" y="944"/>
                  </a:cubicBezTo>
                  <a:cubicBezTo>
                    <a:pt x="990" y="946"/>
                    <a:pt x="994" y="947"/>
                    <a:pt x="995" y="951"/>
                  </a:cubicBezTo>
                  <a:cubicBezTo>
                    <a:pt x="995" y="952"/>
                    <a:pt x="995" y="953"/>
                    <a:pt x="995" y="954"/>
                  </a:cubicBezTo>
                  <a:cubicBezTo>
                    <a:pt x="996" y="955"/>
                    <a:pt x="996" y="955"/>
                    <a:pt x="997" y="957"/>
                  </a:cubicBezTo>
                  <a:cubicBezTo>
                    <a:pt x="1001" y="971"/>
                    <a:pt x="1001" y="971"/>
                    <a:pt x="1001" y="971"/>
                  </a:cubicBezTo>
                  <a:cubicBezTo>
                    <a:pt x="1001" y="972"/>
                    <a:pt x="1001" y="972"/>
                    <a:pt x="1001" y="972"/>
                  </a:cubicBezTo>
                  <a:cubicBezTo>
                    <a:pt x="1002" y="973"/>
                    <a:pt x="1004" y="974"/>
                    <a:pt x="1004" y="976"/>
                  </a:cubicBezTo>
                  <a:cubicBezTo>
                    <a:pt x="1005" y="979"/>
                    <a:pt x="1004" y="982"/>
                    <a:pt x="1003" y="984"/>
                  </a:cubicBezTo>
                  <a:cubicBezTo>
                    <a:pt x="1003" y="985"/>
                    <a:pt x="1002" y="986"/>
                    <a:pt x="1002" y="986"/>
                  </a:cubicBezTo>
                  <a:cubicBezTo>
                    <a:pt x="1001" y="989"/>
                    <a:pt x="1001" y="991"/>
                    <a:pt x="1001" y="994"/>
                  </a:cubicBezTo>
                  <a:cubicBezTo>
                    <a:pt x="1001" y="995"/>
                    <a:pt x="1001" y="995"/>
                    <a:pt x="1001" y="995"/>
                  </a:cubicBezTo>
                  <a:cubicBezTo>
                    <a:pt x="1001" y="998"/>
                    <a:pt x="1001" y="1002"/>
                    <a:pt x="999" y="1005"/>
                  </a:cubicBezTo>
                  <a:cubicBezTo>
                    <a:pt x="999" y="1005"/>
                    <a:pt x="999" y="1006"/>
                    <a:pt x="998" y="1006"/>
                  </a:cubicBezTo>
                  <a:cubicBezTo>
                    <a:pt x="999" y="1006"/>
                    <a:pt x="999" y="1007"/>
                    <a:pt x="999" y="1008"/>
                  </a:cubicBezTo>
                  <a:cubicBezTo>
                    <a:pt x="1001" y="1011"/>
                    <a:pt x="1001" y="1015"/>
                    <a:pt x="1001" y="1018"/>
                  </a:cubicBezTo>
                  <a:cubicBezTo>
                    <a:pt x="1001" y="1021"/>
                    <a:pt x="1001" y="1023"/>
                    <a:pt x="1001" y="1024"/>
                  </a:cubicBezTo>
                  <a:cubicBezTo>
                    <a:pt x="1002" y="1026"/>
                    <a:pt x="1002" y="1026"/>
                    <a:pt x="1003" y="1027"/>
                  </a:cubicBezTo>
                  <a:cubicBezTo>
                    <a:pt x="1003" y="1028"/>
                    <a:pt x="1003" y="1029"/>
                    <a:pt x="1003" y="1030"/>
                  </a:cubicBezTo>
                  <a:cubicBezTo>
                    <a:pt x="1004" y="1030"/>
                    <a:pt x="1004" y="1031"/>
                    <a:pt x="1004" y="1033"/>
                  </a:cubicBezTo>
                  <a:cubicBezTo>
                    <a:pt x="1004" y="1037"/>
                    <a:pt x="1002" y="1040"/>
                    <a:pt x="1000" y="1041"/>
                  </a:cubicBezTo>
                  <a:cubicBezTo>
                    <a:pt x="999" y="1042"/>
                    <a:pt x="999" y="1042"/>
                    <a:pt x="998" y="1043"/>
                  </a:cubicBezTo>
                  <a:cubicBezTo>
                    <a:pt x="996" y="1046"/>
                    <a:pt x="995" y="1050"/>
                    <a:pt x="994" y="1053"/>
                  </a:cubicBezTo>
                  <a:cubicBezTo>
                    <a:pt x="993" y="1055"/>
                    <a:pt x="993" y="1058"/>
                    <a:pt x="992" y="1060"/>
                  </a:cubicBezTo>
                  <a:cubicBezTo>
                    <a:pt x="991" y="1062"/>
                    <a:pt x="991" y="1065"/>
                    <a:pt x="990" y="1068"/>
                  </a:cubicBezTo>
                  <a:cubicBezTo>
                    <a:pt x="990" y="1072"/>
                    <a:pt x="989" y="1075"/>
                    <a:pt x="988" y="1078"/>
                  </a:cubicBezTo>
                  <a:cubicBezTo>
                    <a:pt x="987" y="1080"/>
                    <a:pt x="986" y="1082"/>
                    <a:pt x="985" y="1084"/>
                  </a:cubicBezTo>
                  <a:cubicBezTo>
                    <a:pt x="983" y="1087"/>
                    <a:pt x="983" y="1088"/>
                    <a:pt x="984" y="1091"/>
                  </a:cubicBezTo>
                  <a:cubicBezTo>
                    <a:pt x="984" y="1092"/>
                    <a:pt x="984" y="1092"/>
                    <a:pt x="984" y="1092"/>
                  </a:cubicBezTo>
                  <a:cubicBezTo>
                    <a:pt x="985" y="1094"/>
                    <a:pt x="987" y="1097"/>
                    <a:pt x="987" y="1099"/>
                  </a:cubicBezTo>
                  <a:cubicBezTo>
                    <a:pt x="988" y="1100"/>
                    <a:pt x="988" y="1100"/>
                    <a:pt x="988" y="1100"/>
                  </a:cubicBezTo>
                  <a:cubicBezTo>
                    <a:pt x="988" y="1101"/>
                    <a:pt x="988" y="1102"/>
                    <a:pt x="988" y="1103"/>
                  </a:cubicBezTo>
                  <a:cubicBezTo>
                    <a:pt x="989" y="1104"/>
                    <a:pt x="990" y="1105"/>
                    <a:pt x="990" y="1106"/>
                  </a:cubicBezTo>
                  <a:cubicBezTo>
                    <a:pt x="990" y="1107"/>
                    <a:pt x="991" y="1107"/>
                    <a:pt x="991" y="1108"/>
                  </a:cubicBezTo>
                  <a:cubicBezTo>
                    <a:pt x="991" y="1108"/>
                    <a:pt x="991" y="1108"/>
                    <a:pt x="991" y="1108"/>
                  </a:cubicBezTo>
                  <a:cubicBezTo>
                    <a:pt x="992" y="1109"/>
                    <a:pt x="992" y="1109"/>
                    <a:pt x="993" y="1109"/>
                  </a:cubicBezTo>
                  <a:cubicBezTo>
                    <a:pt x="994" y="1110"/>
                    <a:pt x="996" y="1111"/>
                    <a:pt x="996" y="1112"/>
                  </a:cubicBezTo>
                  <a:cubicBezTo>
                    <a:pt x="997" y="1113"/>
                    <a:pt x="997" y="1113"/>
                    <a:pt x="998" y="1114"/>
                  </a:cubicBezTo>
                  <a:cubicBezTo>
                    <a:pt x="998" y="1114"/>
                    <a:pt x="999" y="1114"/>
                    <a:pt x="999" y="1114"/>
                  </a:cubicBezTo>
                  <a:cubicBezTo>
                    <a:pt x="1001" y="1114"/>
                    <a:pt x="1003" y="1115"/>
                    <a:pt x="1004" y="1116"/>
                  </a:cubicBezTo>
                  <a:cubicBezTo>
                    <a:pt x="1006" y="1117"/>
                    <a:pt x="1006" y="1119"/>
                    <a:pt x="1007" y="1120"/>
                  </a:cubicBezTo>
                  <a:cubicBezTo>
                    <a:pt x="1007" y="1120"/>
                    <a:pt x="1008" y="1121"/>
                    <a:pt x="1009" y="1122"/>
                  </a:cubicBezTo>
                  <a:cubicBezTo>
                    <a:pt x="1010" y="1123"/>
                    <a:pt x="1010" y="1123"/>
                    <a:pt x="1010" y="1123"/>
                  </a:cubicBezTo>
                  <a:cubicBezTo>
                    <a:pt x="1013" y="1127"/>
                    <a:pt x="1016" y="1130"/>
                    <a:pt x="1019" y="1135"/>
                  </a:cubicBezTo>
                  <a:cubicBezTo>
                    <a:pt x="1019" y="1136"/>
                    <a:pt x="1019" y="1136"/>
                    <a:pt x="1019" y="1136"/>
                  </a:cubicBezTo>
                  <a:cubicBezTo>
                    <a:pt x="1020" y="1138"/>
                    <a:pt x="1021" y="1139"/>
                    <a:pt x="1021" y="1140"/>
                  </a:cubicBezTo>
                  <a:cubicBezTo>
                    <a:pt x="1022" y="1140"/>
                    <a:pt x="1023" y="1140"/>
                    <a:pt x="1024" y="1140"/>
                  </a:cubicBezTo>
                  <a:cubicBezTo>
                    <a:pt x="1024" y="1140"/>
                    <a:pt x="1025" y="1140"/>
                    <a:pt x="1025" y="1140"/>
                  </a:cubicBezTo>
                  <a:cubicBezTo>
                    <a:pt x="1025" y="1140"/>
                    <a:pt x="1026" y="1140"/>
                    <a:pt x="1027" y="1140"/>
                  </a:cubicBezTo>
                  <a:cubicBezTo>
                    <a:pt x="1029" y="1139"/>
                    <a:pt x="1032" y="1139"/>
                    <a:pt x="1034" y="1140"/>
                  </a:cubicBezTo>
                  <a:cubicBezTo>
                    <a:pt x="1036" y="1140"/>
                    <a:pt x="1037" y="1141"/>
                    <a:pt x="1037" y="1142"/>
                  </a:cubicBezTo>
                  <a:cubicBezTo>
                    <a:pt x="1038" y="1142"/>
                    <a:pt x="1038" y="1142"/>
                    <a:pt x="1038" y="1142"/>
                  </a:cubicBezTo>
                  <a:cubicBezTo>
                    <a:pt x="1038" y="1142"/>
                    <a:pt x="1039" y="1142"/>
                    <a:pt x="1040" y="1142"/>
                  </a:cubicBezTo>
                  <a:cubicBezTo>
                    <a:pt x="1039" y="1141"/>
                    <a:pt x="1039" y="1139"/>
                    <a:pt x="1040" y="1138"/>
                  </a:cubicBezTo>
                  <a:cubicBezTo>
                    <a:pt x="1041" y="1134"/>
                    <a:pt x="1044" y="1131"/>
                    <a:pt x="1048" y="1129"/>
                  </a:cubicBezTo>
                  <a:cubicBezTo>
                    <a:pt x="1050" y="1128"/>
                    <a:pt x="1052" y="1128"/>
                    <a:pt x="1054" y="1129"/>
                  </a:cubicBezTo>
                  <a:cubicBezTo>
                    <a:pt x="1054" y="1129"/>
                    <a:pt x="1055" y="1129"/>
                    <a:pt x="1055" y="1129"/>
                  </a:cubicBezTo>
                  <a:cubicBezTo>
                    <a:pt x="1056" y="1129"/>
                    <a:pt x="1057" y="1128"/>
                    <a:pt x="1057" y="1128"/>
                  </a:cubicBezTo>
                  <a:cubicBezTo>
                    <a:pt x="1059" y="1127"/>
                    <a:pt x="1061" y="1125"/>
                    <a:pt x="1063" y="1125"/>
                  </a:cubicBezTo>
                  <a:cubicBezTo>
                    <a:pt x="1064" y="1125"/>
                    <a:pt x="1064" y="1125"/>
                    <a:pt x="1065" y="1126"/>
                  </a:cubicBezTo>
                  <a:cubicBezTo>
                    <a:pt x="1071" y="1127"/>
                    <a:pt x="1071" y="1136"/>
                    <a:pt x="1070" y="1142"/>
                  </a:cubicBezTo>
                  <a:cubicBezTo>
                    <a:pt x="1070" y="1143"/>
                    <a:pt x="1070" y="1143"/>
                    <a:pt x="1070" y="1144"/>
                  </a:cubicBezTo>
                  <a:cubicBezTo>
                    <a:pt x="1070" y="1153"/>
                    <a:pt x="1070" y="1153"/>
                    <a:pt x="1070" y="1153"/>
                  </a:cubicBezTo>
                  <a:cubicBezTo>
                    <a:pt x="1070" y="1166"/>
                    <a:pt x="1070" y="1179"/>
                    <a:pt x="1069" y="1191"/>
                  </a:cubicBezTo>
                  <a:cubicBezTo>
                    <a:pt x="1069" y="1192"/>
                    <a:pt x="1069" y="1193"/>
                    <a:pt x="1069" y="1194"/>
                  </a:cubicBezTo>
                  <a:cubicBezTo>
                    <a:pt x="1070" y="1208"/>
                    <a:pt x="1069" y="1215"/>
                    <a:pt x="1065" y="1217"/>
                  </a:cubicBezTo>
                  <a:cubicBezTo>
                    <a:pt x="1063" y="1218"/>
                    <a:pt x="1062" y="1218"/>
                    <a:pt x="1061" y="1218"/>
                  </a:cubicBezTo>
                  <a:close/>
                  <a:moveTo>
                    <a:pt x="1023" y="1204"/>
                  </a:moveTo>
                  <a:cubicBezTo>
                    <a:pt x="1024" y="1204"/>
                    <a:pt x="1025" y="1204"/>
                    <a:pt x="1026" y="1205"/>
                  </a:cubicBezTo>
                  <a:cubicBezTo>
                    <a:pt x="1027" y="1205"/>
                    <a:pt x="1028" y="1206"/>
                    <a:pt x="1028" y="1206"/>
                  </a:cubicBezTo>
                  <a:cubicBezTo>
                    <a:pt x="1028" y="1206"/>
                    <a:pt x="1029" y="1206"/>
                    <a:pt x="1029" y="1206"/>
                  </a:cubicBezTo>
                  <a:cubicBezTo>
                    <a:pt x="1030" y="1205"/>
                    <a:pt x="1031" y="1204"/>
                    <a:pt x="1031" y="1204"/>
                  </a:cubicBezTo>
                  <a:cubicBezTo>
                    <a:pt x="1032" y="1204"/>
                    <a:pt x="1033" y="1203"/>
                    <a:pt x="1033" y="1203"/>
                  </a:cubicBezTo>
                  <a:cubicBezTo>
                    <a:pt x="1035" y="1202"/>
                    <a:pt x="1036" y="1201"/>
                    <a:pt x="1038" y="1200"/>
                  </a:cubicBezTo>
                  <a:cubicBezTo>
                    <a:pt x="1041" y="1200"/>
                    <a:pt x="1042" y="1199"/>
                    <a:pt x="1043" y="1197"/>
                  </a:cubicBezTo>
                  <a:cubicBezTo>
                    <a:pt x="1045" y="1196"/>
                    <a:pt x="1047" y="1194"/>
                    <a:pt x="1050" y="1194"/>
                  </a:cubicBezTo>
                  <a:cubicBezTo>
                    <a:pt x="1051" y="1194"/>
                    <a:pt x="1052" y="1195"/>
                    <a:pt x="1054" y="1195"/>
                  </a:cubicBezTo>
                  <a:cubicBezTo>
                    <a:pt x="1056" y="1196"/>
                    <a:pt x="1059" y="1197"/>
                    <a:pt x="1060" y="1200"/>
                  </a:cubicBezTo>
                  <a:cubicBezTo>
                    <a:pt x="1060" y="1198"/>
                    <a:pt x="1060" y="1196"/>
                    <a:pt x="1060" y="1195"/>
                  </a:cubicBezTo>
                  <a:cubicBezTo>
                    <a:pt x="1060" y="1193"/>
                    <a:pt x="1060" y="1192"/>
                    <a:pt x="1060" y="1191"/>
                  </a:cubicBezTo>
                  <a:cubicBezTo>
                    <a:pt x="1060" y="1178"/>
                    <a:pt x="1061" y="1165"/>
                    <a:pt x="1061" y="1152"/>
                  </a:cubicBezTo>
                  <a:cubicBezTo>
                    <a:pt x="1061" y="1144"/>
                    <a:pt x="1061" y="1144"/>
                    <a:pt x="1061" y="1144"/>
                  </a:cubicBezTo>
                  <a:cubicBezTo>
                    <a:pt x="1061" y="1143"/>
                    <a:pt x="1061" y="1142"/>
                    <a:pt x="1061" y="1141"/>
                  </a:cubicBezTo>
                  <a:cubicBezTo>
                    <a:pt x="1061" y="1140"/>
                    <a:pt x="1061" y="1138"/>
                    <a:pt x="1061" y="1136"/>
                  </a:cubicBezTo>
                  <a:cubicBezTo>
                    <a:pt x="1060" y="1137"/>
                    <a:pt x="1059" y="1138"/>
                    <a:pt x="1057" y="1138"/>
                  </a:cubicBezTo>
                  <a:cubicBezTo>
                    <a:pt x="1055" y="1138"/>
                    <a:pt x="1054" y="1138"/>
                    <a:pt x="1053" y="1138"/>
                  </a:cubicBezTo>
                  <a:cubicBezTo>
                    <a:pt x="1052" y="1138"/>
                    <a:pt x="1052" y="1138"/>
                    <a:pt x="1051" y="1138"/>
                  </a:cubicBezTo>
                  <a:cubicBezTo>
                    <a:pt x="1050" y="1138"/>
                    <a:pt x="1049" y="1139"/>
                    <a:pt x="1049" y="1140"/>
                  </a:cubicBezTo>
                  <a:cubicBezTo>
                    <a:pt x="1049" y="1140"/>
                    <a:pt x="1049" y="1140"/>
                    <a:pt x="1049" y="1141"/>
                  </a:cubicBezTo>
                  <a:cubicBezTo>
                    <a:pt x="1050" y="1141"/>
                    <a:pt x="1052" y="1143"/>
                    <a:pt x="1053" y="1146"/>
                  </a:cubicBezTo>
                  <a:cubicBezTo>
                    <a:pt x="1053" y="1149"/>
                    <a:pt x="1051" y="1152"/>
                    <a:pt x="1048" y="1153"/>
                  </a:cubicBezTo>
                  <a:cubicBezTo>
                    <a:pt x="1048" y="1154"/>
                    <a:pt x="1046" y="1154"/>
                    <a:pt x="1045" y="1154"/>
                  </a:cubicBezTo>
                  <a:cubicBezTo>
                    <a:pt x="1043" y="1154"/>
                    <a:pt x="1041" y="1153"/>
                    <a:pt x="1039" y="1152"/>
                  </a:cubicBezTo>
                  <a:cubicBezTo>
                    <a:pt x="1039" y="1152"/>
                    <a:pt x="1038" y="1151"/>
                    <a:pt x="1038" y="1151"/>
                  </a:cubicBezTo>
                  <a:cubicBezTo>
                    <a:pt x="1038" y="1151"/>
                    <a:pt x="1037" y="1151"/>
                    <a:pt x="1036" y="1151"/>
                  </a:cubicBezTo>
                  <a:cubicBezTo>
                    <a:pt x="1036" y="1151"/>
                    <a:pt x="1035" y="1151"/>
                    <a:pt x="1033" y="1151"/>
                  </a:cubicBezTo>
                  <a:cubicBezTo>
                    <a:pt x="1032" y="1150"/>
                    <a:pt x="1031" y="1149"/>
                    <a:pt x="1030" y="1148"/>
                  </a:cubicBezTo>
                  <a:cubicBezTo>
                    <a:pt x="1030" y="1148"/>
                    <a:pt x="1029" y="1149"/>
                    <a:pt x="1028" y="1149"/>
                  </a:cubicBezTo>
                  <a:cubicBezTo>
                    <a:pt x="1027" y="1149"/>
                    <a:pt x="1026" y="1149"/>
                    <a:pt x="1025" y="1149"/>
                  </a:cubicBezTo>
                  <a:cubicBezTo>
                    <a:pt x="1023" y="1149"/>
                    <a:pt x="1022" y="1150"/>
                    <a:pt x="1021" y="1149"/>
                  </a:cubicBezTo>
                  <a:cubicBezTo>
                    <a:pt x="1019" y="1149"/>
                    <a:pt x="1015" y="1149"/>
                    <a:pt x="1014" y="1146"/>
                  </a:cubicBezTo>
                  <a:cubicBezTo>
                    <a:pt x="1013" y="1144"/>
                    <a:pt x="1012" y="1142"/>
                    <a:pt x="1011" y="1140"/>
                  </a:cubicBezTo>
                  <a:cubicBezTo>
                    <a:pt x="1010" y="1139"/>
                    <a:pt x="1010" y="1139"/>
                    <a:pt x="1010" y="1139"/>
                  </a:cubicBezTo>
                  <a:cubicBezTo>
                    <a:pt x="1008" y="1136"/>
                    <a:pt x="1006" y="1132"/>
                    <a:pt x="1003" y="1129"/>
                  </a:cubicBezTo>
                  <a:cubicBezTo>
                    <a:pt x="1002" y="1128"/>
                    <a:pt x="1002" y="1128"/>
                    <a:pt x="1002" y="1128"/>
                  </a:cubicBezTo>
                  <a:cubicBezTo>
                    <a:pt x="1001" y="1127"/>
                    <a:pt x="1000" y="1127"/>
                    <a:pt x="999" y="1125"/>
                  </a:cubicBezTo>
                  <a:cubicBezTo>
                    <a:pt x="998" y="1125"/>
                    <a:pt x="998" y="1124"/>
                    <a:pt x="998" y="1123"/>
                  </a:cubicBezTo>
                  <a:cubicBezTo>
                    <a:pt x="996" y="1123"/>
                    <a:pt x="994" y="1123"/>
                    <a:pt x="992" y="1121"/>
                  </a:cubicBezTo>
                  <a:cubicBezTo>
                    <a:pt x="991" y="1120"/>
                    <a:pt x="990" y="1119"/>
                    <a:pt x="989" y="1119"/>
                  </a:cubicBezTo>
                  <a:cubicBezTo>
                    <a:pt x="989" y="1118"/>
                    <a:pt x="989" y="1118"/>
                    <a:pt x="988" y="1117"/>
                  </a:cubicBezTo>
                  <a:cubicBezTo>
                    <a:pt x="987" y="1117"/>
                    <a:pt x="987" y="1117"/>
                    <a:pt x="987" y="1117"/>
                  </a:cubicBezTo>
                  <a:cubicBezTo>
                    <a:pt x="985" y="1116"/>
                    <a:pt x="984" y="1115"/>
                    <a:pt x="983" y="1114"/>
                  </a:cubicBezTo>
                  <a:cubicBezTo>
                    <a:pt x="982" y="1113"/>
                    <a:pt x="982" y="1111"/>
                    <a:pt x="982" y="1110"/>
                  </a:cubicBezTo>
                  <a:cubicBezTo>
                    <a:pt x="981" y="1109"/>
                    <a:pt x="979" y="1108"/>
                    <a:pt x="979" y="1105"/>
                  </a:cubicBezTo>
                  <a:cubicBezTo>
                    <a:pt x="979" y="1104"/>
                    <a:pt x="979" y="1104"/>
                    <a:pt x="979" y="1103"/>
                  </a:cubicBezTo>
                  <a:cubicBezTo>
                    <a:pt x="978" y="1102"/>
                    <a:pt x="978" y="1102"/>
                    <a:pt x="978" y="1102"/>
                  </a:cubicBezTo>
                  <a:cubicBezTo>
                    <a:pt x="978" y="1100"/>
                    <a:pt x="977" y="1098"/>
                    <a:pt x="976" y="1096"/>
                  </a:cubicBezTo>
                  <a:cubicBezTo>
                    <a:pt x="976" y="1095"/>
                    <a:pt x="976" y="1095"/>
                    <a:pt x="976" y="1095"/>
                  </a:cubicBezTo>
                  <a:cubicBezTo>
                    <a:pt x="972" y="1088"/>
                    <a:pt x="975" y="1083"/>
                    <a:pt x="977" y="1079"/>
                  </a:cubicBezTo>
                  <a:cubicBezTo>
                    <a:pt x="978" y="1078"/>
                    <a:pt x="979" y="1076"/>
                    <a:pt x="979" y="1075"/>
                  </a:cubicBezTo>
                  <a:cubicBezTo>
                    <a:pt x="980" y="1073"/>
                    <a:pt x="981" y="1070"/>
                    <a:pt x="981" y="1067"/>
                  </a:cubicBezTo>
                  <a:cubicBezTo>
                    <a:pt x="981" y="1064"/>
                    <a:pt x="982" y="1060"/>
                    <a:pt x="983" y="1057"/>
                  </a:cubicBezTo>
                  <a:cubicBezTo>
                    <a:pt x="984" y="1055"/>
                    <a:pt x="985" y="1053"/>
                    <a:pt x="985" y="1051"/>
                  </a:cubicBezTo>
                  <a:cubicBezTo>
                    <a:pt x="987" y="1047"/>
                    <a:pt x="988" y="1042"/>
                    <a:pt x="990" y="1038"/>
                  </a:cubicBezTo>
                  <a:cubicBezTo>
                    <a:pt x="991" y="1036"/>
                    <a:pt x="993" y="1035"/>
                    <a:pt x="994" y="1034"/>
                  </a:cubicBezTo>
                  <a:cubicBezTo>
                    <a:pt x="994" y="1034"/>
                    <a:pt x="994" y="1034"/>
                    <a:pt x="994" y="1034"/>
                  </a:cubicBezTo>
                  <a:cubicBezTo>
                    <a:pt x="994" y="1033"/>
                    <a:pt x="994" y="1033"/>
                    <a:pt x="994" y="1033"/>
                  </a:cubicBezTo>
                  <a:cubicBezTo>
                    <a:pt x="993" y="1031"/>
                    <a:pt x="993" y="1031"/>
                    <a:pt x="994" y="1030"/>
                  </a:cubicBezTo>
                  <a:cubicBezTo>
                    <a:pt x="993" y="1029"/>
                    <a:pt x="992" y="1028"/>
                    <a:pt x="992" y="1027"/>
                  </a:cubicBezTo>
                  <a:cubicBezTo>
                    <a:pt x="991" y="1024"/>
                    <a:pt x="991" y="1021"/>
                    <a:pt x="991" y="1018"/>
                  </a:cubicBezTo>
                  <a:cubicBezTo>
                    <a:pt x="991" y="1015"/>
                    <a:pt x="992" y="1013"/>
                    <a:pt x="991" y="1011"/>
                  </a:cubicBezTo>
                  <a:cubicBezTo>
                    <a:pt x="991" y="1011"/>
                    <a:pt x="990" y="1010"/>
                    <a:pt x="990" y="1010"/>
                  </a:cubicBezTo>
                  <a:cubicBezTo>
                    <a:pt x="988" y="1006"/>
                    <a:pt x="989" y="1004"/>
                    <a:pt x="991" y="1000"/>
                  </a:cubicBezTo>
                  <a:cubicBezTo>
                    <a:pt x="992" y="999"/>
                    <a:pt x="992" y="997"/>
                    <a:pt x="992" y="995"/>
                  </a:cubicBezTo>
                  <a:cubicBezTo>
                    <a:pt x="992" y="994"/>
                    <a:pt x="992" y="994"/>
                    <a:pt x="992" y="994"/>
                  </a:cubicBezTo>
                  <a:cubicBezTo>
                    <a:pt x="992" y="990"/>
                    <a:pt x="992" y="987"/>
                    <a:pt x="993" y="984"/>
                  </a:cubicBezTo>
                  <a:cubicBezTo>
                    <a:pt x="993" y="983"/>
                    <a:pt x="994" y="982"/>
                    <a:pt x="994" y="980"/>
                  </a:cubicBezTo>
                  <a:cubicBezTo>
                    <a:pt x="995" y="980"/>
                    <a:pt x="995" y="979"/>
                    <a:pt x="995" y="979"/>
                  </a:cubicBezTo>
                  <a:cubicBezTo>
                    <a:pt x="994" y="978"/>
                    <a:pt x="994" y="978"/>
                    <a:pt x="993" y="976"/>
                  </a:cubicBezTo>
                  <a:cubicBezTo>
                    <a:pt x="992" y="975"/>
                    <a:pt x="992" y="973"/>
                    <a:pt x="992" y="972"/>
                  </a:cubicBezTo>
                  <a:cubicBezTo>
                    <a:pt x="992" y="971"/>
                    <a:pt x="992" y="971"/>
                    <a:pt x="992" y="971"/>
                  </a:cubicBezTo>
                  <a:cubicBezTo>
                    <a:pt x="989" y="961"/>
                    <a:pt x="989" y="961"/>
                    <a:pt x="989" y="961"/>
                  </a:cubicBezTo>
                  <a:cubicBezTo>
                    <a:pt x="988" y="960"/>
                    <a:pt x="987" y="959"/>
                    <a:pt x="986" y="957"/>
                  </a:cubicBezTo>
                  <a:cubicBezTo>
                    <a:pt x="985" y="956"/>
                    <a:pt x="986" y="955"/>
                    <a:pt x="986" y="954"/>
                  </a:cubicBezTo>
                  <a:cubicBezTo>
                    <a:pt x="985" y="953"/>
                    <a:pt x="985" y="953"/>
                    <a:pt x="984" y="953"/>
                  </a:cubicBezTo>
                  <a:cubicBezTo>
                    <a:pt x="982" y="952"/>
                    <a:pt x="975" y="949"/>
                    <a:pt x="977" y="942"/>
                  </a:cubicBezTo>
                  <a:cubicBezTo>
                    <a:pt x="979" y="939"/>
                    <a:pt x="983" y="936"/>
                    <a:pt x="988" y="934"/>
                  </a:cubicBezTo>
                  <a:cubicBezTo>
                    <a:pt x="990" y="933"/>
                    <a:pt x="992" y="931"/>
                    <a:pt x="993" y="931"/>
                  </a:cubicBezTo>
                  <a:cubicBezTo>
                    <a:pt x="997" y="927"/>
                    <a:pt x="1000" y="923"/>
                    <a:pt x="1004" y="919"/>
                  </a:cubicBezTo>
                  <a:cubicBezTo>
                    <a:pt x="1011" y="910"/>
                    <a:pt x="1015" y="904"/>
                    <a:pt x="1010" y="897"/>
                  </a:cubicBezTo>
                  <a:cubicBezTo>
                    <a:pt x="1010" y="896"/>
                    <a:pt x="1009" y="894"/>
                    <a:pt x="1010" y="893"/>
                  </a:cubicBezTo>
                  <a:cubicBezTo>
                    <a:pt x="1011" y="891"/>
                    <a:pt x="1012" y="890"/>
                    <a:pt x="1013" y="890"/>
                  </a:cubicBezTo>
                  <a:cubicBezTo>
                    <a:pt x="1029" y="887"/>
                    <a:pt x="1044" y="884"/>
                    <a:pt x="1059" y="882"/>
                  </a:cubicBezTo>
                  <a:cubicBezTo>
                    <a:pt x="1065" y="881"/>
                    <a:pt x="1070" y="880"/>
                    <a:pt x="1075" y="879"/>
                  </a:cubicBezTo>
                  <a:cubicBezTo>
                    <a:pt x="1081" y="878"/>
                    <a:pt x="1088" y="877"/>
                    <a:pt x="1094" y="876"/>
                  </a:cubicBezTo>
                  <a:cubicBezTo>
                    <a:pt x="1110" y="874"/>
                    <a:pt x="1110" y="874"/>
                    <a:pt x="1110" y="874"/>
                  </a:cubicBezTo>
                  <a:cubicBezTo>
                    <a:pt x="1111" y="874"/>
                    <a:pt x="1111" y="874"/>
                    <a:pt x="1111" y="874"/>
                  </a:cubicBezTo>
                  <a:cubicBezTo>
                    <a:pt x="1111" y="874"/>
                    <a:pt x="1111" y="874"/>
                    <a:pt x="1111" y="874"/>
                  </a:cubicBezTo>
                  <a:cubicBezTo>
                    <a:pt x="1111" y="874"/>
                    <a:pt x="1111" y="873"/>
                    <a:pt x="1111" y="873"/>
                  </a:cubicBezTo>
                  <a:cubicBezTo>
                    <a:pt x="1110" y="872"/>
                    <a:pt x="1110" y="871"/>
                    <a:pt x="1108" y="870"/>
                  </a:cubicBezTo>
                  <a:cubicBezTo>
                    <a:pt x="1108" y="869"/>
                    <a:pt x="1107" y="869"/>
                    <a:pt x="1107" y="868"/>
                  </a:cubicBezTo>
                  <a:cubicBezTo>
                    <a:pt x="1104" y="866"/>
                    <a:pt x="1102" y="863"/>
                    <a:pt x="1100" y="861"/>
                  </a:cubicBezTo>
                  <a:cubicBezTo>
                    <a:pt x="1100" y="861"/>
                    <a:pt x="1100" y="861"/>
                    <a:pt x="1100" y="861"/>
                  </a:cubicBezTo>
                  <a:cubicBezTo>
                    <a:pt x="1099" y="861"/>
                    <a:pt x="1097" y="861"/>
                    <a:pt x="1096" y="860"/>
                  </a:cubicBezTo>
                  <a:cubicBezTo>
                    <a:pt x="1094" y="858"/>
                    <a:pt x="1094" y="855"/>
                    <a:pt x="1093" y="853"/>
                  </a:cubicBezTo>
                  <a:cubicBezTo>
                    <a:pt x="1093" y="850"/>
                    <a:pt x="1092" y="848"/>
                    <a:pt x="1091" y="847"/>
                  </a:cubicBezTo>
                  <a:cubicBezTo>
                    <a:pt x="1090" y="845"/>
                    <a:pt x="1090" y="843"/>
                    <a:pt x="1089" y="841"/>
                  </a:cubicBezTo>
                  <a:cubicBezTo>
                    <a:pt x="1089" y="838"/>
                    <a:pt x="1089" y="836"/>
                    <a:pt x="1089" y="834"/>
                  </a:cubicBezTo>
                  <a:cubicBezTo>
                    <a:pt x="1090" y="833"/>
                    <a:pt x="1090" y="832"/>
                    <a:pt x="1090" y="832"/>
                  </a:cubicBezTo>
                  <a:cubicBezTo>
                    <a:pt x="1090" y="830"/>
                    <a:pt x="1089" y="826"/>
                    <a:pt x="1088" y="824"/>
                  </a:cubicBezTo>
                  <a:cubicBezTo>
                    <a:pt x="1087" y="819"/>
                    <a:pt x="1084" y="816"/>
                    <a:pt x="1079" y="812"/>
                  </a:cubicBezTo>
                  <a:cubicBezTo>
                    <a:pt x="1078" y="811"/>
                    <a:pt x="1076" y="810"/>
                    <a:pt x="1074" y="810"/>
                  </a:cubicBezTo>
                  <a:cubicBezTo>
                    <a:pt x="1071" y="809"/>
                    <a:pt x="1066" y="808"/>
                    <a:pt x="1064" y="803"/>
                  </a:cubicBezTo>
                  <a:cubicBezTo>
                    <a:pt x="1063" y="802"/>
                    <a:pt x="1062" y="801"/>
                    <a:pt x="1061" y="800"/>
                  </a:cubicBezTo>
                  <a:cubicBezTo>
                    <a:pt x="1059" y="796"/>
                    <a:pt x="1057" y="793"/>
                    <a:pt x="1054" y="790"/>
                  </a:cubicBezTo>
                  <a:cubicBezTo>
                    <a:pt x="1048" y="785"/>
                    <a:pt x="1046" y="779"/>
                    <a:pt x="1046" y="772"/>
                  </a:cubicBezTo>
                  <a:cubicBezTo>
                    <a:pt x="1043" y="770"/>
                    <a:pt x="1041" y="764"/>
                    <a:pt x="1038" y="756"/>
                  </a:cubicBezTo>
                  <a:cubicBezTo>
                    <a:pt x="1038" y="754"/>
                    <a:pt x="1038" y="754"/>
                    <a:pt x="1038" y="754"/>
                  </a:cubicBezTo>
                  <a:cubicBezTo>
                    <a:pt x="1037" y="752"/>
                    <a:pt x="1037" y="751"/>
                    <a:pt x="1036" y="749"/>
                  </a:cubicBezTo>
                  <a:cubicBezTo>
                    <a:pt x="1036" y="749"/>
                    <a:pt x="1036" y="748"/>
                    <a:pt x="1035" y="747"/>
                  </a:cubicBezTo>
                  <a:cubicBezTo>
                    <a:pt x="1035" y="747"/>
                    <a:pt x="1035" y="747"/>
                    <a:pt x="1035" y="747"/>
                  </a:cubicBezTo>
                  <a:cubicBezTo>
                    <a:pt x="1034" y="746"/>
                    <a:pt x="1033" y="746"/>
                    <a:pt x="1033" y="745"/>
                  </a:cubicBezTo>
                  <a:cubicBezTo>
                    <a:pt x="1029" y="742"/>
                    <a:pt x="1029" y="739"/>
                    <a:pt x="1029" y="735"/>
                  </a:cubicBezTo>
                  <a:cubicBezTo>
                    <a:pt x="1029" y="733"/>
                    <a:pt x="1029" y="731"/>
                    <a:pt x="1029" y="730"/>
                  </a:cubicBezTo>
                  <a:cubicBezTo>
                    <a:pt x="1030" y="728"/>
                    <a:pt x="1030" y="727"/>
                    <a:pt x="1032" y="726"/>
                  </a:cubicBezTo>
                  <a:cubicBezTo>
                    <a:pt x="1033" y="725"/>
                    <a:pt x="1034" y="724"/>
                    <a:pt x="1035" y="724"/>
                  </a:cubicBezTo>
                  <a:cubicBezTo>
                    <a:pt x="1036" y="723"/>
                    <a:pt x="1036" y="722"/>
                    <a:pt x="1037" y="722"/>
                  </a:cubicBezTo>
                  <a:cubicBezTo>
                    <a:pt x="1037" y="722"/>
                    <a:pt x="1037" y="721"/>
                    <a:pt x="1038" y="720"/>
                  </a:cubicBezTo>
                  <a:cubicBezTo>
                    <a:pt x="1038" y="720"/>
                    <a:pt x="1038" y="719"/>
                    <a:pt x="1038" y="719"/>
                  </a:cubicBezTo>
                  <a:cubicBezTo>
                    <a:pt x="1038" y="716"/>
                    <a:pt x="1038" y="713"/>
                    <a:pt x="1038" y="713"/>
                  </a:cubicBezTo>
                  <a:cubicBezTo>
                    <a:pt x="1038" y="711"/>
                    <a:pt x="1039" y="709"/>
                    <a:pt x="1040" y="709"/>
                  </a:cubicBezTo>
                  <a:cubicBezTo>
                    <a:pt x="1039" y="707"/>
                    <a:pt x="1037" y="704"/>
                    <a:pt x="1036" y="703"/>
                  </a:cubicBezTo>
                  <a:cubicBezTo>
                    <a:pt x="1035" y="701"/>
                    <a:pt x="1034" y="700"/>
                    <a:pt x="1034" y="699"/>
                  </a:cubicBezTo>
                  <a:cubicBezTo>
                    <a:pt x="1031" y="695"/>
                    <a:pt x="1028" y="689"/>
                    <a:pt x="1026" y="683"/>
                  </a:cubicBezTo>
                  <a:cubicBezTo>
                    <a:pt x="1026" y="682"/>
                    <a:pt x="1026" y="682"/>
                    <a:pt x="1025" y="681"/>
                  </a:cubicBezTo>
                  <a:cubicBezTo>
                    <a:pt x="1025" y="680"/>
                    <a:pt x="1024" y="678"/>
                    <a:pt x="1024" y="677"/>
                  </a:cubicBezTo>
                  <a:cubicBezTo>
                    <a:pt x="1024" y="675"/>
                    <a:pt x="1024" y="673"/>
                    <a:pt x="1024" y="672"/>
                  </a:cubicBezTo>
                  <a:cubicBezTo>
                    <a:pt x="1024" y="671"/>
                    <a:pt x="1025" y="670"/>
                    <a:pt x="1024" y="669"/>
                  </a:cubicBezTo>
                  <a:cubicBezTo>
                    <a:pt x="1023" y="664"/>
                    <a:pt x="1024" y="658"/>
                    <a:pt x="1024" y="652"/>
                  </a:cubicBezTo>
                  <a:cubicBezTo>
                    <a:pt x="1024" y="651"/>
                    <a:pt x="1024" y="651"/>
                    <a:pt x="1024" y="651"/>
                  </a:cubicBezTo>
                  <a:cubicBezTo>
                    <a:pt x="1025" y="648"/>
                    <a:pt x="1025" y="646"/>
                    <a:pt x="1026" y="643"/>
                  </a:cubicBezTo>
                  <a:cubicBezTo>
                    <a:pt x="1026" y="642"/>
                    <a:pt x="1027" y="641"/>
                    <a:pt x="1027" y="641"/>
                  </a:cubicBezTo>
                  <a:cubicBezTo>
                    <a:pt x="1027" y="641"/>
                    <a:pt x="1027" y="641"/>
                    <a:pt x="1027" y="640"/>
                  </a:cubicBezTo>
                  <a:cubicBezTo>
                    <a:pt x="1028" y="637"/>
                    <a:pt x="1030" y="635"/>
                    <a:pt x="1031" y="635"/>
                  </a:cubicBezTo>
                  <a:cubicBezTo>
                    <a:pt x="1031" y="634"/>
                    <a:pt x="1031" y="634"/>
                    <a:pt x="1031" y="634"/>
                  </a:cubicBezTo>
                  <a:cubicBezTo>
                    <a:pt x="1031" y="634"/>
                    <a:pt x="1031" y="634"/>
                    <a:pt x="1031" y="633"/>
                  </a:cubicBezTo>
                  <a:cubicBezTo>
                    <a:pt x="1031" y="633"/>
                    <a:pt x="1031" y="633"/>
                    <a:pt x="1030" y="633"/>
                  </a:cubicBezTo>
                  <a:cubicBezTo>
                    <a:pt x="1026" y="634"/>
                    <a:pt x="1024" y="631"/>
                    <a:pt x="1023" y="630"/>
                  </a:cubicBezTo>
                  <a:cubicBezTo>
                    <a:pt x="1022" y="628"/>
                    <a:pt x="1022" y="625"/>
                    <a:pt x="1023" y="621"/>
                  </a:cubicBezTo>
                  <a:cubicBezTo>
                    <a:pt x="1024" y="620"/>
                    <a:pt x="1024" y="620"/>
                    <a:pt x="1025" y="619"/>
                  </a:cubicBezTo>
                  <a:cubicBezTo>
                    <a:pt x="1024" y="618"/>
                    <a:pt x="1023" y="616"/>
                    <a:pt x="1024" y="614"/>
                  </a:cubicBezTo>
                  <a:cubicBezTo>
                    <a:pt x="1024" y="613"/>
                    <a:pt x="1024" y="612"/>
                    <a:pt x="1024" y="611"/>
                  </a:cubicBezTo>
                  <a:cubicBezTo>
                    <a:pt x="1024" y="609"/>
                    <a:pt x="1024" y="608"/>
                    <a:pt x="1025" y="606"/>
                  </a:cubicBezTo>
                  <a:cubicBezTo>
                    <a:pt x="1025" y="605"/>
                    <a:pt x="1025" y="604"/>
                    <a:pt x="1025" y="602"/>
                  </a:cubicBezTo>
                  <a:cubicBezTo>
                    <a:pt x="1025" y="601"/>
                    <a:pt x="1025" y="600"/>
                    <a:pt x="1025" y="599"/>
                  </a:cubicBezTo>
                  <a:cubicBezTo>
                    <a:pt x="1025" y="599"/>
                    <a:pt x="1025" y="598"/>
                    <a:pt x="1026" y="597"/>
                  </a:cubicBezTo>
                  <a:cubicBezTo>
                    <a:pt x="1026" y="597"/>
                    <a:pt x="1026" y="596"/>
                    <a:pt x="1026" y="596"/>
                  </a:cubicBezTo>
                  <a:cubicBezTo>
                    <a:pt x="1025" y="595"/>
                    <a:pt x="1025" y="593"/>
                    <a:pt x="1025" y="591"/>
                  </a:cubicBezTo>
                  <a:cubicBezTo>
                    <a:pt x="1025" y="589"/>
                    <a:pt x="1026" y="588"/>
                    <a:pt x="1027" y="587"/>
                  </a:cubicBezTo>
                  <a:cubicBezTo>
                    <a:pt x="1028" y="585"/>
                    <a:pt x="1028" y="584"/>
                    <a:pt x="1027" y="582"/>
                  </a:cubicBezTo>
                  <a:cubicBezTo>
                    <a:pt x="1027" y="581"/>
                    <a:pt x="1027" y="579"/>
                    <a:pt x="1028" y="578"/>
                  </a:cubicBezTo>
                  <a:cubicBezTo>
                    <a:pt x="1028" y="577"/>
                    <a:pt x="1027" y="575"/>
                    <a:pt x="1027" y="574"/>
                  </a:cubicBezTo>
                  <a:cubicBezTo>
                    <a:pt x="1027" y="570"/>
                    <a:pt x="1026" y="566"/>
                    <a:pt x="1029" y="562"/>
                  </a:cubicBezTo>
                  <a:cubicBezTo>
                    <a:pt x="1030" y="562"/>
                    <a:pt x="1031" y="561"/>
                    <a:pt x="1032" y="560"/>
                  </a:cubicBezTo>
                  <a:cubicBezTo>
                    <a:pt x="1032" y="560"/>
                    <a:pt x="1032" y="560"/>
                    <a:pt x="1033" y="559"/>
                  </a:cubicBezTo>
                  <a:cubicBezTo>
                    <a:pt x="1032" y="558"/>
                    <a:pt x="1032" y="557"/>
                    <a:pt x="1032" y="555"/>
                  </a:cubicBezTo>
                  <a:cubicBezTo>
                    <a:pt x="1032" y="554"/>
                    <a:pt x="1032" y="552"/>
                    <a:pt x="1033" y="550"/>
                  </a:cubicBezTo>
                  <a:cubicBezTo>
                    <a:pt x="1033" y="550"/>
                    <a:pt x="1033" y="549"/>
                    <a:pt x="1034" y="549"/>
                  </a:cubicBezTo>
                  <a:cubicBezTo>
                    <a:pt x="1033" y="548"/>
                    <a:pt x="1032" y="548"/>
                    <a:pt x="1031" y="547"/>
                  </a:cubicBezTo>
                  <a:cubicBezTo>
                    <a:pt x="1029" y="546"/>
                    <a:pt x="1029" y="544"/>
                    <a:pt x="1029" y="543"/>
                  </a:cubicBezTo>
                  <a:cubicBezTo>
                    <a:pt x="1027" y="542"/>
                    <a:pt x="1026" y="542"/>
                    <a:pt x="1025" y="540"/>
                  </a:cubicBezTo>
                  <a:cubicBezTo>
                    <a:pt x="1024" y="539"/>
                    <a:pt x="1024" y="538"/>
                    <a:pt x="1024" y="537"/>
                  </a:cubicBezTo>
                  <a:cubicBezTo>
                    <a:pt x="1023" y="537"/>
                    <a:pt x="1023" y="536"/>
                    <a:pt x="1023" y="536"/>
                  </a:cubicBezTo>
                  <a:cubicBezTo>
                    <a:pt x="1023" y="536"/>
                    <a:pt x="1023" y="536"/>
                    <a:pt x="1022" y="535"/>
                  </a:cubicBezTo>
                  <a:cubicBezTo>
                    <a:pt x="1019" y="534"/>
                    <a:pt x="1018" y="531"/>
                    <a:pt x="1019" y="527"/>
                  </a:cubicBezTo>
                  <a:cubicBezTo>
                    <a:pt x="1019" y="527"/>
                    <a:pt x="1019" y="527"/>
                    <a:pt x="1019" y="527"/>
                  </a:cubicBezTo>
                  <a:cubicBezTo>
                    <a:pt x="1018" y="526"/>
                    <a:pt x="1017" y="526"/>
                    <a:pt x="1015" y="525"/>
                  </a:cubicBezTo>
                  <a:cubicBezTo>
                    <a:pt x="1013" y="523"/>
                    <a:pt x="1013" y="521"/>
                    <a:pt x="1013" y="519"/>
                  </a:cubicBezTo>
                  <a:cubicBezTo>
                    <a:pt x="1013" y="518"/>
                    <a:pt x="1012" y="517"/>
                    <a:pt x="1012" y="517"/>
                  </a:cubicBezTo>
                  <a:cubicBezTo>
                    <a:pt x="1011" y="515"/>
                    <a:pt x="1011" y="514"/>
                    <a:pt x="1011" y="513"/>
                  </a:cubicBezTo>
                  <a:cubicBezTo>
                    <a:pt x="1011" y="511"/>
                    <a:pt x="1011" y="510"/>
                    <a:pt x="1012" y="509"/>
                  </a:cubicBezTo>
                  <a:cubicBezTo>
                    <a:pt x="1011" y="508"/>
                    <a:pt x="1011" y="506"/>
                    <a:pt x="1011" y="504"/>
                  </a:cubicBezTo>
                  <a:cubicBezTo>
                    <a:pt x="1012" y="499"/>
                    <a:pt x="1016" y="498"/>
                    <a:pt x="1018" y="497"/>
                  </a:cubicBezTo>
                  <a:cubicBezTo>
                    <a:pt x="1018" y="497"/>
                    <a:pt x="1019" y="497"/>
                    <a:pt x="1019" y="497"/>
                  </a:cubicBezTo>
                  <a:cubicBezTo>
                    <a:pt x="1019" y="496"/>
                    <a:pt x="1020" y="494"/>
                    <a:pt x="1022" y="492"/>
                  </a:cubicBezTo>
                  <a:cubicBezTo>
                    <a:pt x="1023" y="492"/>
                    <a:pt x="1025" y="491"/>
                    <a:pt x="1027" y="492"/>
                  </a:cubicBezTo>
                  <a:cubicBezTo>
                    <a:pt x="1027" y="492"/>
                    <a:pt x="1027" y="492"/>
                    <a:pt x="1027" y="492"/>
                  </a:cubicBezTo>
                  <a:cubicBezTo>
                    <a:pt x="1029" y="490"/>
                    <a:pt x="1029" y="485"/>
                    <a:pt x="1028" y="478"/>
                  </a:cubicBezTo>
                  <a:cubicBezTo>
                    <a:pt x="1025" y="468"/>
                    <a:pt x="1031" y="459"/>
                    <a:pt x="1036" y="453"/>
                  </a:cubicBezTo>
                  <a:cubicBezTo>
                    <a:pt x="1037" y="452"/>
                    <a:pt x="1038" y="451"/>
                    <a:pt x="1039" y="450"/>
                  </a:cubicBezTo>
                  <a:cubicBezTo>
                    <a:pt x="1039" y="450"/>
                    <a:pt x="1040" y="450"/>
                    <a:pt x="1040" y="450"/>
                  </a:cubicBezTo>
                  <a:cubicBezTo>
                    <a:pt x="1040" y="448"/>
                    <a:pt x="1041" y="447"/>
                    <a:pt x="1042" y="446"/>
                  </a:cubicBezTo>
                  <a:cubicBezTo>
                    <a:pt x="1044" y="443"/>
                    <a:pt x="1046" y="443"/>
                    <a:pt x="1048" y="443"/>
                  </a:cubicBezTo>
                  <a:cubicBezTo>
                    <a:pt x="1049" y="443"/>
                    <a:pt x="1049" y="443"/>
                    <a:pt x="1049" y="443"/>
                  </a:cubicBezTo>
                  <a:cubicBezTo>
                    <a:pt x="1049" y="443"/>
                    <a:pt x="1049" y="442"/>
                    <a:pt x="1049" y="442"/>
                  </a:cubicBezTo>
                  <a:cubicBezTo>
                    <a:pt x="1050" y="441"/>
                    <a:pt x="1050" y="440"/>
                    <a:pt x="1051" y="439"/>
                  </a:cubicBezTo>
                  <a:cubicBezTo>
                    <a:pt x="1053" y="438"/>
                    <a:pt x="1054" y="438"/>
                    <a:pt x="1055" y="437"/>
                  </a:cubicBezTo>
                  <a:cubicBezTo>
                    <a:pt x="1055" y="437"/>
                    <a:pt x="1056" y="436"/>
                    <a:pt x="1056" y="436"/>
                  </a:cubicBezTo>
                  <a:cubicBezTo>
                    <a:pt x="1056" y="436"/>
                    <a:pt x="1056" y="436"/>
                    <a:pt x="1056" y="435"/>
                  </a:cubicBezTo>
                  <a:cubicBezTo>
                    <a:pt x="1056" y="434"/>
                    <a:pt x="1056" y="434"/>
                    <a:pt x="1056" y="433"/>
                  </a:cubicBezTo>
                  <a:cubicBezTo>
                    <a:pt x="1056" y="431"/>
                    <a:pt x="1055" y="430"/>
                    <a:pt x="1055" y="429"/>
                  </a:cubicBezTo>
                  <a:cubicBezTo>
                    <a:pt x="1055" y="427"/>
                    <a:pt x="1055" y="426"/>
                    <a:pt x="1055" y="424"/>
                  </a:cubicBezTo>
                  <a:cubicBezTo>
                    <a:pt x="1055" y="421"/>
                    <a:pt x="1055" y="421"/>
                    <a:pt x="1055" y="421"/>
                  </a:cubicBezTo>
                  <a:cubicBezTo>
                    <a:pt x="1054" y="418"/>
                    <a:pt x="1054" y="415"/>
                    <a:pt x="1055" y="412"/>
                  </a:cubicBezTo>
                  <a:cubicBezTo>
                    <a:pt x="1054" y="411"/>
                    <a:pt x="1054" y="408"/>
                    <a:pt x="1056" y="406"/>
                  </a:cubicBezTo>
                  <a:cubicBezTo>
                    <a:pt x="1056" y="405"/>
                    <a:pt x="1057" y="404"/>
                    <a:pt x="1057" y="404"/>
                  </a:cubicBezTo>
                  <a:cubicBezTo>
                    <a:pt x="1058" y="402"/>
                    <a:pt x="1058" y="400"/>
                    <a:pt x="1058" y="399"/>
                  </a:cubicBezTo>
                  <a:cubicBezTo>
                    <a:pt x="1058" y="397"/>
                    <a:pt x="1058" y="395"/>
                    <a:pt x="1058" y="393"/>
                  </a:cubicBezTo>
                  <a:cubicBezTo>
                    <a:pt x="1058" y="392"/>
                    <a:pt x="1058" y="391"/>
                    <a:pt x="1058" y="390"/>
                  </a:cubicBezTo>
                  <a:cubicBezTo>
                    <a:pt x="1058" y="389"/>
                    <a:pt x="1058" y="388"/>
                    <a:pt x="1059" y="387"/>
                  </a:cubicBezTo>
                  <a:cubicBezTo>
                    <a:pt x="1059" y="386"/>
                    <a:pt x="1060" y="385"/>
                    <a:pt x="1060" y="384"/>
                  </a:cubicBezTo>
                  <a:cubicBezTo>
                    <a:pt x="1060" y="383"/>
                    <a:pt x="1060" y="382"/>
                    <a:pt x="1060" y="381"/>
                  </a:cubicBezTo>
                  <a:cubicBezTo>
                    <a:pt x="1060" y="379"/>
                    <a:pt x="1059" y="377"/>
                    <a:pt x="1060" y="373"/>
                  </a:cubicBezTo>
                  <a:cubicBezTo>
                    <a:pt x="1062" y="361"/>
                    <a:pt x="1062" y="361"/>
                    <a:pt x="1062" y="361"/>
                  </a:cubicBezTo>
                  <a:cubicBezTo>
                    <a:pt x="1062" y="357"/>
                    <a:pt x="1063" y="354"/>
                    <a:pt x="1064" y="351"/>
                  </a:cubicBezTo>
                  <a:cubicBezTo>
                    <a:pt x="1063" y="350"/>
                    <a:pt x="1063" y="348"/>
                    <a:pt x="1063" y="347"/>
                  </a:cubicBezTo>
                  <a:cubicBezTo>
                    <a:pt x="1063" y="343"/>
                    <a:pt x="1066" y="339"/>
                    <a:pt x="1068" y="336"/>
                  </a:cubicBezTo>
                  <a:cubicBezTo>
                    <a:pt x="1069" y="336"/>
                    <a:pt x="1069" y="335"/>
                    <a:pt x="1070" y="335"/>
                  </a:cubicBezTo>
                  <a:cubicBezTo>
                    <a:pt x="1070" y="335"/>
                    <a:pt x="1070" y="335"/>
                    <a:pt x="1070" y="335"/>
                  </a:cubicBezTo>
                  <a:cubicBezTo>
                    <a:pt x="1070" y="334"/>
                    <a:pt x="1070" y="333"/>
                    <a:pt x="1071" y="332"/>
                  </a:cubicBezTo>
                  <a:cubicBezTo>
                    <a:pt x="1071" y="330"/>
                    <a:pt x="1071" y="330"/>
                    <a:pt x="1071" y="330"/>
                  </a:cubicBezTo>
                  <a:cubicBezTo>
                    <a:pt x="1072" y="325"/>
                    <a:pt x="1075" y="321"/>
                    <a:pt x="1078" y="317"/>
                  </a:cubicBezTo>
                  <a:cubicBezTo>
                    <a:pt x="1078" y="317"/>
                    <a:pt x="1078" y="315"/>
                    <a:pt x="1077" y="314"/>
                  </a:cubicBezTo>
                  <a:cubicBezTo>
                    <a:pt x="1077" y="312"/>
                    <a:pt x="1077" y="312"/>
                    <a:pt x="1077" y="312"/>
                  </a:cubicBezTo>
                  <a:cubicBezTo>
                    <a:pt x="1076" y="308"/>
                    <a:pt x="1076" y="301"/>
                    <a:pt x="1078" y="297"/>
                  </a:cubicBezTo>
                  <a:cubicBezTo>
                    <a:pt x="1080" y="291"/>
                    <a:pt x="1085" y="290"/>
                    <a:pt x="1088" y="289"/>
                  </a:cubicBezTo>
                  <a:cubicBezTo>
                    <a:pt x="1090" y="289"/>
                    <a:pt x="1091" y="289"/>
                    <a:pt x="1092" y="288"/>
                  </a:cubicBezTo>
                  <a:cubicBezTo>
                    <a:pt x="1093" y="287"/>
                    <a:pt x="1093" y="286"/>
                    <a:pt x="1094" y="283"/>
                  </a:cubicBezTo>
                  <a:cubicBezTo>
                    <a:pt x="1094" y="280"/>
                    <a:pt x="1095" y="275"/>
                    <a:pt x="1099" y="272"/>
                  </a:cubicBezTo>
                  <a:cubicBezTo>
                    <a:pt x="1100" y="271"/>
                    <a:pt x="1102" y="270"/>
                    <a:pt x="1103" y="270"/>
                  </a:cubicBezTo>
                  <a:cubicBezTo>
                    <a:pt x="1103" y="270"/>
                    <a:pt x="1104" y="270"/>
                    <a:pt x="1104" y="269"/>
                  </a:cubicBezTo>
                  <a:cubicBezTo>
                    <a:pt x="1105" y="269"/>
                    <a:pt x="1107" y="268"/>
                    <a:pt x="1108" y="269"/>
                  </a:cubicBezTo>
                  <a:cubicBezTo>
                    <a:pt x="1110" y="268"/>
                    <a:pt x="1111" y="268"/>
                    <a:pt x="1112" y="266"/>
                  </a:cubicBezTo>
                  <a:cubicBezTo>
                    <a:pt x="1113" y="264"/>
                    <a:pt x="1115" y="262"/>
                    <a:pt x="1116" y="260"/>
                  </a:cubicBezTo>
                  <a:cubicBezTo>
                    <a:pt x="1118" y="257"/>
                    <a:pt x="1120" y="254"/>
                    <a:pt x="1123" y="251"/>
                  </a:cubicBezTo>
                  <a:cubicBezTo>
                    <a:pt x="1126" y="249"/>
                    <a:pt x="1129" y="246"/>
                    <a:pt x="1132" y="244"/>
                  </a:cubicBezTo>
                  <a:cubicBezTo>
                    <a:pt x="1133" y="243"/>
                    <a:pt x="1135" y="242"/>
                    <a:pt x="1136" y="240"/>
                  </a:cubicBezTo>
                  <a:cubicBezTo>
                    <a:pt x="1142" y="235"/>
                    <a:pt x="1146" y="231"/>
                    <a:pt x="1151" y="224"/>
                  </a:cubicBezTo>
                  <a:cubicBezTo>
                    <a:pt x="1154" y="220"/>
                    <a:pt x="1157" y="217"/>
                    <a:pt x="1159" y="213"/>
                  </a:cubicBezTo>
                  <a:cubicBezTo>
                    <a:pt x="1158" y="213"/>
                    <a:pt x="1158" y="213"/>
                    <a:pt x="1158" y="213"/>
                  </a:cubicBezTo>
                  <a:cubicBezTo>
                    <a:pt x="1156" y="212"/>
                    <a:pt x="1155" y="210"/>
                    <a:pt x="1154" y="208"/>
                  </a:cubicBezTo>
                  <a:cubicBezTo>
                    <a:pt x="1153" y="208"/>
                    <a:pt x="1153" y="208"/>
                    <a:pt x="1153" y="208"/>
                  </a:cubicBezTo>
                  <a:cubicBezTo>
                    <a:pt x="1146" y="208"/>
                    <a:pt x="1145" y="204"/>
                    <a:pt x="1144" y="202"/>
                  </a:cubicBezTo>
                  <a:cubicBezTo>
                    <a:pt x="1144" y="202"/>
                    <a:pt x="1144" y="202"/>
                    <a:pt x="1144" y="202"/>
                  </a:cubicBezTo>
                  <a:cubicBezTo>
                    <a:pt x="1143" y="204"/>
                    <a:pt x="1140" y="205"/>
                    <a:pt x="1139" y="205"/>
                  </a:cubicBezTo>
                  <a:cubicBezTo>
                    <a:pt x="1134" y="205"/>
                    <a:pt x="1133" y="201"/>
                    <a:pt x="1132" y="199"/>
                  </a:cubicBezTo>
                  <a:cubicBezTo>
                    <a:pt x="1131" y="199"/>
                    <a:pt x="1131" y="198"/>
                    <a:pt x="1131" y="198"/>
                  </a:cubicBezTo>
                  <a:cubicBezTo>
                    <a:pt x="1131" y="198"/>
                    <a:pt x="1131" y="198"/>
                    <a:pt x="1131" y="198"/>
                  </a:cubicBezTo>
                  <a:cubicBezTo>
                    <a:pt x="1129" y="198"/>
                    <a:pt x="1127" y="197"/>
                    <a:pt x="1126" y="196"/>
                  </a:cubicBezTo>
                  <a:cubicBezTo>
                    <a:pt x="1125" y="195"/>
                    <a:pt x="1124" y="193"/>
                    <a:pt x="1124" y="191"/>
                  </a:cubicBezTo>
                  <a:cubicBezTo>
                    <a:pt x="1125" y="184"/>
                    <a:pt x="1127" y="177"/>
                    <a:pt x="1130" y="172"/>
                  </a:cubicBezTo>
                  <a:cubicBezTo>
                    <a:pt x="1133" y="166"/>
                    <a:pt x="1133" y="163"/>
                    <a:pt x="1131" y="161"/>
                  </a:cubicBezTo>
                  <a:cubicBezTo>
                    <a:pt x="1130" y="160"/>
                    <a:pt x="1130" y="160"/>
                    <a:pt x="1130" y="160"/>
                  </a:cubicBezTo>
                  <a:cubicBezTo>
                    <a:pt x="1126" y="157"/>
                    <a:pt x="1126" y="155"/>
                    <a:pt x="1127" y="149"/>
                  </a:cubicBezTo>
                  <a:cubicBezTo>
                    <a:pt x="1128" y="148"/>
                    <a:pt x="1128" y="146"/>
                    <a:pt x="1129" y="145"/>
                  </a:cubicBezTo>
                  <a:cubicBezTo>
                    <a:pt x="1129" y="144"/>
                    <a:pt x="1130" y="142"/>
                    <a:pt x="1130" y="141"/>
                  </a:cubicBezTo>
                  <a:cubicBezTo>
                    <a:pt x="1131" y="138"/>
                    <a:pt x="1132" y="136"/>
                    <a:pt x="1134" y="134"/>
                  </a:cubicBezTo>
                  <a:cubicBezTo>
                    <a:pt x="1134" y="133"/>
                    <a:pt x="1135" y="133"/>
                    <a:pt x="1135" y="132"/>
                  </a:cubicBezTo>
                  <a:cubicBezTo>
                    <a:pt x="1136" y="131"/>
                    <a:pt x="1136" y="131"/>
                    <a:pt x="1136" y="130"/>
                  </a:cubicBezTo>
                  <a:cubicBezTo>
                    <a:pt x="1135" y="130"/>
                    <a:pt x="1133" y="130"/>
                    <a:pt x="1132" y="127"/>
                  </a:cubicBezTo>
                  <a:cubicBezTo>
                    <a:pt x="1131" y="126"/>
                    <a:pt x="1131" y="124"/>
                    <a:pt x="1131" y="124"/>
                  </a:cubicBezTo>
                  <a:cubicBezTo>
                    <a:pt x="1131" y="123"/>
                    <a:pt x="1130" y="123"/>
                    <a:pt x="1130" y="122"/>
                  </a:cubicBezTo>
                  <a:cubicBezTo>
                    <a:pt x="1129" y="122"/>
                    <a:pt x="1129" y="122"/>
                    <a:pt x="1129" y="121"/>
                  </a:cubicBezTo>
                  <a:cubicBezTo>
                    <a:pt x="1128" y="122"/>
                    <a:pt x="1127" y="122"/>
                    <a:pt x="1127" y="121"/>
                  </a:cubicBezTo>
                  <a:cubicBezTo>
                    <a:pt x="1123" y="123"/>
                    <a:pt x="1118" y="124"/>
                    <a:pt x="1115" y="122"/>
                  </a:cubicBezTo>
                  <a:cubicBezTo>
                    <a:pt x="1114" y="120"/>
                    <a:pt x="1114" y="118"/>
                    <a:pt x="1114" y="114"/>
                  </a:cubicBezTo>
                  <a:cubicBezTo>
                    <a:pt x="1114" y="113"/>
                    <a:pt x="1114" y="111"/>
                    <a:pt x="1114" y="110"/>
                  </a:cubicBezTo>
                  <a:cubicBezTo>
                    <a:pt x="1114" y="110"/>
                    <a:pt x="1114" y="109"/>
                    <a:pt x="1114" y="109"/>
                  </a:cubicBezTo>
                  <a:cubicBezTo>
                    <a:pt x="1114" y="108"/>
                    <a:pt x="1114" y="107"/>
                    <a:pt x="1113" y="106"/>
                  </a:cubicBezTo>
                  <a:cubicBezTo>
                    <a:pt x="1113" y="106"/>
                    <a:pt x="1113" y="106"/>
                    <a:pt x="1113" y="106"/>
                  </a:cubicBezTo>
                  <a:cubicBezTo>
                    <a:pt x="1112" y="106"/>
                    <a:pt x="1112" y="106"/>
                    <a:pt x="1111" y="106"/>
                  </a:cubicBezTo>
                  <a:cubicBezTo>
                    <a:pt x="1107" y="105"/>
                    <a:pt x="1106" y="104"/>
                    <a:pt x="1106" y="104"/>
                  </a:cubicBezTo>
                  <a:cubicBezTo>
                    <a:pt x="1104" y="102"/>
                    <a:pt x="1102" y="101"/>
                    <a:pt x="1100" y="101"/>
                  </a:cubicBezTo>
                  <a:cubicBezTo>
                    <a:pt x="1099" y="101"/>
                    <a:pt x="1099" y="101"/>
                    <a:pt x="1099" y="101"/>
                  </a:cubicBezTo>
                  <a:cubicBezTo>
                    <a:pt x="1094" y="100"/>
                    <a:pt x="1093" y="99"/>
                    <a:pt x="1091" y="94"/>
                  </a:cubicBezTo>
                  <a:cubicBezTo>
                    <a:pt x="1090" y="91"/>
                    <a:pt x="1089" y="91"/>
                    <a:pt x="1087" y="90"/>
                  </a:cubicBezTo>
                  <a:cubicBezTo>
                    <a:pt x="1085" y="88"/>
                    <a:pt x="1084" y="86"/>
                    <a:pt x="1083" y="85"/>
                  </a:cubicBezTo>
                  <a:cubicBezTo>
                    <a:pt x="1082" y="84"/>
                    <a:pt x="1082" y="83"/>
                    <a:pt x="1081" y="83"/>
                  </a:cubicBezTo>
                  <a:cubicBezTo>
                    <a:pt x="1079" y="82"/>
                    <a:pt x="1078" y="81"/>
                    <a:pt x="1076" y="79"/>
                  </a:cubicBezTo>
                  <a:cubicBezTo>
                    <a:pt x="1076" y="78"/>
                    <a:pt x="1076" y="77"/>
                    <a:pt x="1076" y="76"/>
                  </a:cubicBezTo>
                  <a:cubicBezTo>
                    <a:pt x="1074" y="76"/>
                    <a:pt x="1072" y="76"/>
                    <a:pt x="1071" y="75"/>
                  </a:cubicBezTo>
                  <a:cubicBezTo>
                    <a:pt x="1066" y="72"/>
                    <a:pt x="1066" y="65"/>
                    <a:pt x="1067" y="60"/>
                  </a:cubicBezTo>
                  <a:cubicBezTo>
                    <a:pt x="1065" y="60"/>
                    <a:pt x="1064" y="59"/>
                    <a:pt x="1064" y="58"/>
                  </a:cubicBezTo>
                  <a:cubicBezTo>
                    <a:pt x="1063" y="58"/>
                    <a:pt x="1063" y="58"/>
                    <a:pt x="1063" y="58"/>
                  </a:cubicBezTo>
                  <a:cubicBezTo>
                    <a:pt x="1062" y="57"/>
                    <a:pt x="1061" y="57"/>
                    <a:pt x="1060" y="57"/>
                  </a:cubicBezTo>
                  <a:cubicBezTo>
                    <a:pt x="1060" y="57"/>
                    <a:pt x="1060" y="57"/>
                    <a:pt x="1060" y="57"/>
                  </a:cubicBezTo>
                  <a:cubicBezTo>
                    <a:pt x="1058" y="57"/>
                    <a:pt x="1057" y="56"/>
                    <a:pt x="1056" y="56"/>
                  </a:cubicBezTo>
                  <a:cubicBezTo>
                    <a:pt x="1056" y="56"/>
                    <a:pt x="1056" y="56"/>
                    <a:pt x="1056" y="56"/>
                  </a:cubicBezTo>
                  <a:cubicBezTo>
                    <a:pt x="1056" y="56"/>
                    <a:pt x="1055" y="56"/>
                    <a:pt x="1055" y="57"/>
                  </a:cubicBezTo>
                  <a:cubicBezTo>
                    <a:pt x="1055" y="58"/>
                    <a:pt x="1053" y="61"/>
                    <a:pt x="1053" y="61"/>
                  </a:cubicBezTo>
                  <a:cubicBezTo>
                    <a:pt x="1052" y="63"/>
                    <a:pt x="1051" y="64"/>
                    <a:pt x="1049" y="65"/>
                  </a:cubicBezTo>
                  <a:cubicBezTo>
                    <a:pt x="1049" y="66"/>
                    <a:pt x="1049" y="66"/>
                    <a:pt x="1048" y="66"/>
                  </a:cubicBezTo>
                  <a:cubicBezTo>
                    <a:pt x="1048" y="67"/>
                    <a:pt x="1048" y="67"/>
                    <a:pt x="1048" y="68"/>
                  </a:cubicBezTo>
                  <a:cubicBezTo>
                    <a:pt x="1047" y="71"/>
                    <a:pt x="1045" y="72"/>
                    <a:pt x="1042" y="73"/>
                  </a:cubicBezTo>
                  <a:cubicBezTo>
                    <a:pt x="1041" y="75"/>
                    <a:pt x="1040" y="76"/>
                    <a:pt x="1038" y="76"/>
                  </a:cubicBezTo>
                  <a:cubicBezTo>
                    <a:pt x="1038" y="76"/>
                    <a:pt x="1037" y="76"/>
                    <a:pt x="1037" y="76"/>
                  </a:cubicBezTo>
                  <a:cubicBezTo>
                    <a:pt x="1034" y="76"/>
                    <a:pt x="1032" y="74"/>
                    <a:pt x="1031" y="73"/>
                  </a:cubicBezTo>
                  <a:cubicBezTo>
                    <a:pt x="1031" y="73"/>
                    <a:pt x="1030" y="73"/>
                    <a:pt x="1030" y="73"/>
                  </a:cubicBezTo>
                  <a:cubicBezTo>
                    <a:pt x="1028" y="71"/>
                    <a:pt x="1027" y="70"/>
                    <a:pt x="1025" y="69"/>
                  </a:cubicBezTo>
                  <a:cubicBezTo>
                    <a:pt x="1024" y="68"/>
                    <a:pt x="1023" y="68"/>
                    <a:pt x="1022" y="67"/>
                  </a:cubicBezTo>
                  <a:cubicBezTo>
                    <a:pt x="1022" y="67"/>
                    <a:pt x="1021" y="67"/>
                    <a:pt x="1021" y="67"/>
                  </a:cubicBezTo>
                  <a:cubicBezTo>
                    <a:pt x="1019" y="67"/>
                    <a:pt x="1018" y="67"/>
                    <a:pt x="1016" y="67"/>
                  </a:cubicBezTo>
                  <a:cubicBezTo>
                    <a:pt x="1012" y="67"/>
                    <a:pt x="1010" y="66"/>
                    <a:pt x="1008" y="65"/>
                  </a:cubicBezTo>
                  <a:cubicBezTo>
                    <a:pt x="1007" y="66"/>
                    <a:pt x="1007" y="67"/>
                    <a:pt x="1006" y="68"/>
                  </a:cubicBezTo>
                  <a:cubicBezTo>
                    <a:pt x="1004" y="70"/>
                    <a:pt x="1003" y="70"/>
                    <a:pt x="1002" y="70"/>
                  </a:cubicBezTo>
                  <a:cubicBezTo>
                    <a:pt x="1001" y="71"/>
                    <a:pt x="1000" y="72"/>
                    <a:pt x="999" y="73"/>
                  </a:cubicBezTo>
                  <a:cubicBezTo>
                    <a:pt x="997" y="74"/>
                    <a:pt x="996" y="74"/>
                    <a:pt x="995" y="74"/>
                  </a:cubicBezTo>
                  <a:cubicBezTo>
                    <a:pt x="995" y="75"/>
                    <a:pt x="994" y="76"/>
                    <a:pt x="993" y="77"/>
                  </a:cubicBezTo>
                  <a:cubicBezTo>
                    <a:pt x="992" y="78"/>
                    <a:pt x="990" y="80"/>
                    <a:pt x="987" y="80"/>
                  </a:cubicBezTo>
                  <a:cubicBezTo>
                    <a:pt x="985" y="80"/>
                    <a:pt x="983" y="78"/>
                    <a:pt x="981" y="77"/>
                  </a:cubicBezTo>
                  <a:cubicBezTo>
                    <a:pt x="981" y="76"/>
                    <a:pt x="980" y="76"/>
                    <a:pt x="980" y="75"/>
                  </a:cubicBezTo>
                  <a:cubicBezTo>
                    <a:pt x="978" y="76"/>
                    <a:pt x="977" y="76"/>
                    <a:pt x="976" y="76"/>
                  </a:cubicBezTo>
                  <a:cubicBezTo>
                    <a:pt x="974" y="75"/>
                    <a:pt x="972" y="75"/>
                    <a:pt x="971" y="73"/>
                  </a:cubicBezTo>
                  <a:cubicBezTo>
                    <a:pt x="970" y="73"/>
                    <a:pt x="970" y="73"/>
                    <a:pt x="970" y="73"/>
                  </a:cubicBezTo>
                  <a:cubicBezTo>
                    <a:pt x="969" y="72"/>
                    <a:pt x="969" y="72"/>
                    <a:pt x="968" y="71"/>
                  </a:cubicBezTo>
                  <a:cubicBezTo>
                    <a:pt x="967" y="71"/>
                    <a:pt x="966" y="71"/>
                    <a:pt x="965" y="70"/>
                  </a:cubicBezTo>
                  <a:cubicBezTo>
                    <a:pt x="962" y="69"/>
                    <a:pt x="960" y="64"/>
                    <a:pt x="960" y="64"/>
                  </a:cubicBezTo>
                  <a:cubicBezTo>
                    <a:pt x="960" y="63"/>
                    <a:pt x="959" y="63"/>
                    <a:pt x="959" y="62"/>
                  </a:cubicBezTo>
                  <a:cubicBezTo>
                    <a:pt x="957" y="62"/>
                    <a:pt x="954" y="63"/>
                    <a:pt x="952" y="62"/>
                  </a:cubicBezTo>
                  <a:cubicBezTo>
                    <a:pt x="947" y="59"/>
                    <a:pt x="944" y="55"/>
                    <a:pt x="944" y="50"/>
                  </a:cubicBezTo>
                  <a:cubicBezTo>
                    <a:pt x="944" y="49"/>
                    <a:pt x="944" y="48"/>
                    <a:pt x="944" y="47"/>
                  </a:cubicBezTo>
                  <a:cubicBezTo>
                    <a:pt x="944" y="47"/>
                    <a:pt x="944" y="47"/>
                    <a:pt x="944" y="46"/>
                  </a:cubicBezTo>
                  <a:cubicBezTo>
                    <a:pt x="943" y="46"/>
                    <a:pt x="942" y="45"/>
                    <a:pt x="940" y="44"/>
                  </a:cubicBezTo>
                  <a:cubicBezTo>
                    <a:pt x="939" y="43"/>
                    <a:pt x="939" y="41"/>
                    <a:pt x="939" y="40"/>
                  </a:cubicBezTo>
                  <a:cubicBezTo>
                    <a:pt x="939" y="40"/>
                    <a:pt x="938" y="40"/>
                    <a:pt x="938" y="40"/>
                  </a:cubicBezTo>
                  <a:cubicBezTo>
                    <a:pt x="936" y="40"/>
                    <a:pt x="933" y="40"/>
                    <a:pt x="931" y="38"/>
                  </a:cubicBezTo>
                  <a:cubicBezTo>
                    <a:pt x="929" y="36"/>
                    <a:pt x="929" y="35"/>
                    <a:pt x="929" y="34"/>
                  </a:cubicBezTo>
                  <a:cubicBezTo>
                    <a:pt x="928" y="33"/>
                    <a:pt x="928" y="33"/>
                    <a:pt x="928" y="33"/>
                  </a:cubicBezTo>
                  <a:cubicBezTo>
                    <a:pt x="926" y="31"/>
                    <a:pt x="924" y="31"/>
                    <a:pt x="923" y="28"/>
                  </a:cubicBezTo>
                  <a:cubicBezTo>
                    <a:pt x="922" y="27"/>
                    <a:pt x="920" y="26"/>
                    <a:pt x="919" y="26"/>
                  </a:cubicBezTo>
                  <a:cubicBezTo>
                    <a:pt x="918" y="26"/>
                    <a:pt x="918" y="25"/>
                    <a:pt x="917" y="25"/>
                  </a:cubicBezTo>
                  <a:cubicBezTo>
                    <a:pt x="916" y="24"/>
                    <a:pt x="916" y="24"/>
                    <a:pt x="916" y="24"/>
                  </a:cubicBezTo>
                  <a:cubicBezTo>
                    <a:pt x="910" y="22"/>
                    <a:pt x="907" y="20"/>
                    <a:pt x="903" y="23"/>
                  </a:cubicBezTo>
                  <a:cubicBezTo>
                    <a:pt x="902" y="23"/>
                    <a:pt x="901" y="25"/>
                    <a:pt x="900" y="26"/>
                  </a:cubicBezTo>
                  <a:cubicBezTo>
                    <a:pt x="898" y="28"/>
                    <a:pt x="895" y="32"/>
                    <a:pt x="891" y="32"/>
                  </a:cubicBezTo>
                  <a:cubicBezTo>
                    <a:pt x="890" y="32"/>
                    <a:pt x="889" y="31"/>
                    <a:pt x="887" y="31"/>
                  </a:cubicBezTo>
                  <a:cubicBezTo>
                    <a:pt x="886" y="30"/>
                    <a:pt x="886" y="30"/>
                    <a:pt x="885" y="29"/>
                  </a:cubicBezTo>
                  <a:cubicBezTo>
                    <a:pt x="883" y="28"/>
                    <a:pt x="883" y="28"/>
                    <a:pt x="882" y="29"/>
                  </a:cubicBezTo>
                  <a:cubicBezTo>
                    <a:pt x="880" y="29"/>
                    <a:pt x="879" y="29"/>
                    <a:pt x="877" y="30"/>
                  </a:cubicBezTo>
                  <a:cubicBezTo>
                    <a:pt x="875" y="30"/>
                    <a:pt x="875" y="30"/>
                    <a:pt x="875" y="30"/>
                  </a:cubicBezTo>
                  <a:cubicBezTo>
                    <a:pt x="868" y="32"/>
                    <a:pt x="866" y="29"/>
                    <a:pt x="864" y="27"/>
                  </a:cubicBezTo>
                  <a:cubicBezTo>
                    <a:pt x="863" y="26"/>
                    <a:pt x="863" y="26"/>
                    <a:pt x="863" y="26"/>
                  </a:cubicBezTo>
                  <a:cubicBezTo>
                    <a:pt x="862" y="25"/>
                    <a:pt x="862" y="25"/>
                    <a:pt x="862" y="25"/>
                  </a:cubicBezTo>
                  <a:cubicBezTo>
                    <a:pt x="860" y="25"/>
                    <a:pt x="859" y="25"/>
                    <a:pt x="858" y="25"/>
                  </a:cubicBezTo>
                  <a:cubicBezTo>
                    <a:pt x="855" y="24"/>
                    <a:pt x="854" y="22"/>
                    <a:pt x="853" y="21"/>
                  </a:cubicBezTo>
                  <a:cubicBezTo>
                    <a:pt x="852" y="21"/>
                    <a:pt x="852" y="20"/>
                    <a:pt x="851" y="19"/>
                  </a:cubicBezTo>
                  <a:cubicBezTo>
                    <a:pt x="850" y="19"/>
                    <a:pt x="850" y="19"/>
                    <a:pt x="850" y="19"/>
                  </a:cubicBezTo>
                  <a:cubicBezTo>
                    <a:pt x="849" y="18"/>
                    <a:pt x="849" y="18"/>
                    <a:pt x="849" y="18"/>
                  </a:cubicBezTo>
                  <a:cubicBezTo>
                    <a:pt x="849" y="18"/>
                    <a:pt x="849" y="19"/>
                    <a:pt x="848" y="19"/>
                  </a:cubicBezTo>
                  <a:cubicBezTo>
                    <a:pt x="847" y="20"/>
                    <a:pt x="846" y="20"/>
                    <a:pt x="845" y="20"/>
                  </a:cubicBezTo>
                  <a:cubicBezTo>
                    <a:pt x="844" y="21"/>
                    <a:pt x="844" y="21"/>
                    <a:pt x="844" y="21"/>
                  </a:cubicBezTo>
                  <a:cubicBezTo>
                    <a:pt x="843" y="21"/>
                    <a:pt x="841" y="22"/>
                    <a:pt x="839" y="21"/>
                  </a:cubicBezTo>
                  <a:cubicBezTo>
                    <a:pt x="838" y="21"/>
                    <a:pt x="838" y="21"/>
                    <a:pt x="837" y="21"/>
                  </a:cubicBezTo>
                  <a:cubicBezTo>
                    <a:pt x="833" y="20"/>
                    <a:pt x="833" y="20"/>
                    <a:pt x="833" y="20"/>
                  </a:cubicBezTo>
                  <a:cubicBezTo>
                    <a:pt x="832" y="21"/>
                    <a:pt x="830" y="22"/>
                    <a:pt x="828" y="21"/>
                  </a:cubicBezTo>
                  <a:cubicBezTo>
                    <a:pt x="827" y="20"/>
                    <a:pt x="826" y="19"/>
                    <a:pt x="825" y="18"/>
                  </a:cubicBezTo>
                  <a:cubicBezTo>
                    <a:pt x="823" y="18"/>
                    <a:pt x="822" y="16"/>
                    <a:pt x="820" y="15"/>
                  </a:cubicBezTo>
                  <a:cubicBezTo>
                    <a:pt x="820" y="15"/>
                    <a:pt x="819" y="14"/>
                    <a:pt x="818" y="14"/>
                  </a:cubicBezTo>
                  <a:cubicBezTo>
                    <a:pt x="817" y="14"/>
                    <a:pt x="816" y="14"/>
                    <a:pt x="814" y="13"/>
                  </a:cubicBezTo>
                  <a:cubicBezTo>
                    <a:pt x="814" y="12"/>
                    <a:pt x="813" y="12"/>
                    <a:pt x="813" y="11"/>
                  </a:cubicBezTo>
                  <a:cubicBezTo>
                    <a:pt x="813" y="11"/>
                    <a:pt x="813" y="11"/>
                    <a:pt x="813" y="11"/>
                  </a:cubicBezTo>
                  <a:cubicBezTo>
                    <a:pt x="813" y="11"/>
                    <a:pt x="812" y="11"/>
                    <a:pt x="811" y="11"/>
                  </a:cubicBezTo>
                  <a:cubicBezTo>
                    <a:pt x="811" y="11"/>
                    <a:pt x="810" y="11"/>
                    <a:pt x="809" y="11"/>
                  </a:cubicBezTo>
                  <a:cubicBezTo>
                    <a:pt x="806" y="12"/>
                    <a:pt x="805" y="13"/>
                    <a:pt x="804" y="15"/>
                  </a:cubicBezTo>
                  <a:cubicBezTo>
                    <a:pt x="804" y="16"/>
                    <a:pt x="804" y="16"/>
                    <a:pt x="804" y="17"/>
                  </a:cubicBezTo>
                  <a:cubicBezTo>
                    <a:pt x="804" y="18"/>
                    <a:pt x="805" y="19"/>
                    <a:pt x="805" y="21"/>
                  </a:cubicBezTo>
                  <a:cubicBezTo>
                    <a:pt x="806" y="24"/>
                    <a:pt x="804" y="25"/>
                    <a:pt x="803" y="26"/>
                  </a:cubicBezTo>
                  <a:cubicBezTo>
                    <a:pt x="802" y="31"/>
                    <a:pt x="800" y="32"/>
                    <a:pt x="795" y="33"/>
                  </a:cubicBezTo>
                  <a:cubicBezTo>
                    <a:pt x="793" y="33"/>
                    <a:pt x="791" y="33"/>
                    <a:pt x="790" y="33"/>
                  </a:cubicBezTo>
                  <a:cubicBezTo>
                    <a:pt x="790" y="33"/>
                    <a:pt x="790" y="33"/>
                    <a:pt x="790" y="33"/>
                  </a:cubicBezTo>
                  <a:cubicBezTo>
                    <a:pt x="789" y="35"/>
                    <a:pt x="787" y="37"/>
                    <a:pt x="783" y="37"/>
                  </a:cubicBezTo>
                  <a:cubicBezTo>
                    <a:pt x="781" y="37"/>
                    <a:pt x="779" y="36"/>
                    <a:pt x="778" y="36"/>
                  </a:cubicBezTo>
                  <a:cubicBezTo>
                    <a:pt x="775" y="31"/>
                    <a:pt x="775" y="31"/>
                    <a:pt x="775" y="31"/>
                  </a:cubicBezTo>
                  <a:cubicBezTo>
                    <a:pt x="777" y="36"/>
                    <a:pt x="777" y="36"/>
                    <a:pt x="777" y="36"/>
                  </a:cubicBezTo>
                  <a:cubicBezTo>
                    <a:pt x="775" y="36"/>
                    <a:pt x="775" y="36"/>
                    <a:pt x="775" y="36"/>
                  </a:cubicBezTo>
                  <a:cubicBezTo>
                    <a:pt x="772" y="37"/>
                    <a:pt x="769" y="38"/>
                    <a:pt x="767" y="39"/>
                  </a:cubicBezTo>
                  <a:cubicBezTo>
                    <a:pt x="765" y="39"/>
                    <a:pt x="762" y="39"/>
                    <a:pt x="759" y="39"/>
                  </a:cubicBezTo>
                  <a:cubicBezTo>
                    <a:pt x="756" y="39"/>
                    <a:pt x="755" y="37"/>
                    <a:pt x="755" y="36"/>
                  </a:cubicBezTo>
                  <a:cubicBezTo>
                    <a:pt x="754" y="35"/>
                    <a:pt x="754" y="34"/>
                    <a:pt x="754" y="34"/>
                  </a:cubicBezTo>
                  <a:cubicBezTo>
                    <a:pt x="754" y="33"/>
                    <a:pt x="754" y="33"/>
                    <a:pt x="754" y="33"/>
                  </a:cubicBezTo>
                  <a:cubicBezTo>
                    <a:pt x="753" y="33"/>
                    <a:pt x="753" y="32"/>
                    <a:pt x="753" y="32"/>
                  </a:cubicBezTo>
                  <a:cubicBezTo>
                    <a:pt x="752" y="32"/>
                    <a:pt x="751" y="31"/>
                    <a:pt x="751" y="31"/>
                  </a:cubicBezTo>
                  <a:cubicBezTo>
                    <a:pt x="750" y="30"/>
                    <a:pt x="749" y="29"/>
                    <a:pt x="748" y="28"/>
                  </a:cubicBezTo>
                  <a:cubicBezTo>
                    <a:pt x="748" y="28"/>
                    <a:pt x="747" y="28"/>
                    <a:pt x="747" y="29"/>
                  </a:cubicBezTo>
                  <a:cubicBezTo>
                    <a:pt x="747" y="30"/>
                    <a:pt x="746" y="31"/>
                    <a:pt x="745" y="32"/>
                  </a:cubicBezTo>
                  <a:cubicBezTo>
                    <a:pt x="744" y="33"/>
                    <a:pt x="741" y="33"/>
                    <a:pt x="740" y="34"/>
                  </a:cubicBezTo>
                  <a:cubicBezTo>
                    <a:pt x="740" y="34"/>
                    <a:pt x="740" y="35"/>
                    <a:pt x="739" y="35"/>
                  </a:cubicBezTo>
                  <a:cubicBezTo>
                    <a:pt x="738" y="35"/>
                    <a:pt x="738" y="35"/>
                    <a:pt x="738" y="35"/>
                  </a:cubicBezTo>
                  <a:cubicBezTo>
                    <a:pt x="738" y="35"/>
                    <a:pt x="738" y="36"/>
                    <a:pt x="738" y="36"/>
                  </a:cubicBezTo>
                  <a:cubicBezTo>
                    <a:pt x="738" y="36"/>
                    <a:pt x="738" y="36"/>
                    <a:pt x="738" y="36"/>
                  </a:cubicBezTo>
                  <a:cubicBezTo>
                    <a:pt x="738" y="36"/>
                    <a:pt x="738" y="36"/>
                    <a:pt x="737" y="37"/>
                  </a:cubicBezTo>
                  <a:cubicBezTo>
                    <a:pt x="737" y="37"/>
                    <a:pt x="737" y="37"/>
                    <a:pt x="737" y="37"/>
                  </a:cubicBezTo>
                  <a:cubicBezTo>
                    <a:pt x="737" y="37"/>
                    <a:pt x="737" y="37"/>
                    <a:pt x="737" y="37"/>
                  </a:cubicBezTo>
                  <a:cubicBezTo>
                    <a:pt x="734" y="33"/>
                    <a:pt x="734" y="33"/>
                    <a:pt x="734" y="33"/>
                  </a:cubicBezTo>
                  <a:cubicBezTo>
                    <a:pt x="734" y="38"/>
                    <a:pt x="734" y="38"/>
                    <a:pt x="734" y="38"/>
                  </a:cubicBezTo>
                  <a:cubicBezTo>
                    <a:pt x="734" y="38"/>
                    <a:pt x="732" y="38"/>
                    <a:pt x="732" y="38"/>
                  </a:cubicBezTo>
                  <a:cubicBezTo>
                    <a:pt x="732" y="38"/>
                    <a:pt x="730" y="40"/>
                    <a:pt x="729" y="40"/>
                  </a:cubicBezTo>
                  <a:cubicBezTo>
                    <a:pt x="727" y="40"/>
                    <a:pt x="726" y="40"/>
                    <a:pt x="725" y="40"/>
                  </a:cubicBezTo>
                  <a:cubicBezTo>
                    <a:pt x="725" y="40"/>
                    <a:pt x="724" y="40"/>
                    <a:pt x="723" y="41"/>
                  </a:cubicBezTo>
                  <a:cubicBezTo>
                    <a:pt x="722" y="41"/>
                    <a:pt x="721" y="42"/>
                    <a:pt x="720" y="42"/>
                  </a:cubicBezTo>
                  <a:cubicBezTo>
                    <a:pt x="720" y="44"/>
                    <a:pt x="719" y="45"/>
                    <a:pt x="718" y="45"/>
                  </a:cubicBezTo>
                  <a:cubicBezTo>
                    <a:pt x="718" y="46"/>
                    <a:pt x="714" y="46"/>
                    <a:pt x="711" y="46"/>
                  </a:cubicBezTo>
                  <a:cubicBezTo>
                    <a:pt x="710" y="46"/>
                    <a:pt x="710" y="46"/>
                    <a:pt x="710" y="45"/>
                  </a:cubicBezTo>
                  <a:cubicBezTo>
                    <a:pt x="709" y="46"/>
                    <a:pt x="707" y="47"/>
                    <a:pt x="705" y="47"/>
                  </a:cubicBezTo>
                  <a:cubicBezTo>
                    <a:pt x="702" y="48"/>
                    <a:pt x="702" y="48"/>
                    <a:pt x="702" y="48"/>
                  </a:cubicBezTo>
                  <a:cubicBezTo>
                    <a:pt x="698" y="50"/>
                    <a:pt x="696" y="51"/>
                    <a:pt x="693" y="53"/>
                  </a:cubicBezTo>
                  <a:cubicBezTo>
                    <a:pt x="692" y="54"/>
                    <a:pt x="691" y="54"/>
                    <a:pt x="690" y="55"/>
                  </a:cubicBezTo>
                  <a:cubicBezTo>
                    <a:pt x="689" y="55"/>
                    <a:pt x="689" y="55"/>
                    <a:pt x="689" y="55"/>
                  </a:cubicBezTo>
                  <a:cubicBezTo>
                    <a:pt x="689" y="57"/>
                    <a:pt x="688" y="59"/>
                    <a:pt x="686" y="60"/>
                  </a:cubicBezTo>
                  <a:cubicBezTo>
                    <a:pt x="682" y="61"/>
                    <a:pt x="675" y="58"/>
                    <a:pt x="673" y="57"/>
                  </a:cubicBezTo>
                  <a:cubicBezTo>
                    <a:pt x="672" y="56"/>
                    <a:pt x="671" y="55"/>
                    <a:pt x="670" y="53"/>
                  </a:cubicBezTo>
                  <a:cubicBezTo>
                    <a:pt x="669" y="53"/>
                    <a:pt x="668" y="52"/>
                    <a:pt x="668" y="52"/>
                  </a:cubicBezTo>
                  <a:cubicBezTo>
                    <a:pt x="668" y="52"/>
                    <a:pt x="667" y="52"/>
                    <a:pt x="667" y="52"/>
                  </a:cubicBezTo>
                  <a:cubicBezTo>
                    <a:pt x="663" y="52"/>
                    <a:pt x="660" y="52"/>
                    <a:pt x="657" y="49"/>
                  </a:cubicBezTo>
                  <a:cubicBezTo>
                    <a:pt x="657" y="49"/>
                    <a:pt x="656" y="48"/>
                    <a:pt x="656" y="47"/>
                  </a:cubicBezTo>
                  <a:cubicBezTo>
                    <a:pt x="655" y="49"/>
                    <a:pt x="653" y="52"/>
                    <a:pt x="649" y="52"/>
                  </a:cubicBezTo>
                  <a:cubicBezTo>
                    <a:pt x="649" y="52"/>
                    <a:pt x="648" y="52"/>
                    <a:pt x="648" y="52"/>
                  </a:cubicBezTo>
                  <a:cubicBezTo>
                    <a:pt x="647" y="53"/>
                    <a:pt x="647" y="56"/>
                    <a:pt x="647" y="57"/>
                  </a:cubicBezTo>
                  <a:cubicBezTo>
                    <a:pt x="646" y="58"/>
                    <a:pt x="646" y="58"/>
                    <a:pt x="646" y="59"/>
                  </a:cubicBezTo>
                  <a:cubicBezTo>
                    <a:pt x="646" y="59"/>
                    <a:pt x="645" y="64"/>
                    <a:pt x="643" y="66"/>
                  </a:cubicBezTo>
                  <a:cubicBezTo>
                    <a:pt x="641" y="67"/>
                    <a:pt x="640" y="67"/>
                    <a:pt x="639" y="67"/>
                  </a:cubicBezTo>
                  <a:cubicBezTo>
                    <a:pt x="640" y="68"/>
                    <a:pt x="640" y="70"/>
                    <a:pt x="639" y="71"/>
                  </a:cubicBezTo>
                  <a:cubicBezTo>
                    <a:pt x="639" y="73"/>
                    <a:pt x="638" y="74"/>
                    <a:pt x="637" y="75"/>
                  </a:cubicBezTo>
                  <a:cubicBezTo>
                    <a:pt x="636" y="76"/>
                    <a:pt x="636" y="76"/>
                    <a:pt x="636" y="77"/>
                  </a:cubicBezTo>
                  <a:cubicBezTo>
                    <a:pt x="636" y="77"/>
                    <a:pt x="636" y="79"/>
                    <a:pt x="635" y="80"/>
                  </a:cubicBezTo>
                  <a:cubicBezTo>
                    <a:pt x="635" y="82"/>
                    <a:pt x="633" y="84"/>
                    <a:pt x="631" y="86"/>
                  </a:cubicBezTo>
                  <a:cubicBezTo>
                    <a:pt x="626" y="90"/>
                    <a:pt x="617" y="91"/>
                    <a:pt x="609" y="88"/>
                  </a:cubicBezTo>
                  <a:cubicBezTo>
                    <a:pt x="607" y="87"/>
                    <a:pt x="606" y="87"/>
                    <a:pt x="605" y="86"/>
                  </a:cubicBezTo>
                  <a:cubicBezTo>
                    <a:pt x="604" y="85"/>
                    <a:pt x="603" y="84"/>
                    <a:pt x="602" y="84"/>
                  </a:cubicBezTo>
                  <a:cubicBezTo>
                    <a:pt x="600" y="84"/>
                    <a:pt x="600" y="84"/>
                    <a:pt x="600" y="84"/>
                  </a:cubicBezTo>
                  <a:cubicBezTo>
                    <a:pt x="599" y="83"/>
                    <a:pt x="597" y="83"/>
                    <a:pt x="596" y="82"/>
                  </a:cubicBezTo>
                  <a:cubicBezTo>
                    <a:pt x="596" y="83"/>
                    <a:pt x="595" y="83"/>
                    <a:pt x="595" y="83"/>
                  </a:cubicBezTo>
                  <a:cubicBezTo>
                    <a:pt x="593" y="83"/>
                    <a:pt x="591" y="83"/>
                    <a:pt x="589" y="83"/>
                  </a:cubicBezTo>
                  <a:cubicBezTo>
                    <a:pt x="587" y="82"/>
                    <a:pt x="585" y="81"/>
                    <a:pt x="584" y="80"/>
                  </a:cubicBezTo>
                  <a:cubicBezTo>
                    <a:pt x="582" y="80"/>
                    <a:pt x="581" y="79"/>
                    <a:pt x="581" y="79"/>
                  </a:cubicBezTo>
                  <a:cubicBezTo>
                    <a:pt x="579" y="79"/>
                    <a:pt x="578" y="79"/>
                    <a:pt x="576" y="80"/>
                  </a:cubicBezTo>
                  <a:cubicBezTo>
                    <a:pt x="575" y="80"/>
                    <a:pt x="575" y="80"/>
                    <a:pt x="575" y="81"/>
                  </a:cubicBezTo>
                  <a:cubicBezTo>
                    <a:pt x="573" y="81"/>
                    <a:pt x="571" y="82"/>
                    <a:pt x="567" y="82"/>
                  </a:cubicBezTo>
                  <a:cubicBezTo>
                    <a:pt x="563" y="81"/>
                    <a:pt x="559" y="80"/>
                    <a:pt x="555" y="78"/>
                  </a:cubicBezTo>
                  <a:cubicBezTo>
                    <a:pt x="554" y="79"/>
                    <a:pt x="553" y="79"/>
                    <a:pt x="551" y="79"/>
                  </a:cubicBezTo>
                  <a:cubicBezTo>
                    <a:pt x="550" y="79"/>
                    <a:pt x="549" y="79"/>
                    <a:pt x="549" y="79"/>
                  </a:cubicBezTo>
                  <a:cubicBezTo>
                    <a:pt x="545" y="78"/>
                    <a:pt x="543" y="76"/>
                    <a:pt x="541" y="74"/>
                  </a:cubicBezTo>
                  <a:cubicBezTo>
                    <a:pt x="540" y="74"/>
                    <a:pt x="540" y="73"/>
                    <a:pt x="539" y="73"/>
                  </a:cubicBezTo>
                  <a:cubicBezTo>
                    <a:pt x="537" y="71"/>
                    <a:pt x="532" y="69"/>
                    <a:pt x="530" y="69"/>
                  </a:cubicBezTo>
                  <a:cubicBezTo>
                    <a:pt x="528" y="69"/>
                    <a:pt x="528" y="70"/>
                    <a:pt x="527" y="70"/>
                  </a:cubicBezTo>
                  <a:cubicBezTo>
                    <a:pt x="526" y="70"/>
                    <a:pt x="525" y="71"/>
                    <a:pt x="523" y="71"/>
                  </a:cubicBezTo>
                  <a:cubicBezTo>
                    <a:pt x="522" y="71"/>
                    <a:pt x="520" y="71"/>
                    <a:pt x="519" y="71"/>
                  </a:cubicBezTo>
                  <a:cubicBezTo>
                    <a:pt x="517" y="71"/>
                    <a:pt x="516" y="72"/>
                    <a:pt x="515" y="72"/>
                  </a:cubicBezTo>
                  <a:cubicBezTo>
                    <a:pt x="515" y="72"/>
                    <a:pt x="514" y="72"/>
                    <a:pt x="514" y="72"/>
                  </a:cubicBezTo>
                  <a:cubicBezTo>
                    <a:pt x="509" y="72"/>
                    <a:pt x="507" y="69"/>
                    <a:pt x="505" y="67"/>
                  </a:cubicBezTo>
                  <a:cubicBezTo>
                    <a:pt x="504" y="66"/>
                    <a:pt x="504" y="66"/>
                    <a:pt x="504" y="66"/>
                  </a:cubicBezTo>
                  <a:cubicBezTo>
                    <a:pt x="502" y="64"/>
                    <a:pt x="499" y="62"/>
                    <a:pt x="499" y="57"/>
                  </a:cubicBezTo>
                  <a:cubicBezTo>
                    <a:pt x="499" y="55"/>
                    <a:pt x="499" y="55"/>
                    <a:pt x="499" y="55"/>
                  </a:cubicBezTo>
                  <a:cubicBezTo>
                    <a:pt x="499" y="55"/>
                    <a:pt x="498" y="54"/>
                    <a:pt x="498" y="54"/>
                  </a:cubicBezTo>
                  <a:cubicBezTo>
                    <a:pt x="498" y="54"/>
                    <a:pt x="497" y="53"/>
                    <a:pt x="497" y="52"/>
                  </a:cubicBezTo>
                  <a:cubicBezTo>
                    <a:pt x="495" y="50"/>
                    <a:pt x="495" y="50"/>
                    <a:pt x="495" y="50"/>
                  </a:cubicBezTo>
                  <a:cubicBezTo>
                    <a:pt x="494" y="48"/>
                    <a:pt x="493" y="48"/>
                    <a:pt x="491" y="47"/>
                  </a:cubicBezTo>
                  <a:cubicBezTo>
                    <a:pt x="489" y="46"/>
                    <a:pt x="488" y="44"/>
                    <a:pt x="486" y="43"/>
                  </a:cubicBezTo>
                  <a:cubicBezTo>
                    <a:pt x="485" y="42"/>
                    <a:pt x="484" y="41"/>
                    <a:pt x="483" y="40"/>
                  </a:cubicBezTo>
                  <a:cubicBezTo>
                    <a:pt x="482" y="40"/>
                    <a:pt x="480" y="39"/>
                    <a:pt x="479" y="38"/>
                  </a:cubicBezTo>
                  <a:cubicBezTo>
                    <a:pt x="478" y="37"/>
                    <a:pt x="477" y="37"/>
                    <a:pt x="476" y="36"/>
                  </a:cubicBezTo>
                  <a:cubicBezTo>
                    <a:pt x="476" y="36"/>
                    <a:pt x="474" y="35"/>
                    <a:pt x="474" y="35"/>
                  </a:cubicBezTo>
                  <a:cubicBezTo>
                    <a:pt x="472" y="35"/>
                    <a:pt x="469" y="34"/>
                    <a:pt x="467" y="33"/>
                  </a:cubicBezTo>
                  <a:cubicBezTo>
                    <a:pt x="465" y="31"/>
                    <a:pt x="465" y="29"/>
                    <a:pt x="464" y="28"/>
                  </a:cubicBezTo>
                  <a:cubicBezTo>
                    <a:pt x="462" y="26"/>
                    <a:pt x="456" y="24"/>
                    <a:pt x="451" y="24"/>
                  </a:cubicBezTo>
                  <a:cubicBezTo>
                    <a:pt x="449" y="24"/>
                    <a:pt x="449" y="24"/>
                    <a:pt x="449" y="24"/>
                  </a:cubicBezTo>
                  <a:cubicBezTo>
                    <a:pt x="447" y="24"/>
                    <a:pt x="444" y="25"/>
                    <a:pt x="443" y="25"/>
                  </a:cubicBezTo>
                  <a:cubicBezTo>
                    <a:pt x="442" y="25"/>
                    <a:pt x="441" y="27"/>
                    <a:pt x="439" y="28"/>
                  </a:cubicBezTo>
                  <a:cubicBezTo>
                    <a:pt x="437" y="30"/>
                    <a:pt x="436" y="31"/>
                    <a:pt x="433" y="33"/>
                  </a:cubicBezTo>
                  <a:cubicBezTo>
                    <a:pt x="433" y="33"/>
                    <a:pt x="433" y="33"/>
                    <a:pt x="432" y="34"/>
                  </a:cubicBezTo>
                  <a:cubicBezTo>
                    <a:pt x="431" y="35"/>
                    <a:pt x="430" y="36"/>
                    <a:pt x="428" y="37"/>
                  </a:cubicBezTo>
                  <a:cubicBezTo>
                    <a:pt x="426" y="38"/>
                    <a:pt x="425" y="38"/>
                    <a:pt x="425" y="38"/>
                  </a:cubicBezTo>
                  <a:cubicBezTo>
                    <a:pt x="423" y="40"/>
                    <a:pt x="423" y="41"/>
                    <a:pt x="422" y="42"/>
                  </a:cubicBezTo>
                  <a:cubicBezTo>
                    <a:pt x="422" y="44"/>
                    <a:pt x="421" y="46"/>
                    <a:pt x="420" y="47"/>
                  </a:cubicBezTo>
                  <a:cubicBezTo>
                    <a:pt x="419" y="50"/>
                    <a:pt x="416" y="53"/>
                    <a:pt x="414" y="55"/>
                  </a:cubicBezTo>
                  <a:cubicBezTo>
                    <a:pt x="412" y="57"/>
                    <a:pt x="412" y="57"/>
                    <a:pt x="412" y="57"/>
                  </a:cubicBezTo>
                  <a:cubicBezTo>
                    <a:pt x="410" y="59"/>
                    <a:pt x="410" y="60"/>
                    <a:pt x="409" y="63"/>
                  </a:cubicBezTo>
                  <a:cubicBezTo>
                    <a:pt x="407" y="67"/>
                    <a:pt x="405" y="73"/>
                    <a:pt x="398" y="75"/>
                  </a:cubicBezTo>
                  <a:cubicBezTo>
                    <a:pt x="397" y="75"/>
                    <a:pt x="396" y="75"/>
                    <a:pt x="394" y="75"/>
                  </a:cubicBezTo>
                  <a:cubicBezTo>
                    <a:pt x="395" y="75"/>
                    <a:pt x="395" y="76"/>
                    <a:pt x="395" y="76"/>
                  </a:cubicBezTo>
                  <a:cubicBezTo>
                    <a:pt x="397" y="79"/>
                    <a:pt x="398" y="82"/>
                    <a:pt x="398" y="85"/>
                  </a:cubicBezTo>
                  <a:cubicBezTo>
                    <a:pt x="400" y="92"/>
                    <a:pt x="399" y="97"/>
                    <a:pt x="398" y="103"/>
                  </a:cubicBezTo>
                  <a:cubicBezTo>
                    <a:pt x="397" y="105"/>
                    <a:pt x="397" y="107"/>
                    <a:pt x="396" y="110"/>
                  </a:cubicBezTo>
                  <a:cubicBezTo>
                    <a:pt x="396" y="114"/>
                    <a:pt x="397" y="119"/>
                    <a:pt x="398" y="124"/>
                  </a:cubicBezTo>
                  <a:cubicBezTo>
                    <a:pt x="398" y="129"/>
                    <a:pt x="399" y="134"/>
                    <a:pt x="399" y="139"/>
                  </a:cubicBezTo>
                  <a:cubicBezTo>
                    <a:pt x="399" y="140"/>
                    <a:pt x="399" y="140"/>
                    <a:pt x="399" y="140"/>
                  </a:cubicBezTo>
                  <a:cubicBezTo>
                    <a:pt x="399" y="143"/>
                    <a:pt x="399" y="146"/>
                    <a:pt x="398" y="149"/>
                  </a:cubicBezTo>
                  <a:cubicBezTo>
                    <a:pt x="397" y="152"/>
                    <a:pt x="395" y="153"/>
                    <a:pt x="394" y="154"/>
                  </a:cubicBezTo>
                  <a:cubicBezTo>
                    <a:pt x="393" y="155"/>
                    <a:pt x="393" y="155"/>
                    <a:pt x="393" y="156"/>
                  </a:cubicBezTo>
                  <a:cubicBezTo>
                    <a:pt x="392" y="158"/>
                    <a:pt x="391" y="159"/>
                    <a:pt x="390" y="161"/>
                  </a:cubicBezTo>
                  <a:cubicBezTo>
                    <a:pt x="389" y="163"/>
                    <a:pt x="388" y="165"/>
                    <a:pt x="388" y="167"/>
                  </a:cubicBezTo>
                  <a:cubicBezTo>
                    <a:pt x="386" y="171"/>
                    <a:pt x="386" y="171"/>
                    <a:pt x="386" y="171"/>
                  </a:cubicBezTo>
                  <a:cubicBezTo>
                    <a:pt x="385" y="174"/>
                    <a:pt x="384" y="178"/>
                    <a:pt x="382" y="181"/>
                  </a:cubicBezTo>
                  <a:cubicBezTo>
                    <a:pt x="381" y="184"/>
                    <a:pt x="379" y="186"/>
                    <a:pt x="377" y="188"/>
                  </a:cubicBezTo>
                  <a:cubicBezTo>
                    <a:pt x="376" y="190"/>
                    <a:pt x="374" y="192"/>
                    <a:pt x="374" y="194"/>
                  </a:cubicBezTo>
                  <a:cubicBezTo>
                    <a:pt x="373" y="195"/>
                    <a:pt x="373" y="195"/>
                    <a:pt x="373" y="195"/>
                  </a:cubicBezTo>
                  <a:cubicBezTo>
                    <a:pt x="373" y="197"/>
                    <a:pt x="372" y="200"/>
                    <a:pt x="370" y="203"/>
                  </a:cubicBezTo>
                  <a:cubicBezTo>
                    <a:pt x="366" y="208"/>
                    <a:pt x="365" y="214"/>
                    <a:pt x="365" y="220"/>
                  </a:cubicBezTo>
                  <a:cubicBezTo>
                    <a:pt x="365" y="224"/>
                    <a:pt x="365" y="227"/>
                    <a:pt x="365" y="231"/>
                  </a:cubicBezTo>
                  <a:cubicBezTo>
                    <a:pt x="365" y="234"/>
                    <a:pt x="365" y="237"/>
                    <a:pt x="365" y="241"/>
                  </a:cubicBezTo>
                  <a:cubicBezTo>
                    <a:pt x="366" y="248"/>
                    <a:pt x="364" y="255"/>
                    <a:pt x="361" y="263"/>
                  </a:cubicBezTo>
                  <a:cubicBezTo>
                    <a:pt x="360" y="265"/>
                    <a:pt x="360" y="267"/>
                    <a:pt x="359" y="270"/>
                  </a:cubicBezTo>
                  <a:cubicBezTo>
                    <a:pt x="358" y="273"/>
                    <a:pt x="357" y="277"/>
                    <a:pt x="356" y="280"/>
                  </a:cubicBezTo>
                  <a:cubicBezTo>
                    <a:pt x="353" y="286"/>
                    <a:pt x="353" y="288"/>
                    <a:pt x="354" y="294"/>
                  </a:cubicBezTo>
                  <a:cubicBezTo>
                    <a:pt x="355" y="297"/>
                    <a:pt x="355" y="301"/>
                    <a:pt x="355" y="303"/>
                  </a:cubicBezTo>
                  <a:cubicBezTo>
                    <a:pt x="354" y="307"/>
                    <a:pt x="354" y="310"/>
                    <a:pt x="355" y="312"/>
                  </a:cubicBezTo>
                  <a:cubicBezTo>
                    <a:pt x="358" y="318"/>
                    <a:pt x="360" y="326"/>
                    <a:pt x="354" y="333"/>
                  </a:cubicBezTo>
                  <a:cubicBezTo>
                    <a:pt x="350" y="339"/>
                    <a:pt x="348" y="342"/>
                    <a:pt x="347" y="349"/>
                  </a:cubicBezTo>
                  <a:cubicBezTo>
                    <a:pt x="346" y="351"/>
                    <a:pt x="346" y="353"/>
                    <a:pt x="345" y="354"/>
                  </a:cubicBezTo>
                  <a:cubicBezTo>
                    <a:pt x="344" y="359"/>
                    <a:pt x="342" y="363"/>
                    <a:pt x="343" y="366"/>
                  </a:cubicBezTo>
                  <a:cubicBezTo>
                    <a:pt x="346" y="376"/>
                    <a:pt x="345" y="384"/>
                    <a:pt x="340" y="392"/>
                  </a:cubicBezTo>
                  <a:cubicBezTo>
                    <a:pt x="336" y="399"/>
                    <a:pt x="330" y="406"/>
                    <a:pt x="324" y="412"/>
                  </a:cubicBezTo>
                  <a:cubicBezTo>
                    <a:pt x="321" y="415"/>
                    <a:pt x="318" y="419"/>
                    <a:pt x="314" y="420"/>
                  </a:cubicBezTo>
                  <a:cubicBezTo>
                    <a:pt x="312" y="421"/>
                    <a:pt x="310" y="422"/>
                    <a:pt x="308" y="422"/>
                  </a:cubicBezTo>
                  <a:cubicBezTo>
                    <a:pt x="307" y="422"/>
                    <a:pt x="306" y="422"/>
                    <a:pt x="305" y="423"/>
                  </a:cubicBezTo>
                  <a:cubicBezTo>
                    <a:pt x="295" y="426"/>
                    <a:pt x="287" y="436"/>
                    <a:pt x="282" y="447"/>
                  </a:cubicBezTo>
                  <a:cubicBezTo>
                    <a:pt x="281" y="449"/>
                    <a:pt x="280" y="451"/>
                    <a:pt x="280" y="453"/>
                  </a:cubicBezTo>
                  <a:cubicBezTo>
                    <a:pt x="277" y="460"/>
                    <a:pt x="274" y="467"/>
                    <a:pt x="269" y="474"/>
                  </a:cubicBezTo>
                  <a:cubicBezTo>
                    <a:pt x="265" y="478"/>
                    <a:pt x="261" y="483"/>
                    <a:pt x="256" y="486"/>
                  </a:cubicBezTo>
                  <a:cubicBezTo>
                    <a:pt x="255" y="487"/>
                    <a:pt x="255" y="487"/>
                    <a:pt x="255" y="487"/>
                  </a:cubicBezTo>
                  <a:cubicBezTo>
                    <a:pt x="253" y="488"/>
                    <a:pt x="251" y="490"/>
                    <a:pt x="251" y="491"/>
                  </a:cubicBezTo>
                  <a:cubicBezTo>
                    <a:pt x="249" y="496"/>
                    <a:pt x="250" y="502"/>
                    <a:pt x="251" y="507"/>
                  </a:cubicBezTo>
                  <a:cubicBezTo>
                    <a:pt x="251" y="508"/>
                    <a:pt x="251" y="508"/>
                    <a:pt x="251" y="508"/>
                  </a:cubicBezTo>
                  <a:cubicBezTo>
                    <a:pt x="252" y="509"/>
                    <a:pt x="252" y="510"/>
                    <a:pt x="252" y="511"/>
                  </a:cubicBezTo>
                  <a:cubicBezTo>
                    <a:pt x="253" y="513"/>
                    <a:pt x="253" y="515"/>
                    <a:pt x="253" y="517"/>
                  </a:cubicBezTo>
                  <a:cubicBezTo>
                    <a:pt x="253" y="520"/>
                    <a:pt x="253" y="523"/>
                    <a:pt x="252" y="526"/>
                  </a:cubicBezTo>
                  <a:cubicBezTo>
                    <a:pt x="251" y="527"/>
                    <a:pt x="251" y="529"/>
                    <a:pt x="251" y="530"/>
                  </a:cubicBezTo>
                  <a:cubicBezTo>
                    <a:pt x="250" y="536"/>
                    <a:pt x="250" y="542"/>
                    <a:pt x="251" y="548"/>
                  </a:cubicBezTo>
                  <a:cubicBezTo>
                    <a:pt x="251" y="551"/>
                    <a:pt x="251" y="553"/>
                    <a:pt x="251" y="555"/>
                  </a:cubicBezTo>
                  <a:cubicBezTo>
                    <a:pt x="251" y="556"/>
                    <a:pt x="251" y="557"/>
                    <a:pt x="251" y="558"/>
                  </a:cubicBezTo>
                  <a:cubicBezTo>
                    <a:pt x="252" y="560"/>
                    <a:pt x="252" y="563"/>
                    <a:pt x="252" y="566"/>
                  </a:cubicBezTo>
                  <a:cubicBezTo>
                    <a:pt x="251" y="569"/>
                    <a:pt x="250" y="571"/>
                    <a:pt x="249" y="572"/>
                  </a:cubicBezTo>
                  <a:cubicBezTo>
                    <a:pt x="248" y="572"/>
                    <a:pt x="248" y="573"/>
                    <a:pt x="248" y="573"/>
                  </a:cubicBezTo>
                  <a:cubicBezTo>
                    <a:pt x="246" y="578"/>
                    <a:pt x="244" y="582"/>
                    <a:pt x="241" y="586"/>
                  </a:cubicBezTo>
                  <a:cubicBezTo>
                    <a:pt x="240" y="588"/>
                    <a:pt x="240" y="589"/>
                    <a:pt x="239" y="591"/>
                  </a:cubicBezTo>
                  <a:cubicBezTo>
                    <a:pt x="238" y="592"/>
                    <a:pt x="237" y="594"/>
                    <a:pt x="237" y="595"/>
                  </a:cubicBezTo>
                  <a:cubicBezTo>
                    <a:pt x="235" y="599"/>
                    <a:pt x="234" y="604"/>
                    <a:pt x="230" y="607"/>
                  </a:cubicBezTo>
                  <a:cubicBezTo>
                    <a:pt x="227" y="609"/>
                    <a:pt x="223" y="610"/>
                    <a:pt x="220" y="610"/>
                  </a:cubicBezTo>
                  <a:cubicBezTo>
                    <a:pt x="219" y="610"/>
                    <a:pt x="218" y="611"/>
                    <a:pt x="217" y="611"/>
                  </a:cubicBezTo>
                  <a:cubicBezTo>
                    <a:pt x="212" y="612"/>
                    <a:pt x="210" y="613"/>
                    <a:pt x="209" y="615"/>
                  </a:cubicBezTo>
                  <a:cubicBezTo>
                    <a:pt x="208" y="616"/>
                    <a:pt x="208" y="618"/>
                    <a:pt x="208" y="619"/>
                  </a:cubicBezTo>
                  <a:cubicBezTo>
                    <a:pt x="207" y="622"/>
                    <a:pt x="205" y="630"/>
                    <a:pt x="197" y="630"/>
                  </a:cubicBezTo>
                  <a:cubicBezTo>
                    <a:pt x="197" y="630"/>
                    <a:pt x="197" y="630"/>
                    <a:pt x="197" y="630"/>
                  </a:cubicBezTo>
                  <a:cubicBezTo>
                    <a:pt x="196" y="630"/>
                    <a:pt x="195" y="630"/>
                    <a:pt x="194" y="629"/>
                  </a:cubicBezTo>
                  <a:cubicBezTo>
                    <a:pt x="194" y="629"/>
                    <a:pt x="193" y="630"/>
                    <a:pt x="192" y="630"/>
                  </a:cubicBezTo>
                  <a:cubicBezTo>
                    <a:pt x="192" y="631"/>
                    <a:pt x="191" y="631"/>
                    <a:pt x="190" y="632"/>
                  </a:cubicBezTo>
                  <a:cubicBezTo>
                    <a:pt x="189" y="632"/>
                    <a:pt x="188" y="634"/>
                    <a:pt x="187" y="635"/>
                  </a:cubicBezTo>
                  <a:cubicBezTo>
                    <a:pt x="186" y="636"/>
                    <a:pt x="186" y="637"/>
                    <a:pt x="185" y="638"/>
                  </a:cubicBezTo>
                  <a:cubicBezTo>
                    <a:pt x="183" y="641"/>
                    <a:pt x="180" y="644"/>
                    <a:pt x="178" y="646"/>
                  </a:cubicBezTo>
                  <a:cubicBezTo>
                    <a:pt x="175" y="649"/>
                    <a:pt x="172" y="652"/>
                    <a:pt x="170" y="656"/>
                  </a:cubicBezTo>
                  <a:cubicBezTo>
                    <a:pt x="168" y="660"/>
                    <a:pt x="161" y="669"/>
                    <a:pt x="153" y="670"/>
                  </a:cubicBezTo>
                  <a:cubicBezTo>
                    <a:pt x="153" y="670"/>
                    <a:pt x="153" y="670"/>
                    <a:pt x="153" y="670"/>
                  </a:cubicBezTo>
                  <a:cubicBezTo>
                    <a:pt x="149" y="670"/>
                    <a:pt x="147" y="668"/>
                    <a:pt x="145" y="667"/>
                  </a:cubicBezTo>
                  <a:cubicBezTo>
                    <a:pt x="144" y="666"/>
                    <a:pt x="144" y="666"/>
                    <a:pt x="144" y="666"/>
                  </a:cubicBezTo>
                  <a:cubicBezTo>
                    <a:pt x="144" y="666"/>
                    <a:pt x="144" y="666"/>
                    <a:pt x="144" y="666"/>
                  </a:cubicBezTo>
                  <a:cubicBezTo>
                    <a:pt x="142" y="667"/>
                    <a:pt x="141" y="668"/>
                    <a:pt x="139" y="668"/>
                  </a:cubicBezTo>
                  <a:cubicBezTo>
                    <a:pt x="138" y="669"/>
                    <a:pt x="136" y="668"/>
                    <a:pt x="135" y="668"/>
                  </a:cubicBezTo>
                  <a:cubicBezTo>
                    <a:pt x="134" y="667"/>
                    <a:pt x="134" y="666"/>
                    <a:pt x="133" y="664"/>
                  </a:cubicBezTo>
                  <a:cubicBezTo>
                    <a:pt x="133" y="662"/>
                    <a:pt x="133" y="659"/>
                    <a:pt x="134" y="657"/>
                  </a:cubicBezTo>
                  <a:cubicBezTo>
                    <a:pt x="134" y="654"/>
                    <a:pt x="134" y="652"/>
                    <a:pt x="134" y="651"/>
                  </a:cubicBezTo>
                  <a:cubicBezTo>
                    <a:pt x="134" y="650"/>
                    <a:pt x="133" y="650"/>
                    <a:pt x="133" y="649"/>
                  </a:cubicBezTo>
                  <a:cubicBezTo>
                    <a:pt x="132" y="647"/>
                    <a:pt x="129" y="643"/>
                    <a:pt x="133" y="637"/>
                  </a:cubicBezTo>
                  <a:cubicBezTo>
                    <a:pt x="134" y="636"/>
                    <a:pt x="135" y="636"/>
                    <a:pt x="136" y="635"/>
                  </a:cubicBezTo>
                  <a:cubicBezTo>
                    <a:pt x="136" y="635"/>
                    <a:pt x="136" y="635"/>
                    <a:pt x="136" y="635"/>
                  </a:cubicBezTo>
                  <a:cubicBezTo>
                    <a:pt x="135" y="634"/>
                    <a:pt x="134" y="633"/>
                    <a:pt x="134" y="632"/>
                  </a:cubicBezTo>
                  <a:cubicBezTo>
                    <a:pt x="134" y="632"/>
                    <a:pt x="134" y="631"/>
                    <a:pt x="133" y="631"/>
                  </a:cubicBezTo>
                  <a:cubicBezTo>
                    <a:pt x="133" y="631"/>
                    <a:pt x="132" y="632"/>
                    <a:pt x="132" y="632"/>
                  </a:cubicBezTo>
                  <a:cubicBezTo>
                    <a:pt x="131" y="633"/>
                    <a:pt x="131" y="633"/>
                    <a:pt x="131" y="633"/>
                  </a:cubicBezTo>
                  <a:cubicBezTo>
                    <a:pt x="127" y="635"/>
                    <a:pt x="125" y="636"/>
                    <a:pt x="122" y="636"/>
                  </a:cubicBezTo>
                  <a:cubicBezTo>
                    <a:pt x="121" y="636"/>
                    <a:pt x="120" y="636"/>
                    <a:pt x="119" y="636"/>
                  </a:cubicBezTo>
                  <a:cubicBezTo>
                    <a:pt x="118" y="637"/>
                    <a:pt x="118" y="638"/>
                    <a:pt x="117" y="639"/>
                  </a:cubicBezTo>
                  <a:cubicBezTo>
                    <a:pt x="115" y="640"/>
                    <a:pt x="112" y="643"/>
                    <a:pt x="108" y="643"/>
                  </a:cubicBezTo>
                  <a:cubicBezTo>
                    <a:pt x="106" y="643"/>
                    <a:pt x="104" y="642"/>
                    <a:pt x="102" y="641"/>
                  </a:cubicBezTo>
                  <a:cubicBezTo>
                    <a:pt x="102" y="641"/>
                    <a:pt x="102" y="641"/>
                    <a:pt x="101" y="640"/>
                  </a:cubicBezTo>
                  <a:cubicBezTo>
                    <a:pt x="101" y="641"/>
                    <a:pt x="101" y="642"/>
                    <a:pt x="101" y="644"/>
                  </a:cubicBezTo>
                  <a:cubicBezTo>
                    <a:pt x="101" y="645"/>
                    <a:pt x="101" y="646"/>
                    <a:pt x="100" y="646"/>
                  </a:cubicBezTo>
                  <a:cubicBezTo>
                    <a:pt x="100" y="647"/>
                    <a:pt x="100" y="648"/>
                    <a:pt x="100" y="649"/>
                  </a:cubicBezTo>
                  <a:cubicBezTo>
                    <a:pt x="98" y="655"/>
                    <a:pt x="98" y="655"/>
                    <a:pt x="98" y="655"/>
                  </a:cubicBezTo>
                  <a:cubicBezTo>
                    <a:pt x="97" y="656"/>
                    <a:pt x="96" y="657"/>
                    <a:pt x="95" y="658"/>
                  </a:cubicBezTo>
                  <a:cubicBezTo>
                    <a:pt x="94" y="658"/>
                    <a:pt x="93" y="658"/>
                    <a:pt x="93" y="658"/>
                  </a:cubicBezTo>
                  <a:cubicBezTo>
                    <a:pt x="91" y="661"/>
                    <a:pt x="89" y="661"/>
                    <a:pt x="88" y="661"/>
                  </a:cubicBezTo>
                  <a:cubicBezTo>
                    <a:pt x="87" y="661"/>
                    <a:pt x="86" y="661"/>
                    <a:pt x="85" y="661"/>
                  </a:cubicBezTo>
                  <a:cubicBezTo>
                    <a:pt x="85" y="662"/>
                    <a:pt x="84" y="663"/>
                    <a:pt x="84" y="663"/>
                  </a:cubicBezTo>
                  <a:cubicBezTo>
                    <a:pt x="83" y="664"/>
                    <a:pt x="83" y="664"/>
                    <a:pt x="83" y="664"/>
                  </a:cubicBezTo>
                  <a:cubicBezTo>
                    <a:pt x="82" y="665"/>
                    <a:pt x="81" y="665"/>
                    <a:pt x="81" y="666"/>
                  </a:cubicBezTo>
                  <a:cubicBezTo>
                    <a:pt x="80" y="667"/>
                    <a:pt x="79" y="668"/>
                    <a:pt x="77" y="668"/>
                  </a:cubicBezTo>
                  <a:cubicBezTo>
                    <a:pt x="76" y="668"/>
                    <a:pt x="75" y="667"/>
                    <a:pt x="74" y="667"/>
                  </a:cubicBezTo>
                  <a:cubicBezTo>
                    <a:pt x="72" y="665"/>
                    <a:pt x="71" y="662"/>
                    <a:pt x="71" y="661"/>
                  </a:cubicBezTo>
                  <a:cubicBezTo>
                    <a:pt x="70" y="661"/>
                    <a:pt x="70" y="661"/>
                    <a:pt x="69" y="660"/>
                  </a:cubicBezTo>
                  <a:cubicBezTo>
                    <a:pt x="66" y="659"/>
                    <a:pt x="62" y="656"/>
                    <a:pt x="60" y="654"/>
                  </a:cubicBezTo>
                  <a:cubicBezTo>
                    <a:pt x="60" y="653"/>
                    <a:pt x="60" y="653"/>
                    <a:pt x="60" y="652"/>
                  </a:cubicBezTo>
                  <a:cubicBezTo>
                    <a:pt x="59" y="653"/>
                    <a:pt x="58" y="653"/>
                    <a:pt x="58" y="654"/>
                  </a:cubicBezTo>
                  <a:cubicBezTo>
                    <a:pt x="55" y="655"/>
                    <a:pt x="52" y="655"/>
                    <a:pt x="50" y="656"/>
                  </a:cubicBezTo>
                  <a:cubicBezTo>
                    <a:pt x="48" y="656"/>
                    <a:pt x="46" y="657"/>
                    <a:pt x="45" y="657"/>
                  </a:cubicBezTo>
                  <a:cubicBezTo>
                    <a:pt x="44" y="658"/>
                    <a:pt x="44" y="658"/>
                    <a:pt x="44" y="659"/>
                  </a:cubicBezTo>
                  <a:cubicBezTo>
                    <a:pt x="43" y="661"/>
                    <a:pt x="42" y="662"/>
                    <a:pt x="41" y="664"/>
                  </a:cubicBezTo>
                  <a:cubicBezTo>
                    <a:pt x="39" y="665"/>
                    <a:pt x="39" y="665"/>
                    <a:pt x="39" y="665"/>
                  </a:cubicBezTo>
                  <a:cubicBezTo>
                    <a:pt x="39" y="666"/>
                    <a:pt x="39" y="666"/>
                    <a:pt x="38" y="666"/>
                  </a:cubicBezTo>
                  <a:cubicBezTo>
                    <a:pt x="38" y="667"/>
                    <a:pt x="38" y="669"/>
                    <a:pt x="36" y="670"/>
                  </a:cubicBezTo>
                  <a:cubicBezTo>
                    <a:pt x="35" y="671"/>
                    <a:pt x="34" y="671"/>
                    <a:pt x="33" y="671"/>
                  </a:cubicBezTo>
                  <a:cubicBezTo>
                    <a:pt x="33" y="671"/>
                    <a:pt x="33" y="671"/>
                    <a:pt x="33" y="671"/>
                  </a:cubicBezTo>
                  <a:cubicBezTo>
                    <a:pt x="31" y="674"/>
                    <a:pt x="29" y="676"/>
                    <a:pt x="27" y="677"/>
                  </a:cubicBezTo>
                  <a:cubicBezTo>
                    <a:pt x="27" y="677"/>
                    <a:pt x="27" y="677"/>
                    <a:pt x="27" y="677"/>
                  </a:cubicBezTo>
                  <a:cubicBezTo>
                    <a:pt x="30" y="681"/>
                    <a:pt x="29" y="688"/>
                    <a:pt x="28" y="695"/>
                  </a:cubicBezTo>
                  <a:cubicBezTo>
                    <a:pt x="28" y="696"/>
                    <a:pt x="28" y="698"/>
                    <a:pt x="28" y="698"/>
                  </a:cubicBezTo>
                  <a:cubicBezTo>
                    <a:pt x="28" y="699"/>
                    <a:pt x="28" y="701"/>
                    <a:pt x="28" y="702"/>
                  </a:cubicBezTo>
                  <a:cubicBezTo>
                    <a:pt x="29" y="710"/>
                    <a:pt x="29" y="719"/>
                    <a:pt x="23" y="722"/>
                  </a:cubicBezTo>
                  <a:cubicBezTo>
                    <a:pt x="21" y="722"/>
                    <a:pt x="19" y="723"/>
                    <a:pt x="17" y="723"/>
                  </a:cubicBezTo>
                  <a:cubicBezTo>
                    <a:pt x="13" y="722"/>
                    <a:pt x="13" y="722"/>
                    <a:pt x="13" y="722"/>
                  </a:cubicBezTo>
                  <a:cubicBezTo>
                    <a:pt x="11" y="722"/>
                    <a:pt x="10" y="723"/>
                    <a:pt x="10" y="723"/>
                  </a:cubicBezTo>
                  <a:cubicBezTo>
                    <a:pt x="9" y="726"/>
                    <a:pt x="9" y="736"/>
                    <a:pt x="13" y="740"/>
                  </a:cubicBezTo>
                  <a:cubicBezTo>
                    <a:pt x="15" y="742"/>
                    <a:pt x="18" y="742"/>
                    <a:pt x="23" y="740"/>
                  </a:cubicBezTo>
                  <a:cubicBezTo>
                    <a:pt x="23" y="740"/>
                    <a:pt x="23" y="739"/>
                    <a:pt x="24" y="738"/>
                  </a:cubicBezTo>
                  <a:cubicBezTo>
                    <a:pt x="25" y="736"/>
                    <a:pt x="27" y="732"/>
                    <a:pt x="30" y="731"/>
                  </a:cubicBezTo>
                  <a:cubicBezTo>
                    <a:pt x="33" y="729"/>
                    <a:pt x="37" y="729"/>
                    <a:pt x="41" y="729"/>
                  </a:cubicBezTo>
                  <a:cubicBezTo>
                    <a:pt x="42" y="729"/>
                    <a:pt x="43" y="729"/>
                    <a:pt x="44" y="729"/>
                  </a:cubicBezTo>
                  <a:cubicBezTo>
                    <a:pt x="48" y="725"/>
                    <a:pt x="51" y="723"/>
                    <a:pt x="58" y="725"/>
                  </a:cubicBezTo>
                  <a:cubicBezTo>
                    <a:pt x="59" y="725"/>
                    <a:pt x="59" y="725"/>
                    <a:pt x="61" y="724"/>
                  </a:cubicBezTo>
                  <a:cubicBezTo>
                    <a:pt x="62" y="723"/>
                    <a:pt x="66" y="721"/>
                    <a:pt x="70" y="722"/>
                  </a:cubicBezTo>
                  <a:cubicBezTo>
                    <a:pt x="71" y="723"/>
                    <a:pt x="71" y="723"/>
                    <a:pt x="72" y="723"/>
                  </a:cubicBezTo>
                  <a:cubicBezTo>
                    <a:pt x="72" y="722"/>
                    <a:pt x="73" y="722"/>
                    <a:pt x="74" y="721"/>
                  </a:cubicBezTo>
                  <a:cubicBezTo>
                    <a:pt x="77" y="721"/>
                    <a:pt x="79" y="721"/>
                    <a:pt x="82" y="721"/>
                  </a:cubicBezTo>
                  <a:cubicBezTo>
                    <a:pt x="83" y="722"/>
                    <a:pt x="84" y="722"/>
                    <a:pt x="85" y="722"/>
                  </a:cubicBezTo>
                  <a:cubicBezTo>
                    <a:pt x="87" y="721"/>
                    <a:pt x="90" y="721"/>
                    <a:pt x="93" y="721"/>
                  </a:cubicBezTo>
                  <a:cubicBezTo>
                    <a:pt x="94" y="722"/>
                    <a:pt x="95" y="722"/>
                    <a:pt x="96" y="722"/>
                  </a:cubicBezTo>
                  <a:cubicBezTo>
                    <a:pt x="98" y="722"/>
                    <a:pt x="99" y="721"/>
                    <a:pt x="101" y="721"/>
                  </a:cubicBezTo>
                  <a:cubicBezTo>
                    <a:pt x="104" y="721"/>
                    <a:pt x="107" y="720"/>
                    <a:pt x="109" y="720"/>
                  </a:cubicBezTo>
                  <a:cubicBezTo>
                    <a:pt x="112" y="720"/>
                    <a:pt x="113" y="721"/>
                    <a:pt x="114" y="721"/>
                  </a:cubicBezTo>
                  <a:cubicBezTo>
                    <a:pt x="115" y="722"/>
                    <a:pt x="116" y="722"/>
                    <a:pt x="117" y="722"/>
                  </a:cubicBezTo>
                  <a:cubicBezTo>
                    <a:pt x="118" y="722"/>
                    <a:pt x="118" y="722"/>
                    <a:pt x="118" y="722"/>
                  </a:cubicBezTo>
                  <a:cubicBezTo>
                    <a:pt x="121" y="722"/>
                    <a:pt x="123" y="722"/>
                    <a:pt x="125" y="723"/>
                  </a:cubicBezTo>
                  <a:cubicBezTo>
                    <a:pt x="128" y="723"/>
                    <a:pt x="128" y="723"/>
                    <a:pt x="128" y="723"/>
                  </a:cubicBezTo>
                  <a:cubicBezTo>
                    <a:pt x="131" y="723"/>
                    <a:pt x="133" y="723"/>
                    <a:pt x="136" y="723"/>
                  </a:cubicBezTo>
                  <a:cubicBezTo>
                    <a:pt x="139" y="723"/>
                    <a:pt x="142" y="723"/>
                    <a:pt x="144" y="723"/>
                  </a:cubicBezTo>
                  <a:cubicBezTo>
                    <a:pt x="145" y="723"/>
                    <a:pt x="146" y="724"/>
                    <a:pt x="147" y="724"/>
                  </a:cubicBezTo>
                  <a:cubicBezTo>
                    <a:pt x="148" y="724"/>
                    <a:pt x="148" y="724"/>
                    <a:pt x="149" y="724"/>
                  </a:cubicBezTo>
                  <a:cubicBezTo>
                    <a:pt x="149" y="724"/>
                    <a:pt x="150" y="724"/>
                    <a:pt x="150" y="724"/>
                  </a:cubicBezTo>
                  <a:cubicBezTo>
                    <a:pt x="151" y="723"/>
                    <a:pt x="152" y="723"/>
                    <a:pt x="154" y="723"/>
                  </a:cubicBezTo>
                  <a:cubicBezTo>
                    <a:pt x="159" y="722"/>
                    <a:pt x="165" y="722"/>
                    <a:pt x="172" y="722"/>
                  </a:cubicBezTo>
                  <a:cubicBezTo>
                    <a:pt x="176" y="722"/>
                    <a:pt x="179" y="722"/>
                    <a:pt x="182" y="722"/>
                  </a:cubicBezTo>
                  <a:cubicBezTo>
                    <a:pt x="185" y="722"/>
                    <a:pt x="188" y="722"/>
                    <a:pt x="192" y="722"/>
                  </a:cubicBezTo>
                  <a:cubicBezTo>
                    <a:pt x="203" y="722"/>
                    <a:pt x="203" y="722"/>
                    <a:pt x="203" y="722"/>
                  </a:cubicBezTo>
                  <a:cubicBezTo>
                    <a:pt x="208" y="722"/>
                    <a:pt x="212" y="722"/>
                    <a:pt x="217" y="722"/>
                  </a:cubicBezTo>
                  <a:cubicBezTo>
                    <a:pt x="227" y="722"/>
                    <a:pt x="234" y="722"/>
                    <a:pt x="242" y="721"/>
                  </a:cubicBezTo>
                  <a:cubicBezTo>
                    <a:pt x="244" y="721"/>
                    <a:pt x="244" y="721"/>
                    <a:pt x="244" y="721"/>
                  </a:cubicBezTo>
                  <a:cubicBezTo>
                    <a:pt x="246" y="721"/>
                    <a:pt x="248" y="721"/>
                    <a:pt x="250" y="721"/>
                  </a:cubicBezTo>
                  <a:cubicBezTo>
                    <a:pt x="252" y="721"/>
                    <a:pt x="252" y="721"/>
                    <a:pt x="252" y="721"/>
                  </a:cubicBezTo>
                  <a:cubicBezTo>
                    <a:pt x="255" y="721"/>
                    <a:pt x="257" y="722"/>
                    <a:pt x="259" y="723"/>
                  </a:cubicBezTo>
                  <a:cubicBezTo>
                    <a:pt x="260" y="723"/>
                    <a:pt x="261" y="723"/>
                    <a:pt x="262" y="723"/>
                  </a:cubicBezTo>
                  <a:cubicBezTo>
                    <a:pt x="265" y="723"/>
                    <a:pt x="268" y="723"/>
                    <a:pt x="270" y="725"/>
                  </a:cubicBezTo>
                  <a:cubicBezTo>
                    <a:pt x="274" y="727"/>
                    <a:pt x="274" y="731"/>
                    <a:pt x="274" y="733"/>
                  </a:cubicBezTo>
                  <a:cubicBezTo>
                    <a:pt x="274" y="733"/>
                    <a:pt x="274" y="734"/>
                    <a:pt x="275" y="734"/>
                  </a:cubicBezTo>
                  <a:cubicBezTo>
                    <a:pt x="275" y="735"/>
                    <a:pt x="275" y="735"/>
                    <a:pt x="275" y="735"/>
                  </a:cubicBezTo>
                  <a:cubicBezTo>
                    <a:pt x="275" y="738"/>
                    <a:pt x="275" y="738"/>
                    <a:pt x="276" y="738"/>
                  </a:cubicBezTo>
                  <a:cubicBezTo>
                    <a:pt x="276" y="739"/>
                    <a:pt x="277" y="739"/>
                    <a:pt x="277" y="740"/>
                  </a:cubicBezTo>
                  <a:cubicBezTo>
                    <a:pt x="279" y="741"/>
                    <a:pt x="281" y="744"/>
                    <a:pt x="282" y="748"/>
                  </a:cubicBezTo>
                  <a:cubicBezTo>
                    <a:pt x="282" y="752"/>
                    <a:pt x="281" y="758"/>
                    <a:pt x="281" y="758"/>
                  </a:cubicBezTo>
                  <a:cubicBezTo>
                    <a:pt x="281" y="759"/>
                    <a:pt x="281" y="759"/>
                    <a:pt x="281" y="760"/>
                  </a:cubicBezTo>
                  <a:cubicBezTo>
                    <a:pt x="281" y="761"/>
                    <a:pt x="281" y="763"/>
                    <a:pt x="281" y="764"/>
                  </a:cubicBezTo>
                  <a:cubicBezTo>
                    <a:pt x="281" y="764"/>
                    <a:pt x="281" y="764"/>
                    <a:pt x="281" y="764"/>
                  </a:cubicBezTo>
                  <a:cubicBezTo>
                    <a:pt x="282" y="765"/>
                    <a:pt x="282" y="765"/>
                    <a:pt x="283" y="766"/>
                  </a:cubicBezTo>
                  <a:cubicBezTo>
                    <a:pt x="283" y="768"/>
                    <a:pt x="283" y="769"/>
                    <a:pt x="283" y="770"/>
                  </a:cubicBezTo>
                  <a:cubicBezTo>
                    <a:pt x="283" y="770"/>
                    <a:pt x="283" y="771"/>
                    <a:pt x="283" y="771"/>
                  </a:cubicBezTo>
                  <a:cubicBezTo>
                    <a:pt x="283" y="772"/>
                    <a:pt x="284" y="773"/>
                    <a:pt x="285" y="775"/>
                  </a:cubicBezTo>
                  <a:cubicBezTo>
                    <a:pt x="286" y="777"/>
                    <a:pt x="287" y="779"/>
                    <a:pt x="288" y="781"/>
                  </a:cubicBezTo>
                  <a:cubicBezTo>
                    <a:pt x="288" y="782"/>
                    <a:pt x="289" y="785"/>
                    <a:pt x="290" y="787"/>
                  </a:cubicBezTo>
                  <a:cubicBezTo>
                    <a:pt x="295" y="788"/>
                    <a:pt x="294" y="792"/>
                    <a:pt x="294" y="793"/>
                  </a:cubicBezTo>
                  <a:cubicBezTo>
                    <a:pt x="294" y="794"/>
                    <a:pt x="294" y="794"/>
                    <a:pt x="294" y="795"/>
                  </a:cubicBezTo>
                  <a:cubicBezTo>
                    <a:pt x="294" y="795"/>
                    <a:pt x="294" y="795"/>
                    <a:pt x="294" y="795"/>
                  </a:cubicBezTo>
                  <a:cubicBezTo>
                    <a:pt x="295" y="796"/>
                    <a:pt x="297" y="798"/>
                    <a:pt x="297" y="801"/>
                  </a:cubicBezTo>
                  <a:cubicBezTo>
                    <a:pt x="296" y="803"/>
                    <a:pt x="296" y="805"/>
                    <a:pt x="295" y="806"/>
                  </a:cubicBezTo>
                  <a:cubicBezTo>
                    <a:pt x="294" y="807"/>
                    <a:pt x="295" y="809"/>
                    <a:pt x="295" y="810"/>
                  </a:cubicBezTo>
                  <a:cubicBezTo>
                    <a:pt x="296" y="813"/>
                    <a:pt x="297" y="814"/>
                    <a:pt x="301" y="817"/>
                  </a:cubicBezTo>
                  <a:cubicBezTo>
                    <a:pt x="303" y="818"/>
                    <a:pt x="303" y="820"/>
                    <a:pt x="304" y="822"/>
                  </a:cubicBezTo>
                  <a:cubicBezTo>
                    <a:pt x="305" y="822"/>
                    <a:pt x="306" y="822"/>
                    <a:pt x="307" y="823"/>
                  </a:cubicBezTo>
                  <a:cubicBezTo>
                    <a:pt x="307" y="824"/>
                    <a:pt x="310" y="826"/>
                    <a:pt x="309" y="829"/>
                  </a:cubicBezTo>
                  <a:cubicBezTo>
                    <a:pt x="309" y="829"/>
                    <a:pt x="309" y="829"/>
                    <a:pt x="309" y="829"/>
                  </a:cubicBezTo>
                  <a:cubicBezTo>
                    <a:pt x="309" y="830"/>
                    <a:pt x="309" y="831"/>
                    <a:pt x="310" y="831"/>
                  </a:cubicBezTo>
                  <a:cubicBezTo>
                    <a:pt x="310" y="832"/>
                    <a:pt x="310" y="832"/>
                    <a:pt x="310" y="833"/>
                  </a:cubicBezTo>
                  <a:cubicBezTo>
                    <a:pt x="310" y="833"/>
                    <a:pt x="310" y="834"/>
                    <a:pt x="310" y="834"/>
                  </a:cubicBezTo>
                  <a:cubicBezTo>
                    <a:pt x="312" y="835"/>
                    <a:pt x="314" y="836"/>
                    <a:pt x="315" y="838"/>
                  </a:cubicBezTo>
                  <a:cubicBezTo>
                    <a:pt x="316" y="839"/>
                    <a:pt x="316" y="841"/>
                    <a:pt x="316" y="842"/>
                  </a:cubicBezTo>
                  <a:cubicBezTo>
                    <a:pt x="317" y="842"/>
                    <a:pt x="317" y="842"/>
                    <a:pt x="317" y="843"/>
                  </a:cubicBezTo>
                  <a:cubicBezTo>
                    <a:pt x="317" y="843"/>
                    <a:pt x="317" y="843"/>
                    <a:pt x="318" y="844"/>
                  </a:cubicBezTo>
                  <a:cubicBezTo>
                    <a:pt x="318" y="845"/>
                    <a:pt x="318" y="845"/>
                    <a:pt x="318" y="846"/>
                  </a:cubicBezTo>
                  <a:cubicBezTo>
                    <a:pt x="318" y="846"/>
                    <a:pt x="319" y="846"/>
                    <a:pt x="320" y="847"/>
                  </a:cubicBezTo>
                  <a:cubicBezTo>
                    <a:pt x="321" y="848"/>
                    <a:pt x="321" y="849"/>
                    <a:pt x="321" y="850"/>
                  </a:cubicBezTo>
                  <a:cubicBezTo>
                    <a:pt x="323" y="851"/>
                    <a:pt x="324" y="853"/>
                    <a:pt x="325" y="854"/>
                  </a:cubicBezTo>
                  <a:cubicBezTo>
                    <a:pt x="325" y="855"/>
                    <a:pt x="326" y="856"/>
                    <a:pt x="325" y="857"/>
                  </a:cubicBezTo>
                  <a:cubicBezTo>
                    <a:pt x="326" y="857"/>
                    <a:pt x="326" y="857"/>
                    <a:pt x="326" y="857"/>
                  </a:cubicBezTo>
                  <a:cubicBezTo>
                    <a:pt x="326" y="858"/>
                    <a:pt x="326" y="858"/>
                    <a:pt x="327" y="858"/>
                  </a:cubicBezTo>
                  <a:cubicBezTo>
                    <a:pt x="329" y="860"/>
                    <a:pt x="331" y="863"/>
                    <a:pt x="331" y="865"/>
                  </a:cubicBezTo>
                  <a:cubicBezTo>
                    <a:pt x="331" y="865"/>
                    <a:pt x="332" y="865"/>
                    <a:pt x="333" y="865"/>
                  </a:cubicBezTo>
                  <a:cubicBezTo>
                    <a:pt x="334" y="864"/>
                    <a:pt x="336" y="863"/>
                    <a:pt x="338" y="863"/>
                  </a:cubicBezTo>
                  <a:cubicBezTo>
                    <a:pt x="340" y="863"/>
                    <a:pt x="341" y="864"/>
                    <a:pt x="342" y="864"/>
                  </a:cubicBezTo>
                  <a:cubicBezTo>
                    <a:pt x="342" y="864"/>
                    <a:pt x="342" y="864"/>
                    <a:pt x="343" y="864"/>
                  </a:cubicBezTo>
                  <a:cubicBezTo>
                    <a:pt x="344" y="863"/>
                    <a:pt x="348" y="861"/>
                    <a:pt x="353" y="863"/>
                  </a:cubicBezTo>
                  <a:cubicBezTo>
                    <a:pt x="354" y="864"/>
                    <a:pt x="355" y="864"/>
                    <a:pt x="355" y="865"/>
                  </a:cubicBezTo>
                  <a:cubicBezTo>
                    <a:pt x="356" y="865"/>
                    <a:pt x="356" y="865"/>
                    <a:pt x="357" y="865"/>
                  </a:cubicBezTo>
                  <a:cubicBezTo>
                    <a:pt x="357" y="864"/>
                    <a:pt x="358" y="864"/>
                    <a:pt x="358" y="863"/>
                  </a:cubicBezTo>
                  <a:cubicBezTo>
                    <a:pt x="360" y="860"/>
                    <a:pt x="363" y="859"/>
                    <a:pt x="368" y="859"/>
                  </a:cubicBezTo>
                  <a:cubicBezTo>
                    <a:pt x="369" y="859"/>
                    <a:pt x="371" y="859"/>
                    <a:pt x="372" y="859"/>
                  </a:cubicBezTo>
                  <a:cubicBezTo>
                    <a:pt x="374" y="859"/>
                    <a:pt x="377" y="859"/>
                    <a:pt x="379" y="859"/>
                  </a:cubicBezTo>
                  <a:cubicBezTo>
                    <a:pt x="380" y="859"/>
                    <a:pt x="380" y="859"/>
                    <a:pt x="380" y="859"/>
                  </a:cubicBezTo>
                  <a:cubicBezTo>
                    <a:pt x="380" y="859"/>
                    <a:pt x="381" y="859"/>
                    <a:pt x="381" y="859"/>
                  </a:cubicBezTo>
                  <a:cubicBezTo>
                    <a:pt x="382" y="857"/>
                    <a:pt x="383" y="856"/>
                    <a:pt x="384" y="856"/>
                  </a:cubicBezTo>
                  <a:cubicBezTo>
                    <a:pt x="387" y="853"/>
                    <a:pt x="391" y="854"/>
                    <a:pt x="393" y="854"/>
                  </a:cubicBezTo>
                  <a:cubicBezTo>
                    <a:pt x="394" y="854"/>
                    <a:pt x="395" y="854"/>
                    <a:pt x="395" y="854"/>
                  </a:cubicBezTo>
                  <a:cubicBezTo>
                    <a:pt x="399" y="854"/>
                    <a:pt x="400" y="854"/>
                    <a:pt x="402" y="855"/>
                  </a:cubicBezTo>
                  <a:cubicBezTo>
                    <a:pt x="404" y="856"/>
                    <a:pt x="405" y="857"/>
                    <a:pt x="405" y="859"/>
                  </a:cubicBezTo>
                  <a:cubicBezTo>
                    <a:pt x="406" y="859"/>
                    <a:pt x="409" y="859"/>
                    <a:pt x="411" y="859"/>
                  </a:cubicBezTo>
                  <a:cubicBezTo>
                    <a:pt x="412" y="859"/>
                    <a:pt x="413" y="859"/>
                    <a:pt x="414" y="859"/>
                  </a:cubicBezTo>
                  <a:cubicBezTo>
                    <a:pt x="420" y="859"/>
                    <a:pt x="426" y="859"/>
                    <a:pt x="432" y="859"/>
                  </a:cubicBezTo>
                  <a:cubicBezTo>
                    <a:pt x="432" y="857"/>
                    <a:pt x="432" y="855"/>
                    <a:pt x="432" y="853"/>
                  </a:cubicBezTo>
                  <a:cubicBezTo>
                    <a:pt x="432" y="851"/>
                    <a:pt x="433" y="850"/>
                    <a:pt x="433" y="848"/>
                  </a:cubicBezTo>
                  <a:cubicBezTo>
                    <a:pt x="434" y="846"/>
                    <a:pt x="435" y="845"/>
                    <a:pt x="434" y="843"/>
                  </a:cubicBezTo>
                  <a:cubicBezTo>
                    <a:pt x="434" y="841"/>
                    <a:pt x="433" y="839"/>
                    <a:pt x="433" y="837"/>
                  </a:cubicBezTo>
                  <a:cubicBezTo>
                    <a:pt x="434" y="833"/>
                    <a:pt x="437" y="832"/>
                    <a:pt x="439" y="832"/>
                  </a:cubicBezTo>
                  <a:cubicBezTo>
                    <a:pt x="441" y="831"/>
                    <a:pt x="441" y="831"/>
                    <a:pt x="442" y="829"/>
                  </a:cubicBezTo>
                  <a:cubicBezTo>
                    <a:pt x="442" y="828"/>
                    <a:pt x="442" y="828"/>
                    <a:pt x="442" y="826"/>
                  </a:cubicBezTo>
                  <a:cubicBezTo>
                    <a:pt x="441" y="825"/>
                    <a:pt x="441" y="825"/>
                    <a:pt x="441" y="825"/>
                  </a:cubicBezTo>
                  <a:cubicBezTo>
                    <a:pt x="440" y="821"/>
                    <a:pt x="440" y="818"/>
                    <a:pt x="441" y="815"/>
                  </a:cubicBezTo>
                  <a:cubicBezTo>
                    <a:pt x="441" y="812"/>
                    <a:pt x="441" y="812"/>
                    <a:pt x="441" y="812"/>
                  </a:cubicBezTo>
                  <a:cubicBezTo>
                    <a:pt x="441" y="810"/>
                    <a:pt x="441" y="807"/>
                    <a:pt x="443" y="804"/>
                  </a:cubicBezTo>
                  <a:cubicBezTo>
                    <a:pt x="443" y="804"/>
                    <a:pt x="443" y="803"/>
                    <a:pt x="444" y="803"/>
                  </a:cubicBezTo>
                  <a:cubicBezTo>
                    <a:pt x="444" y="802"/>
                    <a:pt x="444" y="802"/>
                    <a:pt x="444" y="802"/>
                  </a:cubicBezTo>
                  <a:cubicBezTo>
                    <a:pt x="444" y="801"/>
                    <a:pt x="444" y="801"/>
                    <a:pt x="444" y="801"/>
                  </a:cubicBezTo>
                  <a:cubicBezTo>
                    <a:pt x="443" y="799"/>
                    <a:pt x="444" y="798"/>
                    <a:pt x="444" y="797"/>
                  </a:cubicBezTo>
                  <a:cubicBezTo>
                    <a:pt x="445" y="796"/>
                    <a:pt x="446" y="795"/>
                    <a:pt x="448" y="795"/>
                  </a:cubicBezTo>
                  <a:cubicBezTo>
                    <a:pt x="457" y="794"/>
                    <a:pt x="466" y="794"/>
                    <a:pt x="476" y="795"/>
                  </a:cubicBezTo>
                  <a:cubicBezTo>
                    <a:pt x="480" y="795"/>
                    <a:pt x="484" y="795"/>
                    <a:pt x="488" y="795"/>
                  </a:cubicBezTo>
                  <a:cubicBezTo>
                    <a:pt x="490" y="795"/>
                    <a:pt x="490" y="795"/>
                    <a:pt x="490" y="795"/>
                  </a:cubicBezTo>
                  <a:cubicBezTo>
                    <a:pt x="490" y="795"/>
                    <a:pt x="490" y="795"/>
                    <a:pt x="490" y="795"/>
                  </a:cubicBezTo>
                  <a:cubicBezTo>
                    <a:pt x="490" y="793"/>
                    <a:pt x="491" y="792"/>
                    <a:pt x="493" y="790"/>
                  </a:cubicBezTo>
                  <a:cubicBezTo>
                    <a:pt x="495" y="789"/>
                    <a:pt x="496" y="789"/>
                    <a:pt x="499" y="789"/>
                  </a:cubicBezTo>
                  <a:cubicBezTo>
                    <a:pt x="501" y="789"/>
                    <a:pt x="502" y="789"/>
                    <a:pt x="504" y="789"/>
                  </a:cubicBezTo>
                  <a:cubicBezTo>
                    <a:pt x="505" y="789"/>
                    <a:pt x="506" y="789"/>
                    <a:pt x="506" y="789"/>
                  </a:cubicBezTo>
                  <a:cubicBezTo>
                    <a:pt x="507" y="789"/>
                    <a:pt x="507" y="789"/>
                    <a:pt x="507" y="789"/>
                  </a:cubicBezTo>
                  <a:cubicBezTo>
                    <a:pt x="508" y="789"/>
                    <a:pt x="509" y="789"/>
                    <a:pt x="510" y="789"/>
                  </a:cubicBezTo>
                  <a:cubicBezTo>
                    <a:pt x="514" y="789"/>
                    <a:pt x="517" y="790"/>
                    <a:pt x="518" y="793"/>
                  </a:cubicBezTo>
                  <a:cubicBezTo>
                    <a:pt x="519" y="796"/>
                    <a:pt x="518" y="799"/>
                    <a:pt x="516" y="803"/>
                  </a:cubicBezTo>
                  <a:cubicBezTo>
                    <a:pt x="515" y="805"/>
                    <a:pt x="515" y="805"/>
                    <a:pt x="515" y="805"/>
                  </a:cubicBezTo>
                  <a:cubicBezTo>
                    <a:pt x="514" y="807"/>
                    <a:pt x="513" y="809"/>
                    <a:pt x="513" y="810"/>
                  </a:cubicBezTo>
                  <a:cubicBezTo>
                    <a:pt x="513" y="811"/>
                    <a:pt x="513" y="812"/>
                    <a:pt x="513" y="813"/>
                  </a:cubicBezTo>
                  <a:cubicBezTo>
                    <a:pt x="513" y="813"/>
                    <a:pt x="513" y="813"/>
                    <a:pt x="513" y="813"/>
                  </a:cubicBezTo>
                  <a:cubicBezTo>
                    <a:pt x="526" y="813"/>
                    <a:pt x="542" y="813"/>
                    <a:pt x="558" y="813"/>
                  </a:cubicBezTo>
                  <a:cubicBezTo>
                    <a:pt x="564" y="813"/>
                    <a:pt x="570" y="813"/>
                    <a:pt x="576" y="813"/>
                  </a:cubicBezTo>
                  <a:cubicBezTo>
                    <a:pt x="580" y="813"/>
                    <a:pt x="580" y="813"/>
                    <a:pt x="580" y="813"/>
                  </a:cubicBezTo>
                  <a:cubicBezTo>
                    <a:pt x="581" y="813"/>
                    <a:pt x="586" y="813"/>
                    <a:pt x="589" y="816"/>
                  </a:cubicBezTo>
                  <a:cubicBezTo>
                    <a:pt x="593" y="820"/>
                    <a:pt x="593" y="828"/>
                    <a:pt x="593" y="828"/>
                  </a:cubicBezTo>
                  <a:cubicBezTo>
                    <a:pt x="593" y="836"/>
                    <a:pt x="590" y="842"/>
                    <a:pt x="588" y="848"/>
                  </a:cubicBezTo>
                  <a:cubicBezTo>
                    <a:pt x="588" y="850"/>
                    <a:pt x="588" y="851"/>
                    <a:pt x="588" y="853"/>
                  </a:cubicBezTo>
                  <a:cubicBezTo>
                    <a:pt x="587" y="854"/>
                    <a:pt x="587" y="855"/>
                    <a:pt x="587" y="857"/>
                  </a:cubicBezTo>
                  <a:cubicBezTo>
                    <a:pt x="587" y="857"/>
                    <a:pt x="587" y="858"/>
                    <a:pt x="587" y="859"/>
                  </a:cubicBezTo>
                  <a:cubicBezTo>
                    <a:pt x="587" y="860"/>
                    <a:pt x="586" y="861"/>
                    <a:pt x="586" y="862"/>
                  </a:cubicBezTo>
                  <a:cubicBezTo>
                    <a:pt x="588" y="864"/>
                    <a:pt x="589" y="866"/>
                    <a:pt x="590" y="869"/>
                  </a:cubicBezTo>
                  <a:cubicBezTo>
                    <a:pt x="591" y="870"/>
                    <a:pt x="591" y="870"/>
                    <a:pt x="591" y="870"/>
                  </a:cubicBezTo>
                  <a:cubicBezTo>
                    <a:pt x="592" y="872"/>
                    <a:pt x="592" y="874"/>
                    <a:pt x="592" y="875"/>
                  </a:cubicBezTo>
                  <a:cubicBezTo>
                    <a:pt x="592" y="876"/>
                    <a:pt x="593" y="877"/>
                    <a:pt x="593" y="878"/>
                  </a:cubicBezTo>
                  <a:cubicBezTo>
                    <a:pt x="594" y="879"/>
                    <a:pt x="595" y="880"/>
                    <a:pt x="596" y="882"/>
                  </a:cubicBezTo>
                  <a:cubicBezTo>
                    <a:pt x="596" y="884"/>
                    <a:pt x="596" y="885"/>
                    <a:pt x="596" y="886"/>
                  </a:cubicBezTo>
                  <a:cubicBezTo>
                    <a:pt x="596" y="887"/>
                    <a:pt x="596" y="887"/>
                    <a:pt x="596" y="888"/>
                  </a:cubicBezTo>
                  <a:cubicBezTo>
                    <a:pt x="597" y="892"/>
                    <a:pt x="598" y="895"/>
                    <a:pt x="596" y="900"/>
                  </a:cubicBezTo>
                  <a:cubicBezTo>
                    <a:pt x="594" y="911"/>
                    <a:pt x="592" y="919"/>
                    <a:pt x="592" y="926"/>
                  </a:cubicBezTo>
                  <a:cubicBezTo>
                    <a:pt x="592" y="927"/>
                    <a:pt x="592" y="929"/>
                    <a:pt x="592" y="930"/>
                  </a:cubicBezTo>
                  <a:cubicBezTo>
                    <a:pt x="591" y="933"/>
                    <a:pt x="591" y="936"/>
                    <a:pt x="592" y="939"/>
                  </a:cubicBezTo>
                  <a:cubicBezTo>
                    <a:pt x="592" y="943"/>
                    <a:pt x="591" y="946"/>
                    <a:pt x="590" y="948"/>
                  </a:cubicBezTo>
                  <a:cubicBezTo>
                    <a:pt x="589" y="950"/>
                    <a:pt x="589" y="950"/>
                    <a:pt x="589" y="950"/>
                  </a:cubicBezTo>
                  <a:cubicBezTo>
                    <a:pt x="588" y="954"/>
                    <a:pt x="589" y="958"/>
                    <a:pt x="591" y="963"/>
                  </a:cubicBezTo>
                  <a:cubicBezTo>
                    <a:pt x="591" y="965"/>
                    <a:pt x="591" y="965"/>
                    <a:pt x="591" y="965"/>
                  </a:cubicBezTo>
                  <a:cubicBezTo>
                    <a:pt x="592" y="967"/>
                    <a:pt x="593" y="968"/>
                    <a:pt x="595" y="971"/>
                  </a:cubicBezTo>
                  <a:cubicBezTo>
                    <a:pt x="597" y="972"/>
                    <a:pt x="598" y="974"/>
                    <a:pt x="599" y="976"/>
                  </a:cubicBezTo>
                  <a:cubicBezTo>
                    <a:pt x="599" y="977"/>
                    <a:pt x="600" y="978"/>
                    <a:pt x="601" y="979"/>
                  </a:cubicBezTo>
                  <a:cubicBezTo>
                    <a:pt x="601" y="979"/>
                    <a:pt x="601" y="979"/>
                    <a:pt x="602" y="980"/>
                  </a:cubicBezTo>
                  <a:cubicBezTo>
                    <a:pt x="603" y="980"/>
                    <a:pt x="604" y="980"/>
                    <a:pt x="606" y="981"/>
                  </a:cubicBezTo>
                  <a:cubicBezTo>
                    <a:pt x="609" y="984"/>
                    <a:pt x="610" y="987"/>
                    <a:pt x="611" y="989"/>
                  </a:cubicBezTo>
                  <a:cubicBezTo>
                    <a:pt x="611" y="990"/>
                    <a:pt x="611" y="990"/>
                    <a:pt x="611" y="991"/>
                  </a:cubicBezTo>
                  <a:cubicBezTo>
                    <a:pt x="612" y="993"/>
                    <a:pt x="612" y="995"/>
                    <a:pt x="612" y="997"/>
                  </a:cubicBezTo>
                  <a:cubicBezTo>
                    <a:pt x="612" y="998"/>
                    <a:pt x="612" y="999"/>
                    <a:pt x="613" y="1001"/>
                  </a:cubicBezTo>
                  <a:cubicBezTo>
                    <a:pt x="613" y="1002"/>
                    <a:pt x="613" y="1003"/>
                    <a:pt x="614" y="1004"/>
                  </a:cubicBezTo>
                  <a:cubicBezTo>
                    <a:pt x="615" y="1005"/>
                    <a:pt x="616" y="1007"/>
                    <a:pt x="616" y="1008"/>
                  </a:cubicBezTo>
                  <a:cubicBezTo>
                    <a:pt x="616" y="1009"/>
                    <a:pt x="617" y="1010"/>
                    <a:pt x="617" y="1010"/>
                  </a:cubicBezTo>
                  <a:cubicBezTo>
                    <a:pt x="618" y="1013"/>
                    <a:pt x="619" y="1016"/>
                    <a:pt x="618" y="1020"/>
                  </a:cubicBezTo>
                  <a:cubicBezTo>
                    <a:pt x="618" y="1021"/>
                    <a:pt x="617" y="1022"/>
                    <a:pt x="617" y="1023"/>
                  </a:cubicBezTo>
                  <a:cubicBezTo>
                    <a:pt x="617" y="1023"/>
                    <a:pt x="617" y="1024"/>
                    <a:pt x="617" y="1024"/>
                  </a:cubicBezTo>
                  <a:cubicBezTo>
                    <a:pt x="618" y="1028"/>
                    <a:pt x="619" y="1032"/>
                    <a:pt x="619" y="1035"/>
                  </a:cubicBezTo>
                  <a:cubicBezTo>
                    <a:pt x="619" y="1038"/>
                    <a:pt x="619" y="1038"/>
                    <a:pt x="619" y="1038"/>
                  </a:cubicBezTo>
                  <a:cubicBezTo>
                    <a:pt x="620" y="1044"/>
                    <a:pt x="614" y="1046"/>
                    <a:pt x="613" y="1047"/>
                  </a:cubicBezTo>
                  <a:cubicBezTo>
                    <a:pt x="612" y="1047"/>
                    <a:pt x="611" y="1047"/>
                    <a:pt x="611" y="1047"/>
                  </a:cubicBezTo>
                  <a:cubicBezTo>
                    <a:pt x="610" y="1048"/>
                    <a:pt x="610" y="1049"/>
                    <a:pt x="612" y="1055"/>
                  </a:cubicBezTo>
                  <a:cubicBezTo>
                    <a:pt x="613" y="1057"/>
                    <a:pt x="613" y="1057"/>
                    <a:pt x="613" y="1057"/>
                  </a:cubicBezTo>
                  <a:cubicBezTo>
                    <a:pt x="614" y="1060"/>
                    <a:pt x="614" y="1062"/>
                    <a:pt x="614" y="1063"/>
                  </a:cubicBezTo>
                  <a:cubicBezTo>
                    <a:pt x="616" y="1063"/>
                    <a:pt x="617" y="1063"/>
                    <a:pt x="618" y="1062"/>
                  </a:cubicBezTo>
                  <a:cubicBezTo>
                    <a:pt x="619" y="1062"/>
                    <a:pt x="620" y="1062"/>
                    <a:pt x="621" y="1061"/>
                  </a:cubicBezTo>
                  <a:cubicBezTo>
                    <a:pt x="620" y="1061"/>
                    <a:pt x="621" y="1060"/>
                    <a:pt x="621" y="1059"/>
                  </a:cubicBezTo>
                  <a:cubicBezTo>
                    <a:pt x="622" y="1057"/>
                    <a:pt x="624" y="1054"/>
                    <a:pt x="628" y="1054"/>
                  </a:cubicBezTo>
                  <a:cubicBezTo>
                    <a:pt x="630" y="1054"/>
                    <a:pt x="632" y="1055"/>
                    <a:pt x="633" y="1055"/>
                  </a:cubicBezTo>
                  <a:cubicBezTo>
                    <a:pt x="635" y="1056"/>
                    <a:pt x="635" y="1056"/>
                    <a:pt x="635" y="1056"/>
                  </a:cubicBezTo>
                  <a:cubicBezTo>
                    <a:pt x="637" y="1057"/>
                    <a:pt x="638" y="1057"/>
                    <a:pt x="640" y="1057"/>
                  </a:cubicBezTo>
                  <a:cubicBezTo>
                    <a:pt x="641" y="1057"/>
                    <a:pt x="641" y="1057"/>
                    <a:pt x="642" y="1056"/>
                  </a:cubicBezTo>
                  <a:cubicBezTo>
                    <a:pt x="644" y="1055"/>
                    <a:pt x="647" y="1054"/>
                    <a:pt x="651" y="1056"/>
                  </a:cubicBezTo>
                  <a:cubicBezTo>
                    <a:pt x="653" y="1056"/>
                    <a:pt x="653" y="1057"/>
                    <a:pt x="654" y="1057"/>
                  </a:cubicBezTo>
                  <a:cubicBezTo>
                    <a:pt x="655" y="1058"/>
                    <a:pt x="655" y="1058"/>
                    <a:pt x="655" y="1058"/>
                  </a:cubicBezTo>
                  <a:cubicBezTo>
                    <a:pt x="658" y="1057"/>
                    <a:pt x="658" y="1057"/>
                    <a:pt x="658" y="1057"/>
                  </a:cubicBezTo>
                  <a:cubicBezTo>
                    <a:pt x="659" y="1057"/>
                    <a:pt x="665" y="1057"/>
                    <a:pt x="668" y="1056"/>
                  </a:cubicBezTo>
                  <a:cubicBezTo>
                    <a:pt x="669" y="1055"/>
                    <a:pt x="671" y="1054"/>
                    <a:pt x="672" y="1053"/>
                  </a:cubicBezTo>
                  <a:cubicBezTo>
                    <a:pt x="675" y="1051"/>
                    <a:pt x="680" y="1048"/>
                    <a:pt x="686" y="1049"/>
                  </a:cubicBezTo>
                  <a:cubicBezTo>
                    <a:pt x="689" y="1049"/>
                    <a:pt x="691" y="1050"/>
                    <a:pt x="692" y="1051"/>
                  </a:cubicBezTo>
                  <a:cubicBezTo>
                    <a:pt x="693" y="1051"/>
                    <a:pt x="694" y="1051"/>
                    <a:pt x="695" y="1051"/>
                  </a:cubicBezTo>
                  <a:cubicBezTo>
                    <a:pt x="696" y="1052"/>
                    <a:pt x="697" y="1052"/>
                    <a:pt x="697" y="1051"/>
                  </a:cubicBezTo>
                  <a:cubicBezTo>
                    <a:pt x="699" y="1051"/>
                    <a:pt x="700" y="1051"/>
                    <a:pt x="702" y="1051"/>
                  </a:cubicBezTo>
                  <a:cubicBezTo>
                    <a:pt x="703" y="1051"/>
                    <a:pt x="705" y="1052"/>
                    <a:pt x="706" y="1053"/>
                  </a:cubicBezTo>
                  <a:cubicBezTo>
                    <a:pt x="706" y="1053"/>
                    <a:pt x="706" y="1053"/>
                    <a:pt x="706" y="1053"/>
                  </a:cubicBezTo>
                  <a:cubicBezTo>
                    <a:pt x="706" y="1052"/>
                    <a:pt x="707" y="1052"/>
                    <a:pt x="707" y="1052"/>
                  </a:cubicBezTo>
                  <a:cubicBezTo>
                    <a:pt x="707" y="1052"/>
                    <a:pt x="708" y="1051"/>
                    <a:pt x="708" y="1050"/>
                  </a:cubicBezTo>
                  <a:cubicBezTo>
                    <a:pt x="709" y="1048"/>
                    <a:pt x="709" y="1047"/>
                    <a:pt x="710" y="1046"/>
                  </a:cubicBezTo>
                  <a:cubicBezTo>
                    <a:pt x="714" y="1042"/>
                    <a:pt x="721" y="1044"/>
                    <a:pt x="724" y="1046"/>
                  </a:cubicBezTo>
                  <a:cubicBezTo>
                    <a:pt x="729" y="1048"/>
                    <a:pt x="729" y="1052"/>
                    <a:pt x="728" y="1054"/>
                  </a:cubicBezTo>
                  <a:cubicBezTo>
                    <a:pt x="729" y="1054"/>
                    <a:pt x="730" y="1054"/>
                    <a:pt x="731" y="1054"/>
                  </a:cubicBezTo>
                  <a:cubicBezTo>
                    <a:pt x="735" y="1054"/>
                    <a:pt x="742" y="1055"/>
                    <a:pt x="744" y="1062"/>
                  </a:cubicBezTo>
                  <a:cubicBezTo>
                    <a:pt x="745" y="1063"/>
                    <a:pt x="744" y="1065"/>
                    <a:pt x="744" y="1066"/>
                  </a:cubicBezTo>
                  <a:cubicBezTo>
                    <a:pt x="744" y="1067"/>
                    <a:pt x="745" y="1068"/>
                    <a:pt x="745" y="1069"/>
                  </a:cubicBezTo>
                  <a:cubicBezTo>
                    <a:pt x="746" y="1072"/>
                    <a:pt x="745" y="1076"/>
                    <a:pt x="743" y="1079"/>
                  </a:cubicBezTo>
                  <a:cubicBezTo>
                    <a:pt x="743" y="1080"/>
                    <a:pt x="744" y="1080"/>
                    <a:pt x="744" y="1080"/>
                  </a:cubicBezTo>
                  <a:cubicBezTo>
                    <a:pt x="744" y="1080"/>
                    <a:pt x="745" y="1081"/>
                    <a:pt x="745" y="1081"/>
                  </a:cubicBezTo>
                  <a:cubicBezTo>
                    <a:pt x="747" y="1081"/>
                    <a:pt x="749" y="1080"/>
                    <a:pt x="751" y="1077"/>
                  </a:cubicBezTo>
                  <a:cubicBezTo>
                    <a:pt x="752" y="1076"/>
                    <a:pt x="753" y="1075"/>
                    <a:pt x="755" y="1074"/>
                  </a:cubicBezTo>
                  <a:cubicBezTo>
                    <a:pt x="757" y="1072"/>
                    <a:pt x="760" y="1072"/>
                    <a:pt x="763" y="1072"/>
                  </a:cubicBezTo>
                  <a:cubicBezTo>
                    <a:pt x="764" y="1072"/>
                    <a:pt x="764" y="1072"/>
                    <a:pt x="764" y="1072"/>
                  </a:cubicBezTo>
                  <a:cubicBezTo>
                    <a:pt x="765" y="1072"/>
                    <a:pt x="766" y="1072"/>
                    <a:pt x="767" y="1071"/>
                  </a:cubicBezTo>
                  <a:cubicBezTo>
                    <a:pt x="768" y="1070"/>
                    <a:pt x="770" y="1069"/>
                    <a:pt x="772" y="1069"/>
                  </a:cubicBezTo>
                  <a:cubicBezTo>
                    <a:pt x="775" y="1068"/>
                    <a:pt x="777" y="1068"/>
                    <a:pt x="779" y="1068"/>
                  </a:cubicBezTo>
                  <a:cubicBezTo>
                    <a:pt x="783" y="1068"/>
                    <a:pt x="786" y="1068"/>
                    <a:pt x="789" y="1067"/>
                  </a:cubicBezTo>
                  <a:cubicBezTo>
                    <a:pt x="790" y="1066"/>
                    <a:pt x="790" y="1066"/>
                    <a:pt x="791" y="1066"/>
                  </a:cubicBezTo>
                  <a:cubicBezTo>
                    <a:pt x="792" y="1065"/>
                    <a:pt x="793" y="1064"/>
                    <a:pt x="795" y="1064"/>
                  </a:cubicBezTo>
                  <a:cubicBezTo>
                    <a:pt x="796" y="1064"/>
                    <a:pt x="800" y="1065"/>
                    <a:pt x="801" y="1070"/>
                  </a:cubicBezTo>
                  <a:cubicBezTo>
                    <a:pt x="802" y="1072"/>
                    <a:pt x="801" y="1074"/>
                    <a:pt x="800" y="1075"/>
                  </a:cubicBezTo>
                  <a:cubicBezTo>
                    <a:pt x="800" y="1076"/>
                    <a:pt x="800" y="1076"/>
                    <a:pt x="800" y="1076"/>
                  </a:cubicBezTo>
                  <a:cubicBezTo>
                    <a:pt x="800" y="1078"/>
                    <a:pt x="800" y="1079"/>
                    <a:pt x="800" y="1079"/>
                  </a:cubicBezTo>
                  <a:cubicBezTo>
                    <a:pt x="799" y="1080"/>
                    <a:pt x="799" y="1081"/>
                    <a:pt x="798" y="1081"/>
                  </a:cubicBezTo>
                  <a:cubicBezTo>
                    <a:pt x="799" y="1082"/>
                    <a:pt x="799" y="1083"/>
                    <a:pt x="799" y="1083"/>
                  </a:cubicBezTo>
                  <a:cubicBezTo>
                    <a:pt x="800" y="1085"/>
                    <a:pt x="800" y="1087"/>
                    <a:pt x="800" y="1088"/>
                  </a:cubicBezTo>
                  <a:cubicBezTo>
                    <a:pt x="800" y="1089"/>
                    <a:pt x="800" y="1089"/>
                    <a:pt x="800" y="1090"/>
                  </a:cubicBezTo>
                  <a:cubicBezTo>
                    <a:pt x="800" y="1090"/>
                    <a:pt x="800" y="1091"/>
                    <a:pt x="801" y="1093"/>
                  </a:cubicBezTo>
                  <a:cubicBezTo>
                    <a:pt x="801" y="1093"/>
                    <a:pt x="801" y="1093"/>
                    <a:pt x="802" y="1094"/>
                  </a:cubicBezTo>
                  <a:cubicBezTo>
                    <a:pt x="803" y="1094"/>
                    <a:pt x="803" y="1094"/>
                    <a:pt x="804" y="1095"/>
                  </a:cubicBezTo>
                  <a:cubicBezTo>
                    <a:pt x="806" y="1096"/>
                    <a:pt x="808" y="1097"/>
                    <a:pt x="809" y="1099"/>
                  </a:cubicBezTo>
                  <a:cubicBezTo>
                    <a:pt x="811" y="1099"/>
                    <a:pt x="812" y="1098"/>
                    <a:pt x="813" y="1098"/>
                  </a:cubicBezTo>
                  <a:cubicBezTo>
                    <a:pt x="816" y="1098"/>
                    <a:pt x="818" y="1099"/>
                    <a:pt x="819" y="1100"/>
                  </a:cubicBezTo>
                  <a:cubicBezTo>
                    <a:pt x="820" y="1101"/>
                    <a:pt x="820" y="1101"/>
                    <a:pt x="821" y="1101"/>
                  </a:cubicBezTo>
                  <a:cubicBezTo>
                    <a:pt x="822" y="1103"/>
                    <a:pt x="823" y="1103"/>
                    <a:pt x="824" y="1103"/>
                  </a:cubicBezTo>
                  <a:cubicBezTo>
                    <a:pt x="825" y="1103"/>
                    <a:pt x="826" y="1103"/>
                    <a:pt x="827" y="1103"/>
                  </a:cubicBezTo>
                  <a:cubicBezTo>
                    <a:pt x="830" y="1103"/>
                    <a:pt x="832" y="1104"/>
                    <a:pt x="833" y="1106"/>
                  </a:cubicBezTo>
                  <a:cubicBezTo>
                    <a:pt x="834" y="1107"/>
                    <a:pt x="834" y="1107"/>
                    <a:pt x="834" y="1107"/>
                  </a:cubicBezTo>
                  <a:cubicBezTo>
                    <a:pt x="837" y="1109"/>
                    <a:pt x="838" y="1109"/>
                    <a:pt x="841" y="1109"/>
                  </a:cubicBezTo>
                  <a:cubicBezTo>
                    <a:pt x="845" y="1109"/>
                    <a:pt x="847" y="1110"/>
                    <a:pt x="851" y="1111"/>
                  </a:cubicBezTo>
                  <a:cubicBezTo>
                    <a:pt x="853" y="1111"/>
                    <a:pt x="853" y="1111"/>
                    <a:pt x="854" y="1111"/>
                  </a:cubicBezTo>
                  <a:cubicBezTo>
                    <a:pt x="855" y="1111"/>
                    <a:pt x="857" y="1110"/>
                    <a:pt x="858" y="1110"/>
                  </a:cubicBezTo>
                  <a:cubicBezTo>
                    <a:pt x="858" y="1110"/>
                    <a:pt x="859" y="1110"/>
                    <a:pt x="859" y="1110"/>
                  </a:cubicBezTo>
                  <a:cubicBezTo>
                    <a:pt x="860" y="1110"/>
                    <a:pt x="861" y="1110"/>
                    <a:pt x="862" y="1110"/>
                  </a:cubicBezTo>
                  <a:cubicBezTo>
                    <a:pt x="863" y="1110"/>
                    <a:pt x="864" y="1110"/>
                    <a:pt x="866" y="1111"/>
                  </a:cubicBezTo>
                  <a:cubicBezTo>
                    <a:pt x="867" y="1112"/>
                    <a:pt x="868" y="1113"/>
                    <a:pt x="868" y="1113"/>
                  </a:cubicBezTo>
                  <a:cubicBezTo>
                    <a:pt x="869" y="1113"/>
                    <a:pt x="871" y="1114"/>
                    <a:pt x="873" y="1114"/>
                  </a:cubicBezTo>
                  <a:cubicBezTo>
                    <a:pt x="875" y="1115"/>
                    <a:pt x="876" y="1115"/>
                    <a:pt x="878" y="1116"/>
                  </a:cubicBezTo>
                  <a:cubicBezTo>
                    <a:pt x="879" y="1115"/>
                    <a:pt x="880" y="1114"/>
                    <a:pt x="881" y="1114"/>
                  </a:cubicBezTo>
                  <a:cubicBezTo>
                    <a:pt x="883" y="1113"/>
                    <a:pt x="885" y="1113"/>
                    <a:pt x="887" y="1113"/>
                  </a:cubicBezTo>
                  <a:cubicBezTo>
                    <a:pt x="888" y="1113"/>
                    <a:pt x="888" y="1113"/>
                    <a:pt x="888" y="1113"/>
                  </a:cubicBezTo>
                  <a:cubicBezTo>
                    <a:pt x="890" y="1112"/>
                    <a:pt x="891" y="1111"/>
                    <a:pt x="891" y="1109"/>
                  </a:cubicBezTo>
                  <a:cubicBezTo>
                    <a:pt x="891" y="1108"/>
                    <a:pt x="892" y="1107"/>
                    <a:pt x="892" y="1107"/>
                  </a:cubicBezTo>
                  <a:cubicBezTo>
                    <a:pt x="892" y="1105"/>
                    <a:pt x="892" y="1103"/>
                    <a:pt x="893" y="1100"/>
                  </a:cubicBezTo>
                  <a:cubicBezTo>
                    <a:pt x="894" y="1100"/>
                    <a:pt x="894" y="1099"/>
                    <a:pt x="894" y="1099"/>
                  </a:cubicBezTo>
                  <a:cubicBezTo>
                    <a:pt x="894" y="1097"/>
                    <a:pt x="893" y="1094"/>
                    <a:pt x="895" y="1091"/>
                  </a:cubicBezTo>
                  <a:cubicBezTo>
                    <a:pt x="897" y="1088"/>
                    <a:pt x="906" y="1088"/>
                    <a:pt x="906" y="1088"/>
                  </a:cubicBezTo>
                  <a:cubicBezTo>
                    <a:pt x="907" y="1088"/>
                    <a:pt x="907" y="1088"/>
                    <a:pt x="907" y="1088"/>
                  </a:cubicBezTo>
                  <a:cubicBezTo>
                    <a:pt x="912" y="1089"/>
                    <a:pt x="913" y="1091"/>
                    <a:pt x="914" y="1093"/>
                  </a:cubicBezTo>
                  <a:cubicBezTo>
                    <a:pt x="915" y="1095"/>
                    <a:pt x="915" y="1098"/>
                    <a:pt x="915" y="1100"/>
                  </a:cubicBezTo>
                  <a:cubicBezTo>
                    <a:pt x="915" y="1102"/>
                    <a:pt x="915" y="1102"/>
                    <a:pt x="915" y="1102"/>
                  </a:cubicBezTo>
                  <a:cubicBezTo>
                    <a:pt x="915" y="1104"/>
                    <a:pt x="915" y="1104"/>
                    <a:pt x="916" y="1105"/>
                  </a:cubicBezTo>
                  <a:cubicBezTo>
                    <a:pt x="917" y="1106"/>
                    <a:pt x="918" y="1107"/>
                    <a:pt x="920" y="1108"/>
                  </a:cubicBezTo>
                  <a:cubicBezTo>
                    <a:pt x="921" y="1108"/>
                    <a:pt x="922" y="1109"/>
                    <a:pt x="923" y="1110"/>
                  </a:cubicBezTo>
                  <a:cubicBezTo>
                    <a:pt x="928" y="1114"/>
                    <a:pt x="929" y="1118"/>
                    <a:pt x="930" y="1123"/>
                  </a:cubicBezTo>
                  <a:cubicBezTo>
                    <a:pt x="931" y="1124"/>
                    <a:pt x="931" y="1126"/>
                    <a:pt x="932" y="1128"/>
                  </a:cubicBezTo>
                  <a:cubicBezTo>
                    <a:pt x="933" y="1131"/>
                    <a:pt x="938" y="1137"/>
                    <a:pt x="942" y="1135"/>
                  </a:cubicBezTo>
                  <a:cubicBezTo>
                    <a:pt x="944" y="1133"/>
                    <a:pt x="946" y="1131"/>
                    <a:pt x="952" y="1133"/>
                  </a:cubicBezTo>
                  <a:cubicBezTo>
                    <a:pt x="955" y="1135"/>
                    <a:pt x="957" y="1137"/>
                    <a:pt x="958" y="1139"/>
                  </a:cubicBezTo>
                  <a:cubicBezTo>
                    <a:pt x="958" y="1139"/>
                    <a:pt x="958" y="1139"/>
                    <a:pt x="958" y="1139"/>
                  </a:cubicBezTo>
                  <a:cubicBezTo>
                    <a:pt x="958" y="1139"/>
                    <a:pt x="959" y="1139"/>
                    <a:pt x="959" y="1139"/>
                  </a:cubicBezTo>
                  <a:cubicBezTo>
                    <a:pt x="962" y="1140"/>
                    <a:pt x="964" y="1140"/>
                    <a:pt x="965" y="1141"/>
                  </a:cubicBezTo>
                  <a:cubicBezTo>
                    <a:pt x="965" y="1141"/>
                    <a:pt x="966" y="1142"/>
                    <a:pt x="966" y="1142"/>
                  </a:cubicBezTo>
                  <a:cubicBezTo>
                    <a:pt x="968" y="1141"/>
                    <a:pt x="971" y="1142"/>
                    <a:pt x="973" y="1143"/>
                  </a:cubicBezTo>
                  <a:cubicBezTo>
                    <a:pt x="973" y="1143"/>
                    <a:pt x="975" y="1143"/>
                    <a:pt x="976" y="1143"/>
                  </a:cubicBezTo>
                  <a:cubicBezTo>
                    <a:pt x="979" y="1144"/>
                    <a:pt x="980" y="1145"/>
                    <a:pt x="981" y="1146"/>
                  </a:cubicBezTo>
                  <a:cubicBezTo>
                    <a:pt x="982" y="1147"/>
                    <a:pt x="982" y="1147"/>
                    <a:pt x="982" y="1147"/>
                  </a:cubicBezTo>
                  <a:cubicBezTo>
                    <a:pt x="984" y="1149"/>
                    <a:pt x="986" y="1151"/>
                    <a:pt x="988" y="1154"/>
                  </a:cubicBezTo>
                  <a:cubicBezTo>
                    <a:pt x="988" y="1154"/>
                    <a:pt x="988" y="1155"/>
                    <a:pt x="989" y="1156"/>
                  </a:cubicBezTo>
                  <a:cubicBezTo>
                    <a:pt x="991" y="1158"/>
                    <a:pt x="993" y="1161"/>
                    <a:pt x="992" y="1165"/>
                  </a:cubicBezTo>
                  <a:cubicBezTo>
                    <a:pt x="992" y="1166"/>
                    <a:pt x="992" y="1167"/>
                    <a:pt x="991" y="1168"/>
                  </a:cubicBezTo>
                  <a:cubicBezTo>
                    <a:pt x="992" y="1169"/>
                    <a:pt x="992" y="1169"/>
                    <a:pt x="993" y="1170"/>
                  </a:cubicBezTo>
                  <a:cubicBezTo>
                    <a:pt x="994" y="1169"/>
                    <a:pt x="995" y="1169"/>
                    <a:pt x="997" y="1169"/>
                  </a:cubicBezTo>
                  <a:cubicBezTo>
                    <a:pt x="1001" y="1170"/>
                    <a:pt x="1003" y="1174"/>
                    <a:pt x="1004" y="1177"/>
                  </a:cubicBezTo>
                  <a:cubicBezTo>
                    <a:pt x="1005" y="1178"/>
                    <a:pt x="1005" y="1178"/>
                    <a:pt x="1005" y="1179"/>
                  </a:cubicBezTo>
                  <a:cubicBezTo>
                    <a:pt x="1006" y="1179"/>
                    <a:pt x="1006" y="1179"/>
                    <a:pt x="1006" y="1180"/>
                  </a:cubicBezTo>
                  <a:cubicBezTo>
                    <a:pt x="1007" y="1180"/>
                    <a:pt x="1008" y="1181"/>
                    <a:pt x="1009" y="1183"/>
                  </a:cubicBezTo>
                  <a:cubicBezTo>
                    <a:pt x="1010" y="1184"/>
                    <a:pt x="1010" y="1185"/>
                    <a:pt x="1010" y="1186"/>
                  </a:cubicBezTo>
                  <a:cubicBezTo>
                    <a:pt x="1010" y="1187"/>
                    <a:pt x="1011" y="1188"/>
                    <a:pt x="1011" y="1189"/>
                  </a:cubicBezTo>
                  <a:cubicBezTo>
                    <a:pt x="1011" y="1189"/>
                    <a:pt x="1011" y="1190"/>
                    <a:pt x="1012" y="1190"/>
                  </a:cubicBezTo>
                  <a:cubicBezTo>
                    <a:pt x="1012" y="1190"/>
                    <a:pt x="1012" y="1190"/>
                    <a:pt x="1012" y="1190"/>
                  </a:cubicBezTo>
                  <a:cubicBezTo>
                    <a:pt x="1012" y="1190"/>
                    <a:pt x="1014" y="1191"/>
                    <a:pt x="1015" y="1193"/>
                  </a:cubicBezTo>
                  <a:cubicBezTo>
                    <a:pt x="1016" y="1196"/>
                    <a:pt x="1017" y="1199"/>
                    <a:pt x="1017" y="1201"/>
                  </a:cubicBezTo>
                  <a:cubicBezTo>
                    <a:pt x="1017" y="1202"/>
                    <a:pt x="1017" y="1203"/>
                    <a:pt x="1017" y="1204"/>
                  </a:cubicBezTo>
                  <a:cubicBezTo>
                    <a:pt x="1017" y="1204"/>
                    <a:pt x="1017" y="1205"/>
                    <a:pt x="1017" y="1205"/>
                  </a:cubicBezTo>
                  <a:cubicBezTo>
                    <a:pt x="1017" y="1205"/>
                    <a:pt x="1017" y="1205"/>
                    <a:pt x="1017" y="1205"/>
                  </a:cubicBezTo>
                  <a:cubicBezTo>
                    <a:pt x="1017" y="1205"/>
                    <a:pt x="1018" y="1205"/>
                    <a:pt x="1019" y="1205"/>
                  </a:cubicBezTo>
                  <a:cubicBezTo>
                    <a:pt x="1020" y="1204"/>
                    <a:pt x="1020" y="1204"/>
                    <a:pt x="1020" y="1204"/>
                  </a:cubicBezTo>
                  <a:cubicBezTo>
                    <a:pt x="1021" y="1204"/>
                    <a:pt x="1022" y="1204"/>
                    <a:pt x="1023" y="120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29" name="Freeform 120">
              <a:extLst>
                <a:ext uri="{FF2B5EF4-FFF2-40B4-BE49-F238E27FC236}">
                  <a16:creationId xmlns:a16="http://schemas.microsoft.com/office/drawing/2014/main" id="{BC11C5C1-9967-4490-AF6E-BC6CCEA00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313" y="2963863"/>
              <a:ext cx="1316038" cy="1365250"/>
            </a:xfrm>
            <a:custGeom>
              <a:avLst/>
              <a:gdLst>
                <a:gd name="T0" fmla="*/ 722 w 1164"/>
                <a:gd name="T1" fmla="*/ 30 h 1209"/>
                <a:gd name="T2" fmla="*/ 669 w 1164"/>
                <a:gd name="T3" fmla="*/ 43 h 1209"/>
                <a:gd name="T4" fmla="*/ 629 w 1164"/>
                <a:gd name="T5" fmla="*/ 73 h 1209"/>
                <a:gd name="T6" fmla="*/ 548 w 1164"/>
                <a:gd name="T7" fmla="*/ 70 h 1209"/>
                <a:gd name="T8" fmla="*/ 476 w 1164"/>
                <a:gd name="T9" fmla="*/ 27 h 1209"/>
                <a:gd name="T10" fmla="*/ 402 w 1164"/>
                <a:gd name="T11" fmla="*/ 57 h 1209"/>
                <a:gd name="T12" fmla="*/ 376 w 1164"/>
                <a:gd name="T13" fmla="*/ 174 h 1209"/>
                <a:gd name="T14" fmla="*/ 340 w 1164"/>
                <a:gd name="T15" fmla="*/ 343 h 1209"/>
                <a:gd name="T16" fmla="*/ 245 w 1164"/>
                <a:gd name="T17" fmla="*/ 504 h 1209"/>
                <a:gd name="T18" fmla="*/ 195 w 1164"/>
                <a:gd name="T19" fmla="*/ 620 h 1209"/>
                <a:gd name="T20" fmla="*/ 138 w 1164"/>
                <a:gd name="T21" fmla="*/ 633 h 1209"/>
                <a:gd name="T22" fmla="*/ 91 w 1164"/>
                <a:gd name="T23" fmla="*/ 648 h 1209"/>
                <a:gd name="T24" fmla="*/ 55 w 1164"/>
                <a:gd name="T25" fmla="*/ 641 h 1209"/>
                <a:gd name="T26" fmla="*/ 20 w 1164"/>
                <a:gd name="T27" fmla="*/ 673 h 1209"/>
                <a:gd name="T28" fmla="*/ 85 w 1164"/>
                <a:gd name="T29" fmla="*/ 721 h 1209"/>
                <a:gd name="T30" fmla="*/ 250 w 1164"/>
                <a:gd name="T31" fmla="*/ 721 h 1209"/>
                <a:gd name="T32" fmla="*/ 277 w 1164"/>
                <a:gd name="T33" fmla="*/ 767 h 1209"/>
                <a:gd name="T34" fmla="*/ 301 w 1164"/>
                <a:gd name="T35" fmla="*/ 822 h 1209"/>
                <a:gd name="T36" fmla="*/ 319 w 1164"/>
                <a:gd name="T37" fmla="*/ 851 h 1209"/>
                <a:gd name="T38" fmla="*/ 377 w 1164"/>
                <a:gd name="T39" fmla="*/ 859 h 1209"/>
                <a:gd name="T40" fmla="*/ 436 w 1164"/>
                <a:gd name="T41" fmla="*/ 833 h 1209"/>
                <a:gd name="T42" fmla="*/ 488 w 1164"/>
                <a:gd name="T43" fmla="*/ 794 h 1209"/>
                <a:gd name="T44" fmla="*/ 582 w 1164"/>
                <a:gd name="T45" fmla="*/ 842 h 1209"/>
                <a:gd name="T46" fmla="*/ 583 w 1164"/>
                <a:gd name="T47" fmla="*/ 943 h 1209"/>
                <a:gd name="T48" fmla="*/ 611 w 1164"/>
                <a:gd name="T49" fmla="*/ 1020 h 1209"/>
                <a:gd name="T50" fmla="*/ 639 w 1164"/>
                <a:gd name="T51" fmla="*/ 1057 h 1209"/>
                <a:gd name="T52" fmla="*/ 712 w 1164"/>
                <a:gd name="T53" fmla="*/ 1044 h 1209"/>
                <a:gd name="T54" fmla="*/ 764 w 1164"/>
                <a:gd name="T55" fmla="*/ 1072 h 1209"/>
                <a:gd name="T56" fmla="*/ 795 w 1164"/>
                <a:gd name="T57" fmla="*/ 1090 h 1209"/>
                <a:gd name="T58" fmla="*/ 861 w 1164"/>
                <a:gd name="T59" fmla="*/ 1110 h 1209"/>
                <a:gd name="T60" fmla="*/ 908 w 1164"/>
                <a:gd name="T61" fmla="*/ 1090 h 1209"/>
                <a:gd name="T62" fmla="*/ 963 w 1164"/>
                <a:gd name="T63" fmla="*/ 1142 h 1209"/>
                <a:gd name="T64" fmla="*/ 994 w 1164"/>
                <a:gd name="T65" fmla="*/ 1169 h 1209"/>
                <a:gd name="T66" fmla="*/ 1031 w 1164"/>
                <a:gd name="T67" fmla="*/ 1203 h 1209"/>
                <a:gd name="T68" fmla="*/ 1048 w 1164"/>
                <a:gd name="T69" fmla="*/ 1129 h 1209"/>
                <a:gd name="T70" fmla="*/ 1004 w 1164"/>
                <a:gd name="T71" fmla="*/ 1120 h 1209"/>
                <a:gd name="T72" fmla="*/ 978 w 1164"/>
                <a:gd name="T73" fmla="*/ 1088 h 1209"/>
                <a:gd name="T74" fmla="*/ 994 w 1164"/>
                <a:gd name="T75" fmla="*/ 989 h 1209"/>
                <a:gd name="T76" fmla="*/ 1006 w 1164"/>
                <a:gd name="T77" fmla="*/ 917 h 1209"/>
                <a:gd name="T78" fmla="*/ 1092 w 1164"/>
                <a:gd name="T79" fmla="*/ 834 h 1209"/>
                <a:gd name="T80" fmla="*/ 1034 w 1164"/>
                <a:gd name="T81" fmla="*/ 737 h 1209"/>
                <a:gd name="T82" fmla="*/ 1027 w 1164"/>
                <a:gd name="T83" fmla="*/ 671 h 1209"/>
                <a:gd name="T84" fmla="*/ 1025 w 1164"/>
                <a:gd name="T85" fmla="*/ 618 h 1209"/>
                <a:gd name="T86" fmla="*/ 1035 w 1164"/>
                <a:gd name="T87" fmla="*/ 555 h 1209"/>
                <a:gd name="T88" fmla="*/ 1017 w 1164"/>
                <a:gd name="T89" fmla="*/ 517 h 1209"/>
                <a:gd name="T90" fmla="*/ 1042 w 1164"/>
                <a:gd name="T91" fmla="*/ 447 h 1209"/>
                <a:gd name="T92" fmla="*/ 1060 w 1164"/>
                <a:gd name="T93" fmla="*/ 400 h 1209"/>
                <a:gd name="T94" fmla="*/ 1072 w 1164"/>
                <a:gd name="T95" fmla="*/ 331 h 1209"/>
                <a:gd name="T96" fmla="*/ 1113 w 1164"/>
                <a:gd name="T97" fmla="*/ 264 h 1209"/>
                <a:gd name="T98" fmla="*/ 1137 w 1164"/>
                <a:gd name="T99" fmla="*/ 195 h 1209"/>
                <a:gd name="T100" fmla="*/ 1136 w 1164"/>
                <a:gd name="T101" fmla="*/ 120 h 1209"/>
                <a:gd name="T102" fmla="*/ 1117 w 1164"/>
                <a:gd name="T103" fmla="*/ 105 h 1209"/>
                <a:gd name="T104" fmla="*/ 1071 w 1164"/>
                <a:gd name="T105" fmla="*/ 66 h 1209"/>
                <a:gd name="T106" fmla="*/ 1043 w 1164"/>
                <a:gd name="T107" fmla="*/ 59 h 1209"/>
                <a:gd name="T108" fmla="*/ 994 w 1164"/>
                <a:gd name="T109" fmla="*/ 64 h 1209"/>
                <a:gd name="T110" fmla="*/ 959 w 1164"/>
                <a:gd name="T111" fmla="*/ 52 h 1209"/>
                <a:gd name="T112" fmla="*/ 899 w 1164"/>
                <a:gd name="T113" fmla="*/ 14 h 1209"/>
                <a:gd name="T114" fmla="*/ 838 w 1164"/>
                <a:gd name="T115" fmla="*/ 10 h 1209"/>
                <a:gd name="T116" fmla="*/ 798 w 1164"/>
                <a:gd name="T117" fmla="*/ 8 h 1209"/>
                <a:gd name="T118" fmla="*/ 757 w 1164"/>
                <a:gd name="T119" fmla="*/ 27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64" h="1209">
                  <a:moveTo>
                    <a:pt x="746" y="18"/>
                  </a:moveTo>
                  <a:cubicBezTo>
                    <a:pt x="744" y="17"/>
                    <a:pt x="743" y="18"/>
                    <a:pt x="743" y="20"/>
                  </a:cubicBezTo>
                  <a:cubicBezTo>
                    <a:pt x="742" y="17"/>
                    <a:pt x="740" y="16"/>
                    <a:pt x="739" y="19"/>
                  </a:cubicBezTo>
                  <a:cubicBezTo>
                    <a:pt x="739" y="22"/>
                    <a:pt x="742" y="21"/>
                    <a:pt x="740" y="23"/>
                  </a:cubicBezTo>
                  <a:cubicBezTo>
                    <a:pt x="739" y="24"/>
                    <a:pt x="737" y="24"/>
                    <a:pt x="736" y="24"/>
                  </a:cubicBezTo>
                  <a:cubicBezTo>
                    <a:pt x="735" y="25"/>
                    <a:pt x="735" y="26"/>
                    <a:pt x="734" y="27"/>
                  </a:cubicBezTo>
                  <a:cubicBezTo>
                    <a:pt x="733" y="28"/>
                    <a:pt x="733" y="28"/>
                    <a:pt x="732" y="28"/>
                  </a:cubicBezTo>
                  <a:cubicBezTo>
                    <a:pt x="733" y="28"/>
                    <a:pt x="729" y="28"/>
                    <a:pt x="728" y="29"/>
                  </a:cubicBezTo>
                  <a:cubicBezTo>
                    <a:pt x="727" y="29"/>
                    <a:pt x="727" y="30"/>
                    <a:pt x="725" y="31"/>
                  </a:cubicBezTo>
                  <a:cubicBezTo>
                    <a:pt x="725" y="31"/>
                    <a:pt x="723" y="30"/>
                    <a:pt x="722" y="30"/>
                  </a:cubicBezTo>
                  <a:cubicBezTo>
                    <a:pt x="720" y="31"/>
                    <a:pt x="718" y="33"/>
                    <a:pt x="716" y="33"/>
                  </a:cubicBezTo>
                  <a:cubicBezTo>
                    <a:pt x="715" y="34"/>
                    <a:pt x="715" y="32"/>
                    <a:pt x="714" y="33"/>
                  </a:cubicBezTo>
                  <a:cubicBezTo>
                    <a:pt x="713" y="34"/>
                    <a:pt x="715" y="35"/>
                    <a:pt x="714" y="36"/>
                  </a:cubicBezTo>
                  <a:cubicBezTo>
                    <a:pt x="713" y="37"/>
                    <a:pt x="709" y="36"/>
                    <a:pt x="707" y="36"/>
                  </a:cubicBezTo>
                  <a:cubicBezTo>
                    <a:pt x="705" y="37"/>
                    <a:pt x="701" y="38"/>
                    <a:pt x="698" y="39"/>
                  </a:cubicBezTo>
                  <a:cubicBezTo>
                    <a:pt x="694" y="41"/>
                    <a:pt x="691" y="42"/>
                    <a:pt x="688" y="44"/>
                  </a:cubicBezTo>
                  <a:cubicBezTo>
                    <a:pt x="687" y="45"/>
                    <a:pt x="684" y="46"/>
                    <a:pt x="683" y="47"/>
                  </a:cubicBezTo>
                  <a:cubicBezTo>
                    <a:pt x="682" y="48"/>
                    <a:pt x="684" y="50"/>
                    <a:pt x="682" y="50"/>
                  </a:cubicBezTo>
                  <a:cubicBezTo>
                    <a:pt x="680" y="51"/>
                    <a:pt x="675" y="49"/>
                    <a:pt x="674" y="48"/>
                  </a:cubicBezTo>
                  <a:cubicBezTo>
                    <a:pt x="672" y="47"/>
                    <a:pt x="671" y="44"/>
                    <a:pt x="669" y="43"/>
                  </a:cubicBezTo>
                  <a:cubicBezTo>
                    <a:pt x="665" y="41"/>
                    <a:pt x="662" y="44"/>
                    <a:pt x="659" y="41"/>
                  </a:cubicBezTo>
                  <a:cubicBezTo>
                    <a:pt x="657" y="39"/>
                    <a:pt x="657" y="36"/>
                    <a:pt x="654" y="35"/>
                  </a:cubicBezTo>
                  <a:cubicBezTo>
                    <a:pt x="649" y="34"/>
                    <a:pt x="651" y="38"/>
                    <a:pt x="650" y="40"/>
                  </a:cubicBezTo>
                  <a:cubicBezTo>
                    <a:pt x="648" y="44"/>
                    <a:pt x="645" y="41"/>
                    <a:pt x="643" y="43"/>
                  </a:cubicBezTo>
                  <a:cubicBezTo>
                    <a:pt x="641" y="45"/>
                    <a:pt x="640" y="50"/>
                    <a:pt x="640" y="53"/>
                  </a:cubicBezTo>
                  <a:cubicBezTo>
                    <a:pt x="639" y="53"/>
                    <a:pt x="638" y="57"/>
                    <a:pt x="638" y="57"/>
                  </a:cubicBezTo>
                  <a:cubicBezTo>
                    <a:pt x="636" y="58"/>
                    <a:pt x="635" y="57"/>
                    <a:pt x="634" y="57"/>
                  </a:cubicBezTo>
                  <a:cubicBezTo>
                    <a:pt x="629" y="59"/>
                    <a:pt x="634" y="63"/>
                    <a:pt x="633" y="65"/>
                  </a:cubicBezTo>
                  <a:cubicBezTo>
                    <a:pt x="633" y="66"/>
                    <a:pt x="631" y="67"/>
                    <a:pt x="631" y="68"/>
                  </a:cubicBezTo>
                  <a:cubicBezTo>
                    <a:pt x="629" y="70"/>
                    <a:pt x="630" y="71"/>
                    <a:pt x="629" y="73"/>
                  </a:cubicBezTo>
                  <a:cubicBezTo>
                    <a:pt x="629" y="75"/>
                    <a:pt x="627" y="76"/>
                    <a:pt x="626" y="77"/>
                  </a:cubicBezTo>
                  <a:cubicBezTo>
                    <a:pt x="622" y="81"/>
                    <a:pt x="615" y="81"/>
                    <a:pt x="609" y="79"/>
                  </a:cubicBezTo>
                  <a:cubicBezTo>
                    <a:pt x="606" y="78"/>
                    <a:pt x="604" y="76"/>
                    <a:pt x="601" y="75"/>
                  </a:cubicBezTo>
                  <a:cubicBezTo>
                    <a:pt x="599" y="74"/>
                    <a:pt x="597" y="73"/>
                    <a:pt x="595" y="73"/>
                  </a:cubicBezTo>
                  <a:cubicBezTo>
                    <a:pt x="593" y="73"/>
                    <a:pt x="590" y="74"/>
                    <a:pt x="588" y="73"/>
                  </a:cubicBezTo>
                  <a:cubicBezTo>
                    <a:pt x="585" y="72"/>
                    <a:pt x="583" y="70"/>
                    <a:pt x="580" y="70"/>
                  </a:cubicBezTo>
                  <a:cubicBezTo>
                    <a:pt x="577" y="69"/>
                    <a:pt x="575" y="70"/>
                    <a:pt x="572" y="71"/>
                  </a:cubicBezTo>
                  <a:cubicBezTo>
                    <a:pt x="570" y="72"/>
                    <a:pt x="569" y="73"/>
                    <a:pt x="566" y="72"/>
                  </a:cubicBezTo>
                  <a:cubicBezTo>
                    <a:pt x="562" y="72"/>
                    <a:pt x="558" y="71"/>
                    <a:pt x="555" y="69"/>
                  </a:cubicBezTo>
                  <a:cubicBezTo>
                    <a:pt x="549" y="66"/>
                    <a:pt x="552" y="70"/>
                    <a:pt x="548" y="70"/>
                  </a:cubicBezTo>
                  <a:cubicBezTo>
                    <a:pt x="544" y="69"/>
                    <a:pt x="543" y="66"/>
                    <a:pt x="540" y="64"/>
                  </a:cubicBezTo>
                  <a:cubicBezTo>
                    <a:pt x="537" y="62"/>
                    <a:pt x="530" y="59"/>
                    <a:pt x="526" y="60"/>
                  </a:cubicBezTo>
                  <a:cubicBezTo>
                    <a:pt x="524" y="60"/>
                    <a:pt x="523" y="61"/>
                    <a:pt x="521" y="61"/>
                  </a:cubicBezTo>
                  <a:cubicBezTo>
                    <a:pt x="518" y="62"/>
                    <a:pt x="515" y="62"/>
                    <a:pt x="512" y="62"/>
                  </a:cubicBezTo>
                  <a:cubicBezTo>
                    <a:pt x="509" y="63"/>
                    <a:pt x="508" y="60"/>
                    <a:pt x="506" y="58"/>
                  </a:cubicBezTo>
                  <a:cubicBezTo>
                    <a:pt x="503" y="56"/>
                    <a:pt x="502" y="55"/>
                    <a:pt x="502" y="52"/>
                  </a:cubicBezTo>
                  <a:cubicBezTo>
                    <a:pt x="501" y="47"/>
                    <a:pt x="501" y="48"/>
                    <a:pt x="498" y="44"/>
                  </a:cubicBezTo>
                  <a:cubicBezTo>
                    <a:pt x="496" y="41"/>
                    <a:pt x="495" y="39"/>
                    <a:pt x="492" y="38"/>
                  </a:cubicBezTo>
                  <a:cubicBezTo>
                    <a:pt x="488" y="36"/>
                    <a:pt x="486" y="33"/>
                    <a:pt x="483" y="31"/>
                  </a:cubicBezTo>
                  <a:cubicBezTo>
                    <a:pt x="481" y="30"/>
                    <a:pt x="479" y="28"/>
                    <a:pt x="476" y="27"/>
                  </a:cubicBezTo>
                  <a:cubicBezTo>
                    <a:pt x="474" y="26"/>
                    <a:pt x="470" y="26"/>
                    <a:pt x="468" y="24"/>
                  </a:cubicBezTo>
                  <a:cubicBezTo>
                    <a:pt x="466" y="23"/>
                    <a:pt x="467" y="21"/>
                    <a:pt x="465" y="19"/>
                  </a:cubicBezTo>
                  <a:cubicBezTo>
                    <a:pt x="462" y="16"/>
                    <a:pt x="453" y="14"/>
                    <a:pt x="449" y="15"/>
                  </a:cubicBezTo>
                  <a:cubicBezTo>
                    <a:pt x="446" y="15"/>
                    <a:pt x="441" y="15"/>
                    <a:pt x="439" y="16"/>
                  </a:cubicBezTo>
                  <a:cubicBezTo>
                    <a:pt x="436" y="17"/>
                    <a:pt x="433" y="22"/>
                    <a:pt x="429" y="23"/>
                  </a:cubicBezTo>
                  <a:cubicBezTo>
                    <a:pt x="427" y="25"/>
                    <a:pt x="426" y="27"/>
                    <a:pt x="424" y="28"/>
                  </a:cubicBezTo>
                  <a:cubicBezTo>
                    <a:pt x="421" y="29"/>
                    <a:pt x="420" y="28"/>
                    <a:pt x="418" y="31"/>
                  </a:cubicBezTo>
                  <a:cubicBezTo>
                    <a:pt x="416" y="34"/>
                    <a:pt x="416" y="37"/>
                    <a:pt x="414" y="40"/>
                  </a:cubicBezTo>
                  <a:cubicBezTo>
                    <a:pt x="412" y="43"/>
                    <a:pt x="409" y="46"/>
                    <a:pt x="407" y="49"/>
                  </a:cubicBezTo>
                  <a:cubicBezTo>
                    <a:pt x="404" y="52"/>
                    <a:pt x="403" y="53"/>
                    <a:pt x="402" y="57"/>
                  </a:cubicBezTo>
                  <a:cubicBezTo>
                    <a:pt x="401" y="60"/>
                    <a:pt x="399" y="64"/>
                    <a:pt x="395" y="65"/>
                  </a:cubicBezTo>
                  <a:cubicBezTo>
                    <a:pt x="392" y="66"/>
                    <a:pt x="389" y="64"/>
                    <a:pt x="387" y="67"/>
                  </a:cubicBezTo>
                  <a:cubicBezTo>
                    <a:pt x="385" y="69"/>
                    <a:pt x="388" y="71"/>
                    <a:pt x="389" y="73"/>
                  </a:cubicBezTo>
                  <a:cubicBezTo>
                    <a:pt x="391" y="76"/>
                    <a:pt x="391" y="79"/>
                    <a:pt x="392" y="81"/>
                  </a:cubicBezTo>
                  <a:cubicBezTo>
                    <a:pt x="394" y="89"/>
                    <a:pt x="391" y="96"/>
                    <a:pt x="390" y="104"/>
                  </a:cubicBezTo>
                  <a:cubicBezTo>
                    <a:pt x="389" y="114"/>
                    <a:pt x="393" y="124"/>
                    <a:pt x="392" y="134"/>
                  </a:cubicBezTo>
                  <a:cubicBezTo>
                    <a:pt x="392" y="137"/>
                    <a:pt x="392" y="140"/>
                    <a:pt x="391" y="143"/>
                  </a:cubicBezTo>
                  <a:cubicBezTo>
                    <a:pt x="391" y="145"/>
                    <a:pt x="387" y="146"/>
                    <a:pt x="386" y="149"/>
                  </a:cubicBezTo>
                  <a:cubicBezTo>
                    <a:pt x="385" y="153"/>
                    <a:pt x="383" y="156"/>
                    <a:pt x="381" y="160"/>
                  </a:cubicBezTo>
                  <a:cubicBezTo>
                    <a:pt x="379" y="165"/>
                    <a:pt x="378" y="170"/>
                    <a:pt x="376" y="174"/>
                  </a:cubicBezTo>
                  <a:cubicBezTo>
                    <a:pt x="373" y="179"/>
                    <a:pt x="369" y="182"/>
                    <a:pt x="367" y="187"/>
                  </a:cubicBezTo>
                  <a:cubicBezTo>
                    <a:pt x="366" y="190"/>
                    <a:pt x="366" y="193"/>
                    <a:pt x="364" y="195"/>
                  </a:cubicBezTo>
                  <a:cubicBezTo>
                    <a:pt x="360" y="201"/>
                    <a:pt x="358" y="208"/>
                    <a:pt x="358" y="215"/>
                  </a:cubicBezTo>
                  <a:cubicBezTo>
                    <a:pt x="359" y="222"/>
                    <a:pt x="358" y="229"/>
                    <a:pt x="359" y="236"/>
                  </a:cubicBezTo>
                  <a:cubicBezTo>
                    <a:pt x="359" y="243"/>
                    <a:pt x="358" y="249"/>
                    <a:pt x="355" y="256"/>
                  </a:cubicBezTo>
                  <a:cubicBezTo>
                    <a:pt x="352" y="262"/>
                    <a:pt x="352" y="268"/>
                    <a:pt x="349" y="273"/>
                  </a:cubicBezTo>
                  <a:cubicBezTo>
                    <a:pt x="346" y="280"/>
                    <a:pt x="346" y="283"/>
                    <a:pt x="348" y="290"/>
                  </a:cubicBezTo>
                  <a:cubicBezTo>
                    <a:pt x="349" y="297"/>
                    <a:pt x="346" y="303"/>
                    <a:pt x="349" y="309"/>
                  </a:cubicBezTo>
                  <a:cubicBezTo>
                    <a:pt x="352" y="315"/>
                    <a:pt x="353" y="320"/>
                    <a:pt x="349" y="325"/>
                  </a:cubicBezTo>
                  <a:cubicBezTo>
                    <a:pt x="344" y="331"/>
                    <a:pt x="342" y="336"/>
                    <a:pt x="340" y="343"/>
                  </a:cubicBezTo>
                  <a:cubicBezTo>
                    <a:pt x="338" y="350"/>
                    <a:pt x="335" y="356"/>
                    <a:pt x="337" y="363"/>
                  </a:cubicBezTo>
                  <a:cubicBezTo>
                    <a:pt x="339" y="370"/>
                    <a:pt x="338" y="378"/>
                    <a:pt x="334" y="384"/>
                  </a:cubicBezTo>
                  <a:cubicBezTo>
                    <a:pt x="330" y="391"/>
                    <a:pt x="324" y="398"/>
                    <a:pt x="319" y="404"/>
                  </a:cubicBezTo>
                  <a:cubicBezTo>
                    <a:pt x="316" y="406"/>
                    <a:pt x="313" y="410"/>
                    <a:pt x="310" y="411"/>
                  </a:cubicBezTo>
                  <a:cubicBezTo>
                    <a:pt x="307" y="412"/>
                    <a:pt x="304" y="412"/>
                    <a:pt x="301" y="413"/>
                  </a:cubicBezTo>
                  <a:cubicBezTo>
                    <a:pt x="289" y="418"/>
                    <a:pt x="280" y="429"/>
                    <a:pt x="276" y="440"/>
                  </a:cubicBezTo>
                  <a:cubicBezTo>
                    <a:pt x="272" y="449"/>
                    <a:pt x="269" y="458"/>
                    <a:pt x="263" y="466"/>
                  </a:cubicBezTo>
                  <a:cubicBezTo>
                    <a:pt x="260" y="470"/>
                    <a:pt x="256" y="474"/>
                    <a:pt x="251" y="478"/>
                  </a:cubicBezTo>
                  <a:cubicBezTo>
                    <a:pt x="249" y="480"/>
                    <a:pt x="246" y="482"/>
                    <a:pt x="244" y="485"/>
                  </a:cubicBezTo>
                  <a:cubicBezTo>
                    <a:pt x="242" y="490"/>
                    <a:pt x="244" y="498"/>
                    <a:pt x="245" y="504"/>
                  </a:cubicBezTo>
                  <a:cubicBezTo>
                    <a:pt x="245" y="507"/>
                    <a:pt x="246" y="510"/>
                    <a:pt x="247" y="512"/>
                  </a:cubicBezTo>
                  <a:cubicBezTo>
                    <a:pt x="247" y="516"/>
                    <a:pt x="245" y="521"/>
                    <a:pt x="244" y="525"/>
                  </a:cubicBezTo>
                  <a:cubicBezTo>
                    <a:pt x="243" y="533"/>
                    <a:pt x="244" y="542"/>
                    <a:pt x="244" y="550"/>
                  </a:cubicBezTo>
                  <a:cubicBezTo>
                    <a:pt x="244" y="554"/>
                    <a:pt x="246" y="557"/>
                    <a:pt x="245" y="560"/>
                  </a:cubicBezTo>
                  <a:cubicBezTo>
                    <a:pt x="245" y="563"/>
                    <a:pt x="242" y="565"/>
                    <a:pt x="241" y="567"/>
                  </a:cubicBezTo>
                  <a:cubicBezTo>
                    <a:pt x="239" y="573"/>
                    <a:pt x="236" y="578"/>
                    <a:pt x="233" y="583"/>
                  </a:cubicBezTo>
                  <a:cubicBezTo>
                    <a:pt x="230" y="588"/>
                    <a:pt x="229" y="595"/>
                    <a:pt x="225" y="598"/>
                  </a:cubicBezTo>
                  <a:cubicBezTo>
                    <a:pt x="222" y="601"/>
                    <a:pt x="217" y="600"/>
                    <a:pt x="214" y="601"/>
                  </a:cubicBezTo>
                  <a:cubicBezTo>
                    <a:pt x="209" y="603"/>
                    <a:pt x="205" y="604"/>
                    <a:pt x="203" y="608"/>
                  </a:cubicBezTo>
                  <a:cubicBezTo>
                    <a:pt x="200" y="612"/>
                    <a:pt x="202" y="620"/>
                    <a:pt x="195" y="620"/>
                  </a:cubicBezTo>
                  <a:cubicBezTo>
                    <a:pt x="194" y="620"/>
                    <a:pt x="192" y="619"/>
                    <a:pt x="191" y="620"/>
                  </a:cubicBezTo>
                  <a:cubicBezTo>
                    <a:pt x="189" y="620"/>
                    <a:pt x="188" y="622"/>
                    <a:pt x="186" y="623"/>
                  </a:cubicBezTo>
                  <a:cubicBezTo>
                    <a:pt x="183" y="624"/>
                    <a:pt x="181" y="627"/>
                    <a:pt x="179" y="630"/>
                  </a:cubicBezTo>
                  <a:cubicBezTo>
                    <a:pt x="175" y="637"/>
                    <a:pt x="167" y="641"/>
                    <a:pt x="164" y="649"/>
                  </a:cubicBezTo>
                  <a:cubicBezTo>
                    <a:pt x="162" y="653"/>
                    <a:pt x="156" y="660"/>
                    <a:pt x="151" y="660"/>
                  </a:cubicBezTo>
                  <a:cubicBezTo>
                    <a:pt x="148" y="660"/>
                    <a:pt x="146" y="658"/>
                    <a:pt x="143" y="657"/>
                  </a:cubicBezTo>
                  <a:cubicBezTo>
                    <a:pt x="139" y="655"/>
                    <a:pt x="140" y="658"/>
                    <a:pt x="136" y="659"/>
                  </a:cubicBezTo>
                  <a:cubicBezTo>
                    <a:pt x="135" y="654"/>
                    <a:pt x="138" y="649"/>
                    <a:pt x="136" y="645"/>
                  </a:cubicBezTo>
                  <a:cubicBezTo>
                    <a:pt x="135" y="641"/>
                    <a:pt x="131" y="639"/>
                    <a:pt x="135" y="635"/>
                  </a:cubicBezTo>
                  <a:cubicBezTo>
                    <a:pt x="135" y="634"/>
                    <a:pt x="137" y="634"/>
                    <a:pt x="138" y="633"/>
                  </a:cubicBezTo>
                  <a:cubicBezTo>
                    <a:pt x="139" y="632"/>
                    <a:pt x="140" y="631"/>
                    <a:pt x="139" y="629"/>
                  </a:cubicBezTo>
                  <a:cubicBezTo>
                    <a:pt x="139" y="628"/>
                    <a:pt x="137" y="626"/>
                    <a:pt x="136" y="625"/>
                  </a:cubicBezTo>
                  <a:cubicBezTo>
                    <a:pt x="135" y="623"/>
                    <a:pt x="136" y="622"/>
                    <a:pt x="135" y="619"/>
                  </a:cubicBezTo>
                  <a:cubicBezTo>
                    <a:pt x="132" y="620"/>
                    <a:pt x="129" y="622"/>
                    <a:pt x="126" y="624"/>
                  </a:cubicBezTo>
                  <a:cubicBezTo>
                    <a:pt x="122" y="626"/>
                    <a:pt x="120" y="626"/>
                    <a:pt x="116" y="627"/>
                  </a:cubicBezTo>
                  <a:cubicBezTo>
                    <a:pt x="111" y="629"/>
                    <a:pt x="109" y="636"/>
                    <a:pt x="103" y="632"/>
                  </a:cubicBezTo>
                  <a:cubicBezTo>
                    <a:pt x="101" y="631"/>
                    <a:pt x="98" y="627"/>
                    <a:pt x="95" y="630"/>
                  </a:cubicBezTo>
                  <a:cubicBezTo>
                    <a:pt x="93" y="632"/>
                    <a:pt x="95" y="635"/>
                    <a:pt x="95" y="638"/>
                  </a:cubicBezTo>
                  <a:cubicBezTo>
                    <a:pt x="94" y="639"/>
                    <a:pt x="93" y="641"/>
                    <a:pt x="93" y="642"/>
                  </a:cubicBezTo>
                  <a:cubicBezTo>
                    <a:pt x="91" y="648"/>
                    <a:pt x="91" y="648"/>
                    <a:pt x="91" y="648"/>
                  </a:cubicBezTo>
                  <a:cubicBezTo>
                    <a:pt x="90" y="649"/>
                    <a:pt x="89" y="649"/>
                    <a:pt x="87" y="650"/>
                  </a:cubicBezTo>
                  <a:cubicBezTo>
                    <a:pt x="86" y="651"/>
                    <a:pt x="87" y="653"/>
                    <a:pt x="84" y="651"/>
                  </a:cubicBezTo>
                  <a:cubicBezTo>
                    <a:pt x="82" y="650"/>
                    <a:pt x="81" y="650"/>
                    <a:pt x="80" y="651"/>
                  </a:cubicBezTo>
                  <a:cubicBezTo>
                    <a:pt x="81" y="651"/>
                    <a:pt x="80" y="654"/>
                    <a:pt x="79" y="654"/>
                  </a:cubicBezTo>
                  <a:cubicBezTo>
                    <a:pt x="77" y="656"/>
                    <a:pt x="76" y="657"/>
                    <a:pt x="75" y="658"/>
                  </a:cubicBezTo>
                  <a:cubicBezTo>
                    <a:pt x="73" y="657"/>
                    <a:pt x="74" y="655"/>
                    <a:pt x="73" y="654"/>
                  </a:cubicBezTo>
                  <a:cubicBezTo>
                    <a:pt x="72" y="651"/>
                    <a:pt x="71" y="652"/>
                    <a:pt x="69" y="651"/>
                  </a:cubicBezTo>
                  <a:cubicBezTo>
                    <a:pt x="67" y="650"/>
                    <a:pt x="63" y="647"/>
                    <a:pt x="62" y="646"/>
                  </a:cubicBezTo>
                  <a:cubicBezTo>
                    <a:pt x="60" y="644"/>
                    <a:pt x="60" y="640"/>
                    <a:pt x="57" y="639"/>
                  </a:cubicBezTo>
                  <a:cubicBezTo>
                    <a:pt x="55" y="638"/>
                    <a:pt x="56" y="640"/>
                    <a:pt x="55" y="641"/>
                  </a:cubicBezTo>
                  <a:cubicBezTo>
                    <a:pt x="54" y="644"/>
                    <a:pt x="56" y="644"/>
                    <a:pt x="53" y="645"/>
                  </a:cubicBezTo>
                  <a:cubicBezTo>
                    <a:pt x="49" y="646"/>
                    <a:pt x="44" y="646"/>
                    <a:pt x="40" y="648"/>
                  </a:cubicBezTo>
                  <a:cubicBezTo>
                    <a:pt x="37" y="650"/>
                    <a:pt x="38" y="654"/>
                    <a:pt x="35" y="656"/>
                  </a:cubicBezTo>
                  <a:cubicBezTo>
                    <a:pt x="34" y="657"/>
                    <a:pt x="33" y="658"/>
                    <a:pt x="32" y="659"/>
                  </a:cubicBezTo>
                  <a:cubicBezTo>
                    <a:pt x="32" y="659"/>
                    <a:pt x="32" y="661"/>
                    <a:pt x="31" y="661"/>
                  </a:cubicBezTo>
                  <a:cubicBezTo>
                    <a:pt x="31" y="662"/>
                    <a:pt x="30" y="661"/>
                    <a:pt x="29" y="662"/>
                  </a:cubicBezTo>
                  <a:cubicBezTo>
                    <a:pt x="27" y="663"/>
                    <a:pt x="28" y="662"/>
                    <a:pt x="27" y="664"/>
                  </a:cubicBezTo>
                  <a:cubicBezTo>
                    <a:pt x="26" y="666"/>
                    <a:pt x="24" y="667"/>
                    <a:pt x="22" y="668"/>
                  </a:cubicBezTo>
                  <a:cubicBezTo>
                    <a:pt x="22" y="668"/>
                    <a:pt x="18" y="669"/>
                    <a:pt x="18" y="669"/>
                  </a:cubicBezTo>
                  <a:cubicBezTo>
                    <a:pt x="16" y="671"/>
                    <a:pt x="17" y="672"/>
                    <a:pt x="20" y="673"/>
                  </a:cubicBezTo>
                  <a:cubicBezTo>
                    <a:pt x="24" y="674"/>
                    <a:pt x="21" y="690"/>
                    <a:pt x="21" y="693"/>
                  </a:cubicBezTo>
                  <a:cubicBezTo>
                    <a:pt x="21" y="698"/>
                    <a:pt x="23" y="711"/>
                    <a:pt x="19" y="712"/>
                  </a:cubicBezTo>
                  <a:cubicBezTo>
                    <a:pt x="16" y="714"/>
                    <a:pt x="0" y="711"/>
                    <a:pt x="3" y="717"/>
                  </a:cubicBezTo>
                  <a:cubicBezTo>
                    <a:pt x="3" y="717"/>
                    <a:pt x="0" y="749"/>
                    <a:pt x="23" y="739"/>
                  </a:cubicBezTo>
                  <a:cubicBezTo>
                    <a:pt x="26" y="738"/>
                    <a:pt x="26" y="732"/>
                    <a:pt x="30" y="730"/>
                  </a:cubicBezTo>
                  <a:cubicBezTo>
                    <a:pt x="35" y="727"/>
                    <a:pt x="42" y="729"/>
                    <a:pt x="44" y="728"/>
                  </a:cubicBezTo>
                  <a:cubicBezTo>
                    <a:pt x="48" y="724"/>
                    <a:pt x="50" y="723"/>
                    <a:pt x="54" y="724"/>
                  </a:cubicBezTo>
                  <a:cubicBezTo>
                    <a:pt x="60" y="726"/>
                    <a:pt x="61" y="721"/>
                    <a:pt x="67" y="722"/>
                  </a:cubicBezTo>
                  <a:cubicBezTo>
                    <a:pt x="72" y="723"/>
                    <a:pt x="70" y="722"/>
                    <a:pt x="74" y="721"/>
                  </a:cubicBezTo>
                  <a:cubicBezTo>
                    <a:pt x="77" y="720"/>
                    <a:pt x="82" y="722"/>
                    <a:pt x="85" y="721"/>
                  </a:cubicBezTo>
                  <a:cubicBezTo>
                    <a:pt x="86" y="720"/>
                    <a:pt x="92" y="721"/>
                    <a:pt x="94" y="721"/>
                  </a:cubicBezTo>
                  <a:cubicBezTo>
                    <a:pt x="98" y="721"/>
                    <a:pt x="103" y="720"/>
                    <a:pt x="107" y="720"/>
                  </a:cubicBezTo>
                  <a:cubicBezTo>
                    <a:pt x="111" y="720"/>
                    <a:pt x="112" y="722"/>
                    <a:pt x="115" y="721"/>
                  </a:cubicBezTo>
                  <a:cubicBezTo>
                    <a:pt x="119" y="721"/>
                    <a:pt x="121" y="722"/>
                    <a:pt x="125" y="723"/>
                  </a:cubicBezTo>
                  <a:cubicBezTo>
                    <a:pt x="131" y="724"/>
                    <a:pt x="136" y="722"/>
                    <a:pt x="142" y="723"/>
                  </a:cubicBezTo>
                  <a:cubicBezTo>
                    <a:pt x="144" y="723"/>
                    <a:pt x="145" y="724"/>
                    <a:pt x="147" y="724"/>
                  </a:cubicBezTo>
                  <a:cubicBezTo>
                    <a:pt x="149" y="724"/>
                    <a:pt x="151" y="722"/>
                    <a:pt x="152" y="722"/>
                  </a:cubicBezTo>
                  <a:cubicBezTo>
                    <a:pt x="164" y="720"/>
                    <a:pt x="177" y="721"/>
                    <a:pt x="190" y="721"/>
                  </a:cubicBezTo>
                  <a:cubicBezTo>
                    <a:pt x="206" y="721"/>
                    <a:pt x="223" y="722"/>
                    <a:pt x="240" y="721"/>
                  </a:cubicBezTo>
                  <a:cubicBezTo>
                    <a:pt x="243" y="721"/>
                    <a:pt x="246" y="721"/>
                    <a:pt x="250" y="721"/>
                  </a:cubicBezTo>
                  <a:cubicBezTo>
                    <a:pt x="254" y="721"/>
                    <a:pt x="256" y="723"/>
                    <a:pt x="259" y="723"/>
                  </a:cubicBezTo>
                  <a:cubicBezTo>
                    <a:pt x="262" y="723"/>
                    <a:pt x="263" y="722"/>
                    <a:pt x="266" y="723"/>
                  </a:cubicBezTo>
                  <a:cubicBezTo>
                    <a:pt x="268" y="725"/>
                    <a:pt x="268" y="728"/>
                    <a:pt x="268" y="730"/>
                  </a:cubicBezTo>
                  <a:cubicBezTo>
                    <a:pt x="269" y="733"/>
                    <a:pt x="269" y="734"/>
                    <a:pt x="270" y="736"/>
                  </a:cubicBezTo>
                  <a:cubicBezTo>
                    <a:pt x="272" y="739"/>
                    <a:pt x="275" y="740"/>
                    <a:pt x="275" y="743"/>
                  </a:cubicBezTo>
                  <a:cubicBezTo>
                    <a:pt x="275" y="746"/>
                    <a:pt x="275" y="750"/>
                    <a:pt x="274" y="752"/>
                  </a:cubicBezTo>
                  <a:cubicBezTo>
                    <a:pt x="274" y="753"/>
                    <a:pt x="272" y="755"/>
                    <a:pt x="274" y="756"/>
                  </a:cubicBezTo>
                  <a:cubicBezTo>
                    <a:pt x="276" y="758"/>
                    <a:pt x="274" y="757"/>
                    <a:pt x="274" y="759"/>
                  </a:cubicBezTo>
                  <a:cubicBezTo>
                    <a:pt x="275" y="760"/>
                    <a:pt x="276" y="762"/>
                    <a:pt x="276" y="763"/>
                  </a:cubicBezTo>
                  <a:cubicBezTo>
                    <a:pt x="277" y="764"/>
                    <a:pt x="276" y="765"/>
                    <a:pt x="277" y="767"/>
                  </a:cubicBezTo>
                  <a:cubicBezTo>
                    <a:pt x="277" y="770"/>
                    <a:pt x="280" y="774"/>
                    <a:pt x="281" y="777"/>
                  </a:cubicBezTo>
                  <a:cubicBezTo>
                    <a:pt x="282" y="780"/>
                    <a:pt x="283" y="783"/>
                    <a:pt x="285" y="785"/>
                  </a:cubicBezTo>
                  <a:cubicBezTo>
                    <a:pt x="286" y="786"/>
                    <a:pt x="288" y="785"/>
                    <a:pt x="288" y="788"/>
                  </a:cubicBezTo>
                  <a:cubicBezTo>
                    <a:pt x="288" y="789"/>
                    <a:pt x="287" y="791"/>
                    <a:pt x="288" y="792"/>
                  </a:cubicBezTo>
                  <a:cubicBezTo>
                    <a:pt x="288" y="794"/>
                    <a:pt x="290" y="793"/>
                    <a:pt x="290" y="796"/>
                  </a:cubicBezTo>
                  <a:cubicBezTo>
                    <a:pt x="290" y="798"/>
                    <a:pt x="288" y="798"/>
                    <a:pt x="288" y="798"/>
                  </a:cubicBezTo>
                  <a:cubicBezTo>
                    <a:pt x="288" y="800"/>
                    <a:pt x="288" y="804"/>
                    <a:pt x="288" y="807"/>
                  </a:cubicBezTo>
                  <a:cubicBezTo>
                    <a:pt x="290" y="811"/>
                    <a:pt x="292" y="813"/>
                    <a:pt x="296" y="816"/>
                  </a:cubicBezTo>
                  <a:cubicBezTo>
                    <a:pt x="298" y="817"/>
                    <a:pt x="297" y="819"/>
                    <a:pt x="298" y="821"/>
                  </a:cubicBezTo>
                  <a:cubicBezTo>
                    <a:pt x="299" y="822"/>
                    <a:pt x="300" y="820"/>
                    <a:pt x="301" y="822"/>
                  </a:cubicBezTo>
                  <a:cubicBezTo>
                    <a:pt x="304" y="824"/>
                    <a:pt x="300" y="822"/>
                    <a:pt x="301" y="824"/>
                  </a:cubicBezTo>
                  <a:cubicBezTo>
                    <a:pt x="301" y="825"/>
                    <a:pt x="303" y="826"/>
                    <a:pt x="303" y="828"/>
                  </a:cubicBezTo>
                  <a:cubicBezTo>
                    <a:pt x="304" y="829"/>
                    <a:pt x="304" y="831"/>
                    <a:pt x="305" y="832"/>
                  </a:cubicBezTo>
                  <a:cubicBezTo>
                    <a:pt x="306" y="833"/>
                    <a:pt x="308" y="833"/>
                    <a:pt x="309" y="835"/>
                  </a:cubicBezTo>
                  <a:cubicBezTo>
                    <a:pt x="310" y="836"/>
                    <a:pt x="309" y="838"/>
                    <a:pt x="310" y="839"/>
                  </a:cubicBezTo>
                  <a:cubicBezTo>
                    <a:pt x="310" y="839"/>
                    <a:pt x="311" y="840"/>
                    <a:pt x="311" y="840"/>
                  </a:cubicBezTo>
                  <a:cubicBezTo>
                    <a:pt x="311" y="841"/>
                    <a:pt x="311" y="842"/>
                    <a:pt x="311" y="842"/>
                  </a:cubicBezTo>
                  <a:cubicBezTo>
                    <a:pt x="312" y="844"/>
                    <a:pt x="313" y="844"/>
                    <a:pt x="314" y="845"/>
                  </a:cubicBezTo>
                  <a:cubicBezTo>
                    <a:pt x="315" y="846"/>
                    <a:pt x="315" y="848"/>
                    <a:pt x="316" y="848"/>
                  </a:cubicBezTo>
                  <a:cubicBezTo>
                    <a:pt x="316" y="849"/>
                    <a:pt x="318" y="850"/>
                    <a:pt x="319" y="851"/>
                  </a:cubicBezTo>
                  <a:cubicBezTo>
                    <a:pt x="319" y="852"/>
                    <a:pt x="318" y="853"/>
                    <a:pt x="318" y="853"/>
                  </a:cubicBezTo>
                  <a:cubicBezTo>
                    <a:pt x="319" y="854"/>
                    <a:pt x="320" y="854"/>
                    <a:pt x="320" y="855"/>
                  </a:cubicBezTo>
                  <a:cubicBezTo>
                    <a:pt x="320" y="856"/>
                    <a:pt x="325" y="859"/>
                    <a:pt x="324" y="861"/>
                  </a:cubicBezTo>
                  <a:cubicBezTo>
                    <a:pt x="323" y="865"/>
                    <a:pt x="328" y="865"/>
                    <a:pt x="332" y="864"/>
                  </a:cubicBezTo>
                  <a:cubicBezTo>
                    <a:pt x="333" y="864"/>
                    <a:pt x="335" y="863"/>
                    <a:pt x="336" y="862"/>
                  </a:cubicBezTo>
                  <a:cubicBezTo>
                    <a:pt x="337" y="862"/>
                    <a:pt x="339" y="864"/>
                    <a:pt x="340" y="864"/>
                  </a:cubicBezTo>
                  <a:cubicBezTo>
                    <a:pt x="344" y="864"/>
                    <a:pt x="344" y="860"/>
                    <a:pt x="349" y="862"/>
                  </a:cubicBezTo>
                  <a:cubicBezTo>
                    <a:pt x="353" y="865"/>
                    <a:pt x="353" y="865"/>
                    <a:pt x="359" y="865"/>
                  </a:cubicBezTo>
                  <a:cubicBezTo>
                    <a:pt x="358" y="861"/>
                    <a:pt x="361" y="858"/>
                    <a:pt x="366" y="858"/>
                  </a:cubicBezTo>
                  <a:cubicBezTo>
                    <a:pt x="370" y="858"/>
                    <a:pt x="374" y="859"/>
                    <a:pt x="377" y="859"/>
                  </a:cubicBezTo>
                  <a:cubicBezTo>
                    <a:pt x="379" y="858"/>
                    <a:pt x="381" y="858"/>
                    <a:pt x="383" y="858"/>
                  </a:cubicBezTo>
                  <a:cubicBezTo>
                    <a:pt x="385" y="857"/>
                    <a:pt x="383" y="856"/>
                    <a:pt x="384" y="855"/>
                  </a:cubicBezTo>
                  <a:cubicBezTo>
                    <a:pt x="386" y="853"/>
                    <a:pt x="391" y="854"/>
                    <a:pt x="393" y="854"/>
                  </a:cubicBezTo>
                  <a:cubicBezTo>
                    <a:pt x="394" y="854"/>
                    <a:pt x="397" y="854"/>
                    <a:pt x="398" y="854"/>
                  </a:cubicBezTo>
                  <a:cubicBezTo>
                    <a:pt x="399" y="855"/>
                    <a:pt x="398" y="856"/>
                    <a:pt x="399" y="857"/>
                  </a:cubicBezTo>
                  <a:cubicBezTo>
                    <a:pt x="402" y="859"/>
                    <a:pt x="408" y="858"/>
                    <a:pt x="412" y="858"/>
                  </a:cubicBezTo>
                  <a:cubicBezTo>
                    <a:pt x="420" y="858"/>
                    <a:pt x="428" y="858"/>
                    <a:pt x="436" y="858"/>
                  </a:cubicBezTo>
                  <a:cubicBezTo>
                    <a:pt x="435" y="855"/>
                    <a:pt x="434" y="852"/>
                    <a:pt x="435" y="849"/>
                  </a:cubicBezTo>
                  <a:cubicBezTo>
                    <a:pt x="435" y="845"/>
                    <a:pt x="438" y="841"/>
                    <a:pt x="437" y="837"/>
                  </a:cubicBezTo>
                  <a:cubicBezTo>
                    <a:pt x="437" y="836"/>
                    <a:pt x="436" y="834"/>
                    <a:pt x="436" y="833"/>
                  </a:cubicBezTo>
                  <a:cubicBezTo>
                    <a:pt x="436" y="830"/>
                    <a:pt x="437" y="832"/>
                    <a:pt x="439" y="831"/>
                  </a:cubicBezTo>
                  <a:cubicBezTo>
                    <a:pt x="442" y="830"/>
                    <a:pt x="443" y="829"/>
                    <a:pt x="444" y="826"/>
                  </a:cubicBezTo>
                  <a:cubicBezTo>
                    <a:pt x="445" y="823"/>
                    <a:pt x="445" y="822"/>
                    <a:pt x="444" y="818"/>
                  </a:cubicBezTo>
                  <a:cubicBezTo>
                    <a:pt x="443" y="815"/>
                    <a:pt x="443" y="812"/>
                    <a:pt x="444" y="809"/>
                  </a:cubicBezTo>
                  <a:cubicBezTo>
                    <a:pt x="444" y="806"/>
                    <a:pt x="444" y="804"/>
                    <a:pt x="445" y="801"/>
                  </a:cubicBezTo>
                  <a:cubicBezTo>
                    <a:pt x="445" y="800"/>
                    <a:pt x="446" y="800"/>
                    <a:pt x="446" y="799"/>
                  </a:cubicBezTo>
                  <a:cubicBezTo>
                    <a:pt x="446" y="798"/>
                    <a:pt x="447" y="798"/>
                    <a:pt x="447" y="797"/>
                  </a:cubicBezTo>
                  <a:cubicBezTo>
                    <a:pt x="447" y="797"/>
                    <a:pt x="447" y="797"/>
                    <a:pt x="447" y="797"/>
                  </a:cubicBezTo>
                  <a:cubicBezTo>
                    <a:pt x="447" y="796"/>
                    <a:pt x="446" y="795"/>
                    <a:pt x="446" y="794"/>
                  </a:cubicBezTo>
                  <a:cubicBezTo>
                    <a:pt x="460" y="794"/>
                    <a:pt x="474" y="794"/>
                    <a:pt x="488" y="794"/>
                  </a:cubicBezTo>
                  <a:cubicBezTo>
                    <a:pt x="496" y="794"/>
                    <a:pt x="490" y="792"/>
                    <a:pt x="494" y="789"/>
                  </a:cubicBezTo>
                  <a:cubicBezTo>
                    <a:pt x="496" y="788"/>
                    <a:pt x="502" y="789"/>
                    <a:pt x="504" y="789"/>
                  </a:cubicBezTo>
                  <a:cubicBezTo>
                    <a:pt x="507" y="789"/>
                    <a:pt x="511" y="788"/>
                    <a:pt x="512" y="790"/>
                  </a:cubicBezTo>
                  <a:cubicBezTo>
                    <a:pt x="512" y="791"/>
                    <a:pt x="510" y="795"/>
                    <a:pt x="509" y="797"/>
                  </a:cubicBezTo>
                  <a:cubicBezTo>
                    <a:pt x="508" y="799"/>
                    <a:pt x="507" y="802"/>
                    <a:pt x="506" y="805"/>
                  </a:cubicBezTo>
                  <a:cubicBezTo>
                    <a:pt x="506" y="809"/>
                    <a:pt x="505" y="812"/>
                    <a:pt x="511" y="812"/>
                  </a:cubicBezTo>
                  <a:cubicBezTo>
                    <a:pt x="532" y="813"/>
                    <a:pt x="553" y="812"/>
                    <a:pt x="574" y="812"/>
                  </a:cubicBezTo>
                  <a:cubicBezTo>
                    <a:pt x="577" y="812"/>
                    <a:pt x="581" y="812"/>
                    <a:pt x="583" y="814"/>
                  </a:cubicBezTo>
                  <a:cubicBezTo>
                    <a:pt x="585" y="816"/>
                    <a:pt x="586" y="821"/>
                    <a:pt x="586" y="823"/>
                  </a:cubicBezTo>
                  <a:cubicBezTo>
                    <a:pt x="586" y="830"/>
                    <a:pt x="584" y="835"/>
                    <a:pt x="582" y="842"/>
                  </a:cubicBezTo>
                  <a:cubicBezTo>
                    <a:pt x="581" y="845"/>
                    <a:pt x="581" y="848"/>
                    <a:pt x="581" y="851"/>
                  </a:cubicBezTo>
                  <a:cubicBezTo>
                    <a:pt x="580" y="854"/>
                    <a:pt x="579" y="857"/>
                    <a:pt x="581" y="860"/>
                  </a:cubicBezTo>
                  <a:cubicBezTo>
                    <a:pt x="583" y="862"/>
                    <a:pt x="584" y="864"/>
                    <a:pt x="585" y="867"/>
                  </a:cubicBezTo>
                  <a:cubicBezTo>
                    <a:pt x="586" y="869"/>
                    <a:pt x="586" y="872"/>
                    <a:pt x="587" y="875"/>
                  </a:cubicBezTo>
                  <a:cubicBezTo>
                    <a:pt x="587" y="876"/>
                    <a:pt x="589" y="877"/>
                    <a:pt x="589" y="878"/>
                  </a:cubicBezTo>
                  <a:cubicBezTo>
                    <a:pt x="590" y="880"/>
                    <a:pt x="589" y="882"/>
                    <a:pt x="589" y="884"/>
                  </a:cubicBezTo>
                  <a:cubicBezTo>
                    <a:pt x="590" y="888"/>
                    <a:pt x="591" y="890"/>
                    <a:pt x="590" y="894"/>
                  </a:cubicBezTo>
                  <a:cubicBezTo>
                    <a:pt x="588" y="902"/>
                    <a:pt x="586" y="912"/>
                    <a:pt x="585" y="921"/>
                  </a:cubicBezTo>
                  <a:cubicBezTo>
                    <a:pt x="585" y="926"/>
                    <a:pt x="584" y="930"/>
                    <a:pt x="585" y="935"/>
                  </a:cubicBezTo>
                  <a:cubicBezTo>
                    <a:pt x="586" y="938"/>
                    <a:pt x="584" y="941"/>
                    <a:pt x="583" y="943"/>
                  </a:cubicBezTo>
                  <a:cubicBezTo>
                    <a:pt x="581" y="949"/>
                    <a:pt x="583" y="955"/>
                    <a:pt x="585" y="961"/>
                  </a:cubicBezTo>
                  <a:cubicBezTo>
                    <a:pt x="585" y="964"/>
                    <a:pt x="587" y="966"/>
                    <a:pt x="590" y="969"/>
                  </a:cubicBezTo>
                  <a:cubicBezTo>
                    <a:pt x="592" y="971"/>
                    <a:pt x="592" y="974"/>
                    <a:pt x="595" y="977"/>
                  </a:cubicBezTo>
                  <a:cubicBezTo>
                    <a:pt x="597" y="979"/>
                    <a:pt x="599" y="979"/>
                    <a:pt x="601" y="980"/>
                  </a:cubicBezTo>
                  <a:cubicBezTo>
                    <a:pt x="604" y="982"/>
                    <a:pt x="604" y="985"/>
                    <a:pt x="605" y="988"/>
                  </a:cubicBezTo>
                  <a:cubicBezTo>
                    <a:pt x="606" y="991"/>
                    <a:pt x="605" y="994"/>
                    <a:pt x="606" y="997"/>
                  </a:cubicBezTo>
                  <a:cubicBezTo>
                    <a:pt x="607" y="1000"/>
                    <a:pt x="609" y="1002"/>
                    <a:pt x="610" y="1005"/>
                  </a:cubicBezTo>
                  <a:cubicBezTo>
                    <a:pt x="611" y="1008"/>
                    <a:pt x="613" y="1010"/>
                    <a:pt x="612" y="1014"/>
                  </a:cubicBezTo>
                  <a:cubicBezTo>
                    <a:pt x="611" y="1015"/>
                    <a:pt x="610" y="1016"/>
                    <a:pt x="610" y="1018"/>
                  </a:cubicBezTo>
                  <a:cubicBezTo>
                    <a:pt x="610" y="1019"/>
                    <a:pt x="611" y="1019"/>
                    <a:pt x="611" y="1020"/>
                  </a:cubicBezTo>
                  <a:cubicBezTo>
                    <a:pt x="612" y="1024"/>
                    <a:pt x="612" y="1029"/>
                    <a:pt x="612" y="1033"/>
                  </a:cubicBezTo>
                  <a:cubicBezTo>
                    <a:pt x="613" y="1037"/>
                    <a:pt x="609" y="1037"/>
                    <a:pt x="607" y="1038"/>
                  </a:cubicBezTo>
                  <a:cubicBezTo>
                    <a:pt x="600" y="1042"/>
                    <a:pt x="605" y="1049"/>
                    <a:pt x="607" y="1054"/>
                  </a:cubicBezTo>
                  <a:cubicBezTo>
                    <a:pt x="608" y="1056"/>
                    <a:pt x="608" y="1059"/>
                    <a:pt x="608" y="1061"/>
                  </a:cubicBezTo>
                  <a:cubicBezTo>
                    <a:pt x="608" y="1062"/>
                    <a:pt x="607" y="1066"/>
                    <a:pt x="607" y="1067"/>
                  </a:cubicBezTo>
                  <a:cubicBezTo>
                    <a:pt x="609" y="1069"/>
                    <a:pt x="612" y="1064"/>
                    <a:pt x="613" y="1063"/>
                  </a:cubicBezTo>
                  <a:cubicBezTo>
                    <a:pt x="616" y="1062"/>
                    <a:pt x="620" y="1061"/>
                    <a:pt x="622" y="1059"/>
                  </a:cubicBezTo>
                  <a:cubicBezTo>
                    <a:pt x="623" y="1058"/>
                    <a:pt x="623" y="1057"/>
                    <a:pt x="623" y="1056"/>
                  </a:cubicBezTo>
                  <a:cubicBezTo>
                    <a:pt x="625" y="1052"/>
                    <a:pt x="627" y="1054"/>
                    <a:pt x="631" y="1055"/>
                  </a:cubicBezTo>
                  <a:cubicBezTo>
                    <a:pt x="634" y="1056"/>
                    <a:pt x="636" y="1057"/>
                    <a:pt x="639" y="1057"/>
                  </a:cubicBezTo>
                  <a:cubicBezTo>
                    <a:pt x="643" y="1056"/>
                    <a:pt x="643" y="1053"/>
                    <a:pt x="648" y="1055"/>
                  </a:cubicBezTo>
                  <a:cubicBezTo>
                    <a:pt x="649" y="1056"/>
                    <a:pt x="649" y="1057"/>
                    <a:pt x="651" y="1057"/>
                  </a:cubicBezTo>
                  <a:cubicBezTo>
                    <a:pt x="652" y="1057"/>
                    <a:pt x="654" y="1057"/>
                    <a:pt x="656" y="1057"/>
                  </a:cubicBezTo>
                  <a:cubicBezTo>
                    <a:pt x="659" y="1057"/>
                    <a:pt x="664" y="1057"/>
                    <a:pt x="667" y="1055"/>
                  </a:cubicBezTo>
                  <a:cubicBezTo>
                    <a:pt x="673" y="1053"/>
                    <a:pt x="676" y="1048"/>
                    <a:pt x="684" y="1048"/>
                  </a:cubicBezTo>
                  <a:cubicBezTo>
                    <a:pt x="687" y="1049"/>
                    <a:pt x="689" y="1050"/>
                    <a:pt x="692" y="1051"/>
                  </a:cubicBezTo>
                  <a:cubicBezTo>
                    <a:pt x="695" y="1052"/>
                    <a:pt x="697" y="1051"/>
                    <a:pt x="699" y="1051"/>
                  </a:cubicBezTo>
                  <a:cubicBezTo>
                    <a:pt x="702" y="1051"/>
                    <a:pt x="705" y="1054"/>
                    <a:pt x="707" y="1052"/>
                  </a:cubicBezTo>
                  <a:cubicBezTo>
                    <a:pt x="708" y="1050"/>
                    <a:pt x="709" y="1049"/>
                    <a:pt x="710" y="1048"/>
                  </a:cubicBezTo>
                  <a:cubicBezTo>
                    <a:pt x="711" y="1047"/>
                    <a:pt x="711" y="1045"/>
                    <a:pt x="712" y="1044"/>
                  </a:cubicBezTo>
                  <a:cubicBezTo>
                    <a:pt x="714" y="1041"/>
                    <a:pt x="718" y="1043"/>
                    <a:pt x="720" y="1045"/>
                  </a:cubicBezTo>
                  <a:cubicBezTo>
                    <a:pt x="723" y="1046"/>
                    <a:pt x="721" y="1050"/>
                    <a:pt x="722" y="1052"/>
                  </a:cubicBezTo>
                  <a:cubicBezTo>
                    <a:pt x="724" y="1055"/>
                    <a:pt x="736" y="1052"/>
                    <a:pt x="738" y="1058"/>
                  </a:cubicBezTo>
                  <a:cubicBezTo>
                    <a:pt x="738" y="1059"/>
                    <a:pt x="736" y="1060"/>
                    <a:pt x="737" y="1062"/>
                  </a:cubicBezTo>
                  <a:cubicBezTo>
                    <a:pt x="737" y="1063"/>
                    <a:pt x="738" y="1064"/>
                    <a:pt x="739" y="1065"/>
                  </a:cubicBezTo>
                  <a:cubicBezTo>
                    <a:pt x="739" y="1067"/>
                    <a:pt x="738" y="1072"/>
                    <a:pt x="736" y="1073"/>
                  </a:cubicBezTo>
                  <a:cubicBezTo>
                    <a:pt x="734" y="1074"/>
                    <a:pt x="729" y="1076"/>
                    <a:pt x="735" y="1077"/>
                  </a:cubicBezTo>
                  <a:cubicBezTo>
                    <a:pt x="738" y="1077"/>
                    <a:pt x="739" y="1080"/>
                    <a:pt x="742" y="1080"/>
                  </a:cubicBezTo>
                  <a:cubicBezTo>
                    <a:pt x="748" y="1082"/>
                    <a:pt x="751" y="1076"/>
                    <a:pt x="755" y="1073"/>
                  </a:cubicBezTo>
                  <a:cubicBezTo>
                    <a:pt x="758" y="1071"/>
                    <a:pt x="761" y="1072"/>
                    <a:pt x="764" y="1072"/>
                  </a:cubicBezTo>
                  <a:cubicBezTo>
                    <a:pt x="766" y="1071"/>
                    <a:pt x="768" y="1069"/>
                    <a:pt x="771" y="1068"/>
                  </a:cubicBezTo>
                  <a:cubicBezTo>
                    <a:pt x="777" y="1067"/>
                    <a:pt x="783" y="1068"/>
                    <a:pt x="789" y="1066"/>
                  </a:cubicBezTo>
                  <a:cubicBezTo>
                    <a:pt x="792" y="1064"/>
                    <a:pt x="794" y="1062"/>
                    <a:pt x="794" y="1066"/>
                  </a:cubicBezTo>
                  <a:cubicBezTo>
                    <a:pt x="795" y="1068"/>
                    <a:pt x="794" y="1069"/>
                    <a:pt x="794" y="1070"/>
                  </a:cubicBezTo>
                  <a:cubicBezTo>
                    <a:pt x="794" y="1070"/>
                    <a:pt x="793" y="1071"/>
                    <a:pt x="792" y="1071"/>
                  </a:cubicBezTo>
                  <a:cubicBezTo>
                    <a:pt x="792" y="1071"/>
                    <a:pt x="794" y="1072"/>
                    <a:pt x="793" y="1072"/>
                  </a:cubicBezTo>
                  <a:cubicBezTo>
                    <a:pt x="793" y="1074"/>
                    <a:pt x="792" y="1074"/>
                    <a:pt x="791" y="1075"/>
                  </a:cubicBezTo>
                  <a:cubicBezTo>
                    <a:pt x="791" y="1076"/>
                    <a:pt x="793" y="1078"/>
                    <a:pt x="793" y="1079"/>
                  </a:cubicBezTo>
                  <a:cubicBezTo>
                    <a:pt x="793" y="1082"/>
                    <a:pt x="793" y="1083"/>
                    <a:pt x="793" y="1086"/>
                  </a:cubicBezTo>
                  <a:cubicBezTo>
                    <a:pt x="793" y="1087"/>
                    <a:pt x="794" y="1089"/>
                    <a:pt x="795" y="1090"/>
                  </a:cubicBezTo>
                  <a:cubicBezTo>
                    <a:pt x="796" y="1092"/>
                    <a:pt x="796" y="1091"/>
                    <a:pt x="797" y="1092"/>
                  </a:cubicBezTo>
                  <a:cubicBezTo>
                    <a:pt x="799" y="1094"/>
                    <a:pt x="803" y="1095"/>
                    <a:pt x="804" y="1097"/>
                  </a:cubicBezTo>
                  <a:cubicBezTo>
                    <a:pt x="805" y="1099"/>
                    <a:pt x="802" y="1102"/>
                    <a:pt x="807" y="1099"/>
                  </a:cubicBezTo>
                  <a:cubicBezTo>
                    <a:pt x="810" y="1098"/>
                    <a:pt x="811" y="1097"/>
                    <a:pt x="815" y="1099"/>
                  </a:cubicBezTo>
                  <a:cubicBezTo>
                    <a:pt x="818" y="1101"/>
                    <a:pt x="819" y="1103"/>
                    <a:pt x="823" y="1102"/>
                  </a:cubicBezTo>
                  <a:cubicBezTo>
                    <a:pt x="827" y="1102"/>
                    <a:pt x="826" y="1102"/>
                    <a:pt x="829" y="1105"/>
                  </a:cubicBezTo>
                  <a:cubicBezTo>
                    <a:pt x="832" y="1108"/>
                    <a:pt x="834" y="1109"/>
                    <a:pt x="839" y="1109"/>
                  </a:cubicBezTo>
                  <a:cubicBezTo>
                    <a:pt x="843" y="1109"/>
                    <a:pt x="844" y="1109"/>
                    <a:pt x="848" y="1110"/>
                  </a:cubicBezTo>
                  <a:cubicBezTo>
                    <a:pt x="852" y="1112"/>
                    <a:pt x="854" y="1110"/>
                    <a:pt x="857" y="1110"/>
                  </a:cubicBezTo>
                  <a:cubicBezTo>
                    <a:pt x="859" y="1110"/>
                    <a:pt x="860" y="1109"/>
                    <a:pt x="861" y="1110"/>
                  </a:cubicBezTo>
                  <a:cubicBezTo>
                    <a:pt x="863" y="1111"/>
                    <a:pt x="863" y="1112"/>
                    <a:pt x="865" y="1113"/>
                  </a:cubicBezTo>
                  <a:cubicBezTo>
                    <a:pt x="868" y="1113"/>
                    <a:pt x="872" y="1114"/>
                    <a:pt x="875" y="1115"/>
                  </a:cubicBezTo>
                  <a:cubicBezTo>
                    <a:pt x="879" y="1116"/>
                    <a:pt x="877" y="1114"/>
                    <a:pt x="881" y="1113"/>
                  </a:cubicBezTo>
                  <a:cubicBezTo>
                    <a:pt x="884" y="1112"/>
                    <a:pt x="886" y="1114"/>
                    <a:pt x="889" y="1112"/>
                  </a:cubicBezTo>
                  <a:cubicBezTo>
                    <a:pt x="892" y="1110"/>
                    <a:pt x="893" y="1108"/>
                    <a:pt x="894" y="1105"/>
                  </a:cubicBezTo>
                  <a:cubicBezTo>
                    <a:pt x="894" y="1102"/>
                    <a:pt x="894" y="1100"/>
                    <a:pt x="896" y="1097"/>
                  </a:cubicBezTo>
                  <a:cubicBezTo>
                    <a:pt x="897" y="1096"/>
                    <a:pt x="897" y="1096"/>
                    <a:pt x="897" y="1094"/>
                  </a:cubicBezTo>
                  <a:cubicBezTo>
                    <a:pt x="897" y="1093"/>
                    <a:pt x="896" y="1090"/>
                    <a:pt x="896" y="1090"/>
                  </a:cubicBezTo>
                  <a:cubicBezTo>
                    <a:pt x="897" y="1089"/>
                    <a:pt x="904" y="1088"/>
                    <a:pt x="905" y="1088"/>
                  </a:cubicBezTo>
                  <a:cubicBezTo>
                    <a:pt x="907" y="1088"/>
                    <a:pt x="907" y="1088"/>
                    <a:pt x="908" y="1090"/>
                  </a:cubicBezTo>
                  <a:cubicBezTo>
                    <a:pt x="908" y="1091"/>
                    <a:pt x="908" y="1094"/>
                    <a:pt x="908" y="1095"/>
                  </a:cubicBezTo>
                  <a:cubicBezTo>
                    <a:pt x="908" y="1099"/>
                    <a:pt x="908" y="1101"/>
                    <a:pt x="911" y="1104"/>
                  </a:cubicBezTo>
                  <a:cubicBezTo>
                    <a:pt x="913" y="1106"/>
                    <a:pt x="916" y="1107"/>
                    <a:pt x="918" y="1108"/>
                  </a:cubicBezTo>
                  <a:cubicBezTo>
                    <a:pt x="924" y="1113"/>
                    <a:pt x="923" y="1118"/>
                    <a:pt x="926" y="1124"/>
                  </a:cubicBezTo>
                  <a:cubicBezTo>
                    <a:pt x="928" y="1130"/>
                    <a:pt x="935" y="1137"/>
                    <a:pt x="942" y="1134"/>
                  </a:cubicBezTo>
                  <a:cubicBezTo>
                    <a:pt x="945" y="1133"/>
                    <a:pt x="944" y="1131"/>
                    <a:pt x="948" y="1133"/>
                  </a:cubicBezTo>
                  <a:cubicBezTo>
                    <a:pt x="952" y="1134"/>
                    <a:pt x="951" y="1138"/>
                    <a:pt x="954" y="1139"/>
                  </a:cubicBezTo>
                  <a:cubicBezTo>
                    <a:pt x="954" y="1139"/>
                    <a:pt x="956" y="1139"/>
                    <a:pt x="957" y="1139"/>
                  </a:cubicBezTo>
                  <a:cubicBezTo>
                    <a:pt x="959" y="1139"/>
                    <a:pt x="960" y="1140"/>
                    <a:pt x="961" y="1140"/>
                  </a:cubicBezTo>
                  <a:cubicBezTo>
                    <a:pt x="962" y="1141"/>
                    <a:pt x="962" y="1142"/>
                    <a:pt x="963" y="1142"/>
                  </a:cubicBezTo>
                  <a:cubicBezTo>
                    <a:pt x="964" y="1143"/>
                    <a:pt x="964" y="1142"/>
                    <a:pt x="964" y="1142"/>
                  </a:cubicBezTo>
                  <a:cubicBezTo>
                    <a:pt x="966" y="1142"/>
                    <a:pt x="966" y="1140"/>
                    <a:pt x="968" y="1142"/>
                  </a:cubicBezTo>
                  <a:cubicBezTo>
                    <a:pt x="970" y="1144"/>
                    <a:pt x="971" y="1142"/>
                    <a:pt x="973" y="1143"/>
                  </a:cubicBezTo>
                  <a:cubicBezTo>
                    <a:pt x="975" y="1143"/>
                    <a:pt x="975" y="1144"/>
                    <a:pt x="977" y="1145"/>
                  </a:cubicBezTo>
                  <a:cubicBezTo>
                    <a:pt x="979" y="1147"/>
                    <a:pt x="980" y="1149"/>
                    <a:pt x="982" y="1151"/>
                  </a:cubicBezTo>
                  <a:cubicBezTo>
                    <a:pt x="983" y="1153"/>
                    <a:pt x="986" y="1157"/>
                    <a:pt x="986" y="1159"/>
                  </a:cubicBezTo>
                  <a:cubicBezTo>
                    <a:pt x="985" y="1162"/>
                    <a:pt x="983" y="1161"/>
                    <a:pt x="984" y="1164"/>
                  </a:cubicBezTo>
                  <a:cubicBezTo>
                    <a:pt x="985" y="1166"/>
                    <a:pt x="986" y="1166"/>
                    <a:pt x="987" y="1168"/>
                  </a:cubicBezTo>
                  <a:cubicBezTo>
                    <a:pt x="987" y="1169"/>
                    <a:pt x="987" y="1171"/>
                    <a:pt x="988" y="1172"/>
                  </a:cubicBezTo>
                  <a:cubicBezTo>
                    <a:pt x="990" y="1174"/>
                    <a:pt x="991" y="1168"/>
                    <a:pt x="994" y="1169"/>
                  </a:cubicBezTo>
                  <a:cubicBezTo>
                    <a:pt x="997" y="1169"/>
                    <a:pt x="998" y="1175"/>
                    <a:pt x="1000" y="1176"/>
                  </a:cubicBezTo>
                  <a:cubicBezTo>
                    <a:pt x="1001" y="1178"/>
                    <a:pt x="1002" y="1178"/>
                    <a:pt x="1003" y="1180"/>
                  </a:cubicBezTo>
                  <a:cubicBezTo>
                    <a:pt x="1004" y="1181"/>
                    <a:pt x="1004" y="1183"/>
                    <a:pt x="1004" y="1184"/>
                  </a:cubicBezTo>
                  <a:cubicBezTo>
                    <a:pt x="1005" y="1185"/>
                    <a:pt x="1005" y="1187"/>
                    <a:pt x="1006" y="1188"/>
                  </a:cubicBezTo>
                  <a:cubicBezTo>
                    <a:pt x="1007" y="1189"/>
                    <a:pt x="1008" y="1189"/>
                    <a:pt x="1009" y="1191"/>
                  </a:cubicBezTo>
                  <a:cubicBezTo>
                    <a:pt x="1010" y="1193"/>
                    <a:pt x="1010" y="1197"/>
                    <a:pt x="1010" y="1200"/>
                  </a:cubicBezTo>
                  <a:cubicBezTo>
                    <a:pt x="1012" y="1204"/>
                    <a:pt x="1014" y="1205"/>
                    <a:pt x="1018" y="1204"/>
                  </a:cubicBezTo>
                  <a:cubicBezTo>
                    <a:pt x="1019" y="1204"/>
                    <a:pt x="1021" y="1203"/>
                    <a:pt x="1022" y="1204"/>
                  </a:cubicBezTo>
                  <a:cubicBezTo>
                    <a:pt x="1023" y="1204"/>
                    <a:pt x="1024" y="1207"/>
                    <a:pt x="1024" y="1207"/>
                  </a:cubicBezTo>
                  <a:cubicBezTo>
                    <a:pt x="1025" y="1207"/>
                    <a:pt x="1030" y="1204"/>
                    <a:pt x="1031" y="1203"/>
                  </a:cubicBezTo>
                  <a:cubicBezTo>
                    <a:pt x="1034" y="1202"/>
                    <a:pt x="1035" y="1201"/>
                    <a:pt x="1038" y="1200"/>
                  </a:cubicBezTo>
                  <a:cubicBezTo>
                    <a:pt x="1040" y="1199"/>
                    <a:pt x="1042" y="1198"/>
                    <a:pt x="1044" y="1196"/>
                  </a:cubicBezTo>
                  <a:cubicBezTo>
                    <a:pt x="1047" y="1194"/>
                    <a:pt x="1047" y="1194"/>
                    <a:pt x="1051" y="1195"/>
                  </a:cubicBezTo>
                  <a:cubicBezTo>
                    <a:pt x="1060" y="1198"/>
                    <a:pt x="1046" y="1202"/>
                    <a:pt x="1052" y="1207"/>
                  </a:cubicBezTo>
                  <a:cubicBezTo>
                    <a:pt x="1053" y="1208"/>
                    <a:pt x="1059" y="1209"/>
                    <a:pt x="1060" y="1208"/>
                  </a:cubicBezTo>
                  <a:cubicBezTo>
                    <a:pt x="1064" y="1206"/>
                    <a:pt x="1062" y="1190"/>
                    <a:pt x="1063" y="1186"/>
                  </a:cubicBezTo>
                  <a:cubicBezTo>
                    <a:pt x="1063" y="1171"/>
                    <a:pt x="1063" y="1155"/>
                    <a:pt x="1064" y="1139"/>
                  </a:cubicBezTo>
                  <a:cubicBezTo>
                    <a:pt x="1064" y="1136"/>
                    <a:pt x="1065" y="1126"/>
                    <a:pt x="1062" y="1125"/>
                  </a:cubicBezTo>
                  <a:cubicBezTo>
                    <a:pt x="1059" y="1125"/>
                    <a:pt x="1057" y="1128"/>
                    <a:pt x="1054" y="1128"/>
                  </a:cubicBezTo>
                  <a:cubicBezTo>
                    <a:pt x="1051" y="1129"/>
                    <a:pt x="1051" y="1127"/>
                    <a:pt x="1048" y="1129"/>
                  </a:cubicBezTo>
                  <a:cubicBezTo>
                    <a:pt x="1042" y="1131"/>
                    <a:pt x="1040" y="1136"/>
                    <a:pt x="1044" y="1140"/>
                  </a:cubicBezTo>
                  <a:cubicBezTo>
                    <a:pt x="1045" y="1141"/>
                    <a:pt x="1046" y="1139"/>
                    <a:pt x="1046" y="1141"/>
                  </a:cubicBezTo>
                  <a:cubicBezTo>
                    <a:pt x="1046" y="1143"/>
                    <a:pt x="1045" y="1144"/>
                    <a:pt x="1044" y="1144"/>
                  </a:cubicBezTo>
                  <a:cubicBezTo>
                    <a:pt x="1042" y="1145"/>
                    <a:pt x="1039" y="1142"/>
                    <a:pt x="1037" y="1142"/>
                  </a:cubicBezTo>
                  <a:cubicBezTo>
                    <a:pt x="1036" y="1141"/>
                    <a:pt x="1034" y="1142"/>
                    <a:pt x="1033" y="1142"/>
                  </a:cubicBezTo>
                  <a:cubicBezTo>
                    <a:pt x="1032" y="1141"/>
                    <a:pt x="1032" y="1139"/>
                    <a:pt x="1031" y="1139"/>
                  </a:cubicBezTo>
                  <a:cubicBezTo>
                    <a:pt x="1029" y="1138"/>
                    <a:pt x="1025" y="1140"/>
                    <a:pt x="1023" y="1140"/>
                  </a:cubicBezTo>
                  <a:cubicBezTo>
                    <a:pt x="1022" y="1140"/>
                    <a:pt x="1016" y="1140"/>
                    <a:pt x="1016" y="1139"/>
                  </a:cubicBezTo>
                  <a:cubicBezTo>
                    <a:pt x="1015" y="1137"/>
                    <a:pt x="1014" y="1135"/>
                    <a:pt x="1013" y="1132"/>
                  </a:cubicBezTo>
                  <a:cubicBezTo>
                    <a:pt x="1010" y="1128"/>
                    <a:pt x="1007" y="1124"/>
                    <a:pt x="1004" y="1120"/>
                  </a:cubicBezTo>
                  <a:cubicBezTo>
                    <a:pt x="1003" y="1119"/>
                    <a:pt x="1001" y="1119"/>
                    <a:pt x="1000" y="1118"/>
                  </a:cubicBezTo>
                  <a:cubicBezTo>
                    <a:pt x="1000" y="1117"/>
                    <a:pt x="1000" y="1115"/>
                    <a:pt x="1000" y="1114"/>
                  </a:cubicBezTo>
                  <a:cubicBezTo>
                    <a:pt x="998" y="1113"/>
                    <a:pt x="995" y="1114"/>
                    <a:pt x="993" y="1112"/>
                  </a:cubicBezTo>
                  <a:cubicBezTo>
                    <a:pt x="990" y="1110"/>
                    <a:pt x="990" y="1109"/>
                    <a:pt x="988" y="1108"/>
                  </a:cubicBezTo>
                  <a:cubicBezTo>
                    <a:pt x="988" y="1108"/>
                    <a:pt x="986" y="1106"/>
                    <a:pt x="986" y="1107"/>
                  </a:cubicBezTo>
                  <a:cubicBezTo>
                    <a:pt x="986" y="1106"/>
                    <a:pt x="985" y="1107"/>
                    <a:pt x="985" y="1107"/>
                  </a:cubicBezTo>
                  <a:cubicBezTo>
                    <a:pt x="984" y="1106"/>
                    <a:pt x="984" y="1104"/>
                    <a:pt x="984" y="1103"/>
                  </a:cubicBezTo>
                  <a:cubicBezTo>
                    <a:pt x="983" y="1101"/>
                    <a:pt x="982" y="1102"/>
                    <a:pt x="982" y="1100"/>
                  </a:cubicBezTo>
                  <a:cubicBezTo>
                    <a:pt x="982" y="1098"/>
                    <a:pt x="981" y="1097"/>
                    <a:pt x="981" y="1096"/>
                  </a:cubicBezTo>
                  <a:cubicBezTo>
                    <a:pt x="980" y="1093"/>
                    <a:pt x="979" y="1091"/>
                    <a:pt x="978" y="1088"/>
                  </a:cubicBezTo>
                  <a:cubicBezTo>
                    <a:pt x="975" y="1081"/>
                    <a:pt x="979" y="1078"/>
                    <a:pt x="982" y="1072"/>
                  </a:cubicBezTo>
                  <a:cubicBezTo>
                    <a:pt x="984" y="1066"/>
                    <a:pt x="984" y="1059"/>
                    <a:pt x="986" y="1053"/>
                  </a:cubicBezTo>
                  <a:cubicBezTo>
                    <a:pt x="988" y="1047"/>
                    <a:pt x="989" y="1041"/>
                    <a:pt x="992" y="1035"/>
                  </a:cubicBezTo>
                  <a:cubicBezTo>
                    <a:pt x="994" y="1032"/>
                    <a:pt x="998" y="1032"/>
                    <a:pt x="998" y="1028"/>
                  </a:cubicBezTo>
                  <a:cubicBezTo>
                    <a:pt x="998" y="1027"/>
                    <a:pt x="996" y="1027"/>
                    <a:pt x="996" y="1026"/>
                  </a:cubicBezTo>
                  <a:cubicBezTo>
                    <a:pt x="996" y="1026"/>
                    <a:pt x="996" y="1024"/>
                    <a:pt x="996" y="1024"/>
                  </a:cubicBezTo>
                  <a:cubicBezTo>
                    <a:pt x="996" y="1023"/>
                    <a:pt x="995" y="1022"/>
                    <a:pt x="995" y="1021"/>
                  </a:cubicBezTo>
                  <a:cubicBezTo>
                    <a:pt x="993" y="1016"/>
                    <a:pt x="995" y="1009"/>
                    <a:pt x="993" y="1005"/>
                  </a:cubicBezTo>
                  <a:cubicBezTo>
                    <a:pt x="992" y="1001"/>
                    <a:pt x="991" y="1002"/>
                    <a:pt x="993" y="998"/>
                  </a:cubicBezTo>
                  <a:cubicBezTo>
                    <a:pt x="995" y="995"/>
                    <a:pt x="994" y="992"/>
                    <a:pt x="994" y="989"/>
                  </a:cubicBezTo>
                  <a:cubicBezTo>
                    <a:pt x="994" y="986"/>
                    <a:pt x="994" y="983"/>
                    <a:pt x="996" y="980"/>
                  </a:cubicBezTo>
                  <a:cubicBezTo>
                    <a:pt x="996" y="978"/>
                    <a:pt x="998" y="974"/>
                    <a:pt x="998" y="972"/>
                  </a:cubicBezTo>
                  <a:cubicBezTo>
                    <a:pt x="998" y="971"/>
                    <a:pt x="996" y="971"/>
                    <a:pt x="995" y="969"/>
                  </a:cubicBezTo>
                  <a:cubicBezTo>
                    <a:pt x="995" y="968"/>
                    <a:pt x="995" y="967"/>
                    <a:pt x="995" y="965"/>
                  </a:cubicBezTo>
                  <a:cubicBezTo>
                    <a:pt x="991" y="953"/>
                    <a:pt x="991" y="953"/>
                    <a:pt x="991" y="953"/>
                  </a:cubicBezTo>
                  <a:cubicBezTo>
                    <a:pt x="990" y="952"/>
                    <a:pt x="989" y="952"/>
                    <a:pt x="988" y="951"/>
                  </a:cubicBezTo>
                  <a:cubicBezTo>
                    <a:pt x="988" y="950"/>
                    <a:pt x="989" y="949"/>
                    <a:pt x="988" y="947"/>
                  </a:cubicBezTo>
                  <a:cubicBezTo>
                    <a:pt x="988" y="943"/>
                    <a:pt x="978" y="944"/>
                    <a:pt x="980" y="939"/>
                  </a:cubicBezTo>
                  <a:cubicBezTo>
                    <a:pt x="981" y="936"/>
                    <a:pt x="991" y="932"/>
                    <a:pt x="994" y="929"/>
                  </a:cubicBezTo>
                  <a:cubicBezTo>
                    <a:pt x="998" y="925"/>
                    <a:pt x="1002" y="921"/>
                    <a:pt x="1006" y="917"/>
                  </a:cubicBezTo>
                  <a:cubicBezTo>
                    <a:pt x="1013" y="908"/>
                    <a:pt x="1019" y="900"/>
                    <a:pt x="1012" y="889"/>
                  </a:cubicBezTo>
                  <a:cubicBezTo>
                    <a:pt x="1033" y="885"/>
                    <a:pt x="1054" y="882"/>
                    <a:pt x="1074" y="879"/>
                  </a:cubicBezTo>
                  <a:cubicBezTo>
                    <a:pt x="1086" y="877"/>
                    <a:pt x="1097" y="875"/>
                    <a:pt x="1109" y="873"/>
                  </a:cubicBezTo>
                  <a:cubicBezTo>
                    <a:pt x="1112" y="873"/>
                    <a:pt x="1113" y="873"/>
                    <a:pt x="1114" y="871"/>
                  </a:cubicBezTo>
                  <a:cubicBezTo>
                    <a:pt x="1114" y="868"/>
                    <a:pt x="1114" y="868"/>
                    <a:pt x="1113" y="866"/>
                  </a:cubicBezTo>
                  <a:cubicBezTo>
                    <a:pt x="1112" y="863"/>
                    <a:pt x="1110" y="862"/>
                    <a:pt x="1108" y="860"/>
                  </a:cubicBezTo>
                  <a:cubicBezTo>
                    <a:pt x="1106" y="858"/>
                    <a:pt x="1103" y="855"/>
                    <a:pt x="1101" y="852"/>
                  </a:cubicBezTo>
                  <a:cubicBezTo>
                    <a:pt x="1100" y="851"/>
                    <a:pt x="1098" y="852"/>
                    <a:pt x="1097" y="851"/>
                  </a:cubicBezTo>
                  <a:cubicBezTo>
                    <a:pt x="1096" y="850"/>
                    <a:pt x="1096" y="848"/>
                    <a:pt x="1096" y="846"/>
                  </a:cubicBezTo>
                  <a:cubicBezTo>
                    <a:pt x="1095" y="842"/>
                    <a:pt x="1093" y="839"/>
                    <a:pt x="1092" y="834"/>
                  </a:cubicBezTo>
                  <a:cubicBezTo>
                    <a:pt x="1091" y="832"/>
                    <a:pt x="1092" y="829"/>
                    <a:pt x="1092" y="826"/>
                  </a:cubicBezTo>
                  <a:cubicBezTo>
                    <a:pt x="1092" y="824"/>
                    <a:pt x="1092" y="820"/>
                    <a:pt x="1091" y="817"/>
                  </a:cubicBezTo>
                  <a:cubicBezTo>
                    <a:pt x="1089" y="811"/>
                    <a:pt x="1085" y="807"/>
                    <a:pt x="1080" y="803"/>
                  </a:cubicBezTo>
                  <a:cubicBezTo>
                    <a:pt x="1076" y="800"/>
                    <a:pt x="1069" y="801"/>
                    <a:pt x="1065" y="796"/>
                  </a:cubicBezTo>
                  <a:cubicBezTo>
                    <a:pt x="1062" y="791"/>
                    <a:pt x="1060" y="786"/>
                    <a:pt x="1055" y="782"/>
                  </a:cubicBezTo>
                  <a:cubicBezTo>
                    <a:pt x="1049" y="776"/>
                    <a:pt x="1048" y="771"/>
                    <a:pt x="1049" y="763"/>
                  </a:cubicBezTo>
                  <a:cubicBezTo>
                    <a:pt x="1045" y="765"/>
                    <a:pt x="1042" y="752"/>
                    <a:pt x="1041" y="749"/>
                  </a:cubicBezTo>
                  <a:cubicBezTo>
                    <a:pt x="1040" y="746"/>
                    <a:pt x="1039" y="744"/>
                    <a:pt x="1038" y="742"/>
                  </a:cubicBezTo>
                  <a:cubicBezTo>
                    <a:pt x="1038" y="741"/>
                    <a:pt x="1037" y="739"/>
                    <a:pt x="1037" y="738"/>
                  </a:cubicBezTo>
                  <a:cubicBezTo>
                    <a:pt x="1036" y="737"/>
                    <a:pt x="1035" y="738"/>
                    <a:pt x="1034" y="737"/>
                  </a:cubicBezTo>
                  <a:cubicBezTo>
                    <a:pt x="1032" y="735"/>
                    <a:pt x="1031" y="733"/>
                    <a:pt x="1031" y="730"/>
                  </a:cubicBezTo>
                  <a:cubicBezTo>
                    <a:pt x="1031" y="729"/>
                    <a:pt x="1031" y="727"/>
                    <a:pt x="1031" y="726"/>
                  </a:cubicBezTo>
                  <a:cubicBezTo>
                    <a:pt x="1032" y="724"/>
                    <a:pt x="1032" y="726"/>
                    <a:pt x="1033" y="724"/>
                  </a:cubicBezTo>
                  <a:cubicBezTo>
                    <a:pt x="1035" y="723"/>
                    <a:pt x="1037" y="722"/>
                    <a:pt x="1038" y="720"/>
                  </a:cubicBezTo>
                  <a:cubicBezTo>
                    <a:pt x="1040" y="718"/>
                    <a:pt x="1040" y="716"/>
                    <a:pt x="1042" y="714"/>
                  </a:cubicBezTo>
                  <a:cubicBezTo>
                    <a:pt x="1041" y="713"/>
                    <a:pt x="1040" y="710"/>
                    <a:pt x="1041" y="708"/>
                  </a:cubicBezTo>
                  <a:cubicBezTo>
                    <a:pt x="1041" y="705"/>
                    <a:pt x="1042" y="708"/>
                    <a:pt x="1043" y="705"/>
                  </a:cubicBezTo>
                  <a:cubicBezTo>
                    <a:pt x="1044" y="703"/>
                    <a:pt x="1037" y="695"/>
                    <a:pt x="1036" y="692"/>
                  </a:cubicBezTo>
                  <a:cubicBezTo>
                    <a:pt x="1033" y="687"/>
                    <a:pt x="1030" y="682"/>
                    <a:pt x="1028" y="677"/>
                  </a:cubicBezTo>
                  <a:cubicBezTo>
                    <a:pt x="1028" y="675"/>
                    <a:pt x="1027" y="673"/>
                    <a:pt x="1027" y="671"/>
                  </a:cubicBezTo>
                  <a:cubicBezTo>
                    <a:pt x="1026" y="668"/>
                    <a:pt x="1028" y="666"/>
                    <a:pt x="1027" y="663"/>
                  </a:cubicBezTo>
                  <a:cubicBezTo>
                    <a:pt x="1026" y="658"/>
                    <a:pt x="1026" y="653"/>
                    <a:pt x="1027" y="648"/>
                  </a:cubicBezTo>
                  <a:cubicBezTo>
                    <a:pt x="1027" y="645"/>
                    <a:pt x="1027" y="642"/>
                    <a:pt x="1028" y="640"/>
                  </a:cubicBezTo>
                  <a:cubicBezTo>
                    <a:pt x="1028" y="639"/>
                    <a:pt x="1030" y="638"/>
                    <a:pt x="1030" y="636"/>
                  </a:cubicBezTo>
                  <a:cubicBezTo>
                    <a:pt x="1030" y="632"/>
                    <a:pt x="1032" y="636"/>
                    <a:pt x="1033" y="634"/>
                  </a:cubicBezTo>
                  <a:cubicBezTo>
                    <a:pt x="1034" y="633"/>
                    <a:pt x="1034" y="627"/>
                    <a:pt x="1034" y="625"/>
                  </a:cubicBezTo>
                  <a:cubicBezTo>
                    <a:pt x="1035" y="621"/>
                    <a:pt x="1036" y="615"/>
                    <a:pt x="1036" y="610"/>
                  </a:cubicBezTo>
                  <a:cubicBezTo>
                    <a:pt x="1037" y="607"/>
                    <a:pt x="1035" y="604"/>
                    <a:pt x="1034" y="609"/>
                  </a:cubicBezTo>
                  <a:cubicBezTo>
                    <a:pt x="1033" y="612"/>
                    <a:pt x="1031" y="624"/>
                    <a:pt x="1028" y="624"/>
                  </a:cubicBezTo>
                  <a:cubicBezTo>
                    <a:pt x="1024" y="624"/>
                    <a:pt x="1024" y="621"/>
                    <a:pt x="1025" y="618"/>
                  </a:cubicBezTo>
                  <a:cubicBezTo>
                    <a:pt x="1026" y="617"/>
                    <a:pt x="1027" y="617"/>
                    <a:pt x="1027" y="614"/>
                  </a:cubicBezTo>
                  <a:cubicBezTo>
                    <a:pt x="1027" y="612"/>
                    <a:pt x="1026" y="612"/>
                    <a:pt x="1027" y="610"/>
                  </a:cubicBezTo>
                  <a:cubicBezTo>
                    <a:pt x="1028" y="607"/>
                    <a:pt x="1026" y="604"/>
                    <a:pt x="1027" y="602"/>
                  </a:cubicBezTo>
                  <a:cubicBezTo>
                    <a:pt x="1028" y="600"/>
                    <a:pt x="1027" y="597"/>
                    <a:pt x="1028" y="595"/>
                  </a:cubicBezTo>
                  <a:cubicBezTo>
                    <a:pt x="1028" y="594"/>
                    <a:pt x="1029" y="592"/>
                    <a:pt x="1029" y="591"/>
                  </a:cubicBezTo>
                  <a:cubicBezTo>
                    <a:pt x="1029" y="589"/>
                    <a:pt x="1027" y="588"/>
                    <a:pt x="1027" y="586"/>
                  </a:cubicBezTo>
                  <a:cubicBezTo>
                    <a:pt x="1028" y="585"/>
                    <a:pt x="1029" y="584"/>
                    <a:pt x="1029" y="583"/>
                  </a:cubicBezTo>
                  <a:cubicBezTo>
                    <a:pt x="1031" y="580"/>
                    <a:pt x="1030" y="577"/>
                    <a:pt x="1030" y="573"/>
                  </a:cubicBezTo>
                  <a:cubicBezTo>
                    <a:pt x="1031" y="569"/>
                    <a:pt x="1027" y="559"/>
                    <a:pt x="1034" y="559"/>
                  </a:cubicBezTo>
                  <a:cubicBezTo>
                    <a:pt x="1034" y="557"/>
                    <a:pt x="1035" y="556"/>
                    <a:pt x="1035" y="555"/>
                  </a:cubicBezTo>
                  <a:cubicBezTo>
                    <a:pt x="1035" y="554"/>
                    <a:pt x="1035" y="552"/>
                    <a:pt x="1035" y="550"/>
                  </a:cubicBezTo>
                  <a:cubicBezTo>
                    <a:pt x="1034" y="547"/>
                    <a:pt x="1038" y="544"/>
                    <a:pt x="1036" y="541"/>
                  </a:cubicBezTo>
                  <a:cubicBezTo>
                    <a:pt x="1034" y="539"/>
                    <a:pt x="1033" y="540"/>
                    <a:pt x="1032" y="539"/>
                  </a:cubicBezTo>
                  <a:cubicBezTo>
                    <a:pt x="1031" y="537"/>
                    <a:pt x="1031" y="536"/>
                    <a:pt x="1030" y="535"/>
                  </a:cubicBezTo>
                  <a:cubicBezTo>
                    <a:pt x="1029" y="534"/>
                    <a:pt x="1028" y="534"/>
                    <a:pt x="1027" y="533"/>
                  </a:cubicBezTo>
                  <a:cubicBezTo>
                    <a:pt x="1026" y="532"/>
                    <a:pt x="1026" y="530"/>
                    <a:pt x="1025" y="529"/>
                  </a:cubicBezTo>
                  <a:cubicBezTo>
                    <a:pt x="1023" y="525"/>
                    <a:pt x="1021" y="527"/>
                    <a:pt x="1021" y="523"/>
                  </a:cubicBezTo>
                  <a:cubicBezTo>
                    <a:pt x="1021" y="521"/>
                    <a:pt x="1024" y="521"/>
                    <a:pt x="1021" y="519"/>
                  </a:cubicBezTo>
                  <a:cubicBezTo>
                    <a:pt x="1021" y="518"/>
                    <a:pt x="1021" y="518"/>
                    <a:pt x="1020" y="518"/>
                  </a:cubicBezTo>
                  <a:cubicBezTo>
                    <a:pt x="1019" y="517"/>
                    <a:pt x="1018" y="518"/>
                    <a:pt x="1017" y="517"/>
                  </a:cubicBezTo>
                  <a:cubicBezTo>
                    <a:pt x="1015" y="515"/>
                    <a:pt x="1016" y="515"/>
                    <a:pt x="1015" y="513"/>
                  </a:cubicBezTo>
                  <a:cubicBezTo>
                    <a:pt x="1015" y="511"/>
                    <a:pt x="1013" y="508"/>
                    <a:pt x="1013" y="508"/>
                  </a:cubicBezTo>
                  <a:cubicBezTo>
                    <a:pt x="1013" y="506"/>
                    <a:pt x="1015" y="505"/>
                    <a:pt x="1015" y="504"/>
                  </a:cubicBezTo>
                  <a:cubicBezTo>
                    <a:pt x="1014" y="502"/>
                    <a:pt x="1013" y="502"/>
                    <a:pt x="1014" y="500"/>
                  </a:cubicBezTo>
                  <a:cubicBezTo>
                    <a:pt x="1014" y="496"/>
                    <a:pt x="1018" y="498"/>
                    <a:pt x="1020" y="495"/>
                  </a:cubicBezTo>
                  <a:cubicBezTo>
                    <a:pt x="1021" y="494"/>
                    <a:pt x="1021" y="492"/>
                    <a:pt x="1022" y="491"/>
                  </a:cubicBezTo>
                  <a:cubicBezTo>
                    <a:pt x="1024" y="491"/>
                    <a:pt x="1025" y="492"/>
                    <a:pt x="1027" y="491"/>
                  </a:cubicBezTo>
                  <a:cubicBezTo>
                    <a:pt x="1033" y="488"/>
                    <a:pt x="1032" y="477"/>
                    <a:pt x="1030" y="472"/>
                  </a:cubicBezTo>
                  <a:cubicBezTo>
                    <a:pt x="1028" y="464"/>
                    <a:pt x="1032" y="457"/>
                    <a:pt x="1038" y="451"/>
                  </a:cubicBezTo>
                  <a:cubicBezTo>
                    <a:pt x="1039" y="449"/>
                    <a:pt x="1041" y="449"/>
                    <a:pt x="1042" y="447"/>
                  </a:cubicBezTo>
                  <a:cubicBezTo>
                    <a:pt x="1042" y="446"/>
                    <a:pt x="1042" y="445"/>
                    <a:pt x="1043" y="444"/>
                  </a:cubicBezTo>
                  <a:cubicBezTo>
                    <a:pt x="1045" y="441"/>
                    <a:pt x="1046" y="443"/>
                    <a:pt x="1049" y="442"/>
                  </a:cubicBezTo>
                  <a:cubicBezTo>
                    <a:pt x="1051" y="441"/>
                    <a:pt x="1051" y="439"/>
                    <a:pt x="1053" y="438"/>
                  </a:cubicBezTo>
                  <a:cubicBezTo>
                    <a:pt x="1055" y="435"/>
                    <a:pt x="1058" y="435"/>
                    <a:pt x="1059" y="432"/>
                  </a:cubicBezTo>
                  <a:cubicBezTo>
                    <a:pt x="1059" y="430"/>
                    <a:pt x="1058" y="429"/>
                    <a:pt x="1058" y="428"/>
                  </a:cubicBezTo>
                  <a:cubicBezTo>
                    <a:pt x="1058" y="424"/>
                    <a:pt x="1057" y="422"/>
                    <a:pt x="1057" y="419"/>
                  </a:cubicBezTo>
                  <a:cubicBezTo>
                    <a:pt x="1057" y="415"/>
                    <a:pt x="1057" y="411"/>
                    <a:pt x="1057" y="408"/>
                  </a:cubicBezTo>
                  <a:cubicBezTo>
                    <a:pt x="1058" y="406"/>
                    <a:pt x="1057" y="405"/>
                    <a:pt x="1057" y="403"/>
                  </a:cubicBezTo>
                  <a:cubicBezTo>
                    <a:pt x="1058" y="402"/>
                    <a:pt x="1060" y="403"/>
                    <a:pt x="1060" y="402"/>
                  </a:cubicBezTo>
                  <a:cubicBezTo>
                    <a:pt x="1060" y="401"/>
                    <a:pt x="1060" y="401"/>
                    <a:pt x="1060" y="400"/>
                  </a:cubicBezTo>
                  <a:cubicBezTo>
                    <a:pt x="1061" y="396"/>
                    <a:pt x="1060" y="392"/>
                    <a:pt x="1061" y="388"/>
                  </a:cubicBezTo>
                  <a:cubicBezTo>
                    <a:pt x="1061" y="387"/>
                    <a:pt x="1061" y="385"/>
                    <a:pt x="1061" y="383"/>
                  </a:cubicBezTo>
                  <a:cubicBezTo>
                    <a:pt x="1062" y="381"/>
                    <a:pt x="1063" y="382"/>
                    <a:pt x="1063" y="379"/>
                  </a:cubicBezTo>
                  <a:cubicBezTo>
                    <a:pt x="1063" y="375"/>
                    <a:pt x="1062" y="373"/>
                    <a:pt x="1062" y="369"/>
                  </a:cubicBezTo>
                  <a:cubicBezTo>
                    <a:pt x="1063" y="366"/>
                    <a:pt x="1063" y="363"/>
                    <a:pt x="1064" y="359"/>
                  </a:cubicBezTo>
                  <a:cubicBezTo>
                    <a:pt x="1064" y="355"/>
                    <a:pt x="1065" y="351"/>
                    <a:pt x="1066" y="347"/>
                  </a:cubicBezTo>
                  <a:cubicBezTo>
                    <a:pt x="1067" y="345"/>
                    <a:pt x="1066" y="344"/>
                    <a:pt x="1066" y="342"/>
                  </a:cubicBezTo>
                  <a:cubicBezTo>
                    <a:pt x="1066" y="339"/>
                    <a:pt x="1068" y="336"/>
                    <a:pt x="1070" y="334"/>
                  </a:cubicBezTo>
                  <a:cubicBezTo>
                    <a:pt x="1070" y="334"/>
                    <a:pt x="1071" y="335"/>
                    <a:pt x="1072" y="334"/>
                  </a:cubicBezTo>
                  <a:cubicBezTo>
                    <a:pt x="1072" y="333"/>
                    <a:pt x="1072" y="332"/>
                    <a:pt x="1072" y="331"/>
                  </a:cubicBezTo>
                  <a:cubicBezTo>
                    <a:pt x="1073" y="330"/>
                    <a:pt x="1073" y="328"/>
                    <a:pt x="1074" y="326"/>
                  </a:cubicBezTo>
                  <a:cubicBezTo>
                    <a:pt x="1074" y="322"/>
                    <a:pt x="1077" y="319"/>
                    <a:pt x="1079" y="315"/>
                  </a:cubicBezTo>
                  <a:cubicBezTo>
                    <a:pt x="1082" y="313"/>
                    <a:pt x="1080" y="309"/>
                    <a:pt x="1079" y="306"/>
                  </a:cubicBezTo>
                  <a:cubicBezTo>
                    <a:pt x="1079" y="303"/>
                    <a:pt x="1079" y="296"/>
                    <a:pt x="1080" y="293"/>
                  </a:cubicBezTo>
                  <a:cubicBezTo>
                    <a:pt x="1082" y="288"/>
                    <a:pt x="1089" y="289"/>
                    <a:pt x="1092" y="287"/>
                  </a:cubicBezTo>
                  <a:cubicBezTo>
                    <a:pt x="1098" y="283"/>
                    <a:pt x="1094" y="275"/>
                    <a:pt x="1100" y="270"/>
                  </a:cubicBezTo>
                  <a:cubicBezTo>
                    <a:pt x="1100" y="270"/>
                    <a:pt x="1102" y="271"/>
                    <a:pt x="1103" y="271"/>
                  </a:cubicBezTo>
                  <a:cubicBezTo>
                    <a:pt x="1104" y="270"/>
                    <a:pt x="1104" y="269"/>
                    <a:pt x="1104" y="268"/>
                  </a:cubicBezTo>
                  <a:cubicBezTo>
                    <a:pt x="1105" y="268"/>
                    <a:pt x="1106" y="269"/>
                    <a:pt x="1106" y="269"/>
                  </a:cubicBezTo>
                  <a:cubicBezTo>
                    <a:pt x="1110" y="267"/>
                    <a:pt x="1111" y="267"/>
                    <a:pt x="1113" y="264"/>
                  </a:cubicBezTo>
                  <a:cubicBezTo>
                    <a:pt x="1117" y="259"/>
                    <a:pt x="1120" y="254"/>
                    <a:pt x="1125" y="249"/>
                  </a:cubicBezTo>
                  <a:cubicBezTo>
                    <a:pt x="1128" y="246"/>
                    <a:pt x="1133" y="242"/>
                    <a:pt x="1137" y="239"/>
                  </a:cubicBezTo>
                  <a:cubicBezTo>
                    <a:pt x="1143" y="234"/>
                    <a:pt x="1148" y="228"/>
                    <a:pt x="1153" y="222"/>
                  </a:cubicBezTo>
                  <a:cubicBezTo>
                    <a:pt x="1156" y="218"/>
                    <a:pt x="1158" y="214"/>
                    <a:pt x="1161" y="210"/>
                  </a:cubicBezTo>
                  <a:cubicBezTo>
                    <a:pt x="1164" y="206"/>
                    <a:pt x="1157" y="204"/>
                    <a:pt x="1156" y="201"/>
                  </a:cubicBezTo>
                  <a:cubicBezTo>
                    <a:pt x="1155" y="199"/>
                    <a:pt x="1156" y="198"/>
                    <a:pt x="1154" y="198"/>
                  </a:cubicBezTo>
                  <a:cubicBezTo>
                    <a:pt x="1153" y="198"/>
                    <a:pt x="1151" y="199"/>
                    <a:pt x="1151" y="199"/>
                  </a:cubicBezTo>
                  <a:cubicBezTo>
                    <a:pt x="1147" y="199"/>
                    <a:pt x="1147" y="196"/>
                    <a:pt x="1146" y="194"/>
                  </a:cubicBezTo>
                  <a:cubicBezTo>
                    <a:pt x="1144" y="191"/>
                    <a:pt x="1142" y="190"/>
                    <a:pt x="1139" y="192"/>
                  </a:cubicBezTo>
                  <a:cubicBezTo>
                    <a:pt x="1138" y="193"/>
                    <a:pt x="1139" y="195"/>
                    <a:pt x="1137" y="195"/>
                  </a:cubicBezTo>
                  <a:cubicBezTo>
                    <a:pt x="1135" y="195"/>
                    <a:pt x="1134" y="193"/>
                    <a:pt x="1134" y="192"/>
                  </a:cubicBezTo>
                  <a:cubicBezTo>
                    <a:pt x="1133" y="191"/>
                    <a:pt x="1133" y="189"/>
                    <a:pt x="1131" y="188"/>
                  </a:cubicBezTo>
                  <a:cubicBezTo>
                    <a:pt x="1130" y="187"/>
                    <a:pt x="1127" y="189"/>
                    <a:pt x="1127" y="187"/>
                  </a:cubicBezTo>
                  <a:cubicBezTo>
                    <a:pt x="1128" y="181"/>
                    <a:pt x="1129" y="174"/>
                    <a:pt x="1132" y="169"/>
                  </a:cubicBezTo>
                  <a:cubicBezTo>
                    <a:pt x="1135" y="164"/>
                    <a:pt x="1138" y="158"/>
                    <a:pt x="1132" y="153"/>
                  </a:cubicBezTo>
                  <a:cubicBezTo>
                    <a:pt x="1129" y="150"/>
                    <a:pt x="1128" y="150"/>
                    <a:pt x="1130" y="146"/>
                  </a:cubicBezTo>
                  <a:cubicBezTo>
                    <a:pt x="1131" y="143"/>
                    <a:pt x="1132" y="140"/>
                    <a:pt x="1133" y="137"/>
                  </a:cubicBezTo>
                  <a:cubicBezTo>
                    <a:pt x="1133" y="134"/>
                    <a:pt x="1136" y="131"/>
                    <a:pt x="1138" y="129"/>
                  </a:cubicBezTo>
                  <a:cubicBezTo>
                    <a:pt x="1138" y="127"/>
                    <a:pt x="1140" y="123"/>
                    <a:pt x="1138" y="121"/>
                  </a:cubicBezTo>
                  <a:cubicBezTo>
                    <a:pt x="1137" y="118"/>
                    <a:pt x="1137" y="120"/>
                    <a:pt x="1136" y="120"/>
                  </a:cubicBezTo>
                  <a:cubicBezTo>
                    <a:pt x="1135" y="120"/>
                    <a:pt x="1135" y="122"/>
                    <a:pt x="1134" y="120"/>
                  </a:cubicBezTo>
                  <a:cubicBezTo>
                    <a:pt x="1134" y="119"/>
                    <a:pt x="1134" y="118"/>
                    <a:pt x="1134" y="118"/>
                  </a:cubicBezTo>
                  <a:cubicBezTo>
                    <a:pt x="1133" y="117"/>
                    <a:pt x="1134" y="116"/>
                    <a:pt x="1133" y="115"/>
                  </a:cubicBezTo>
                  <a:cubicBezTo>
                    <a:pt x="1133" y="115"/>
                    <a:pt x="1132" y="115"/>
                    <a:pt x="1131" y="114"/>
                  </a:cubicBezTo>
                  <a:cubicBezTo>
                    <a:pt x="1131" y="113"/>
                    <a:pt x="1131" y="111"/>
                    <a:pt x="1130" y="111"/>
                  </a:cubicBezTo>
                  <a:cubicBezTo>
                    <a:pt x="1128" y="108"/>
                    <a:pt x="1129" y="110"/>
                    <a:pt x="1127" y="110"/>
                  </a:cubicBezTo>
                  <a:cubicBezTo>
                    <a:pt x="1127" y="110"/>
                    <a:pt x="1127" y="112"/>
                    <a:pt x="1126" y="112"/>
                  </a:cubicBezTo>
                  <a:cubicBezTo>
                    <a:pt x="1126" y="112"/>
                    <a:pt x="1125" y="111"/>
                    <a:pt x="1124" y="111"/>
                  </a:cubicBezTo>
                  <a:cubicBezTo>
                    <a:pt x="1123" y="112"/>
                    <a:pt x="1118" y="115"/>
                    <a:pt x="1117" y="113"/>
                  </a:cubicBezTo>
                  <a:cubicBezTo>
                    <a:pt x="1116" y="113"/>
                    <a:pt x="1117" y="106"/>
                    <a:pt x="1117" y="105"/>
                  </a:cubicBezTo>
                  <a:cubicBezTo>
                    <a:pt x="1116" y="102"/>
                    <a:pt x="1116" y="98"/>
                    <a:pt x="1114" y="97"/>
                  </a:cubicBezTo>
                  <a:cubicBezTo>
                    <a:pt x="1113" y="96"/>
                    <a:pt x="1111" y="97"/>
                    <a:pt x="1110" y="96"/>
                  </a:cubicBezTo>
                  <a:cubicBezTo>
                    <a:pt x="1109" y="96"/>
                    <a:pt x="1107" y="96"/>
                    <a:pt x="1107" y="95"/>
                  </a:cubicBezTo>
                  <a:cubicBezTo>
                    <a:pt x="1105" y="93"/>
                    <a:pt x="1102" y="92"/>
                    <a:pt x="1099" y="91"/>
                  </a:cubicBezTo>
                  <a:cubicBezTo>
                    <a:pt x="1095" y="91"/>
                    <a:pt x="1095" y="91"/>
                    <a:pt x="1093" y="87"/>
                  </a:cubicBezTo>
                  <a:cubicBezTo>
                    <a:pt x="1092" y="84"/>
                    <a:pt x="1091" y="83"/>
                    <a:pt x="1088" y="81"/>
                  </a:cubicBezTo>
                  <a:cubicBezTo>
                    <a:pt x="1085" y="79"/>
                    <a:pt x="1084" y="76"/>
                    <a:pt x="1082" y="74"/>
                  </a:cubicBezTo>
                  <a:cubicBezTo>
                    <a:pt x="1080" y="73"/>
                    <a:pt x="1079" y="74"/>
                    <a:pt x="1078" y="72"/>
                  </a:cubicBezTo>
                  <a:cubicBezTo>
                    <a:pt x="1078" y="70"/>
                    <a:pt x="1079" y="70"/>
                    <a:pt x="1078" y="68"/>
                  </a:cubicBezTo>
                  <a:cubicBezTo>
                    <a:pt x="1076" y="65"/>
                    <a:pt x="1073" y="67"/>
                    <a:pt x="1071" y="66"/>
                  </a:cubicBezTo>
                  <a:cubicBezTo>
                    <a:pt x="1067" y="64"/>
                    <a:pt x="1069" y="56"/>
                    <a:pt x="1070" y="53"/>
                  </a:cubicBezTo>
                  <a:cubicBezTo>
                    <a:pt x="1071" y="52"/>
                    <a:pt x="1067" y="51"/>
                    <a:pt x="1067" y="51"/>
                  </a:cubicBezTo>
                  <a:cubicBezTo>
                    <a:pt x="1065" y="50"/>
                    <a:pt x="1065" y="50"/>
                    <a:pt x="1063" y="49"/>
                  </a:cubicBezTo>
                  <a:cubicBezTo>
                    <a:pt x="1063" y="48"/>
                    <a:pt x="1061" y="47"/>
                    <a:pt x="1060" y="47"/>
                  </a:cubicBezTo>
                  <a:cubicBezTo>
                    <a:pt x="1059" y="47"/>
                    <a:pt x="1057" y="47"/>
                    <a:pt x="1056" y="47"/>
                  </a:cubicBezTo>
                  <a:cubicBezTo>
                    <a:pt x="1056" y="46"/>
                    <a:pt x="1052" y="45"/>
                    <a:pt x="1052" y="45"/>
                  </a:cubicBezTo>
                  <a:cubicBezTo>
                    <a:pt x="1051" y="45"/>
                    <a:pt x="1050" y="45"/>
                    <a:pt x="1049" y="46"/>
                  </a:cubicBezTo>
                  <a:cubicBezTo>
                    <a:pt x="1048" y="47"/>
                    <a:pt x="1049" y="49"/>
                    <a:pt x="1049" y="51"/>
                  </a:cubicBezTo>
                  <a:cubicBezTo>
                    <a:pt x="1049" y="51"/>
                    <a:pt x="1048" y="53"/>
                    <a:pt x="1047" y="54"/>
                  </a:cubicBezTo>
                  <a:cubicBezTo>
                    <a:pt x="1046" y="56"/>
                    <a:pt x="1044" y="57"/>
                    <a:pt x="1043" y="59"/>
                  </a:cubicBezTo>
                  <a:cubicBezTo>
                    <a:pt x="1040" y="62"/>
                    <a:pt x="1042" y="63"/>
                    <a:pt x="1037" y="64"/>
                  </a:cubicBezTo>
                  <a:cubicBezTo>
                    <a:pt x="1035" y="64"/>
                    <a:pt x="1037" y="66"/>
                    <a:pt x="1035" y="66"/>
                  </a:cubicBezTo>
                  <a:cubicBezTo>
                    <a:pt x="1033" y="67"/>
                    <a:pt x="1032" y="65"/>
                    <a:pt x="1031" y="64"/>
                  </a:cubicBezTo>
                  <a:cubicBezTo>
                    <a:pt x="1029" y="62"/>
                    <a:pt x="1027" y="61"/>
                    <a:pt x="1025" y="60"/>
                  </a:cubicBezTo>
                  <a:cubicBezTo>
                    <a:pt x="1022" y="58"/>
                    <a:pt x="1022" y="57"/>
                    <a:pt x="1018" y="57"/>
                  </a:cubicBezTo>
                  <a:cubicBezTo>
                    <a:pt x="1015" y="58"/>
                    <a:pt x="1011" y="58"/>
                    <a:pt x="1009" y="56"/>
                  </a:cubicBezTo>
                  <a:cubicBezTo>
                    <a:pt x="1007" y="55"/>
                    <a:pt x="1008" y="51"/>
                    <a:pt x="1004" y="54"/>
                  </a:cubicBezTo>
                  <a:cubicBezTo>
                    <a:pt x="1002" y="55"/>
                    <a:pt x="1002" y="58"/>
                    <a:pt x="1000" y="60"/>
                  </a:cubicBezTo>
                  <a:cubicBezTo>
                    <a:pt x="999" y="61"/>
                    <a:pt x="998" y="61"/>
                    <a:pt x="997" y="62"/>
                  </a:cubicBezTo>
                  <a:cubicBezTo>
                    <a:pt x="996" y="63"/>
                    <a:pt x="996" y="64"/>
                    <a:pt x="994" y="64"/>
                  </a:cubicBezTo>
                  <a:cubicBezTo>
                    <a:pt x="993" y="65"/>
                    <a:pt x="992" y="64"/>
                    <a:pt x="990" y="66"/>
                  </a:cubicBezTo>
                  <a:cubicBezTo>
                    <a:pt x="989" y="66"/>
                    <a:pt x="989" y="68"/>
                    <a:pt x="988" y="69"/>
                  </a:cubicBezTo>
                  <a:cubicBezTo>
                    <a:pt x="985" y="71"/>
                    <a:pt x="984" y="70"/>
                    <a:pt x="982" y="68"/>
                  </a:cubicBezTo>
                  <a:cubicBezTo>
                    <a:pt x="981" y="67"/>
                    <a:pt x="981" y="66"/>
                    <a:pt x="978" y="66"/>
                  </a:cubicBezTo>
                  <a:cubicBezTo>
                    <a:pt x="977" y="65"/>
                    <a:pt x="976" y="66"/>
                    <a:pt x="975" y="66"/>
                  </a:cubicBezTo>
                  <a:cubicBezTo>
                    <a:pt x="972" y="66"/>
                    <a:pt x="973" y="66"/>
                    <a:pt x="971" y="64"/>
                  </a:cubicBezTo>
                  <a:cubicBezTo>
                    <a:pt x="970" y="64"/>
                    <a:pt x="968" y="61"/>
                    <a:pt x="968" y="61"/>
                  </a:cubicBezTo>
                  <a:cubicBezTo>
                    <a:pt x="966" y="60"/>
                    <a:pt x="965" y="62"/>
                    <a:pt x="965" y="61"/>
                  </a:cubicBezTo>
                  <a:cubicBezTo>
                    <a:pt x="964" y="61"/>
                    <a:pt x="962" y="58"/>
                    <a:pt x="962" y="57"/>
                  </a:cubicBezTo>
                  <a:cubicBezTo>
                    <a:pt x="961" y="54"/>
                    <a:pt x="964" y="53"/>
                    <a:pt x="959" y="52"/>
                  </a:cubicBezTo>
                  <a:cubicBezTo>
                    <a:pt x="957" y="52"/>
                    <a:pt x="955" y="54"/>
                    <a:pt x="952" y="52"/>
                  </a:cubicBezTo>
                  <a:cubicBezTo>
                    <a:pt x="949" y="51"/>
                    <a:pt x="946" y="49"/>
                    <a:pt x="946" y="45"/>
                  </a:cubicBezTo>
                  <a:cubicBezTo>
                    <a:pt x="946" y="43"/>
                    <a:pt x="948" y="40"/>
                    <a:pt x="946" y="38"/>
                  </a:cubicBezTo>
                  <a:cubicBezTo>
                    <a:pt x="944" y="36"/>
                    <a:pt x="943" y="38"/>
                    <a:pt x="942" y="36"/>
                  </a:cubicBezTo>
                  <a:cubicBezTo>
                    <a:pt x="941" y="35"/>
                    <a:pt x="942" y="33"/>
                    <a:pt x="941" y="32"/>
                  </a:cubicBezTo>
                  <a:cubicBezTo>
                    <a:pt x="938" y="30"/>
                    <a:pt x="935" y="32"/>
                    <a:pt x="932" y="29"/>
                  </a:cubicBezTo>
                  <a:cubicBezTo>
                    <a:pt x="931" y="28"/>
                    <a:pt x="931" y="26"/>
                    <a:pt x="929" y="25"/>
                  </a:cubicBezTo>
                  <a:cubicBezTo>
                    <a:pt x="927" y="23"/>
                    <a:pt x="926" y="23"/>
                    <a:pt x="925" y="20"/>
                  </a:cubicBezTo>
                  <a:cubicBezTo>
                    <a:pt x="924" y="18"/>
                    <a:pt x="919" y="17"/>
                    <a:pt x="917" y="16"/>
                  </a:cubicBezTo>
                  <a:cubicBezTo>
                    <a:pt x="910" y="13"/>
                    <a:pt x="906" y="10"/>
                    <a:pt x="899" y="14"/>
                  </a:cubicBezTo>
                  <a:cubicBezTo>
                    <a:pt x="894" y="16"/>
                    <a:pt x="892" y="24"/>
                    <a:pt x="887" y="21"/>
                  </a:cubicBezTo>
                  <a:cubicBezTo>
                    <a:pt x="884" y="20"/>
                    <a:pt x="884" y="18"/>
                    <a:pt x="880" y="19"/>
                  </a:cubicBezTo>
                  <a:cubicBezTo>
                    <a:pt x="877" y="19"/>
                    <a:pt x="875" y="20"/>
                    <a:pt x="872" y="21"/>
                  </a:cubicBezTo>
                  <a:cubicBezTo>
                    <a:pt x="867" y="22"/>
                    <a:pt x="867" y="20"/>
                    <a:pt x="865" y="17"/>
                  </a:cubicBezTo>
                  <a:cubicBezTo>
                    <a:pt x="862" y="14"/>
                    <a:pt x="860" y="16"/>
                    <a:pt x="857" y="15"/>
                  </a:cubicBezTo>
                  <a:cubicBezTo>
                    <a:pt x="855" y="15"/>
                    <a:pt x="854" y="13"/>
                    <a:pt x="853" y="12"/>
                  </a:cubicBezTo>
                  <a:cubicBezTo>
                    <a:pt x="853" y="12"/>
                    <a:pt x="851" y="10"/>
                    <a:pt x="851" y="10"/>
                  </a:cubicBezTo>
                  <a:cubicBezTo>
                    <a:pt x="848" y="8"/>
                    <a:pt x="847" y="9"/>
                    <a:pt x="844" y="10"/>
                  </a:cubicBezTo>
                  <a:cubicBezTo>
                    <a:pt x="843" y="11"/>
                    <a:pt x="842" y="11"/>
                    <a:pt x="840" y="12"/>
                  </a:cubicBezTo>
                  <a:cubicBezTo>
                    <a:pt x="839" y="12"/>
                    <a:pt x="839" y="10"/>
                    <a:pt x="838" y="10"/>
                  </a:cubicBezTo>
                  <a:cubicBezTo>
                    <a:pt x="836" y="10"/>
                    <a:pt x="838" y="10"/>
                    <a:pt x="836" y="11"/>
                  </a:cubicBezTo>
                  <a:cubicBezTo>
                    <a:pt x="831" y="11"/>
                    <a:pt x="831" y="11"/>
                    <a:pt x="831" y="11"/>
                  </a:cubicBezTo>
                  <a:cubicBezTo>
                    <a:pt x="829" y="10"/>
                    <a:pt x="829" y="12"/>
                    <a:pt x="828" y="12"/>
                  </a:cubicBezTo>
                  <a:cubicBezTo>
                    <a:pt x="826" y="11"/>
                    <a:pt x="827" y="8"/>
                    <a:pt x="824" y="7"/>
                  </a:cubicBezTo>
                  <a:cubicBezTo>
                    <a:pt x="826" y="11"/>
                    <a:pt x="822" y="7"/>
                    <a:pt x="821" y="6"/>
                  </a:cubicBezTo>
                  <a:cubicBezTo>
                    <a:pt x="819" y="5"/>
                    <a:pt x="816" y="5"/>
                    <a:pt x="815" y="4"/>
                  </a:cubicBezTo>
                  <a:cubicBezTo>
                    <a:pt x="814" y="3"/>
                    <a:pt x="814" y="0"/>
                    <a:pt x="811" y="0"/>
                  </a:cubicBezTo>
                  <a:cubicBezTo>
                    <a:pt x="810" y="0"/>
                    <a:pt x="811" y="2"/>
                    <a:pt x="810" y="2"/>
                  </a:cubicBezTo>
                  <a:cubicBezTo>
                    <a:pt x="809" y="2"/>
                    <a:pt x="807" y="1"/>
                    <a:pt x="807" y="1"/>
                  </a:cubicBezTo>
                  <a:cubicBezTo>
                    <a:pt x="802" y="3"/>
                    <a:pt x="800" y="4"/>
                    <a:pt x="798" y="8"/>
                  </a:cubicBezTo>
                  <a:cubicBezTo>
                    <a:pt x="797" y="10"/>
                    <a:pt x="797" y="12"/>
                    <a:pt x="797" y="14"/>
                  </a:cubicBezTo>
                  <a:cubicBezTo>
                    <a:pt x="797" y="15"/>
                    <a:pt x="799" y="15"/>
                    <a:pt x="799" y="16"/>
                  </a:cubicBezTo>
                  <a:cubicBezTo>
                    <a:pt x="799" y="17"/>
                    <a:pt x="798" y="18"/>
                    <a:pt x="797" y="19"/>
                  </a:cubicBezTo>
                  <a:cubicBezTo>
                    <a:pt x="796" y="22"/>
                    <a:pt x="796" y="22"/>
                    <a:pt x="792" y="24"/>
                  </a:cubicBezTo>
                  <a:cubicBezTo>
                    <a:pt x="789" y="24"/>
                    <a:pt x="787" y="23"/>
                    <a:pt x="786" y="24"/>
                  </a:cubicBezTo>
                  <a:cubicBezTo>
                    <a:pt x="783" y="25"/>
                    <a:pt x="784" y="27"/>
                    <a:pt x="781" y="27"/>
                  </a:cubicBezTo>
                  <a:cubicBezTo>
                    <a:pt x="777" y="27"/>
                    <a:pt x="777" y="25"/>
                    <a:pt x="773" y="26"/>
                  </a:cubicBezTo>
                  <a:cubicBezTo>
                    <a:pt x="770" y="27"/>
                    <a:pt x="767" y="29"/>
                    <a:pt x="764" y="29"/>
                  </a:cubicBezTo>
                  <a:cubicBezTo>
                    <a:pt x="762" y="30"/>
                    <a:pt x="760" y="30"/>
                    <a:pt x="758" y="29"/>
                  </a:cubicBezTo>
                  <a:cubicBezTo>
                    <a:pt x="755" y="29"/>
                    <a:pt x="758" y="28"/>
                    <a:pt x="757" y="27"/>
                  </a:cubicBezTo>
                  <a:cubicBezTo>
                    <a:pt x="757" y="26"/>
                    <a:pt x="755" y="25"/>
                    <a:pt x="754" y="24"/>
                  </a:cubicBezTo>
                  <a:cubicBezTo>
                    <a:pt x="754" y="24"/>
                    <a:pt x="755" y="23"/>
                    <a:pt x="754" y="23"/>
                  </a:cubicBezTo>
                  <a:cubicBezTo>
                    <a:pt x="754" y="23"/>
                    <a:pt x="752" y="23"/>
                    <a:pt x="752" y="22"/>
                  </a:cubicBezTo>
                  <a:cubicBezTo>
                    <a:pt x="750" y="21"/>
                    <a:pt x="749" y="19"/>
                    <a:pt x="746" y="18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0" name="Freeform 121">
              <a:extLst>
                <a:ext uri="{FF2B5EF4-FFF2-40B4-BE49-F238E27FC236}">
                  <a16:creationId xmlns:a16="http://schemas.microsoft.com/office/drawing/2014/main" id="{6438E036-6AA1-45D9-90DB-FE69D1AC6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2113" y="3078163"/>
              <a:ext cx="523875" cy="644525"/>
            </a:xfrm>
            <a:custGeom>
              <a:avLst/>
              <a:gdLst>
                <a:gd name="T0" fmla="*/ 14 w 464"/>
                <a:gd name="T1" fmla="*/ 512 h 571"/>
                <a:gd name="T2" fmla="*/ 43 w 464"/>
                <a:gd name="T3" fmla="*/ 471 h 571"/>
                <a:gd name="T4" fmla="*/ 24 w 464"/>
                <a:gd name="T5" fmla="*/ 429 h 571"/>
                <a:gd name="T6" fmla="*/ 53 w 464"/>
                <a:gd name="T7" fmla="*/ 390 h 571"/>
                <a:gd name="T8" fmla="*/ 86 w 464"/>
                <a:gd name="T9" fmla="*/ 361 h 571"/>
                <a:gd name="T10" fmla="*/ 125 w 464"/>
                <a:gd name="T11" fmla="*/ 391 h 571"/>
                <a:gd name="T12" fmla="*/ 158 w 464"/>
                <a:gd name="T13" fmla="*/ 379 h 571"/>
                <a:gd name="T14" fmla="*/ 183 w 464"/>
                <a:gd name="T15" fmla="*/ 387 h 571"/>
                <a:gd name="T16" fmla="*/ 198 w 464"/>
                <a:gd name="T17" fmla="*/ 345 h 571"/>
                <a:gd name="T18" fmla="*/ 195 w 464"/>
                <a:gd name="T19" fmla="*/ 277 h 571"/>
                <a:gd name="T20" fmla="*/ 176 w 464"/>
                <a:gd name="T21" fmla="*/ 215 h 571"/>
                <a:gd name="T22" fmla="*/ 192 w 464"/>
                <a:gd name="T23" fmla="*/ 174 h 571"/>
                <a:gd name="T24" fmla="*/ 152 w 464"/>
                <a:gd name="T25" fmla="*/ 166 h 571"/>
                <a:gd name="T26" fmla="*/ 121 w 464"/>
                <a:gd name="T27" fmla="*/ 139 h 571"/>
                <a:gd name="T28" fmla="*/ 165 w 464"/>
                <a:gd name="T29" fmla="*/ 101 h 571"/>
                <a:gd name="T30" fmla="*/ 226 w 464"/>
                <a:gd name="T31" fmla="*/ 106 h 571"/>
                <a:gd name="T32" fmla="*/ 291 w 464"/>
                <a:gd name="T33" fmla="*/ 121 h 571"/>
                <a:gd name="T34" fmla="*/ 308 w 464"/>
                <a:gd name="T35" fmla="*/ 99 h 571"/>
                <a:gd name="T36" fmla="*/ 348 w 464"/>
                <a:gd name="T37" fmla="*/ 13 h 571"/>
                <a:gd name="T38" fmla="*/ 401 w 464"/>
                <a:gd name="T39" fmla="*/ 7 h 571"/>
                <a:gd name="T40" fmla="*/ 457 w 464"/>
                <a:gd name="T41" fmla="*/ 12 h 571"/>
                <a:gd name="T42" fmla="*/ 434 w 464"/>
                <a:gd name="T43" fmla="*/ 98 h 571"/>
                <a:gd name="T44" fmla="*/ 420 w 464"/>
                <a:gd name="T45" fmla="*/ 194 h 571"/>
                <a:gd name="T46" fmla="*/ 372 w 464"/>
                <a:gd name="T47" fmla="*/ 317 h 571"/>
                <a:gd name="T48" fmla="*/ 312 w 464"/>
                <a:gd name="T49" fmla="*/ 471 h 571"/>
                <a:gd name="T50" fmla="*/ 236 w 464"/>
                <a:gd name="T51" fmla="*/ 547 h 571"/>
                <a:gd name="T52" fmla="*/ 201 w 464"/>
                <a:gd name="T53" fmla="*/ 529 h 571"/>
                <a:gd name="T54" fmla="*/ 161 w 464"/>
                <a:gd name="T55" fmla="*/ 551 h 571"/>
                <a:gd name="T56" fmla="*/ 120 w 464"/>
                <a:gd name="T57" fmla="*/ 545 h 571"/>
                <a:gd name="T58" fmla="*/ 69 w 464"/>
                <a:gd name="T59" fmla="*/ 562 h 571"/>
                <a:gd name="T60" fmla="*/ 73 w 464"/>
                <a:gd name="T61" fmla="*/ 547 h 571"/>
                <a:gd name="T62" fmla="*/ 130 w 464"/>
                <a:gd name="T63" fmla="*/ 537 h 571"/>
                <a:gd name="T64" fmla="*/ 174 w 464"/>
                <a:gd name="T65" fmla="*/ 528 h 571"/>
                <a:gd name="T66" fmla="*/ 206 w 464"/>
                <a:gd name="T67" fmla="*/ 537 h 571"/>
                <a:gd name="T68" fmla="*/ 256 w 464"/>
                <a:gd name="T69" fmla="*/ 515 h 571"/>
                <a:gd name="T70" fmla="*/ 306 w 464"/>
                <a:gd name="T71" fmla="*/ 429 h 571"/>
                <a:gd name="T72" fmla="*/ 400 w 464"/>
                <a:gd name="T73" fmla="*/ 248 h 571"/>
                <a:gd name="T74" fmla="*/ 415 w 464"/>
                <a:gd name="T75" fmla="*/ 159 h 571"/>
                <a:gd name="T76" fmla="*/ 448 w 464"/>
                <a:gd name="T77" fmla="*/ 49 h 571"/>
                <a:gd name="T78" fmla="*/ 433 w 464"/>
                <a:gd name="T79" fmla="*/ 25 h 571"/>
                <a:gd name="T80" fmla="*/ 389 w 464"/>
                <a:gd name="T81" fmla="*/ 11 h 571"/>
                <a:gd name="T82" fmla="*/ 343 w 464"/>
                <a:gd name="T83" fmla="*/ 21 h 571"/>
                <a:gd name="T84" fmla="*/ 309 w 464"/>
                <a:gd name="T85" fmla="*/ 108 h 571"/>
                <a:gd name="T86" fmla="*/ 295 w 464"/>
                <a:gd name="T87" fmla="*/ 134 h 571"/>
                <a:gd name="T88" fmla="*/ 250 w 464"/>
                <a:gd name="T89" fmla="*/ 118 h 571"/>
                <a:gd name="T90" fmla="*/ 208 w 464"/>
                <a:gd name="T91" fmla="*/ 111 h 571"/>
                <a:gd name="T92" fmla="*/ 133 w 464"/>
                <a:gd name="T93" fmla="*/ 123 h 571"/>
                <a:gd name="T94" fmla="*/ 157 w 464"/>
                <a:gd name="T95" fmla="*/ 152 h 571"/>
                <a:gd name="T96" fmla="*/ 210 w 464"/>
                <a:gd name="T97" fmla="*/ 181 h 571"/>
                <a:gd name="T98" fmla="*/ 179 w 464"/>
                <a:gd name="T99" fmla="*/ 248 h 571"/>
                <a:gd name="T100" fmla="*/ 208 w 464"/>
                <a:gd name="T101" fmla="*/ 305 h 571"/>
                <a:gd name="T102" fmla="*/ 208 w 464"/>
                <a:gd name="T103" fmla="*/ 362 h 571"/>
                <a:gd name="T104" fmla="*/ 181 w 464"/>
                <a:gd name="T105" fmla="*/ 408 h 571"/>
                <a:gd name="T106" fmla="*/ 145 w 464"/>
                <a:gd name="T107" fmla="*/ 404 h 571"/>
                <a:gd name="T108" fmla="*/ 106 w 464"/>
                <a:gd name="T109" fmla="*/ 381 h 571"/>
                <a:gd name="T110" fmla="*/ 81 w 464"/>
                <a:gd name="T111" fmla="*/ 399 h 571"/>
                <a:gd name="T112" fmla="*/ 39 w 464"/>
                <a:gd name="T113" fmla="*/ 412 h 571"/>
                <a:gd name="T114" fmla="*/ 56 w 464"/>
                <a:gd name="T115" fmla="*/ 464 h 571"/>
                <a:gd name="T116" fmla="*/ 15 w 464"/>
                <a:gd name="T117" fmla="*/ 483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4" h="571">
                  <a:moveTo>
                    <a:pt x="57" y="571"/>
                  </a:moveTo>
                  <a:cubicBezTo>
                    <a:pt x="56" y="571"/>
                    <a:pt x="55" y="570"/>
                    <a:pt x="55" y="570"/>
                  </a:cubicBezTo>
                  <a:cubicBezTo>
                    <a:pt x="52" y="569"/>
                    <a:pt x="50" y="567"/>
                    <a:pt x="48" y="563"/>
                  </a:cubicBezTo>
                  <a:cubicBezTo>
                    <a:pt x="48" y="562"/>
                    <a:pt x="47" y="561"/>
                    <a:pt x="47" y="561"/>
                  </a:cubicBezTo>
                  <a:cubicBezTo>
                    <a:pt x="47" y="560"/>
                    <a:pt x="46" y="560"/>
                    <a:pt x="45" y="559"/>
                  </a:cubicBezTo>
                  <a:cubicBezTo>
                    <a:pt x="43" y="556"/>
                    <a:pt x="39" y="553"/>
                    <a:pt x="40" y="549"/>
                  </a:cubicBezTo>
                  <a:cubicBezTo>
                    <a:pt x="40" y="548"/>
                    <a:pt x="40" y="548"/>
                    <a:pt x="40" y="548"/>
                  </a:cubicBezTo>
                  <a:cubicBezTo>
                    <a:pt x="39" y="547"/>
                    <a:pt x="39" y="547"/>
                    <a:pt x="38" y="546"/>
                  </a:cubicBezTo>
                  <a:cubicBezTo>
                    <a:pt x="37" y="542"/>
                    <a:pt x="38" y="540"/>
                    <a:pt x="39" y="539"/>
                  </a:cubicBezTo>
                  <a:cubicBezTo>
                    <a:pt x="38" y="536"/>
                    <a:pt x="34" y="533"/>
                    <a:pt x="32" y="531"/>
                  </a:cubicBezTo>
                  <a:cubicBezTo>
                    <a:pt x="30" y="530"/>
                    <a:pt x="29" y="529"/>
                    <a:pt x="28" y="528"/>
                  </a:cubicBezTo>
                  <a:cubicBezTo>
                    <a:pt x="25" y="525"/>
                    <a:pt x="23" y="523"/>
                    <a:pt x="20" y="521"/>
                  </a:cubicBezTo>
                  <a:cubicBezTo>
                    <a:pt x="18" y="519"/>
                    <a:pt x="18" y="519"/>
                    <a:pt x="18" y="519"/>
                  </a:cubicBezTo>
                  <a:cubicBezTo>
                    <a:pt x="16" y="516"/>
                    <a:pt x="15" y="514"/>
                    <a:pt x="14" y="512"/>
                  </a:cubicBezTo>
                  <a:cubicBezTo>
                    <a:pt x="14" y="511"/>
                    <a:pt x="13" y="511"/>
                    <a:pt x="13" y="510"/>
                  </a:cubicBezTo>
                  <a:cubicBezTo>
                    <a:pt x="12" y="508"/>
                    <a:pt x="10" y="507"/>
                    <a:pt x="8" y="506"/>
                  </a:cubicBezTo>
                  <a:cubicBezTo>
                    <a:pt x="5" y="503"/>
                    <a:pt x="0" y="500"/>
                    <a:pt x="0" y="495"/>
                  </a:cubicBezTo>
                  <a:cubicBezTo>
                    <a:pt x="0" y="489"/>
                    <a:pt x="5" y="480"/>
                    <a:pt x="8" y="476"/>
                  </a:cubicBezTo>
                  <a:cubicBezTo>
                    <a:pt x="11" y="473"/>
                    <a:pt x="13" y="472"/>
                    <a:pt x="16" y="471"/>
                  </a:cubicBezTo>
                  <a:cubicBezTo>
                    <a:pt x="17" y="470"/>
                    <a:pt x="18" y="470"/>
                    <a:pt x="19" y="470"/>
                  </a:cubicBezTo>
                  <a:cubicBezTo>
                    <a:pt x="19" y="470"/>
                    <a:pt x="20" y="469"/>
                    <a:pt x="20" y="468"/>
                  </a:cubicBezTo>
                  <a:cubicBezTo>
                    <a:pt x="23" y="466"/>
                    <a:pt x="25" y="465"/>
                    <a:pt x="27" y="465"/>
                  </a:cubicBezTo>
                  <a:cubicBezTo>
                    <a:pt x="33" y="465"/>
                    <a:pt x="36" y="470"/>
                    <a:pt x="38" y="473"/>
                  </a:cubicBezTo>
                  <a:cubicBezTo>
                    <a:pt x="38" y="474"/>
                    <a:pt x="39" y="475"/>
                    <a:pt x="39" y="476"/>
                  </a:cubicBezTo>
                  <a:cubicBezTo>
                    <a:pt x="40" y="476"/>
                    <a:pt x="40" y="476"/>
                    <a:pt x="40" y="476"/>
                  </a:cubicBezTo>
                  <a:cubicBezTo>
                    <a:pt x="40" y="476"/>
                    <a:pt x="40" y="477"/>
                    <a:pt x="40" y="477"/>
                  </a:cubicBezTo>
                  <a:cubicBezTo>
                    <a:pt x="41" y="477"/>
                    <a:pt x="43" y="477"/>
                    <a:pt x="44" y="477"/>
                  </a:cubicBezTo>
                  <a:cubicBezTo>
                    <a:pt x="43" y="476"/>
                    <a:pt x="42" y="473"/>
                    <a:pt x="43" y="471"/>
                  </a:cubicBezTo>
                  <a:cubicBezTo>
                    <a:pt x="43" y="468"/>
                    <a:pt x="44" y="466"/>
                    <a:pt x="45" y="464"/>
                  </a:cubicBezTo>
                  <a:cubicBezTo>
                    <a:pt x="46" y="462"/>
                    <a:pt x="46" y="462"/>
                    <a:pt x="46" y="462"/>
                  </a:cubicBezTo>
                  <a:cubicBezTo>
                    <a:pt x="46" y="461"/>
                    <a:pt x="47" y="460"/>
                    <a:pt x="48" y="459"/>
                  </a:cubicBezTo>
                  <a:cubicBezTo>
                    <a:pt x="47" y="459"/>
                    <a:pt x="45" y="458"/>
                    <a:pt x="44" y="457"/>
                  </a:cubicBezTo>
                  <a:cubicBezTo>
                    <a:pt x="43" y="456"/>
                    <a:pt x="42" y="455"/>
                    <a:pt x="41" y="455"/>
                  </a:cubicBezTo>
                  <a:cubicBezTo>
                    <a:pt x="39" y="454"/>
                    <a:pt x="38" y="453"/>
                    <a:pt x="37" y="452"/>
                  </a:cubicBezTo>
                  <a:cubicBezTo>
                    <a:pt x="34" y="450"/>
                    <a:pt x="34" y="447"/>
                    <a:pt x="34" y="445"/>
                  </a:cubicBezTo>
                  <a:cubicBezTo>
                    <a:pt x="34" y="445"/>
                    <a:pt x="34" y="444"/>
                    <a:pt x="34" y="444"/>
                  </a:cubicBezTo>
                  <a:cubicBezTo>
                    <a:pt x="34" y="440"/>
                    <a:pt x="35" y="437"/>
                    <a:pt x="37" y="436"/>
                  </a:cubicBezTo>
                  <a:cubicBezTo>
                    <a:pt x="37" y="435"/>
                    <a:pt x="36" y="434"/>
                    <a:pt x="35" y="433"/>
                  </a:cubicBezTo>
                  <a:cubicBezTo>
                    <a:pt x="35" y="432"/>
                    <a:pt x="34" y="432"/>
                    <a:pt x="34" y="431"/>
                  </a:cubicBezTo>
                  <a:cubicBezTo>
                    <a:pt x="33" y="432"/>
                    <a:pt x="31" y="433"/>
                    <a:pt x="30" y="433"/>
                  </a:cubicBezTo>
                  <a:cubicBezTo>
                    <a:pt x="29" y="433"/>
                    <a:pt x="28" y="433"/>
                    <a:pt x="27" y="432"/>
                  </a:cubicBezTo>
                  <a:cubicBezTo>
                    <a:pt x="26" y="432"/>
                    <a:pt x="25" y="431"/>
                    <a:pt x="24" y="429"/>
                  </a:cubicBezTo>
                  <a:cubicBezTo>
                    <a:pt x="23" y="426"/>
                    <a:pt x="25" y="422"/>
                    <a:pt x="28" y="416"/>
                  </a:cubicBezTo>
                  <a:cubicBezTo>
                    <a:pt x="29" y="414"/>
                    <a:pt x="30" y="412"/>
                    <a:pt x="30" y="411"/>
                  </a:cubicBezTo>
                  <a:cubicBezTo>
                    <a:pt x="30" y="411"/>
                    <a:pt x="30" y="411"/>
                    <a:pt x="29" y="410"/>
                  </a:cubicBezTo>
                  <a:cubicBezTo>
                    <a:pt x="28" y="409"/>
                    <a:pt x="28" y="407"/>
                    <a:pt x="27" y="406"/>
                  </a:cubicBezTo>
                  <a:cubicBezTo>
                    <a:pt x="27" y="403"/>
                    <a:pt x="27" y="398"/>
                    <a:pt x="27" y="396"/>
                  </a:cubicBezTo>
                  <a:cubicBezTo>
                    <a:pt x="26" y="396"/>
                    <a:pt x="26" y="393"/>
                    <a:pt x="27" y="391"/>
                  </a:cubicBezTo>
                  <a:cubicBezTo>
                    <a:pt x="29" y="389"/>
                    <a:pt x="31" y="389"/>
                    <a:pt x="32" y="389"/>
                  </a:cubicBezTo>
                  <a:cubicBezTo>
                    <a:pt x="32" y="389"/>
                    <a:pt x="32" y="389"/>
                    <a:pt x="32" y="389"/>
                  </a:cubicBezTo>
                  <a:cubicBezTo>
                    <a:pt x="34" y="389"/>
                    <a:pt x="38" y="390"/>
                    <a:pt x="39" y="391"/>
                  </a:cubicBezTo>
                  <a:cubicBezTo>
                    <a:pt x="40" y="392"/>
                    <a:pt x="41" y="393"/>
                    <a:pt x="41" y="393"/>
                  </a:cubicBezTo>
                  <a:cubicBezTo>
                    <a:pt x="43" y="393"/>
                    <a:pt x="44" y="392"/>
                    <a:pt x="46" y="391"/>
                  </a:cubicBezTo>
                  <a:cubicBezTo>
                    <a:pt x="48" y="391"/>
                    <a:pt x="48" y="391"/>
                    <a:pt x="48" y="391"/>
                  </a:cubicBezTo>
                  <a:cubicBezTo>
                    <a:pt x="49" y="390"/>
                    <a:pt x="50" y="390"/>
                    <a:pt x="51" y="390"/>
                  </a:cubicBezTo>
                  <a:cubicBezTo>
                    <a:pt x="52" y="390"/>
                    <a:pt x="52" y="390"/>
                    <a:pt x="53" y="390"/>
                  </a:cubicBezTo>
                  <a:cubicBezTo>
                    <a:pt x="53" y="390"/>
                    <a:pt x="54" y="389"/>
                    <a:pt x="54" y="389"/>
                  </a:cubicBezTo>
                  <a:cubicBezTo>
                    <a:pt x="56" y="389"/>
                    <a:pt x="58" y="391"/>
                    <a:pt x="58" y="392"/>
                  </a:cubicBezTo>
                  <a:cubicBezTo>
                    <a:pt x="59" y="392"/>
                    <a:pt x="59" y="392"/>
                    <a:pt x="59" y="392"/>
                  </a:cubicBezTo>
                  <a:cubicBezTo>
                    <a:pt x="60" y="393"/>
                    <a:pt x="60" y="394"/>
                    <a:pt x="61" y="394"/>
                  </a:cubicBezTo>
                  <a:cubicBezTo>
                    <a:pt x="61" y="394"/>
                    <a:pt x="61" y="394"/>
                    <a:pt x="61" y="394"/>
                  </a:cubicBezTo>
                  <a:cubicBezTo>
                    <a:pt x="65" y="394"/>
                    <a:pt x="72" y="392"/>
                    <a:pt x="76" y="391"/>
                  </a:cubicBezTo>
                  <a:cubicBezTo>
                    <a:pt x="78" y="390"/>
                    <a:pt x="78" y="390"/>
                    <a:pt x="78" y="390"/>
                  </a:cubicBezTo>
                  <a:cubicBezTo>
                    <a:pt x="81" y="389"/>
                    <a:pt x="81" y="389"/>
                    <a:pt x="82" y="385"/>
                  </a:cubicBezTo>
                  <a:cubicBezTo>
                    <a:pt x="82" y="384"/>
                    <a:pt x="82" y="384"/>
                    <a:pt x="82" y="382"/>
                  </a:cubicBezTo>
                  <a:cubicBezTo>
                    <a:pt x="82" y="382"/>
                    <a:pt x="82" y="382"/>
                    <a:pt x="83" y="381"/>
                  </a:cubicBezTo>
                  <a:cubicBezTo>
                    <a:pt x="82" y="381"/>
                    <a:pt x="82" y="380"/>
                    <a:pt x="81" y="380"/>
                  </a:cubicBezTo>
                  <a:cubicBezTo>
                    <a:pt x="79" y="377"/>
                    <a:pt x="76" y="366"/>
                    <a:pt x="81" y="361"/>
                  </a:cubicBezTo>
                  <a:cubicBezTo>
                    <a:pt x="82" y="360"/>
                    <a:pt x="83" y="360"/>
                    <a:pt x="85" y="360"/>
                  </a:cubicBezTo>
                  <a:cubicBezTo>
                    <a:pt x="85" y="360"/>
                    <a:pt x="86" y="360"/>
                    <a:pt x="86" y="361"/>
                  </a:cubicBezTo>
                  <a:cubicBezTo>
                    <a:pt x="88" y="359"/>
                    <a:pt x="91" y="356"/>
                    <a:pt x="94" y="357"/>
                  </a:cubicBezTo>
                  <a:cubicBezTo>
                    <a:pt x="99" y="357"/>
                    <a:pt x="101" y="359"/>
                    <a:pt x="104" y="361"/>
                  </a:cubicBezTo>
                  <a:cubicBezTo>
                    <a:pt x="105" y="362"/>
                    <a:pt x="105" y="362"/>
                    <a:pt x="105" y="362"/>
                  </a:cubicBezTo>
                  <a:cubicBezTo>
                    <a:pt x="109" y="362"/>
                    <a:pt x="110" y="365"/>
                    <a:pt x="111" y="366"/>
                  </a:cubicBezTo>
                  <a:cubicBezTo>
                    <a:pt x="111" y="368"/>
                    <a:pt x="112" y="369"/>
                    <a:pt x="112" y="371"/>
                  </a:cubicBezTo>
                  <a:cubicBezTo>
                    <a:pt x="112" y="371"/>
                    <a:pt x="113" y="372"/>
                    <a:pt x="114" y="374"/>
                  </a:cubicBezTo>
                  <a:cubicBezTo>
                    <a:pt x="114" y="375"/>
                    <a:pt x="115" y="376"/>
                    <a:pt x="115" y="377"/>
                  </a:cubicBezTo>
                  <a:cubicBezTo>
                    <a:pt x="115" y="377"/>
                    <a:pt x="115" y="378"/>
                    <a:pt x="116" y="379"/>
                  </a:cubicBezTo>
                  <a:cubicBezTo>
                    <a:pt x="116" y="379"/>
                    <a:pt x="116" y="379"/>
                    <a:pt x="116" y="380"/>
                  </a:cubicBezTo>
                  <a:cubicBezTo>
                    <a:pt x="117" y="380"/>
                    <a:pt x="119" y="381"/>
                    <a:pt x="119" y="382"/>
                  </a:cubicBezTo>
                  <a:cubicBezTo>
                    <a:pt x="120" y="383"/>
                    <a:pt x="120" y="383"/>
                    <a:pt x="120" y="383"/>
                  </a:cubicBezTo>
                  <a:cubicBezTo>
                    <a:pt x="120" y="384"/>
                    <a:pt x="121" y="385"/>
                    <a:pt x="122" y="386"/>
                  </a:cubicBezTo>
                  <a:cubicBezTo>
                    <a:pt x="122" y="388"/>
                    <a:pt x="122" y="389"/>
                    <a:pt x="122" y="390"/>
                  </a:cubicBezTo>
                  <a:cubicBezTo>
                    <a:pt x="123" y="390"/>
                    <a:pt x="124" y="390"/>
                    <a:pt x="125" y="391"/>
                  </a:cubicBezTo>
                  <a:cubicBezTo>
                    <a:pt x="125" y="391"/>
                    <a:pt x="125" y="391"/>
                    <a:pt x="125" y="391"/>
                  </a:cubicBezTo>
                  <a:cubicBezTo>
                    <a:pt x="126" y="391"/>
                    <a:pt x="127" y="391"/>
                    <a:pt x="128" y="391"/>
                  </a:cubicBezTo>
                  <a:cubicBezTo>
                    <a:pt x="130" y="391"/>
                    <a:pt x="132" y="391"/>
                    <a:pt x="134" y="392"/>
                  </a:cubicBezTo>
                  <a:cubicBezTo>
                    <a:pt x="135" y="393"/>
                    <a:pt x="136" y="393"/>
                    <a:pt x="138" y="394"/>
                  </a:cubicBezTo>
                  <a:cubicBezTo>
                    <a:pt x="139" y="394"/>
                    <a:pt x="140" y="395"/>
                    <a:pt x="141" y="395"/>
                  </a:cubicBezTo>
                  <a:cubicBezTo>
                    <a:pt x="143" y="395"/>
                    <a:pt x="144" y="395"/>
                    <a:pt x="144" y="395"/>
                  </a:cubicBezTo>
                  <a:cubicBezTo>
                    <a:pt x="144" y="395"/>
                    <a:pt x="144" y="395"/>
                    <a:pt x="144" y="395"/>
                  </a:cubicBezTo>
                  <a:cubicBezTo>
                    <a:pt x="144" y="395"/>
                    <a:pt x="145" y="395"/>
                    <a:pt x="145" y="395"/>
                  </a:cubicBezTo>
                  <a:cubicBezTo>
                    <a:pt x="146" y="394"/>
                    <a:pt x="148" y="392"/>
                    <a:pt x="149" y="391"/>
                  </a:cubicBezTo>
                  <a:cubicBezTo>
                    <a:pt x="150" y="390"/>
                    <a:pt x="150" y="390"/>
                    <a:pt x="151" y="389"/>
                  </a:cubicBezTo>
                  <a:cubicBezTo>
                    <a:pt x="151" y="389"/>
                    <a:pt x="151" y="388"/>
                    <a:pt x="152" y="388"/>
                  </a:cubicBezTo>
                  <a:cubicBezTo>
                    <a:pt x="152" y="387"/>
                    <a:pt x="153" y="386"/>
                    <a:pt x="154" y="385"/>
                  </a:cubicBezTo>
                  <a:cubicBezTo>
                    <a:pt x="156" y="383"/>
                    <a:pt x="156" y="382"/>
                    <a:pt x="157" y="381"/>
                  </a:cubicBezTo>
                  <a:cubicBezTo>
                    <a:pt x="158" y="379"/>
                    <a:pt x="158" y="379"/>
                    <a:pt x="158" y="379"/>
                  </a:cubicBezTo>
                  <a:cubicBezTo>
                    <a:pt x="159" y="376"/>
                    <a:pt x="161" y="375"/>
                    <a:pt x="164" y="375"/>
                  </a:cubicBezTo>
                  <a:cubicBezTo>
                    <a:pt x="168" y="375"/>
                    <a:pt x="170" y="379"/>
                    <a:pt x="171" y="382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2" y="385"/>
                    <a:pt x="173" y="388"/>
                    <a:pt x="175" y="390"/>
                  </a:cubicBezTo>
                  <a:cubicBezTo>
                    <a:pt x="177" y="391"/>
                    <a:pt x="178" y="394"/>
                    <a:pt x="178" y="396"/>
                  </a:cubicBezTo>
                  <a:cubicBezTo>
                    <a:pt x="178" y="397"/>
                    <a:pt x="177" y="398"/>
                    <a:pt x="177" y="398"/>
                  </a:cubicBezTo>
                  <a:cubicBezTo>
                    <a:pt x="178" y="398"/>
                    <a:pt x="178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80" y="399"/>
                    <a:pt x="181" y="398"/>
                  </a:cubicBezTo>
                  <a:cubicBezTo>
                    <a:pt x="181" y="398"/>
                    <a:pt x="182" y="398"/>
                    <a:pt x="182" y="398"/>
                  </a:cubicBezTo>
                  <a:cubicBezTo>
                    <a:pt x="182" y="398"/>
                    <a:pt x="182" y="398"/>
                    <a:pt x="182" y="398"/>
                  </a:cubicBezTo>
                  <a:cubicBezTo>
                    <a:pt x="183" y="397"/>
                    <a:pt x="183" y="396"/>
                    <a:pt x="184" y="394"/>
                  </a:cubicBezTo>
                  <a:cubicBezTo>
                    <a:pt x="185" y="394"/>
                    <a:pt x="185" y="393"/>
                    <a:pt x="185" y="393"/>
                  </a:cubicBezTo>
                  <a:cubicBezTo>
                    <a:pt x="184" y="392"/>
                    <a:pt x="182" y="390"/>
                    <a:pt x="183" y="387"/>
                  </a:cubicBezTo>
                  <a:cubicBezTo>
                    <a:pt x="184" y="384"/>
                    <a:pt x="186" y="382"/>
                    <a:pt x="187" y="382"/>
                  </a:cubicBezTo>
                  <a:cubicBezTo>
                    <a:pt x="187" y="382"/>
                    <a:pt x="187" y="381"/>
                    <a:pt x="188" y="381"/>
                  </a:cubicBezTo>
                  <a:cubicBezTo>
                    <a:pt x="188" y="380"/>
                    <a:pt x="188" y="380"/>
                    <a:pt x="188" y="379"/>
                  </a:cubicBezTo>
                  <a:cubicBezTo>
                    <a:pt x="188" y="378"/>
                    <a:pt x="189" y="378"/>
                    <a:pt x="189" y="377"/>
                  </a:cubicBezTo>
                  <a:cubicBezTo>
                    <a:pt x="189" y="377"/>
                    <a:pt x="189" y="376"/>
                    <a:pt x="189" y="376"/>
                  </a:cubicBezTo>
                  <a:cubicBezTo>
                    <a:pt x="189" y="375"/>
                    <a:pt x="189" y="374"/>
                    <a:pt x="189" y="373"/>
                  </a:cubicBezTo>
                  <a:cubicBezTo>
                    <a:pt x="189" y="367"/>
                    <a:pt x="194" y="365"/>
                    <a:pt x="197" y="364"/>
                  </a:cubicBezTo>
                  <a:cubicBezTo>
                    <a:pt x="197" y="364"/>
                    <a:pt x="198" y="364"/>
                    <a:pt x="199" y="363"/>
                  </a:cubicBezTo>
                  <a:cubicBezTo>
                    <a:pt x="199" y="363"/>
                    <a:pt x="199" y="363"/>
                    <a:pt x="199" y="363"/>
                  </a:cubicBezTo>
                  <a:cubicBezTo>
                    <a:pt x="199" y="362"/>
                    <a:pt x="199" y="361"/>
                    <a:pt x="199" y="360"/>
                  </a:cubicBezTo>
                  <a:cubicBezTo>
                    <a:pt x="199" y="360"/>
                    <a:pt x="199" y="359"/>
                    <a:pt x="199" y="359"/>
                  </a:cubicBezTo>
                  <a:cubicBezTo>
                    <a:pt x="201" y="354"/>
                    <a:pt x="201" y="354"/>
                    <a:pt x="201" y="354"/>
                  </a:cubicBezTo>
                  <a:cubicBezTo>
                    <a:pt x="200" y="354"/>
                    <a:pt x="200" y="353"/>
                    <a:pt x="200" y="353"/>
                  </a:cubicBezTo>
                  <a:cubicBezTo>
                    <a:pt x="198" y="352"/>
                    <a:pt x="196" y="349"/>
                    <a:pt x="198" y="345"/>
                  </a:cubicBezTo>
                  <a:cubicBezTo>
                    <a:pt x="198" y="343"/>
                    <a:pt x="200" y="342"/>
                    <a:pt x="201" y="341"/>
                  </a:cubicBezTo>
                  <a:cubicBezTo>
                    <a:pt x="201" y="340"/>
                    <a:pt x="201" y="339"/>
                    <a:pt x="202" y="338"/>
                  </a:cubicBezTo>
                  <a:cubicBezTo>
                    <a:pt x="202" y="337"/>
                    <a:pt x="202" y="336"/>
                    <a:pt x="203" y="335"/>
                  </a:cubicBezTo>
                  <a:cubicBezTo>
                    <a:pt x="202" y="333"/>
                    <a:pt x="200" y="331"/>
                    <a:pt x="201" y="327"/>
                  </a:cubicBezTo>
                  <a:cubicBezTo>
                    <a:pt x="201" y="326"/>
                    <a:pt x="202" y="325"/>
                    <a:pt x="202" y="324"/>
                  </a:cubicBezTo>
                  <a:cubicBezTo>
                    <a:pt x="202" y="323"/>
                    <a:pt x="201" y="322"/>
                    <a:pt x="201" y="321"/>
                  </a:cubicBezTo>
                  <a:cubicBezTo>
                    <a:pt x="200" y="319"/>
                    <a:pt x="200" y="318"/>
                    <a:pt x="200" y="317"/>
                  </a:cubicBezTo>
                  <a:cubicBezTo>
                    <a:pt x="200" y="315"/>
                    <a:pt x="200" y="314"/>
                    <a:pt x="199" y="313"/>
                  </a:cubicBezTo>
                  <a:cubicBezTo>
                    <a:pt x="197" y="309"/>
                    <a:pt x="200" y="301"/>
                    <a:pt x="200" y="301"/>
                  </a:cubicBezTo>
                  <a:cubicBezTo>
                    <a:pt x="200" y="300"/>
                    <a:pt x="201" y="299"/>
                    <a:pt x="201" y="299"/>
                  </a:cubicBezTo>
                  <a:cubicBezTo>
                    <a:pt x="201" y="298"/>
                    <a:pt x="201" y="298"/>
                    <a:pt x="201" y="296"/>
                  </a:cubicBezTo>
                  <a:cubicBezTo>
                    <a:pt x="201" y="293"/>
                    <a:pt x="202" y="291"/>
                    <a:pt x="203" y="288"/>
                  </a:cubicBezTo>
                  <a:cubicBezTo>
                    <a:pt x="204" y="287"/>
                    <a:pt x="205" y="285"/>
                    <a:pt x="204" y="284"/>
                  </a:cubicBezTo>
                  <a:cubicBezTo>
                    <a:pt x="203" y="282"/>
                    <a:pt x="200" y="277"/>
                    <a:pt x="195" y="277"/>
                  </a:cubicBezTo>
                  <a:cubicBezTo>
                    <a:pt x="194" y="277"/>
                    <a:pt x="194" y="277"/>
                    <a:pt x="193" y="277"/>
                  </a:cubicBezTo>
                  <a:cubicBezTo>
                    <a:pt x="189" y="278"/>
                    <a:pt x="186" y="276"/>
                    <a:pt x="185" y="275"/>
                  </a:cubicBezTo>
                  <a:cubicBezTo>
                    <a:pt x="184" y="273"/>
                    <a:pt x="183" y="271"/>
                    <a:pt x="183" y="268"/>
                  </a:cubicBezTo>
                  <a:cubicBezTo>
                    <a:pt x="183" y="268"/>
                    <a:pt x="183" y="267"/>
                    <a:pt x="183" y="267"/>
                  </a:cubicBezTo>
                  <a:cubicBezTo>
                    <a:pt x="182" y="265"/>
                    <a:pt x="181" y="265"/>
                    <a:pt x="180" y="265"/>
                  </a:cubicBezTo>
                  <a:cubicBezTo>
                    <a:pt x="179" y="265"/>
                    <a:pt x="178" y="265"/>
                    <a:pt x="177" y="265"/>
                  </a:cubicBezTo>
                  <a:cubicBezTo>
                    <a:pt x="176" y="265"/>
                    <a:pt x="176" y="265"/>
                    <a:pt x="175" y="264"/>
                  </a:cubicBezTo>
                  <a:cubicBezTo>
                    <a:pt x="174" y="265"/>
                    <a:pt x="173" y="265"/>
                    <a:pt x="172" y="265"/>
                  </a:cubicBezTo>
                  <a:cubicBezTo>
                    <a:pt x="168" y="265"/>
                    <a:pt x="165" y="261"/>
                    <a:pt x="164" y="257"/>
                  </a:cubicBezTo>
                  <a:cubicBezTo>
                    <a:pt x="163" y="253"/>
                    <a:pt x="166" y="250"/>
                    <a:pt x="168" y="248"/>
                  </a:cubicBezTo>
                  <a:cubicBezTo>
                    <a:pt x="169" y="247"/>
                    <a:pt x="169" y="247"/>
                    <a:pt x="169" y="246"/>
                  </a:cubicBezTo>
                  <a:cubicBezTo>
                    <a:pt x="170" y="244"/>
                    <a:pt x="169" y="243"/>
                    <a:pt x="168" y="241"/>
                  </a:cubicBezTo>
                  <a:cubicBezTo>
                    <a:pt x="168" y="239"/>
                    <a:pt x="167" y="236"/>
                    <a:pt x="167" y="233"/>
                  </a:cubicBezTo>
                  <a:cubicBezTo>
                    <a:pt x="166" y="227"/>
                    <a:pt x="172" y="218"/>
                    <a:pt x="176" y="215"/>
                  </a:cubicBezTo>
                  <a:cubicBezTo>
                    <a:pt x="176" y="215"/>
                    <a:pt x="177" y="214"/>
                    <a:pt x="178" y="214"/>
                  </a:cubicBezTo>
                  <a:cubicBezTo>
                    <a:pt x="178" y="214"/>
                    <a:pt x="178" y="214"/>
                    <a:pt x="178" y="214"/>
                  </a:cubicBezTo>
                  <a:cubicBezTo>
                    <a:pt x="177" y="211"/>
                    <a:pt x="177" y="209"/>
                    <a:pt x="178" y="208"/>
                  </a:cubicBezTo>
                  <a:cubicBezTo>
                    <a:pt x="179" y="206"/>
                    <a:pt x="181" y="204"/>
                    <a:pt x="186" y="204"/>
                  </a:cubicBezTo>
                  <a:cubicBezTo>
                    <a:pt x="188" y="204"/>
                    <a:pt x="190" y="205"/>
                    <a:pt x="191" y="205"/>
                  </a:cubicBezTo>
                  <a:cubicBezTo>
                    <a:pt x="191" y="205"/>
                    <a:pt x="192" y="204"/>
                    <a:pt x="192" y="204"/>
                  </a:cubicBezTo>
                  <a:cubicBezTo>
                    <a:pt x="193" y="203"/>
                    <a:pt x="194" y="202"/>
                    <a:pt x="195" y="202"/>
                  </a:cubicBezTo>
                  <a:cubicBezTo>
                    <a:pt x="195" y="200"/>
                    <a:pt x="195" y="199"/>
                    <a:pt x="196" y="197"/>
                  </a:cubicBezTo>
                  <a:cubicBezTo>
                    <a:pt x="197" y="195"/>
                    <a:pt x="198" y="193"/>
                    <a:pt x="200" y="192"/>
                  </a:cubicBezTo>
                  <a:cubicBezTo>
                    <a:pt x="200" y="191"/>
                    <a:pt x="201" y="191"/>
                    <a:pt x="201" y="190"/>
                  </a:cubicBezTo>
                  <a:cubicBezTo>
                    <a:pt x="201" y="190"/>
                    <a:pt x="202" y="188"/>
                    <a:pt x="202" y="187"/>
                  </a:cubicBezTo>
                  <a:cubicBezTo>
                    <a:pt x="200" y="185"/>
                    <a:pt x="199" y="183"/>
                    <a:pt x="199" y="181"/>
                  </a:cubicBezTo>
                  <a:cubicBezTo>
                    <a:pt x="198" y="180"/>
                    <a:pt x="197" y="178"/>
                    <a:pt x="197" y="178"/>
                  </a:cubicBezTo>
                  <a:cubicBezTo>
                    <a:pt x="195" y="177"/>
                    <a:pt x="193" y="176"/>
                    <a:pt x="192" y="174"/>
                  </a:cubicBezTo>
                  <a:cubicBezTo>
                    <a:pt x="191" y="171"/>
                    <a:pt x="191" y="169"/>
                    <a:pt x="191" y="168"/>
                  </a:cubicBezTo>
                  <a:cubicBezTo>
                    <a:pt x="191" y="167"/>
                    <a:pt x="191" y="167"/>
                    <a:pt x="191" y="167"/>
                  </a:cubicBezTo>
                  <a:cubicBezTo>
                    <a:pt x="191" y="160"/>
                    <a:pt x="188" y="160"/>
                    <a:pt x="185" y="160"/>
                  </a:cubicBezTo>
                  <a:cubicBezTo>
                    <a:pt x="184" y="160"/>
                    <a:pt x="184" y="160"/>
                    <a:pt x="184" y="160"/>
                  </a:cubicBezTo>
                  <a:cubicBezTo>
                    <a:pt x="184" y="160"/>
                    <a:pt x="183" y="160"/>
                    <a:pt x="183" y="160"/>
                  </a:cubicBezTo>
                  <a:cubicBezTo>
                    <a:pt x="181" y="160"/>
                    <a:pt x="180" y="159"/>
                    <a:pt x="179" y="159"/>
                  </a:cubicBezTo>
                  <a:cubicBezTo>
                    <a:pt x="178" y="159"/>
                    <a:pt x="178" y="158"/>
                    <a:pt x="177" y="158"/>
                  </a:cubicBezTo>
                  <a:cubicBezTo>
                    <a:pt x="177" y="158"/>
                    <a:pt x="176" y="158"/>
                    <a:pt x="175" y="157"/>
                  </a:cubicBezTo>
                  <a:cubicBezTo>
                    <a:pt x="172" y="157"/>
                    <a:pt x="170" y="156"/>
                    <a:pt x="169" y="156"/>
                  </a:cubicBezTo>
                  <a:cubicBezTo>
                    <a:pt x="168" y="158"/>
                    <a:pt x="168" y="159"/>
                    <a:pt x="166" y="160"/>
                  </a:cubicBezTo>
                  <a:cubicBezTo>
                    <a:pt x="165" y="161"/>
                    <a:pt x="163" y="161"/>
                    <a:pt x="160" y="161"/>
                  </a:cubicBezTo>
                  <a:cubicBezTo>
                    <a:pt x="159" y="161"/>
                    <a:pt x="159" y="161"/>
                    <a:pt x="159" y="161"/>
                  </a:cubicBezTo>
                  <a:cubicBezTo>
                    <a:pt x="158" y="161"/>
                    <a:pt x="157" y="162"/>
                    <a:pt x="156" y="163"/>
                  </a:cubicBezTo>
                  <a:cubicBezTo>
                    <a:pt x="155" y="164"/>
                    <a:pt x="154" y="165"/>
                    <a:pt x="152" y="166"/>
                  </a:cubicBezTo>
                  <a:cubicBezTo>
                    <a:pt x="149" y="167"/>
                    <a:pt x="146" y="166"/>
                    <a:pt x="144" y="166"/>
                  </a:cubicBezTo>
                  <a:cubicBezTo>
                    <a:pt x="144" y="166"/>
                    <a:pt x="143" y="165"/>
                    <a:pt x="143" y="165"/>
                  </a:cubicBezTo>
                  <a:cubicBezTo>
                    <a:pt x="142" y="165"/>
                    <a:pt x="142" y="166"/>
                    <a:pt x="141" y="167"/>
                  </a:cubicBezTo>
                  <a:cubicBezTo>
                    <a:pt x="140" y="167"/>
                    <a:pt x="138" y="169"/>
                    <a:pt x="136" y="169"/>
                  </a:cubicBezTo>
                  <a:cubicBezTo>
                    <a:pt x="135" y="170"/>
                    <a:pt x="132" y="170"/>
                    <a:pt x="130" y="170"/>
                  </a:cubicBezTo>
                  <a:cubicBezTo>
                    <a:pt x="127" y="170"/>
                    <a:pt x="125" y="169"/>
                    <a:pt x="124" y="168"/>
                  </a:cubicBezTo>
                  <a:cubicBezTo>
                    <a:pt x="124" y="167"/>
                    <a:pt x="123" y="167"/>
                    <a:pt x="123" y="166"/>
                  </a:cubicBezTo>
                  <a:cubicBezTo>
                    <a:pt x="122" y="165"/>
                    <a:pt x="123" y="163"/>
                    <a:pt x="123" y="161"/>
                  </a:cubicBezTo>
                  <a:cubicBezTo>
                    <a:pt x="124" y="159"/>
                    <a:pt x="126" y="158"/>
                    <a:pt x="127" y="157"/>
                  </a:cubicBezTo>
                  <a:cubicBezTo>
                    <a:pt x="127" y="157"/>
                    <a:pt x="127" y="156"/>
                    <a:pt x="127" y="155"/>
                  </a:cubicBezTo>
                  <a:cubicBezTo>
                    <a:pt x="127" y="155"/>
                    <a:pt x="126" y="153"/>
                    <a:pt x="126" y="152"/>
                  </a:cubicBezTo>
                  <a:cubicBezTo>
                    <a:pt x="125" y="152"/>
                    <a:pt x="125" y="151"/>
                    <a:pt x="125" y="150"/>
                  </a:cubicBezTo>
                  <a:cubicBezTo>
                    <a:pt x="124" y="150"/>
                    <a:pt x="123" y="148"/>
                    <a:pt x="123" y="147"/>
                  </a:cubicBezTo>
                  <a:cubicBezTo>
                    <a:pt x="122" y="146"/>
                    <a:pt x="119" y="143"/>
                    <a:pt x="121" y="139"/>
                  </a:cubicBezTo>
                  <a:cubicBezTo>
                    <a:pt x="122" y="139"/>
                    <a:pt x="122" y="138"/>
                    <a:pt x="122" y="137"/>
                  </a:cubicBezTo>
                  <a:cubicBezTo>
                    <a:pt x="122" y="136"/>
                    <a:pt x="122" y="134"/>
                    <a:pt x="122" y="132"/>
                  </a:cubicBezTo>
                  <a:cubicBezTo>
                    <a:pt x="122" y="131"/>
                    <a:pt x="123" y="130"/>
                    <a:pt x="123" y="129"/>
                  </a:cubicBezTo>
                  <a:cubicBezTo>
                    <a:pt x="124" y="128"/>
                    <a:pt x="124" y="127"/>
                    <a:pt x="124" y="126"/>
                  </a:cubicBezTo>
                  <a:cubicBezTo>
                    <a:pt x="121" y="121"/>
                    <a:pt x="124" y="119"/>
                    <a:pt x="125" y="118"/>
                  </a:cubicBezTo>
                  <a:cubicBezTo>
                    <a:pt x="125" y="117"/>
                    <a:pt x="125" y="116"/>
                    <a:pt x="126" y="115"/>
                  </a:cubicBezTo>
                  <a:cubicBezTo>
                    <a:pt x="126" y="114"/>
                    <a:pt x="128" y="113"/>
                    <a:pt x="129" y="112"/>
                  </a:cubicBezTo>
                  <a:cubicBezTo>
                    <a:pt x="129" y="111"/>
                    <a:pt x="130" y="110"/>
                    <a:pt x="130" y="110"/>
                  </a:cubicBezTo>
                  <a:cubicBezTo>
                    <a:pt x="130" y="110"/>
                    <a:pt x="130" y="110"/>
                    <a:pt x="130" y="110"/>
                  </a:cubicBezTo>
                  <a:cubicBezTo>
                    <a:pt x="130" y="110"/>
                    <a:pt x="130" y="110"/>
                    <a:pt x="130" y="109"/>
                  </a:cubicBezTo>
                  <a:cubicBezTo>
                    <a:pt x="130" y="107"/>
                    <a:pt x="130" y="105"/>
                    <a:pt x="132" y="103"/>
                  </a:cubicBezTo>
                  <a:cubicBezTo>
                    <a:pt x="132" y="102"/>
                    <a:pt x="134" y="101"/>
                    <a:pt x="137" y="101"/>
                  </a:cubicBezTo>
                  <a:cubicBezTo>
                    <a:pt x="143" y="101"/>
                    <a:pt x="149" y="101"/>
                    <a:pt x="154" y="101"/>
                  </a:cubicBezTo>
                  <a:cubicBezTo>
                    <a:pt x="158" y="101"/>
                    <a:pt x="161" y="101"/>
                    <a:pt x="165" y="101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5" y="100"/>
                    <a:pt x="179" y="101"/>
                    <a:pt x="184" y="101"/>
                  </a:cubicBezTo>
                  <a:cubicBezTo>
                    <a:pt x="189" y="101"/>
                    <a:pt x="189" y="101"/>
                    <a:pt x="189" y="101"/>
                  </a:cubicBezTo>
                  <a:cubicBezTo>
                    <a:pt x="190" y="101"/>
                    <a:pt x="192" y="101"/>
                    <a:pt x="194" y="101"/>
                  </a:cubicBezTo>
                  <a:cubicBezTo>
                    <a:pt x="195" y="100"/>
                    <a:pt x="196" y="100"/>
                    <a:pt x="198" y="100"/>
                  </a:cubicBezTo>
                  <a:cubicBezTo>
                    <a:pt x="201" y="100"/>
                    <a:pt x="203" y="101"/>
                    <a:pt x="204" y="101"/>
                  </a:cubicBezTo>
                  <a:cubicBezTo>
                    <a:pt x="205" y="102"/>
                    <a:pt x="205" y="102"/>
                    <a:pt x="206" y="102"/>
                  </a:cubicBezTo>
                  <a:cubicBezTo>
                    <a:pt x="207" y="102"/>
                    <a:pt x="207" y="101"/>
                    <a:pt x="208" y="101"/>
                  </a:cubicBezTo>
                  <a:cubicBezTo>
                    <a:pt x="209" y="100"/>
                    <a:pt x="211" y="99"/>
                    <a:pt x="213" y="99"/>
                  </a:cubicBezTo>
                  <a:cubicBezTo>
                    <a:pt x="215" y="99"/>
                    <a:pt x="217" y="100"/>
                    <a:pt x="218" y="101"/>
                  </a:cubicBezTo>
                  <a:cubicBezTo>
                    <a:pt x="219" y="102"/>
                    <a:pt x="219" y="102"/>
                    <a:pt x="220" y="103"/>
                  </a:cubicBezTo>
                  <a:cubicBezTo>
                    <a:pt x="220" y="103"/>
                    <a:pt x="220" y="104"/>
                    <a:pt x="221" y="104"/>
                  </a:cubicBezTo>
                  <a:cubicBezTo>
                    <a:pt x="222" y="103"/>
                    <a:pt x="224" y="104"/>
                    <a:pt x="225" y="105"/>
                  </a:cubicBezTo>
                  <a:cubicBezTo>
                    <a:pt x="226" y="105"/>
                    <a:pt x="226" y="105"/>
                    <a:pt x="226" y="106"/>
                  </a:cubicBezTo>
                  <a:cubicBezTo>
                    <a:pt x="227" y="105"/>
                    <a:pt x="229" y="104"/>
                    <a:pt x="231" y="104"/>
                  </a:cubicBezTo>
                  <a:cubicBezTo>
                    <a:pt x="234" y="105"/>
                    <a:pt x="235" y="108"/>
                    <a:pt x="236" y="109"/>
                  </a:cubicBezTo>
                  <a:cubicBezTo>
                    <a:pt x="238" y="109"/>
                    <a:pt x="240" y="110"/>
                    <a:pt x="241" y="111"/>
                  </a:cubicBezTo>
                  <a:cubicBezTo>
                    <a:pt x="242" y="111"/>
                    <a:pt x="243" y="112"/>
                    <a:pt x="243" y="112"/>
                  </a:cubicBezTo>
                  <a:cubicBezTo>
                    <a:pt x="245" y="110"/>
                    <a:pt x="247" y="108"/>
                    <a:pt x="251" y="109"/>
                  </a:cubicBezTo>
                  <a:cubicBezTo>
                    <a:pt x="255" y="110"/>
                    <a:pt x="258" y="113"/>
                    <a:pt x="259" y="114"/>
                  </a:cubicBezTo>
                  <a:cubicBezTo>
                    <a:pt x="259" y="115"/>
                    <a:pt x="260" y="115"/>
                    <a:pt x="260" y="115"/>
                  </a:cubicBezTo>
                  <a:cubicBezTo>
                    <a:pt x="262" y="115"/>
                    <a:pt x="262" y="115"/>
                    <a:pt x="262" y="115"/>
                  </a:cubicBezTo>
                  <a:cubicBezTo>
                    <a:pt x="265" y="114"/>
                    <a:pt x="267" y="113"/>
                    <a:pt x="271" y="114"/>
                  </a:cubicBezTo>
                  <a:cubicBezTo>
                    <a:pt x="273" y="114"/>
                    <a:pt x="275" y="114"/>
                    <a:pt x="277" y="115"/>
                  </a:cubicBezTo>
                  <a:cubicBezTo>
                    <a:pt x="278" y="115"/>
                    <a:pt x="279" y="116"/>
                    <a:pt x="280" y="116"/>
                  </a:cubicBezTo>
                  <a:cubicBezTo>
                    <a:pt x="281" y="116"/>
                    <a:pt x="281" y="116"/>
                    <a:pt x="281" y="116"/>
                  </a:cubicBezTo>
                  <a:cubicBezTo>
                    <a:pt x="283" y="117"/>
                    <a:pt x="286" y="117"/>
                    <a:pt x="289" y="119"/>
                  </a:cubicBezTo>
                  <a:cubicBezTo>
                    <a:pt x="289" y="120"/>
                    <a:pt x="290" y="120"/>
                    <a:pt x="291" y="121"/>
                  </a:cubicBezTo>
                  <a:cubicBezTo>
                    <a:pt x="292" y="122"/>
                    <a:pt x="293" y="123"/>
                    <a:pt x="294" y="123"/>
                  </a:cubicBezTo>
                  <a:cubicBezTo>
                    <a:pt x="295" y="123"/>
                    <a:pt x="295" y="124"/>
                    <a:pt x="295" y="124"/>
                  </a:cubicBezTo>
                  <a:cubicBezTo>
                    <a:pt x="296" y="124"/>
                    <a:pt x="296" y="124"/>
                    <a:pt x="297" y="125"/>
                  </a:cubicBezTo>
                  <a:cubicBezTo>
                    <a:pt x="297" y="125"/>
                    <a:pt x="297" y="125"/>
                    <a:pt x="298" y="125"/>
                  </a:cubicBezTo>
                  <a:cubicBezTo>
                    <a:pt x="299" y="125"/>
                    <a:pt x="300" y="126"/>
                    <a:pt x="301" y="127"/>
                  </a:cubicBezTo>
                  <a:cubicBezTo>
                    <a:pt x="302" y="127"/>
                    <a:pt x="303" y="128"/>
                    <a:pt x="303" y="128"/>
                  </a:cubicBezTo>
                  <a:cubicBezTo>
                    <a:pt x="303" y="128"/>
                    <a:pt x="303" y="128"/>
                    <a:pt x="303" y="128"/>
                  </a:cubicBezTo>
                  <a:cubicBezTo>
                    <a:pt x="303" y="126"/>
                    <a:pt x="302" y="124"/>
                    <a:pt x="301" y="122"/>
                  </a:cubicBezTo>
                  <a:cubicBezTo>
                    <a:pt x="300" y="121"/>
                    <a:pt x="299" y="120"/>
                    <a:pt x="299" y="117"/>
                  </a:cubicBezTo>
                  <a:cubicBezTo>
                    <a:pt x="298" y="115"/>
                    <a:pt x="299" y="113"/>
                    <a:pt x="299" y="112"/>
                  </a:cubicBezTo>
                  <a:cubicBezTo>
                    <a:pt x="299" y="111"/>
                    <a:pt x="299" y="111"/>
                    <a:pt x="299" y="111"/>
                  </a:cubicBezTo>
                  <a:cubicBezTo>
                    <a:pt x="299" y="110"/>
                    <a:pt x="299" y="110"/>
                    <a:pt x="300" y="109"/>
                  </a:cubicBezTo>
                  <a:cubicBezTo>
                    <a:pt x="300" y="106"/>
                    <a:pt x="300" y="99"/>
                    <a:pt x="306" y="98"/>
                  </a:cubicBezTo>
                  <a:cubicBezTo>
                    <a:pt x="307" y="98"/>
                    <a:pt x="308" y="98"/>
                    <a:pt x="308" y="99"/>
                  </a:cubicBezTo>
                  <a:cubicBezTo>
                    <a:pt x="309" y="98"/>
                    <a:pt x="309" y="96"/>
                    <a:pt x="310" y="95"/>
                  </a:cubicBezTo>
                  <a:cubicBezTo>
                    <a:pt x="310" y="94"/>
                    <a:pt x="310" y="93"/>
                    <a:pt x="311" y="93"/>
                  </a:cubicBezTo>
                  <a:cubicBezTo>
                    <a:pt x="322" y="68"/>
                    <a:pt x="322" y="68"/>
                    <a:pt x="322" y="68"/>
                  </a:cubicBezTo>
                  <a:cubicBezTo>
                    <a:pt x="322" y="67"/>
                    <a:pt x="323" y="66"/>
                    <a:pt x="323" y="65"/>
                  </a:cubicBezTo>
                  <a:cubicBezTo>
                    <a:pt x="324" y="64"/>
                    <a:pt x="325" y="62"/>
                    <a:pt x="325" y="61"/>
                  </a:cubicBezTo>
                  <a:cubicBezTo>
                    <a:pt x="325" y="61"/>
                    <a:pt x="325" y="60"/>
                    <a:pt x="324" y="60"/>
                  </a:cubicBezTo>
                  <a:cubicBezTo>
                    <a:pt x="324" y="58"/>
                    <a:pt x="322" y="55"/>
                    <a:pt x="323" y="51"/>
                  </a:cubicBezTo>
                  <a:cubicBezTo>
                    <a:pt x="324" y="50"/>
                    <a:pt x="324" y="49"/>
                    <a:pt x="324" y="48"/>
                  </a:cubicBezTo>
                  <a:cubicBezTo>
                    <a:pt x="325" y="47"/>
                    <a:pt x="325" y="47"/>
                    <a:pt x="325" y="46"/>
                  </a:cubicBezTo>
                  <a:cubicBezTo>
                    <a:pt x="324" y="41"/>
                    <a:pt x="326" y="37"/>
                    <a:pt x="327" y="33"/>
                  </a:cubicBezTo>
                  <a:cubicBezTo>
                    <a:pt x="328" y="32"/>
                    <a:pt x="328" y="31"/>
                    <a:pt x="329" y="29"/>
                  </a:cubicBezTo>
                  <a:cubicBezTo>
                    <a:pt x="329" y="28"/>
                    <a:pt x="329" y="27"/>
                    <a:pt x="329" y="25"/>
                  </a:cubicBezTo>
                  <a:cubicBezTo>
                    <a:pt x="330" y="21"/>
                    <a:pt x="331" y="15"/>
                    <a:pt x="340" y="12"/>
                  </a:cubicBezTo>
                  <a:cubicBezTo>
                    <a:pt x="343" y="12"/>
                    <a:pt x="346" y="12"/>
                    <a:pt x="348" y="13"/>
                  </a:cubicBezTo>
                  <a:cubicBezTo>
                    <a:pt x="348" y="13"/>
                    <a:pt x="348" y="13"/>
                    <a:pt x="348" y="13"/>
                  </a:cubicBezTo>
                  <a:cubicBezTo>
                    <a:pt x="350" y="11"/>
                    <a:pt x="352" y="11"/>
                    <a:pt x="353" y="11"/>
                  </a:cubicBezTo>
                  <a:cubicBezTo>
                    <a:pt x="355" y="11"/>
                    <a:pt x="357" y="11"/>
                    <a:pt x="359" y="12"/>
                  </a:cubicBezTo>
                  <a:cubicBezTo>
                    <a:pt x="359" y="12"/>
                    <a:pt x="359" y="12"/>
                    <a:pt x="360" y="12"/>
                  </a:cubicBezTo>
                  <a:cubicBezTo>
                    <a:pt x="360" y="11"/>
                    <a:pt x="361" y="11"/>
                    <a:pt x="362" y="11"/>
                  </a:cubicBezTo>
                  <a:cubicBezTo>
                    <a:pt x="364" y="10"/>
                    <a:pt x="365" y="10"/>
                    <a:pt x="367" y="10"/>
                  </a:cubicBezTo>
                  <a:cubicBezTo>
                    <a:pt x="368" y="10"/>
                    <a:pt x="369" y="10"/>
                    <a:pt x="370" y="10"/>
                  </a:cubicBezTo>
                  <a:cubicBezTo>
                    <a:pt x="370" y="10"/>
                    <a:pt x="371" y="9"/>
                    <a:pt x="372" y="9"/>
                  </a:cubicBezTo>
                  <a:cubicBezTo>
                    <a:pt x="373" y="8"/>
                    <a:pt x="374" y="7"/>
                    <a:pt x="376" y="7"/>
                  </a:cubicBezTo>
                  <a:cubicBezTo>
                    <a:pt x="377" y="7"/>
                    <a:pt x="378" y="7"/>
                    <a:pt x="379" y="7"/>
                  </a:cubicBezTo>
                  <a:cubicBezTo>
                    <a:pt x="382" y="4"/>
                    <a:pt x="382" y="4"/>
                    <a:pt x="382" y="4"/>
                  </a:cubicBezTo>
                  <a:cubicBezTo>
                    <a:pt x="382" y="4"/>
                    <a:pt x="383" y="4"/>
                    <a:pt x="384" y="3"/>
                  </a:cubicBezTo>
                  <a:cubicBezTo>
                    <a:pt x="386" y="2"/>
                    <a:pt x="389" y="0"/>
                    <a:pt x="395" y="4"/>
                  </a:cubicBezTo>
                  <a:cubicBezTo>
                    <a:pt x="398" y="6"/>
                    <a:pt x="398" y="6"/>
                    <a:pt x="401" y="7"/>
                  </a:cubicBezTo>
                  <a:cubicBezTo>
                    <a:pt x="405" y="6"/>
                    <a:pt x="405" y="6"/>
                    <a:pt x="405" y="6"/>
                  </a:cubicBezTo>
                  <a:cubicBezTo>
                    <a:pt x="408" y="6"/>
                    <a:pt x="411" y="7"/>
                    <a:pt x="413" y="9"/>
                  </a:cubicBezTo>
                  <a:cubicBezTo>
                    <a:pt x="414" y="9"/>
                    <a:pt x="414" y="10"/>
                    <a:pt x="415" y="11"/>
                  </a:cubicBezTo>
                  <a:cubicBezTo>
                    <a:pt x="417" y="10"/>
                    <a:pt x="419" y="11"/>
                    <a:pt x="419" y="11"/>
                  </a:cubicBezTo>
                  <a:cubicBezTo>
                    <a:pt x="420" y="11"/>
                    <a:pt x="420" y="12"/>
                    <a:pt x="420" y="12"/>
                  </a:cubicBezTo>
                  <a:cubicBezTo>
                    <a:pt x="421" y="12"/>
                    <a:pt x="421" y="12"/>
                    <a:pt x="421" y="12"/>
                  </a:cubicBezTo>
                  <a:cubicBezTo>
                    <a:pt x="422" y="12"/>
                    <a:pt x="422" y="11"/>
                    <a:pt x="423" y="11"/>
                  </a:cubicBezTo>
                  <a:cubicBezTo>
                    <a:pt x="426" y="11"/>
                    <a:pt x="430" y="11"/>
                    <a:pt x="433" y="13"/>
                  </a:cubicBezTo>
                  <a:cubicBezTo>
                    <a:pt x="434" y="11"/>
                    <a:pt x="436" y="10"/>
                    <a:pt x="440" y="9"/>
                  </a:cubicBezTo>
                  <a:cubicBezTo>
                    <a:pt x="442" y="9"/>
                    <a:pt x="442" y="9"/>
                    <a:pt x="442" y="9"/>
                  </a:cubicBezTo>
                  <a:cubicBezTo>
                    <a:pt x="443" y="9"/>
                    <a:pt x="443" y="9"/>
                    <a:pt x="444" y="9"/>
                  </a:cubicBezTo>
                  <a:cubicBezTo>
                    <a:pt x="445" y="8"/>
                    <a:pt x="446" y="7"/>
                    <a:pt x="448" y="7"/>
                  </a:cubicBezTo>
                  <a:cubicBezTo>
                    <a:pt x="448" y="7"/>
                    <a:pt x="449" y="7"/>
                    <a:pt x="450" y="7"/>
                  </a:cubicBezTo>
                  <a:cubicBezTo>
                    <a:pt x="454" y="7"/>
                    <a:pt x="456" y="10"/>
                    <a:pt x="457" y="12"/>
                  </a:cubicBezTo>
                  <a:cubicBezTo>
                    <a:pt x="458" y="13"/>
                    <a:pt x="458" y="13"/>
                    <a:pt x="458" y="13"/>
                  </a:cubicBezTo>
                  <a:cubicBezTo>
                    <a:pt x="458" y="14"/>
                    <a:pt x="459" y="15"/>
                    <a:pt x="460" y="16"/>
                  </a:cubicBezTo>
                  <a:cubicBezTo>
                    <a:pt x="461" y="18"/>
                    <a:pt x="464" y="21"/>
                    <a:pt x="464" y="25"/>
                  </a:cubicBezTo>
                  <a:cubicBezTo>
                    <a:pt x="464" y="26"/>
                    <a:pt x="464" y="26"/>
                    <a:pt x="464" y="26"/>
                  </a:cubicBezTo>
                  <a:cubicBezTo>
                    <a:pt x="464" y="30"/>
                    <a:pt x="464" y="35"/>
                    <a:pt x="464" y="39"/>
                  </a:cubicBezTo>
                  <a:cubicBezTo>
                    <a:pt x="464" y="43"/>
                    <a:pt x="461" y="45"/>
                    <a:pt x="460" y="47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8" y="50"/>
                    <a:pt x="457" y="51"/>
                    <a:pt x="456" y="53"/>
                  </a:cubicBezTo>
                  <a:cubicBezTo>
                    <a:pt x="456" y="54"/>
                    <a:pt x="455" y="55"/>
                    <a:pt x="455" y="56"/>
                  </a:cubicBezTo>
                  <a:cubicBezTo>
                    <a:pt x="453" y="59"/>
                    <a:pt x="452" y="62"/>
                    <a:pt x="451" y="66"/>
                  </a:cubicBezTo>
                  <a:cubicBezTo>
                    <a:pt x="448" y="72"/>
                    <a:pt x="446" y="79"/>
                    <a:pt x="440" y="85"/>
                  </a:cubicBezTo>
                  <a:cubicBezTo>
                    <a:pt x="439" y="86"/>
                    <a:pt x="439" y="86"/>
                    <a:pt x="439" y="88"/>
                  </a:cubicBezTo>
                  <a:cubicBezTo>
                    <a:pt x="438" y="90"/>
                    <a:pt x="438" y="91"/>
                    <a:pt x="437" y="93"/>
                  </a:cubicBezTo>
                  <a:cubicBezTo>
                    <a:pt x="436" y="95"/>
                    <a:pt x="435" y="97"/>
                    <a:pt x="434" y="98"/>
                  </a:cubicBezTo>
                  <a:cubicBezTo>
                    <a:pt x="433" y="99"/>
                    <a:pt x="432" y="100"/>
                    <a:pt x="431" y="101"/>
                  </a:cubicBezTo>
                  <a:cubicBezTo>
                    <a:pt x="430" y="105"/>
                    <a:pt x="431" y="108"/>
                    <a:pt x="431" y="112"/>
                  </a:cubicBezTo>
                  <a:cubicBezTo>
                    <a:pt x="431" y="114"/>
                    <a:pt x="431" y="117"/>
                    <a:pt x="430" y="120"/>
                  </a:cubicBezTo>
                  <a:cubicBezTo>
                    <a:pt x="430" y="121"/>
                    <a:pt x="430" y="122"/>
                    <a:pt x="430" y="123"/>
                  </a:cubicBezTo>
                  <a:cubicBezTo>
                    <a:pt x="430" y="126"/>
                    <a:pt x="429" y="128"/>
                    <a:pt x="430" y="130"/>
                  </a:cubicBezTo>
                  <a:cubicBezTo>
                    <a:pt x="430" y="134"/>
                    <a:pt x="430" y="138"/>
                    <a:pt x="430" y="142"/>
                  </a:cubicBezTo>
                  <a:cubicBezTo>
                    <a:pt x="430" y="146"/>
                    <a:pt x="428" y="150"/>
                    <a:pt x="427" y="154"/>
                  </a:cubicBezTo>
                  <a:cubicBezTo>
                    <a:pt x="426" y="156"/>
                    <a:pt x="425" y="158"/>
                    <a:pt x="424" y="161"/>
                  </a:cubicBezTo>
                  <a:cubicBezTo>
                    <a:pt x="424" y="162"/>
                    <a:pt x="424" y="163"/>
                    <a:pt x="424" y="164"/>
                  </a:cubicBezTo>
                  <a:cubicBezTo>
                    <a:pt x="423" y="166"/>
                    <a:pt x="423" y="168"/>
                    <a:pt x="422" y="171"/>
                  </a:cubicBezTo>
                  <a:cubicBezTo>
                    <a:pt x="422" y="172"/>
                    <a:pt x="421" y="174"/>
                    <a:pt x="420" y="175"/>
                  </a:cubicBezTo>
                  <a:cubicBezTo>
                    <a:pt x="419" y="176"/>
                    <a:pt x="418" y="178"/>
                    <a:pt x="418" y="179"/>
                  </a:cubicBezTo>
                  <a:cubicBezTo>
                    <a:pt x="418" y="181"/>
                    <a:pt x="418" y="183"/>
                    <a:pt x="419" y="186"/>
                  </a:cubicBezTo>
                  <a:cubicBezTo>
                    <a:pt x="419" y="189"/>
                    <a:pt x="420" y="191"/>
                    <a:pt x="420" y="194"/>
                  </a:cubicBezTo>
                  <a:cubicBezTo>
                    <a:pt x="420" y="196"/>
                    <a:pt x="419" y="197"/>
                    <a:pt x="419" y="198"/>
                  </a:cubicBezTo>
                  <a:cubicBezTo>
                    <a:pt x="419" y="201"/>
                    <a:pt x="419" y="203"/>
                    <a:pt x="419" y="204"/>
                  </a:cubicBezTo>
                  <a:cubicBezTo>
                    <a:pt x="419" y="205"/>
                    <a:pt x="420" y="206"/>
                    <a:pt x="420" y="206"/>
                  </a:cubicBezTo>
                  <a:cubicBezTo>
                    <a:pt x="421" y="208"/>
                    <a:pt x="422" y="209"/>
                    <a:pt x="422" y="210"/>
                  </a:cubicBezTo>
                  <a:cubicBezTo>
                    <a:pt x="425" y="219"/>
                    <a:pt x="421" y="225"/>
                    <a:pt x="417" y="230"/>
                  </a:cubicBezTo>
                  <a:cubicBezTo>
                    <a:pt x="417" y="230"/>
                    <a:pt x="416" y="231"/>
                    <a:pt x="416" y="231"/>
                  </a:cubicBezTo>
                  <a:cubicBezTo>
                    <a:pt x="414" y="234"/>
                    <a:pt x="413" y="239"/>
                    <a:pt x="411" y="244"/>
                  </a:cubicBezTo>
                  <a:cubicBezTo>
                    <a:pt x="411" y="245"/>
                    <a:pt x="411" y="247"/>
                    <a:pt x="410" y="248"/>
                  </a:cubicBezTo>
                  <a:cubicBezTo>
                    <a:pt x="409" y="251"/>
                    <a:pt x="409" y="251"/>
                    <a:pt x="409" y="251"/>
                  </a:cubicBezTo>
                  <a:cubicBezTo>
                    <a:pt x="408" y="253"/>
                    <a:pt x="408" y="256"/>
                    <a:pt x="408" y="258"/>
                  </a:cubicBezTo>
                  <a:cubicBezTo>
                    <a:pt x="408" y="258"/>
                    <a:pt x="408" y="260"/>
                    <a:pt x="409" y="261"/>
                  </a:cubicBezTo>
                  <a:cubicBezTo>
                    <a:pt x="409" y="262"/>
                    <a:pt x="410" y="264"/>
                    <a:pt x="410" y="266"/>
                  </a:cubicBezTo>
                  <a:cubicBezTo>
                    <a:pt x="411" y="280"/>
                    <a:pt x="402" y="295"/>
                    <a:pt x="383" y="311"/>
                  </a:cubicBezTo>
                  <a:cubicBezTo>
                    <a:pt x="380" y="314"/>
                    <a:pt x="376" y="315"/>
                    <a:pt x="372" y="317"/>
                  </a:cubicBezTo>
                  <a:cubicBezTo>
                    <a:pt x="370" y="317"/>
                    <a:pt x="368" y="318"/>
                    <a:pt x="366" y="319"/>
                  </a:cubicBezTo>
                  <a:cubicBezTo>
                    <a:pt x="360" y="322"/>
                    <a:pt x="355" y="327"/>
                    <a:pt x="352" y="332"/>
                  </a:cubicBezTo>
                  <a:cubicBezTo>
                    <a:pt x="349" y="336"/>
                    <a:pt x="347" y="341"/>
                    <a:pt x="345" y="345"/>
                  </a:cubicBezTo>
                  <a:cubicBezTo>
                    <a:pt x="340" y="360"/>
                    <a:pt x="334" y="370"/>
                    <a:pt x="324" y="378"/>
                  </a:cubicBezTo>
                  <a:cubicBezTo>
                    <a:pt x="323" y="378"/>
                    <a:pt x="322" y="379"/>
                    <a:pt x="321" y="380"/>
                  </a:cubicBezTo>
                  <a:cubicBezTo>
                    <a:pt x="317" y="384"/>
                    <a:pt x="315" y="385"/>
                    <a:pt x="315" y="390"/>
                  </a:cubicBezTo>
                  <a:cubicBezTo>
                    <a:pt x="315" y="396"/>
                    <a:pt x="316" y="401"/>
                    <a:pt x="317" y="407"/>
                  </a:cubicBezTo>
                  <a:cubicBezTo>
                    <a:pt x="318" y="412"/>
                    <a:pt x="317" y="417"/>
                    <a:pt x="316" y="422"/>
                  </a:cubicBezTo>
                  <a:cubicBezTo>
                    <a:pt x="316" y="425"/>
                    <a:pt x="315" y="427"/>
                    <a:pt x="315" y="429"/>
                  </a:cubicBezTo>
                  <a:cubicBezTo>
                    <a:pt x="315" y="434"/>
                    <a:pt x="315" y="440"/>
                    <a:pt x="315" y="445"/>
                  </a:cubicBezTo>
                  <a:cubicBezTo>
                    <a:pt x="315" y="447"/>
                    <a:pt x="315" y="447"/>
                    <a:pt x="315" y="447"/>
                  </a:cubicBezTo>
                  <a:cubicBezTo>
                    <a:pt x="316" y="449"/>
                    <a:pt x="316" y="452"/>
                    <a:pt x="316" y="453"/>
                  </a:cubicBezTo>
                  <a:cubicBezTo>
                    <a:pt x="319" y="458"/>
                    <a:pt x="316" y="463"/>
                    <a:pt x="314" y="466"/>
                  </a:cubicBezTo>
                  <a:cubicBezTo>
                    <a:pt x="313" y="468"/>
                    <a:pt x="312" y="469"/>
                    <a:pt x="312" y="471"/>
                  </a:cubicBezTo>
                  <a:cubicBezTo>
                    <a:pt x="310" y="473"/>
                    <a:pt x="310" y="473"/>
                    <a:pt x="310" y="473"/>
                  </a:cubicBezTo>
                  <a:cubicBezTo>
                    <a:pt x="309" y="475"/>
                    <a:pt x="308" y="478"/>
                    <a:pt x="307" y="480"/>
                  </a:cubicBezTo>
                  <a:cubicBezTo>
                    <a:pt x="305" y="482"/>
                    <a:pt x="303" y="485"/>
                    <a:pt x="302" y="488"/>
                  </a:cubicBezTo>
                  <a:cubicBezTo>
                    <a:pt x="301" y="489"/>
                    <a:pt x="301" y="491"/>
                    <a:pt x="300" y="492"/>
                  </a:cubicBezTo>
                  <a:cubicBezTo>
                    <a:pt x="298" y="497"/>
                    <a:pt x="295" y="503"/>
                    <a:pt x="285" y="504"/>
                  </a:cubicBezTo>
                  <a:cubicBezTo>
                    <a:pt x="277" y="506"/>
                    <a:pt x="273" y="508"/>
                    <a:pt x="272" y="512"/>
                  </a:cubicBezTo>
                  <a:cubicBezTo>
                    <a:pt x="272" y="512"/>
                    <a:pt x="272" y="513"/>
                    <a:pt x="272" y="513"/>
                  </a:cubicBezTo>
                  <a:cubicBezTo>
                    <a:pt x="272" y="516"/>
                    <a:pt x="272" y="520"/>
                    <a:pt x="267" y="523"/>
                  </a:cubicBezTo>
                  <a:cubicBezTo>
                    <a:pt x="265" y="524"/>
                    <a:pt x="261" y="524"/>
                    <a:pt x="260" y="523"/>
                  </a:cubicBezTo>
                  <a:cubicBezTo>
                    <a:pt x="259" y="523"/>
                    <a:pt x="259" y="523"/>
                    <a:pt x="259" y="523"/>
                  </a:cubicBezTo>
                  <a:cubicBezTo>
                    <a:pt x="255" y="525"/>
                    <a:pt x="253" y="528"/>
                    <a:pt x="251" y="531"/>
                  </a:cubicBezTo>
                  <a:cubicBezTo>
                    <a:pt x="249" y="533"/>
                    <a:pt x="247" y="536"/>
                    <a:pt x="245" y="538"/>
                  </a:cubicBezTo>
                  <a:cubicBezTo>
                    <a:pt x="244" y="539"/>
                    <a:pt x="244" y="539"/>
                    <a:pt x="244" y="539"/>
                  </a:cubicBezTo>
                  <a:cubicBezTo>
                    <a:pt x="241" y="542"/>
                    <a:pt x="238" y="545"/>
                    <a:pt x="236" y="547"/>
                  </a:cubicBezTo>
                  <a:cubicBezTo>
                    <a:pt x="236" y="548"/>
                    <a:pt x="235" y="549"/>
                    <a:pt x="235" y="550"/>
                  </a:cubicBezTo>
                  <a:cubicBezTo>
                    <a:pt x="234" y="551"/>
                    <a:pt x="234" y="553"/>
                    <a:pt x="232" y="555"/>
                  </a:cubicBezTo>
                  <a:cubicBezTo>
                    <a:pt x="229" y="559"/>
                    <a:pt x="223" y="563"/>
                    <a:pt x="217" y="563"/>
                  </a:cubicBezTo>
                  <a:cubicBezTo>
                    <a:pt x="215" y="563"/>
                    <a:pt x="213" y="563"/>
                    <a:pt x="211" y="562"/>
                  </a:cubicBezTo>
                  <a:cubicBezTo>
                    <a:pt x="210" y="561"/>
                    <a:pt x="209" y="561"/>
                    <a:pt x="209" y="560"/>
                  </a:cubicBezTo>
                  <a:cubicBezTo>
                    <a:pt x="209" y="560"/>
                    <a:pt x="209" y="560"/>
                    <a:pt x="208" y="560"/>
                  </a:cubicBezTo>
                  <a:cubicBezTo>
                    <a:pt x="207" y="561"/>
                    <a:pt x="206" y="562"/>
                    <a:pt x="204" y="562"/>
                  </a:cubicBezTo>
                  <a:cubicBezTo>
                    <a:pt x="203" y="563"/>
                    <a:pt x="201" y="562"/>
                    <a:pt x="200" y="562"/>
                  </a:cubicBezTo>
                  <a:cubicBezTo>
                    <a:pt x="199" y="561"/>
                    <a:pt x="198" y="560"/>
                    <a:pt x="198" y="558"/>
                  </a:cubicBezTo>
                  <a:cubicBezTo>
                    <a:pt x="198" y="555"/>
                    <a:pt x="198" y="553"/>
                    <a:pt x="199" y="550"/>
                  </a:cubicBezTo>
                  <a:cubicBezTo>
                    <a:pt x="199" y="548"/>
                    <a:pt x="199" y="546"/>
                    <a:pt x="199" y="544"/>
                  </a:cubicBezTo>
                  <a:cubicBezTo>
                    <a:pt x="199" y="544"/>
                    <a:pt x="198" y="543"/>
                    <a:pt x="198" y="543"/>
                  </a:cubicBezTo>
                  <a:cubicBezTo>
                    <a:pt x="197" y="541"/>
                    <a:pt x="193" y="537"/>
                    <a:pt x="198" y="531"/>
                  </a:cubicBezTo>
                  <a:cubicBezTo>
                    <a:pt x="199" y="530"/>
                    <a:pt x="200" y="530"/>
                    <a:pt x="201" y="529"/>
                  </a:cubicBezTo>
                  <a:cubicBezTo>
                    <a:pt x="201" y="529"/>
                    <a:pt x="201" y="529"/>
                    <a:pt x="201" y="529"/>
                  </a:cubicBezTo>
                  <a:cubicBezTo>
                    <a:pt x="200" y="528"/>
                    <a:pt x="200" y="527"/>
                    <a:pt x="199" y="526"/>
                  </a:cubicBezTo>
                  <a:cubicBezTo>
                    <a:pt x="199" y="526"/>
                    <a:pt x="199" y="525"/>
                    <a:pt x="199" y="525"/>
                  </a:cubicBezTo>
                  <a:cubicBezTo>
                    <a:pt x="198" y="525"/>
                    <a:pt x="198" y="526"/>
                    <a:pt x="197" y="526"/>
                  </a:cubicBezTo>
                  <a:cubicBezTo>
                    <a:pt x="195" y="528"/>
                    <a:pt x="193" y="529"/>
                    <a:pt x="190" y="530"/>
                  </a:cubicBezTo>
                  <a:cubicBezTo>
                    <a:pt x="189" y="531"/>
                    <a:pt x="187" y="531"/>
                    <a:pt x="186" y="531"/>
                  </a:cubicBezTo>
                  <a:cubicBezTo>
                    <a:pt x="184" y="531"/>
                    <a:pt x="184" y="531"/>
                    <a:pt x="184" y="531"/>
                  </a:cubicBezTo>
                  <a:cubicBezTo>
                    <a:pt x="184" y="531"/>
                    <a:pt x="183" y="531"/>
                    <a:pt x="183" y="531"/>
                  </a:cubicBezTo>
                  <a:cubicBezTo>
                    <a:pt x="183" y="531"/>
                    <a:pt x="182" y="531"/>
                    <a:pt x="182" y="532"/>
                  </a:cubicBezTo>
                  <a:cubicBezTo>
                    <a:pt x="181" y="533"/>
                    <a:pt x="180" y="535"/>
                    <a:pt x="178" y="536"/>
                  </a:cubicBezTo>
                  <a:cubicBezTo>
                    <a:pt x="174" y="538"/>
                    <a:pt x="170" y="536"/>
                    <a:pt x="167" y="534"/>
                  </a:cubicBezTo>
                  <a:cubicBezTo>
                    <a:pt x="166" y="534"/>
                    <a:pt x="166" y="534"/>
                    <a:pt x="166" y="534"/>
                  </a:cubicBezTo>
                  <a:cubicBezTo>
                    <a:pt x="166" y="535"/>
                    <a:pt x="166" y="536"/>
                    <a:pt x="166" y="537"/>
                  </a:cubicBezTo>
                  <a:cubicBezTo>
                    <a:pt x="166" y="542"/>
                    <a:pt x="166" y="548"/>
                    <a:pt x="161" y="551"/>
                  </a:cubicBezTo>
                  <a:cubicBezTo>
                    <a:pt x="161" y="551"/>
                    <a:pt x="160" y="551"/>
                    <a:pt x="159" y="552"/>
                  </a:cubicBezTo>
                  <a:cubicBezTo>
                    <a:pt x="159" y="552"/>
                    <a:pt x="158" y="552"/>
                    <a:pt x="158" y="552"/>
                  </a:cubicBezTo>
                  <a:cubicBezTo>
                    <a:pt x="157" y="554"/>
                    <a:pt x="155" y="555"/>
                    <a:pt x="154" y="555"/>
                  </a:cubicBezTo>
                  <a:cubicBezTo>
                    <a:pt x="153" y="556"/>
                    <a:pt x="152" y="556"/>
                    <a:pt x="151" y="555"/>
                  </a:cubicBezTo>
                  <a:cubicBezTo>
                    <a:pt x="151" y="555"/>
                    <a:pt x="150" y="555"/>
                    <a:pt x="150" y="556"/>
                  </a:cubicBezTo>
                  <a:cubicBezTo>
                    <a:pt x="149" y="556"/>
                    <a:pt x="149" y="556"/>
                    <a:pt x="149" y="556"/>
                  </a:cubicBezTo>
                  <a:cubicBezTo>
                    <a:pt x="148" y="558"/>
                    <a:pt x="146" y="559"/>
                    <a:pt x="146" y="560"/>
                  </a:cubicBezTo>
                  <a:cubicBezTo>
                    <a:pt x="145" y="561"/>
                    <a:pt x="144" y="562"/>
                    <a:pt x="142" y="562"/>
                  </a:cubicBezTo>
                  <a:cubicBezTo>
                    <a:pt x="141" y="562"/>
                    <a:pt x="140" y="561"/>
                    <a:pt x="139" y="561"/>
                  </a:cubicBezTo>
                  <a:cubicBezTo>
                    <a:pt x="137" y="559"/>
                    <a:pt x="136" y="556"/>
                    <a:pt x="136" y="555"/>
                  </a:cubicBezTo>
                  <a:cubicBezTo>
                    <a:pt x="136" y="555"/>
                    <a:pt x="136" y="555"/>
                    <a:pt x="136" y="555"/>
                  </a:cubicBezTo>
                  <a:cubicBezTo>
                    <a:pt x="133" y="554"/>
                    <a:pt x="131" y="552"/>
                    <a:pt x="128" y="550"/>
                  </a:cubicBezTo>
                  <a:cubicBezTo>
                    <a:pt x="126" y="548"/>
                    <a:pt x="125" y="547"/>
                    <a:pt x="124" y="545"/>
                  </a:cubicBezTo>
                  <a:cubicBezTo>
                    <a:pt x="123" y="546"/>
                    <a:pt x="121" y="546"/>
                    <a:pt x="120" y="545"/>
                  </a:cubicBezTo>
                  <a:cubicBezTo>
                    <a:pt x="116" y="543"/>
                    <a:pt x="112" y="541"/>
                    <a:pt x="110" y="536"/>
                  </a:cubicBezTo>
                  <a:cubicBezTo>
                    <a:pt x="109" y="533"/>
                    <a:pt x="107" y="532"/>
                    <a:pt x="105" y="531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4" y="533"/>
                    <a:pt x="103" y="534"/>
                    <a:pt x="102" y="535"/>
                  </a:cubicBezTo>
                  <a:cubicBezTo>
                    <a:pt x="101" y="536"/>
                    <a:pt x="101" y="536"/>
                    <a:pt x="101" y="536"/>
                  </a:cubicBezTo>
                  <a:cubicBezTo>
                    <a:pt x="100" y="537"/>
                    <a:pt x="99" y="539"/>
                    <a:pt x="97" y="541"/>
                  </a:cubicBezTo>
                  <a:cubicBezTo>
                    <a:pt x="95" y="542"/>
                    <a:pt x="92" y="543"/>
                    <a:pt x="88" y="543"/>
                  </a:cubicBezTo>
                  <a:cubicBezTo>
                    <a:pt x="87" y="543"/>
                    <a:pt x="85" y="543"/>
                    <a:pt x="84" y="543"/>
                  </a:cubicBezTo>
                  <a:cubicBezTo>
                    <a:pt x="84" y="544"/>
                    <a:pt x="84" y="545"/>
                    <a:pt x="84" y="546"/>
                  </a:cubicBezTo>
                  <a:cubicBezTo>
                    <a:pt x="84" y="548"/>
                    <a:pt x="82" y="550"/>
                    <a:pt x="81" y="551"/>
                  </a:cubicBezTo>
                  <a:cubicBezTo>
                    <a:pt x="79" y="555"/>
                    <a:pt x="76" y="556"/>
                    <a:pt x="72" y="556"/>
                  </a:cubicBezTo>
                  <a:cubicBezTo>
                    <a:pt x="72" y="556"/>
                    <a:pt x="72" y="556"/>
                    <a:pt x="72" y="556"/>
                  </a:cubicBezTo>
                  <a:cubicBezTo>
                    <a:pt x="71" y="556"/>
                    <a:pt x="71" y="556"/>
                    <a:pt x="71" y="556"/>
                  </a:cubicBezTo>
                  <a:cubicBezTo>
                    <a:pt x="71" y="558"/>
                    <a:pt x="70" y="560"/>
                    <a:pt x="69" y="562"/>
                  </a:cubicBezTo>
                  <a:cubicBezTo>
                    <a:pt x="64" y="568"/>
                    <a:pt x="60" y="571"/>
                    <a:pt x="57" y="571"/>
                  </a:cubicBezTo>
                  <a:close/>
                  <a:moveTo>
                    <a:pt x="50" y="551"/>
                  </a:moveTo>
                  <a:cubicBezTo>
                    <a:pt x="51" y="551"/>
                    <a:pt x="51" y="552"/>
                    <a:pt x="52" y="552"/>
                  </a:cubicBezTo>
                  <a:cubicBezTo>
                    <a:pt x="53" y="553"/>
                    <a:pt x="54" y="554"/>
                    <a:pt x="55" y="555"/>
                  </a:cubicBezTo>
                  <a:cubicBezTo>
                    <a:pt x="55" y="556"/>
                    <a:pt x="55" y="557"/>
                    <a:pt x="56" y="558"/>
                  </a:cubicBezTo>
                  <a:cubicBezTo>
                    <a:pt x="56" y="559"/>
                    <a:pt x="57" y="559"/>
                    <a:pt x="57" y="560"/>
                  </a:cubicBezTo>
                  <a:cubicBezTo>
                    <a:pt x="58" y="559"/>
                    <a:pt x="60" y="558"/>
                    <a:pt x="61" y="556"/>
                  </a:cubicBezTo>
                  <a:cubicBezTo>
                    <a:pt x="62" y="555"/>
                    <a:pt x="62" y="555"/>
                    <a:pt x="63" y="553"/>
                  </a:cubicBezTo>
                  <a:cubicBezTo>
                    <a:pt x="63" y="552"/>
                    <a:pt x="63" y="551"/>
                    <a:pt x="64" y="550"/>
                  </a:cubicBezTo>
                  <a:cubicBezTo>
                    <a:pt x="64" y="550"/>
                    <a:pt x="64" y="550"/>
                    <a:pt x="64" y="550"/>
                  </a:cubicBezTo>
                  <a:cubicBezTo>
                    <a:pt x="65" y="549"/>
                    <a:pt x="66" y="546"/>
                    <a:pt x="69" y="546"/>
                  </a:cubicBezTo>
                  <a:cubicBezTo>
                    <a:pt x="70" y="546"/>
                    <a:pt x="71" y="546"/>
                    <a:pt x="72" y="547"/>
                  </a:cubicBezTo>
                  <a:cubicBezTo>
                    <a:pt x="72" y="547"/>
                    <a:pt x="72" y="547"/>
                    <a:pt x="72" y="547"/>
                  </a:cubicBezTo>
                  <a:cubicBezTo>
                    <a:pt x="73" y="547"/>
                    <a:pt x="73" y="547"/>
                    <a:pt x="73" y="547"/>
                  </a:cubicBezTo>
                  <a:cubicBezTo>
                    <a:pt x="73" y="547"/>
                    <a:pt x="74" y="546"/>
                    <a:pt x="74" y="546"/>
                  </a:cubicBezTo>
                  <a:cubicBezTo>
                    <a:pt x="75" y="545"/>
                    <a:pt x="75" y="544"/>
                    <a:pt x="75" y="544"/>
                  </a:cubicBezTo>
                  <a:cubicBezTo>
                    <a:pt x="75" y="544"/>
                    <a:pt x="75" y="543"/>
                    <a:pt x="75" y="543"/>
                  </a:cubicBezTo>
                  <a:cubicBezTo>
                    <a:pt x="75" y="541"/>
                    <a:pt x="75" y="540"/>
                    <a:pt x="75" y="539"/>
                  </a:cubicBezTo>
                  <a:cubicBezTo>
                    <a:pt x="78" y="534"/>
                    <a:pt x="83" y="534"/>
                    <a:pt x="88" y="534"/>
                  </a:cubicBezTo>
                  <a:cubicBezTo>
                    <a:pt x="89" y="533"/>
                    <a:pt x="91" y="533"/>
                    <a:pt x="92" y="533"/>
                  </a:cubicBezTo>
                  <a:cubicBezTo>
                    <a:pt x="93" y="531"/>
                    <a:pt x="93" y="531"/>
                    <a:pt x="94" y="530"/>
                  </a:cubicBezTo>
                  <a:cubicBezTo>
                    <a:pt x="95" y="529"/>
                    <a:pt x="95" y="528"/>
                    <a:pt x="96" y="528"/>
                  </a:cubicBezTo>
                  <a:cubicBezTo>
                    <a:pt x="96" y="528"/>
                    <a:pt x="96" y="528"/>
                    <a:pt x="96" y="527"/>
                  </a:cubicBezTo>
                  <a:cubicBezTo>
                    <a:pt x="97" y="526"/>
                    <a:pt x="99" y="522"/>
                    <a:pt x="103" y="521"/>
                  </a:cubicBezTo>
                  <a:cubicBezTo>
                    <a:pt x="104" y="521"/>
                    <a:pt x="105" y="521"/>
                    <a:pt x="105" y="521"/>
                  </a:cubicBezTo>
                  <a:cubicBezTo>
                    <a:pt x="106" y="521"/>
                    <a:pt x="115" y="523"/>
                    <a:pt x="119" y="532"/>
                  </a:cubicBezTo>
                  <a:cubicBezTo>
                    <a:pt x="119" y="533"/>
                    <a:pt x="120" y="534"/>
                    <a:pt x="120" y="534"/>
                  </a:cubicBezTo>
                  <a:cubicBezTo>
                    <a:pt x="123" y="532"/>
                    <a:pt x="127" y="534"/>
                    <a:pt x="130" y="537"/>
                  </a:cubicBezTo>
                  <a:cubicBezTo>
                    <a:pt x="131" y="538"/>
                    <a:pt x="131" y="539"/>
                    <a:pt x="132" y="540"/>
                  </a:cubicBezTo>
                  <a:cubicBezTo>
                    <a:pt x="133" y="541"/>
                    <a:pt x="133" y="542"/>
                    <a:pt x="134" y="543"/>
                  </a:cubicBezTo>
                  <a:cubicBezTo>
                    <a:pt x="136" y="545"/>
                    <a:pt x="137" y="546"/>
                    <a:pt x="139" y="546"/>
                  </a:cubicBezTo>
                  <a:cubicBezTo>
                    <a:pt x="141" y="546"/>
                    <a:pt x="142" y="547"/>
                    <a:pt x="143" y="549"/>
                  </a:cubicBezTo>
                  <a:cubicBezTo>
                    <a:pt x="143" y="548"/>
                    <a:pt x="144" y="547"/>
                    <a:pt x="144" y="547"/>
                  </a:cubicBezTo>
                  <a:cubicBezTo>
                    <a:pt x="145" y="545"/>
                    <a:pt x="147" y="545"/>
                    <a:pt x="149" y="544"/>
                  </a:cubicBezTo>
                  <a:cubicBezTo>
                    <a:pt x="150" y="544"/>
                    <a:pt x="151" y="545"/>
                    <a:pt x="152" y="545"/>
                  </a:cubicBezTo>
                  <a:cubicBezTo>
                    <a:pt x="152" y="545"/>
                    <a:pt x="152" y="545"/>
                    <a:pt x="152" y="545"/>
                  </a:cubicBezTo>
                  <a:cubicBezTo>
                    <a:pt x="154" y="544"/>
                    <a:pt x="155" y="543"/>
                    <a:pt x="156" y="543"/>
                  </a:cubicBezTo>
                  <a:cubicBezTo>
                    <a:pt x="157" y="542"/>
                    <a:pt x="156" y="539"/>
                    <a:pt x="156" y="537"/>
                  </a:cubicBezTo>
                  <a:cubicBezTo>
                    <a:pt x="156" y="535"/>
                    <a:pt x="156" y="532"/>
                    <a:pt x="157" y="531"/>
                  </a:cubicBezTo>
                  <a:cubicBezTo>
                    <a:pt x="158" y="524"/>
                    <a:pt x="162" y="523"/>
                    <a:pt x="164" y="523"/>
                  </a:cubicBezTo>
                  <a:cubicBezTo>
                    <a:pt x="167" y="523"/>
                    <a:pt x="169" y="525"/>
                    <a:pt x="171" y="526"/>
                  </a:cubicBezTo>
                  <a:cubicBezTo>
                    <a:pt x="172" y="526"/>
                    <a:pt x="173" y="527"/>
                    <a:pt x="174" y="528"/>
                  </a:cubicBezTo>
                  <a:cubicBezTo>
                    <a:pt x="174" y="527"/>
                    <a:pt x="174" y="527"/>
                    <a:pt x="174" y="527"/>
                  </a:cubicBezTo>
                  <a:cubicBezTo>
                    <a:pt x="175" y="526"/>
                    <a:pt x="176" y="524"/>
                    <a:pt x="178" y="523"/>
                  </a:cubicBezTo>
                  <a:cubicBezTo>
                    <a:pt x="180" y="522"/>
                    <a:pt x="183" y="521"/>
                    <a:pt x="184" y="521"/>
                  </a:cubicBezTo>
                  <a:cubicBezTo>
                    <a:pt x="186" y="521"/>
                    <a:pt x="186" y="521"/>
                    <a:pt x="186" y="521"/>
                  </a:cubicBezTo>
                  <a:cubicBezTo>
                    <a:pt x="187" y="521"/>
                    <a:pt x="187" y="521"/>
                    <a:pt x="187" y="521"/>
                  </a:cubicBezTo>
                  <a:cubicBezTo>
                    <a:pt x="189" y="521"/>
                    <a:pt x="190" y="520"/>
                    <a:pt x="192" y="519"/>
                  </a:cubicBezTo>
                  <a:cubicBezTo>
                    <a:pt x="194" y="517"/>
                    <a:pt x="197" y="514"/>
                    <a:pt x="202" y="514"/>
                  </a:cubicBezTo>
                  <a:cubicBezTo>
                    <a:pt x="203" y="514"/>
                    <a:pt x="204" y="514"/>
                    <a:pt x="205" y="515"/>
                  </a:cubicBezTo>
                  <a:cubicBezTo>
                    <a:pt x="206" y="516"/>
                    <a:pt x="207" y="517"/>
                    <a:pt x="207" y="518"/>
                  </a:cubicBezTo>
                  <a:cubicBezTo>
                    <a:pt x="207" y="519"/>
                    <a:pt x="207" y="520"/>
                    <a:pt x="207" y="521"/>
                  </a:cubicBezTo>
                  <a:cubicBezTo>
                    <a:pt x="207" y="521"/>
                    <a:pt x="207" y="521"/>
                    <a:pt x="207" y="522"/>
                  </a:cubicBezTo>
                  <a:cubicBezTo>
                    <a:pt x="207" y="522"/>
                    <a:pt x="208" y="522"/>
                    <a:pt x="208" y="523"/>
                  </a:cubicBezTo>
                  <a:cubicBezTo>
                    <a:pt x="210" y="524"/>
                    <a:pt x="211" y="525"/>
                    <a:pt x="211" y="527"/>
                  </a:cubicBezTo>
                  <a:cubicBezTo>
                    <a:pt x="213" y="533"/>
                    <a:pt x="208" y="536"/>
                    <a:pt x="206" y="537"/>
                  </a:cubicBezTo>
                  <a:cubicBezTo>
                    <a:pt x="206" y="537"/>
                    <a:pt x="205" y="537"/>
                    <a:pt x="205" y="537"/>
                  </a:cubicBezTo>
                  <a:cubicBezTo>
                    <a:pt x="205" y="537"/>
                    <a:pt x="205" y="538"/>
                    <a:pt x="205" y="538"/>
                  </a:cubicBezTo>
                  <a:cubicBezTo>
                    <a:pt x="206" y="539"/>
                    <a:pt x="208" y="541"/>
                    <a:pt x="208" y="543"/>
                  </a:cubicBezTo>
                  <a:cubicBezTo>
                    <a:pt x="208" y="546"/>
                    <a:pt x="208" y="548"/>
                    <a:pt x="208" y="550"/>
                  </a:cubicBezTo>
                  <a:cubicBezTo>
                    <a:pt x="208" y="550"/>
                    <a:pt x="208" y="550"/>
                    <a:pt x="208" y="550"/>
                  </a:cubicBezTo>
                  <a:cubicBezTo>
                    <a:pt x="211" y="550"/>
                    <a:pt x="213" y="552"/>
                    <a:pt x="215" y="553"/>
                  </a:cubicBezTo>
                  <a:cubicBezTo>
                    <a:pt x="216" y="554"/>
                    <a:pt x="216" y="554"/>
                    <a:pt x="217" y="554"/>
                  </a:cubicBezTo>
                  <a:cubicBezTo>
                    <a:pt x="220" y="554"/>
                    <a:pt x="223" y="551"/>
                    <a:pt x="225" y="549"/>
                  </a:cubicBezTo>
                  <a:cubicBezTo>
                    <a:pt x="225" y="549"/>
                    <a:pt x="226" y="547"/>
                    <a:pt x="226" y="546"/>
                  </a:cubicBezTo>
                  <a:cubicBezTo>
                    <a:pt x="227" y="545"/>
                    <a:pt x="227" y="544"/>
                    <a:pt x="228" y="542"/>
                  </a:cubicBezTo>
                  <a:cubicBezTo>
                    <a:pt x="231" y="539"/>
                    <a:pt x="234" y="535"/>
                    <a:pt x="237" y="533"/>
                  </a:cubicBezTo>
                  <a:cubicBezTo>
                    <a:pt x="239" y="531"/>
                    <a:pt x="239" y="531"/>
                    <a:pt x="239" y="531"/>
                  </a:cubicBezTo>
                  <a:cubicBezTo>
                    <a:pt x="240" y="530"/>
                    <a:pt x="242" y="528"/>
                    <a:pt x="243" y="526"/>
                  </a:cubicBezTo>
                  <a:cubicBezTo>
                    <a:pt x="246" y="522"/>
                    <a:pt x="249" y="517"/>
                    <a:pt x="256" y="515"/>
                  </a:cubicBezTo>
                  <a:cubicBezTo>
                    <a:pt x="258" y="514"/>
                    <a:pt x="261" y="514"/>
                    <a:pt x="262" y="514"/>
                  </a:cubicBezTo>
                  <a:cubicBezTo>
                    <a:pt x="263" y="514"/>
                    <a:pt x="263" y="514"/>
                    <a:pt x="263" y="513"/>
                  </a:cubicBezTo>
                  <a:cubicBezTo>
                    <a:pt x="263" y="512"/>
                    <a:pt x="263" y="511"/>
                    <a:pt x="263" y="510"/>
                  </a:cubicBezTo>
                  <a:cubicBezTo>
                    <a:pt x="266" y="498"/>
                    <a:pt x="279" y="496"/>
                    <a:pt x="284" y="495"/>
                  </a:cubicBezTo>
                  <a:cubicBezTo>
                    <a:pt x="289" y="494"/>
                    <a:pt x="290" y="493"/>
                    <a:pt x="292" y="488"/>
                  </a:cubicBezTo>
                  <a:cubicBezTo>
                    <a:pt x="292" y="487"/>
                    <a:pt x="293" y="485"/>
                    <a:pt x="294" y="484"/>
                  </a:cubicBezTo>
                  <a:cubicBezTo>
                    <a:pt x="295" y="481"/>
                    <a:pt x="297" y="478"/>
                    <a:pt x="299" y="475"/>
                  </a:cubicBezTo>
                  <a:cubicBezTo>
                    <a:pt x="300" y="473"/>
                    <a:pt x="301" y="471"/>
                    <a:pt x="302" y="469"/>
                  </a:cubicBezTo>
                  <a:cubicBezTo>
                    <a:pt x="303" y="467"/>
                    <a:pt x="303" y="467"/>
                    <a:pt x="303" y="467"/>
                  </a:cubicBezTo>
                  <a:cubicBezTo>
                    <a:pt x="304" y="465"/>
                    <a:pt x="305" y="463"/>
                    <a:pt x="306" y="461"/>
                  </a:cubicBezTo>
                  <a:cubicBezTo>
                    <a:pt x="307" y="460"/>
                    <a:pt x="308" y="458"/>
                    <a:pt x="308" y="457"/>
                  </a:cubicBezTo>
                  <a:cubicBezTo>
                    <a:pt x="307" y="454"/>
                    <a:pt x="306" y="451"/>
                    <a:pt x="306" y="448"/>
                  </a:cubicBezTo>
                  <a:cubicBezTo>
                    <a:pt x="306" y="446"/>
                    <a:pt x="306" y="446"/>
                    <a:pt x="306" y="446"/>
                  </a:cubicBezTo>
                  <a:cubicBezTo>
                    <a:pt x="306" y="441"/>
                    <a:pt x="305" y="434"/>
                    <a:pt x="306" y="429"/>
                  </a:cubicBezTo>
                  <a:cubicBezTo>
                    <a:pt x="306" y="426"/>
                    <a:pt x="307" y="423"/>
                    <a:pt x="307" y="420"/>
                  </a:cubicBezTo>
                  <a:cubicBezTo>
                    <a:pt x="308" y="416"/>
                    <a:pt x="309" y="412"/>
                    <a:pt x="308" y="409"/>
                  </a:cubicBezTo>
                  <a:cubicBezTo>
                    <a:pt x="307" y="403"/>
                    <a:pt x="306" y="396"/>
                    <a:pt x="306" y="389"/>
                  </a:cubicBezTo>
                  <a:cubicBezTo>
                    <a:pt x="306" y="381"/>
                    <a:pt x="311" y="377"/>
                    <a:pt x="316" y="373"/>
                  </a:cubicBezTo>
                  <a:cubicBezTo>
                    <a:pt x="316" y="372"/>
                    <a:pt x="317" y="371"/>
                    <a:pt x="318" y="371"/>
                  </a:cubicBezTo>
                  <a:cubicBezTo>
                    <a:pt x="326" y="364"/>
                    <a:pt x="332" y="355"/>
                    <a:pt x="337" y="342"/>
                  </a:cubicBezTo>
                  <a:cubicBezTo>
                    <a:pt x="338" y="337"/>
                    <a:pt x="341" y="332"/>
                    <a:pt x="344" y="327"/>
                  </a:cubicBezTo>
                  <a:cubicBezTo>
                    <a:pt x="348" y="320"/>
                    <a:pt x="354" y="315"/>
                    <a:pt x="361" y="311"/>
                  </a:cubicBezTo>
                  <a:cubicBezTo>
                    <a:pt x="364" y="309"/>
                    <a:pt x="367" y="309"/>
                    <a:pt x="370" y="308"/>
                  </a:cubicBezTo>
                  <a:cubicBezTo>
                    <a:pt x="373" y="307"/>
                    <a:pt x="376" y="306"/>
                    <a:pt x="377" y="304"/>
                  </a:cubicBezTo>
                  <a:cubicBezTo>
                    <a:pt x="394" y="290"/>
                    <a:pt x="402" y="277"/>
                    <a:pt x="401" y="267"/>
                  </a:cubicBezTo>
                  <a:cubicBezTo>
                    <a:pt x="401" y="266"/>
                    <a:pt x="400" y="265"/>
                    <a:pt x="400" y="264"/>
                  </a:cubicBezTo>
                  <a:cubicBezTo>
                    <a:pt x="399" y="262"/>
                    <a:pt x="399" y="260"/>
                    <a:pt x="399" y="258"/>
                  </a:cubicBezTo>
                  <a:cubicBezTo>
                    <a:pt x="398" y="254"/>
                    <a:pt x="399" y="251"/>
                    <a:pt x="400" y="248"/>
                  </a:cubicBezTo>
                  <a:cubicBezTo>
                    <a:pt x="401" y="246"/>
                    <a:pt x="401" y="246"/>
                    <a:pt x="401" y="246"/>
                  </a:cubicBezTo>
                  <a:cubicBezTo>
                    <a:pt x="402" y="244"/>
                    <a:pt x="402" y="243"/>
                    <a:pt x="402" y="241"/>
                  </a:cubicBezTo>
                  <a:cubicBezTo>
                    <a:pt x="404" y="236"/>
                    <a:pt x="405" y="230"/>
                    <a:pt x="409" y="225"/>
                  </a:cubicBezTo>
                  <a:cubicBezTo>
                    <a:pt x="413" y="220"/>
                    <a:pt x="415" y="218"/>
                    <a:pt x="414" y="214"/>
                  </a:cubicBezTo>
                  <a:cubicBezTo>
                    <a:pt x="413" y="213"/>
                    <a:pt x="413" y="212"/>
                    <a:pt x="412" y="211"/>
                  </a:cubicBezTo>
                  <a:cubicBezTo>
                    <a:pt x="412" y="210"/>
                    <a:pt x="411" y="209"/>
                    <a:pt x="410" y="207"/>
                  </a:cubicBezTo>
                  <a:cubicBezTo>
                    <a:pt x="409" y="204"/>
                    <a:pt x="410" y="200"/>
                    <a:pt x="410" y="197"/>
                  </a:cubicBezTo>
                  <a:cubicBezTo>
                    <a:pt x="410" y="196"/>
                    <a:pt x="410" y="195"/>
                    <a:pt x="411" y="194"/>
                  </a:cubicBezTo>
                  <a:cubicBezTo>
                    <a:pt x="411" y="192"/>
                    <a:pt x="410" y="190"/>
                    <a:pt x="410" y="188"/>
                  </a:cubicBezTo>
                  <a:cubicBezTo>
                    <a:pt x="409" y="185"/>
                    <a:pt x="408" y="181"/>
                    <a:pt x="409" y="176"/>
                  </a:cubicBezTo>
                  <a:cubicBezTo>
                    <a:pt x="410" y="174"/>
                    <a:pt x="411" y="172"/>
                    <a:pt x="412" y="170"/>
                  </a:cubicBezTo>
                  <a:cubicBezTo>
                    <a:pt x="413" y="169"/>
                    <a:pt x="413" y="168"/>
                    <a:pt x="414" y="167"/>
                  </a:cubicBezTo>
                  <a:cubicBezTo>
                    <a:pt x="414" y="166"/>
                    <a:pt x="414" y="164"/>
                    <a:pt x="415" y="163"/>
                  </a:cubicBezTo>
                  <a:cubicBezTo>
                    <a:pt x="415" y="161"/>
                    <a:pt x="415" y="160"/>
                    <a:pt x="415" y="159"/>
                  </a:cubicBezTo>
                  <a:cubicBezTo>
                    <a:pt x="416" y="156"/>
                    <a:pt x="417" y="153"/>
                    <a:pt x="418" y="150"/>
                  </a:cubicBezTo>
                  <a:cubicBezTo>
                    <a:pt x="420" y="147"/>
                    <a:pt x="421" y="144"/>
                    <a:pt x="421" y="141"/>
                  </a:cubicBezTo>
                  <a:cubicBezTo>
                    <a:pt x="421" y="138"/>
                    <a:pt x="421" y="135"/>
                    <a:pt x="421" y="132"/>
                  </a:cubicBezTo>
                  <a:cubicBezTo>
                    <a:pt x="420" y="128"/>
                    <a:pt x="420" y="125"/>
                    <a:pt x="421" y="122"/>
                  </a:cubicBezTo>
                  <a:cubicBezTo>
                    <a:pt x="421" y="121"/>
                    <a:pt x="421" y="120"/>
                    <a:pt x="421" y="119"/>
                  </a:cubicBezTo>
                  <a:cubicBezTo>
                    <a:pt x="421" y="116"/>
                    <a:pt x="421" y="114"/>
                    <a:pt x="421" y="112"/>
                  </a:cubicBezTo>
                  <a:cubicBezTo>
                    <a:pt x="421" y="108"/>
                    <a:pt x="421" y="103"/>
                    <a:pt x="423" y="99"/>
                  </a:cubicBezTo>
                  <a:cubicBezTo>
                    <a:pt x="424" y="96"/>
                    <a:pt x="425" y="94"/>
                    <a:pt x="427" y="92"/>
                  </a:cubicBezTo>
                  <a:cubicBezTo>
                    <a:pt x="428" y="91"/>
                    <a:pt x="428" y="90"/>
                    <a:pt x="429" y="89"/>
                  </a:cubicBezTo>
                  <a:cubicBezTo>
                    <a:pt x="429" y="88"/>
                    <a:pt x="429" y="87"/>
                    <a:pt x="430" y="86"/>
                  </a:cubicBezTo>
                  <a:cubicBezTo>
                    <a:pt x="430" y="84"/>
                    <a:pt x="431" y="81"/>
                    <a:pt x="434" y="78"/>
                  </a:cubicBezTo>
                  <a:cubicBezTo>
                    <a:pt x="438" y="74"/>
                    <a:pt x="440" y="68"/>
                    <a:pt x="442" y="62"/>
                  </a:cubicBezTo>
                  <a:cubicBezTo>
                    <a:pt x="443" y="59"/>
                    <a:pt x="445" y="55"/>
                    <a:pt x="447" y="52"/>
                  </a:cubicBezTo>
                  <a:cubicBezTo>
                    <a:pt x="447" y="51"/>
                    <a:pt x="447" y="50"/>
                    <a:pt x="448" y="49"/>
                  </a:cubicBezTo>
                  <a:cubicBezTo>
                    <a:pt x="449" y="47"/>
                    <a:pt x="450" y="45"/>
                    <a:pt x="452" y="42"/>
                  </a:cubicBezTo>
                  <a:cubicBezTo>
                    <a:pt x="453" y="41"/>
                    <a:pt x="453" y="41"/>
                    <a:pt x="453" y="41"/>
                  </a:cubicBezTo>
                  <a:cubicBezTo>
                    <a:pt x="454" y="39"/>
                    <a:pt x="455" y="39"/>
                    <a:pt x="455" y="38"/>
                  </a:cubicBezTo>
                  <a:cubicBezTo>
                    <a:pt x="455" y="34"/>
                    <a:pt x="455" y="30"/>
                    <a:pt x="455" y="27"/>
                  </a:cubicBezTo>
                  <a:cubicBezTo>
                    <a:pt x="455" y="25"/>
                    <a:pt x="455" y="25"/>
                    <a:pt x="455" y="25"/>
                  </a:cubicBezTo>
                  <a:cubicBezTo>
                    <a:pt x="454" y="24"/>
                    <a:pt x="454" y="23"/>
                    <a:pt x="452" y="22"/>
                  </a:cubicBezTo>
                  <a:cubicBezTo>
                    <a:pt x="451" y="20"/>
                    <a:pt x="450" y="19"/>
                    <a:pt x="450" y="18"/>
                  </a:cubicBezTo>
                  <a:cubicBezTo>
                    <a:pt x="449" y="17"/>
                    <a:pt x="449" y="17"/>
                    <a:pt x="449" y="17"/>
                  </a:cubicBezTo>
                  <a:cubicBezTo>
                    <a:pt x="448" y="17"/>
                    <a:pt x="447" y="18"/>
                    <a:pt x="446" y="18"/>
                  </a:cubicBezTo>
                  <a:cubicBezTo>
                    <a:pt x="445" y="19"/>
                    <a:pt x="443" y="19"/>
                    <a:pt x="442" y="19"/>
                  </a:cubicBezTo>
                  <a:cubicBezTo>
                    <a:pt x="441" y="19"/>
                    <a:pt x="441" y="19"/>
                    <a:pt x="441" y="19"/>
                  </a:cubicBezTo>
                  <a:cubicBezTo>
                    <a:pt x="441" y="19"/>
                    <a:pt x="441" y="19"/>
                    <a:pt x="441" y="19"/>
                  </a:cubicBezTo>
                  <a:cubicBezTo>
                    <a:pt x="440" y="20"/>
                    <a:pt x="440" y="21"/>
                    <a:pt x="438" y="22"/>
                  </a:cubicBezTo>
                  <a:cubicBezTo>
                    <a:pt x="437" y="24"/>
                    <a:pt x="435" y="25"/>
                    <a:pt x="433" y="25"/>
                  </a:cubicBezTo>
                  <a:cubicBezTo>
                    <a:pt x="429" y="25"/>
                    <a:pt x="427" y="22"/>
                    <a:pt x="427" y="21"/>
                  </a:cubicBezTo>
                  <a:cubicBezTo>
                    <a:pt x="426" y="20"/>
                    <a:pt x="425" y="20"/>
                    <a:pt x="425" y="20"/>
                  </a:cubicBezTo>
                  <a:cubicBezTo>
                    <a:pt x="424" y="21"/>
                    <a:pt x="423" y="21"/>
                    <a:pt x="422" y="21"/>
                  </a:cubicBezTo>
                  <a:cubicBezTo>
                    <a:pt x="422" y="21"/>
                    <a:pt x="421" y="21"/>
                    <a:pt x="419" y="21"/>
                  </a:cubicBezTo>
                  <a:cubicBezTo>
                    <a:pt x="418" y="21"/>
                    <a:pt x="417" y="21"/>
                    <a:pt x="416" y="20"/>
                  </a:cubicBezTo>
                  <a:cubicBezTo>
                    <a:pt x="416" y="21"/>
                    <a:pt x="416" y="21"/>
                    <a:pt x="415" y="21"/>
                  </a:cubicBezTo>
                  <a:cubicBezTo>
                    <a:pt x="415" y="21"/>
                    <a:pt x="413" y="21"/>
                    <a:pt x="413" y="21"/>
                  </a:cubicBezTo>
                  <a:cubicBezTo>
                    <a:pt x="411" y="21"/>
                    <a:pt x="409" y="20"/>
                    <a:pt x="409" y="19"/>
                  </a:cubicBezTo>
                  <a:cubicBezTo>
                    <a:pt x="407" y="18"/>
                    <a:pt x="407" y="17"/>
                    <a:pt x="406" y="16"/>
                  </a:cubicBezTo>
                  <a:cubicBezTo>
                    <a:pt x="406" y="16"/>
                    <a:pt x="406" y="16"/>
                    <a:pt x="405" y="16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402" y="16"/>
                    <a:pt x="401" y="16"/>
                    <a:pt x="401" y="16"/>
                  </a:cubicBezTo>
                  <a:cubicBezTo>
                    <a:pt x="396" y="15"/>
                    <a:pt x="394" y="14"/>
                    <a:pt x="390" y="12"/>
                  </a:cubicBezTo>
                  <a:cubicBezTo>
                    <a:pt x="390" y="12"/>
                    <a:pt x="389" y="11"/>
                    <a:pt x="389" y="11"/>
                  </a:cubicBezTo>
                  <a:cubicBezTo>
                    <a:pt x="388" y="11"/>
                    <a:pt x="388" y="12"/>
                    <a:pt x="387" y="12"/>
                  </a:cubicBezTo>
                  <a:cubicBezTo>
                    <a:pt x="383" y="16"/>
                    <a:pt x="383" y="16"/>
                    <a:pt x="383" y="16"/>
                  </a:cubicBezTo>
                  <a:cubicBezTo>
                    <a:pt x="383" y="16"/>
                    <a:pt x="382" y="17"/>
                    <a:pt x="381" y="17"/>
                  </a:cubicBezTo>
                  <a:cubicBezTo>
                    <a:pt x="380" y="17"/>
                    <a:pt x="378" y="17"/>
                    <a:pt x="377" y="16"/>
                  </a:cubicBezTo>
                  <a:cubicBezTo>
                    <a:pt x="377" y="16"/>
                    <a:pt x="377" y="17"/>
                    <a:pt x="377" y="17"/>
                  </a:cubicBezTo>
                  <a:cubicBezTo>
                    <a:pt x="376" y="17"/>
                    <a:pt x="374" y="18"/>
                    <a:pt x="371" y="19"/>
                  </a:cubicBezTo>
                  <a:cubicBezTo>
                    <a:pt x="370" y="19"/>
                    <a:pt x="369" y="19"/>
                    <a:pt x="368" y="19"/>
                  </a:cubicBezTo>
                  <a:cubicBezTo>
                    <a:pt x="367" y="19"/>
                    <a:pt x="366" y="19"/>
                    <a:pt x="365" y="20"/>
                  </a:cubicBezTo>
                  <a:cubicBezTo>
                    <a:pt x="364" y="20"/>
                    <a:pt x="364" y="20"/>
                    <a:pt x="363" y="20"/>
                  </a:cubicBezTo>
                  <a:cubicBezTo>
                    <a:pt x="362" y="21"/>
                    <a:pt x="361" y="21"/>
                    <a:pt x="357" y="21"/>
                  </a:cubicBezTo>
                  <a:cubicBezTo>
                    <a:pt x="356" y="21"/>
                    <a:pt x="356" y="20"/>
                    <a:pt x="355" y="20"/>
                  </a:cubicBezTo>
                  <a:cubicBezTo>
                    <a:pt x="353" y="22"/>
                    <a:pt x="351" y="23"/>
                    <a:pt x="350" y="23"/>
                  </a:cubicBezTo>
                  <a:cubicBezTo>
                    <a:pt x="348" y="22"/>
                    <a:pt x="347" y="22"/>
                    <a:pt x="345" y="22"/>
                  </a:cubicBezTo>
                  <a:cubicBezTo>
                    <a:pt x="344" y="21"/>
                    <a:pt x="344" y="21"/>
                    <a:pt x="343" y="21"/>
                  </a:cubicBezTo>
                  <a:cubicBezTo>
                    <a:pt x="339" y="22"/>
                    <a:pt x="339" y="23"/>
                    <a:pt x="338" y="27"/>
                  </a:cubicBezTo>
                  <a:cubicBezTo>
                    <a:pt x="338" y="29"/>
                    <a:pt x="338" y="30"/>
                    <a:pt x="337" y="32"/>
                  </a:cubicBezTo>
                  <a:cubicBezTo>
                    <a:pt x="337" y="34"/>
                    <a:pt x="336" y="35"/>
                    <a:pt x="336" y="37"/>
                  </a:cubicBezTo>
                  <a:cubicBezTo>
                    <a:pt x="334" y="40"/>
                    <a:pt x="333" y="42"/>
                    <a:pt x="334" y="45"/>
                  </a:cubicBezTo>
                  <a:cubicBezTo>
                    <a:pt x="334" y="48"/>
                    <a:pt x="334" y="50"/>
                    <a:pt x="333" y="52"/>
                  </a:cubicBezTo>
                  <a:cubicBezTo>
                    <a:pt x="333" y="52"/>
                    <a:pt x="332" y="53"/>
                    <a:pt x="332" y="54"/>
                  </a:cubicBezTo>
                  <a:cubicBezTo>
                    <a:pt x="332" y="54"/>
                    <a:pt x="332" y="55"/>
                    <a:pt x="333" y="55"/>
                  </a:cubicBezTo>
                  <a:cubicBezTo>
                    <a:pt x="333" y="56"/>
                    <a:pt x="334" y="57"/>
                    <a:pt x="334" y="59"/>
                  </a:cubicBezTo>
                  <a:cubicBezTo>
                    <a:pt x="335" y="63"/>
                    <a:pt x="333" y="67"/>
                    <a:pt x="331" y="70"/>
                  </a:cubicBezTo>
                  <a:cubicBezTo>
                    <a:pt x="331" y="70"/>
                    <a:pt x="330" y="71"/>
                    <a:pt x="330" y="71"/>
                  </a:cubicBezTo>
                  <a:cubicBezTo>
                    <a:pt x="319" y="96"/>
                    <a:pt x="319" y="96"/>
                    <a:pt x="319" y="96"/>
                  </a:cubicBezTo>
                  <a:cubicBezTo>
                    <a:pt x="319" y="97"/>
                    <a:pt x="319" y="97"/>
                    <a:pt x="319" y="98"/>
                  </a:cubicBezTo>
                  <a:cubicBezTo>
                    <a:pt x="318" y="101"/>
                    <a:pt x="316" y="105"/>
                    <a:pt x="313" y="107"/>
                  </a:cubicBezTo>
                  <a:cubicBezTo>
                    <a:pt x="312" y="107"/>
                    <a:pt x="311" y="108"/>
                    <a:pt x="309" y="108"/>
                  </a:cubicBezTo>
                  <a:cubicBezTo>
                    <a:pt x="309" y="108"/>
                    <a:pt x="309" y="108"/>
                    <a:pt x="309" y="108"/>
                  </a:cubicBezTo>
                  <a:cubicBezTo>
                    <a:pt x="309" y="109"/>
                    <a:pt x="309" y="109"/>
                    <a:pt x="309" y="110"/>
                  </a:cubicBezTo>
                  <a:cubicBezTo>
                    <a:pt x="309" y="111"/>
                    <a:pt x="309" y="112"/>
                    <a:pt x="308" y="113"/>
                  </a:cubicBezTo>
                  <a:cubicBezTo>
                    <a:pt x="308" y="113"/>
                    <a:pt x="308" y="114"/>
                    <a:pt x="308" y="114"/>
                  </a:cubicBezTo>
                  <a:cubicBezTo>
                    <a:pt x="308" y="115"/>
                    <a:pt x="308" y="115"/>
                    <a:pt x="308" y="115"/>
                  </a:cubicBezTo>
                  <a:cubicBezTo>
                    <a:pt x="308" y="116"/>
                    <a:pt x="309" y="116"/>
                    <a:pt x="309" y="117"/>
                  </a:cubicBezTo>
                  <a:cubicBezTo>
                    <a:pt x="311" y="120"/>
                    <a:pt x="312" y="124"/>
                    <a:pt x="312" y="126"/>
                  </a:cubicBezTo>
                  <a:cubicBezTo>
                    <a:pt x="312" y="127"/>
                    <a:pt x="312" y="127"/>
                    <a:pt x="312" y="127"/>
                  </a:cubicBezTo>
                  <a:cubicBezTo>
                    <a:pt x="313" y="129"/>
                    <a:pt x="313" y="130"/>
                    <a:pt x="313" y="132"/>
                  </a:cubicBezTo>
                  <a:cubicBezTo>
                    <a:pt x="313" y="136"/>
                    <a:pt x="311" y="138"/>
                    <a:pt x="309" y="138"/>
                  </a:cubicBezTo>
                  <a:cubicBezTo>
                    <a:pt x="308" y="139"/>
                    <a:pt x="307" y="142"/>
                    <a:pt x="303" y="142"/>
                  </a:cubicBezTo>
                  <a:cubicBezTo>
                    <a:pt x="301" y="142"/>
                    <a:pt x="300" y="141"/>
                    <a:pt x="298" y="139"/>
                  </a:cubicBezTo>
                  <a:cubicBezTo>
                    <a:pt x="297" y="137"/>
                    <a:pt x="296" y="135"/>
                    <a:pt x="296" y="134"/>
                  </a:cubicBezTo>
                  <a:cubicBezTo>
                    <a:pt x="296" y="134"/>
                    <a:pt x="295" y="134"/>
                    <a:pt x="295" y="134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293" y="134"/>
                    <a:pt x="291" y="134"/>
                    <a:pt x="290" y="133"/>
                  </a:cubicBezTo>
                  <a:cubicBezTo>
                    <a:pt x="289" y="132"/>
                    <a:pt x="288" y="131"/>
                    <a:pt x="288" y="130"/>
                  </a:cubicBezTo>
                  <a:cubicBezTo>
                    <a:pt x="287" y="130"/>
                    <a:pt x="286" y="129"/>
                    <a:pt x="286" y="128"/>
                  </a:cubicBezTo>
                  <a:cubicBezTo>
                    <a:pt x="285" y="128"/>
                    <a:pt x="284" y="127"/>
                    <a:pt x="283" y="127"/>
                  </a:cubicBezTo>
                  <a:cubicBezTo>
                    <a:pt x="282" y="126"/>
                    <a:pt x="281" y="126"/>
                    <a:pt x="279" y="125"/>
                  </a:cubicBezTo>
                  <a:cubicBezTo>
                    <a:pt x="277" y="125"/>
                    <a:pt x="277" y="125"/>
                    <a:pt x="277" y="125"/>
                  </a:cubicBezTo>
                  <a:cubicBezTo>
                    <a:pt x="276" y="124"/>
                    <a:pt x="275" y="124"/>
                    <a:pt x="274" y="124"/>
                  </a:cubicBezTo>
                  <a:cubicBezTo>
                    <a:pt x="273" y="123"/>
                    <a:pt x="271" y="123"/>
                    <a:pt x="269" y="123"/>
                  </a:cubicBezTo>
                  <a:cubicBezTo>
                    <a:pt x="268" y="123"/>
                    <a:pt x="268" y="122"/>
                    <a:pt x="265" y="123"/>
                  </a:cubicBezTo>
                  <a:cubicBezTo>
                    <a:pt x="265" y="123"/>
                    <a:pt x="264" y="124"/>
                    <a:pt x="263" y="124"/>
                  </a:cubicBezTo>
                  <a:cubicBezTo>
                    <a:pt x="262" y="124"/>
                    <a:pt x="261" y="125"/>
                    <a:pt x="260" y="125"/>
                  </a:cubicBezTo>
                  <a:cubicBezTo>
                    <a:pt x="255" y="125"/>
                    <a:pt x="253" y="122"/>
                    <a:pt x="252" y="120"/>
                  </a:cubicBezTo>
                  <a:cubicBezTo>
                    <a:pt x="251" y="119"/>
                    <a:pt x="250" y="119"/>
                    <a:pt x="250" y="118"/>
                  </a:cubicBezTo>
                  <a:cubicBezTo>
                    <a:pt x="249" y="119"/>
                    <a:pt x="248" y="120"/>
                    <a:pt x="247" y="120"/>
                  </a:cubicBezTo>
                  <a:cubicBezTo>
                    <a:pt x="243" y="122"/>
                    <a:pt x="240" y="121"/>
                    <a:pt x="239" y="120"/>
                  </a:cubicBezTo>
                  <a:cubicBezTo>
                    <a:pt x="238" y="120"/>
                    <a:pt x="238" y="120"/>
                    <a:pt x="238" y="119"/>
                  </a:cubicBezTo>
                  <a:cubicBezTo>
                    <a:pt x="237" y="120"/>
                    <a:pt x="237" y="120"/>
                    <a:pt x="237" y="120"/>
                  </a:cubicBezTo>
                  <a:cubicBezTo>
                    <a:pt x="236" y="120"/>
                    <a:pt x="236" y="120"/>
                    <a:pt x="236" y="120"/>
                  </a:cubicBezTo>
                  <a:cubicBezTo>
                    <a:pt x="235" y="120"/>
                    <a:pt x="234" y="121"/>
                    <a:pt x="233" y="121"/>
                  </a:cubicBezTo>
                  <a:cubicBezTo>
                    <a:pt x="231" y="121"/>
                    <a:pt x="229" y="119"/>
                    <a:pt x="228" y="118"/>
                  </a:cubicBezTo>
                  <a:cubicBezTo>
                    <a:pt x="227" y="117"/>
                    <a:pt x="227" y="117"/>
                    <a:pt x="227" y="116"/>
                  </a:cubicBezTo>
                  <a:cubicBezTo>
                    <a:pt x="225" y="116"/>
                    <a:pt x="223" y="116"/>
                    <a:pt x="222" y="115"/>
                  </a:cubicBezTo>
                  <a:cubicBezTo>
                    <a:pt x="221" y="115"/>
                    <a:pt x="221" y="114"/>
                    <a:pt x="220" y="114"/>
                  </a:cubicBezTo>
                  <a:cubicBezTo>
                    <a:pt x="220" y="114"/>
                    <a:pt x="220" y="114"/>
                    <a:pt x="220" y="114"/>
                  </a:cubicBezTo>
                  <a:cubicBezTo>
                    <a:pt x="216" y="113"/>
                    <a:pt x="214" y="111"/>
                    <a:pt x="213" y="109"/>
                  </a:cubicBezTo>
                  <a:cubicBezTo>
                    <a:pt x="213" y="109"/>
                    <a:pt x="213" y="109"/>
                    <a:pt x="213" y="109"/>
                  </a:cubicBezTo>
                  <a:cubicBezTo>
                    <a:pt x="211" y="109"/>
                    <a:pt x="210" y="110"/>
                    <a:pt x="208" y="111"/>
                  </a:cubicBezTo>
                  <a:cubicBezTo>
                    <a:pt x="205" y="112"/>
                    <a:pt x="202" y="111"/>
                    <a:pt x="201" y="110"/>
                  </a:cubicBezTo>
                  <a:cubicBezTo>
                    <a:pt x="200" y="110"/>
                    <a:pt x="199" y="109"/>
                    <a:pt x="199" y="109"/>
                  </a:cubicBezTo>
                  <a:cubicBezTo>
                    <a:pt x="197" y="109"/>
                    <a:pt x="196" y="110"/>
                    <a:pt x="195" y="110"/>
                  </a:cubicBezTo>
                  <a:cubicBezTo>
                    <a:pt x="193" y="110"/>
                    <a:pt x="191" y="110"/>
                    <a:pt x="189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79" y="110"/>
                    <a:pt x="175" y="110"/>
                    <a:pt x="170" y="110"/>
                  </a:cubicBezTo>
                  <a:cubicBezTo>
                    <a:pt x="165" y="110"/>
                    <a:pt x="165" y="110"/>
                    <a:pt x="165" y="110"/>
                  </a:cubicBezTo>
                  <a:cubicBezTo>
                    <a:pt x="161" y="110"/>
                    <a:pt x="158" y="110"/>
                    <a:pt x="154" y="110"/>
                  </a:cubicBezTo>
                  <a:cubicBezTo>
                    <a:pt x="149" y="110"/>
                    <a:pt x="144" y="110"/>
                    <a:pt x="139" y="110"/>
                  </a:cubicBezTo>
                  <a:cubicBezTo>
                    <a:pt x="139" y="110"/>
                    <a:pt x="139" y="111"/>
                    <a:pt x="139" y="112"/>
                  </a:cubicBezTo>
                  <a:cubicBezTo>
                    <a:pt x="139" y="115"/>
                    <a:pt x="137" y="117"/>
                    <a:pt x="135" y="118"/>
                  </a:cubicBezTo>
                  <a:cubicBezTo>
                    <a:pt x="135" y="119"/>
                    <a:pt x="134" y="119"/>
                    <a:pt x="134" y="120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3" y="121"/>
                    <a:pt x="133" y="122"/>
                    <a:pt x="133" y="123"/>
                  </a:cubicBezTo>
                  <a:cubicBezTo>
                    <a:pt x="133" y="123"/>
                    <a:pt x="133" y="124"/>
                    <a:pt x="133" y="124"/>
                  </a:cubicBezTo>
                  <a:cubicBezTo>
                    <a:pt x="134" y="128"/>
                    <a:pt x="132" y="131"/>
                    <a:pt x="132" y="133"/>
                  </a:cubicBezTo>
                  <a:cubicBezTo>
                    <a:pt x="131" y="133"/>
                    <a:pt x="131" y="134"/>
                    <a:pt x="131" y="135"/>
                  </a:cubicBezTo>
                  <a:cubicBezTo>
                    <a:pt x="131" y="135"/>
                    <a:pt x="131" y="136"/>
                    <a:pt x="131" y="137"/>
                  </a:cubicBezTo>
                  <a:cubicBezTo>
                    <a:pt x="131" y="139"/>
                    <a:pt x="131" y="140"/>
                    <a:pt x="130" y="142"/>
                  </a:cubicBezTo>
                  <a:cubicBezTo>
                    <a:pt x="131" y="143"/>
                    <a:pt x="131" y="143"/>
                    <a:pt x="131" y="143"/>
                  </a:cubicBezTo>
                  <a:cubicBezTo>
                    <a:pt x="131" y="144"/>
                    <a:pt x="132" y="145"/>
                    <a:pt x="133" y="146"/>
                  </a:cubicBezTo>
                  <a:cubicBezTo>
                    <a:pt x="133" y="146"/>
                    <a:pt x="133" y="147"/>
                    <a:pt x="133" y="147"/>
                  </a:cubicBezTo>
                  <a:cubicBezTo>
                    <a:pt x="135" y="150"/>
                    <a:pt x="137" y="153"/>
                    <a:pt x="136" y="157"/>
                  </a:cubicBezTo>
                  <a:cubicBezTo>
                    <a:pt x="136" y="157"/>
                    <a:pt x="136" y="158"/>
                    <a:pt x="136" y="158"/>
                  </a:cubicBezTo>
                  <a:cubicBezTo>
                    <a:pt x="138" y="157"/>
                    <a:pt x="140" y="156"/>
                    <a:pt x="142" y="156"/>
                  </a:cubicBezTo>
                  <a:cubicBezTo>
                    <a:pt x="145" y="156"/>
                    <a:pt x="147" y="157"/>
                    <a:pt x="148" y="157"/>
                  </a:cubicBezTo>
                  <a:cubicBezTo>
                    <a:pt x="149" y="157"/>
                    <a:pt x="150" y="156"/>
                    <a:pt x="150" y="156"/>
                  </a:cubicBezTo>
                  <a:cubicBezTo>
                    <a:pt x="152" y="154"/>
                    <a:pt x="154" y="153"/>
                    <a:pt x="157" y="152"/>
                  </a:cubicBezTo>
                  <a:cubicBezTo>
                    <a:pt x="157" y="152"/>
                    <a:pt x="158" y="152"/>
                    <a:pt x="159" y="152"/>
                  </a:cubicBezTo>
                  <a:cubicBezTo>
                    <a:pt x="160" y="152"/>
                    <a:pt x="160" y="152"/>
                    <a:pt x="161" y="152"/>
                  </a:cubicBezTo>
                  <a:cubicBezTo>
                    <a:pt x="161" y="151"/>
                    <a:pt x="162" y="150"/>
                    <a:pt x="163" y="149"/>
                  </a:cubicBezTo>
                  <a:cubicBezTo>
                    <a:pt x="166" y="147"/>
                    <a:pt x="171" y="146"/>
                    <a:pt x="178" y="148"/>
                  </a:cubicBezTo>
                  <a:cubicBezTo>
                    <a:pt x="179" y="149"/>
                    <a:pt x="180" y="149"/>
                    <a:pt x="181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3" y="150"/>
                    <a:pt x="184" y="150"/>
                    <a:pt x="185" y="150"/>
                  </a:cubicBezTo>
                  <a:cubicBezTo>
                    <a:pt x="185" y="150"/>
                    <a:pt x="185" y="150"/>
                    <a:pt x="185" y="150"/>
                  </a:cubicBezTo>
                  <a:cubicBezTo>
                    <a:pt x="191" y="150"/>
                    <a:pt x="200" y="152"/>
                    <a:pt x="200" y="166"/>
                  </a:cubicBezTo>
                  <a:cubicBezTo>
                    <a:pt x="200" y="167"/>
                    <a:pt x="200" y="167"/>
                    <a:pt x="200" y="168"/>
                  </a:cubicBezTo>
                  <a:cubicBezTo>
                    <a:pt x="200" y="169"/>
                    <a:pt x="200" y="169"/>
                    <a:pt x="200" y="169"/>
                  </a:cubicBezTo>
                  <a:cubicBezTo>
                    <a:pt x="201" y="170"/>
                    <a:pt x="202" y="170"/>
                    <a:pt x="204" y="172"/>
                  </a:cubicBezTo>
                  <a:cubicBezTo>
                    <a:pt x="205" y="173"/>
                    <a:pt x="206" y="175"/>
                    <a:pt x="207" y="177"/>
                  </a:cubicBezTo>
                  <a:cubicBezTo>
                    <a:pt x="208" y="179"/>
                    <a:pt x="208" y="180"/>
                    <a:pt x="210" y="181"/>
                  </a:cubicBezTo>
                  <a:cubicBezTo>
                    <a:pt x="214" y="185"/>
                    <a:pt x="209" y="195"/>
                    <a:pt x="209" y="195"/>
                  </a:cubicBezTo>
                  <a:cubicBezTo>
                    <a:pt x="208" y="197"/>
                    <a:pt x="207" y="198"/>
                    <a:pt x="206" y="199"/>
                  </a:cubicBezTo>
                  <a:cubicBezTo>
                    <a:pt x="205" y="199"/>
                    <a:pt x="204" y="200"/>
                    <a:pt x="204" y="201"/>
                  </a:cubicBezTo>
                  <a:cubicBezTo>
                    <a:pt x="204" y="201"/>
                    <a:pt x="204" y="201"/>
                    <a:pt x="204" y="201"/>
                  </a:cubicBezTo>
                  <a:cubicBezTo>
                    <a:pt x="204" y="201"/>
                    <a:pt x="204" y="201"/>
                    <a:pt x="204" y="202"/>
                  </a:cubicBezTo>
                  <a:cubicBezTo>
                    <a:pt x="204" y="203"/>
                    <a:pt x="204" y="207"/>
                    <a:pt x="200" y="209"/>
                  </a:cubicBezTo>
                  <a:cubicBezTo>
                    <a:pt x="200" y="209"/>
                    <a:pt x="199" y="210"/>
                    <a:pt x="199" y="210"/>
                  </a:cubicBezTo>
                  <a:cubicBezTo>
                    <a:pt x="197" y="212"/>
                    <a:pt x="193" y="215"/>
                    <a:pt x="188" y="214"/>
                  </a:cubicBezTo>
                  <a:cubicBezTo>
                    <a:pt x="188" y="214"/>
                    <a:pt x="188" y="214"/>
                    <a:pt x="187" y="214"/>
                  </a:cubicBezTo>
                  <a:cubicBezTo>
                    <a:pt x="188" y="218"/>
                    <a:pt x="184" y="221"/>
                    <a:pt x="182" y="222"/>
                  </a:cubicBezTo>
                  <a:cubicBezTo>
                    <a:pt x="182" y="222"/>
                    <a:pt x="182" y="222"/>
                    <a:pt x="181" y="222"/>
                  </a:cubicBezTo>
                  <a:cubicBezTo>
                    <a:pt x="179" y="224"/>
                    <a:pt x="176" y="230"/>
                    <a:pt x="176" y="232"/>
                  </a:cubicBezTo>
                  <a:cubicBezTo>
                    <a:pt x="176" y="234"/>
                    <a:pt x="177" y="236"/>
                    <a:pt x="177" y="238"/>
                  </a:cubicBezTo>
                  <a:cubicBezTo>
                    <a:pt x="178" y="240"/>
                    <a:pt x="179" y="244"/>
                    <a:pt x="179" y="248"/>
                  </a:cubicBezTo>
                  <a:cubicBezTo>
                    <a:pt x="178" y="251"/>
                    <a:pt x="176" y="253"/>
                    <a:pt x="175" y="254"/>
                  </a:cubicBezTo>
                  <a:cubicBezTo>
                    <a:pt x="175" y="254"/>
                    <a:pt x="175" y="254"/>
                    <a:pt x="175" y="254"/>
                  </a:cubicBezTo>
                  <a:cubicBezTo>
                    <a:pt x="176" y="254"/>
                    <a:pt x="178" y="255"/>
                    <a:pt x="179" y="256"/>
                  </a:cubicBezTo>
                  <a:cubicBezTo>
                    <a:pt x="180" y="256"/>
                    <a:pt x="181" y="255"/>
                    <a:pt x="182" y="256"/>
                  </a:cubicBezTo>
                  <a:cubicBezTo>
                    <a:pt x="187" y="256"/>
                    <a:pt x="190" y="259"/>
                    <a:pt x="191" y="263"/>
                  </a:cubicBezTo>
                  <a:cubicBezTo>
                    <a:pt x="192" y="264"/>
                    <a:pt x="192" y="266"/>
                    <a:pt x="192" y="267"/>
                  </a:cubicBezTo>
                  <a:cubicBezTo>
                    <a:pt x="192" y="267"/>
                    <a:pt x="192" y="267"/>
                    <a:pt x="192" y="268"/>
                  </a:cubicBezTo>
                  <a:cubicBezTo>
                    <a:pt x="193" y="267"/>
                    <a:pt x="194" y="267"/>
                    <a:pt x="195" y="267"/>
                  </a:cubicBezTo>
                  <a:cubicBezTo>
                    <a:pt x="195" y="267"/>
                    <a:pt x="196" y="267"/>
                    <a:pt x="196" y="267"/>
                  </a:cubicBezTo>
                  <a:cubicBezTo>
                    <a:pt x="203" y="268"/>
                    <a:pt x="209" y="273"/>
                    <a:pt x="213" y="280"/>
                  </a:cubicBezTo>
                  <a:cubicBezTo>
                    <a:pt x="215" y="284"/>
                    <a:pt x="213" y="289"/>
                    <a:pt x="212" y="292"/>
                  </a:cubicBezTo>
                  <a:cubicBezTo>
                    <a:pt x="211" y="293"/>
                    <a:pt x="211" y="295"/>
                    <a:pt x="211" y="296"/>
                  </a:cubicBezTo>
                  <a:cubicBezTo>
                    <a:pt x="211" y="299"/>
                    <a:pt x="210" y="301"/>
                    <a:pt x="209" y="303"/>
                  </a:cubicBezTo>
                  <a:cubicBezTo>
                    <a:pt x="209" y="303"/>
                    <a:pt x="209" y="304"/>
                    <a:pt x="208" y="305"/>
                  </a:cubicBezTo>
                  <a:cubicBezTo>
                    <a:pt x="208" y="306"/>
                    <a:pt x="208" y="308"/>
                    <a:pt x="208" y="309"/>
                  </a:cubicBezTo>
                  <a:cubicBezTo>
                    <a:pt x="209" y="311"/>
                    <a:pt x="209" y="314"/>
                    <a:pt x="209" y="316"/>
                  </a:cubicBezTo>
                  <a:cubicBezTo>
                    <a:pt x="209" y="317"/>
                    <a:pt x="210" y="317"/>
                    <a:pt x="210" y="318"/>
                  </a:cubicBezTo>
                  <a:cubicBezTo>
                    <a:pt x="211" y="320"/>
                    <a:pt x="212" y="322"/>
                    <a:pt x="212" y="325"/>
                  </a:cubicBezTo>
                  <a:cubicBezTo>
                    <a:pt x="212" y="327"/>
                    <a:pt x="211" y="328"/>
                    <a:pt x="210" y="329"/>
                  </a:cubicBezTo>
                  <a:cubicBezTo>
                    <a:pt x="212" y="331"/>
                    <a:pt x="213" y="333"/>
                    <a:pt x="213" y="336"/>
                  </a:cubicBezTo>
                  <a:cubicBezTo>
                    <a:pt x="213" y="337"/>
                    <a:pt x="212" y="338"/>
                    <a:pt x="211" y="339"/>
                  </a:cubicBezTo>
                  <a:cubicBezTo>
                    <a:pt x="211" y="340"/>
                    <a:pt x="211" y="340"/>
                    <a:pt x="211" y="340"/>
                  </a:cubicBezTo>
                  <a:cubicBezTo>
                    <a:pt x="211" y="341"/>
                    <a:pt x="212" y="343"/>
                    <a:pt x="211" y="344"/>
                  </a:cubicBezTo>
                  <a:cubicBezTo>
                    <a:pt x="211" y="346"/>
                    <a:pt x="210" y="347"/>
                    <a:pt x="208" y="348"/>
                  </a:cubicBezTo>
                  <a:cubicBezTo>
                    <a:pt x="209" y="349"/>
                    <a:pt x="210" y="350"/>
                    <a:pt x="211" y="352"/>
                  </a:cubicBezTo>
                  <a:cubicBezTo>
                    <a:pt x="211" y="353"/>
                    <a:pt x="211" y="353"/>
                    <a:pt x="210" y="354"/>
                  </a:cubicBezTo>
                  <a:cubicBezTo>
                    <a:pt x="208" y="361"/>
                    <a:pt x="208" y="361"/>
                    <a:pt x="208" y="361"/>
                  </a:cubicBezTo>
                  <a:cubicBezTo>
                    <a:pt x="208" y="362"/>
                    <a:pt x="208" y="362"/>
                    <a:pt x="208" y="362"/>
                  </a:cubicBezTo>
                  <a:cubicBezTo>
                    <a:pt x="208" y="364"/>
                    <a:pt x="209" y="369"/>
                    <a:pt x="203" y="371"/>
                  </a:cubicBezTo>
                  <a:cubicBezTo>
                    <a:pt x="202" y="372"/>
                    <a:pt x="201" y="373"/>
                    <a:pt x="200" y="373"/>
                  </a:cubicBezTo>
                  <a:cubicBezTo>
                    <a:pt x="199" y="373"/>
                    <a:pt x="198" y="374"/>
                    <a:pt x="198" y="374"/>
                  </a:cubicBezTo>
                  <a:cubicBezTo>
                    <a:pt x="198" y="376"/>
                    <a:pt x="198" y="377"/>
                    <a:pt x="198" y="379"/>
                  </a:cubicBezTo>
                  <a:cubicBezTo>
                    <a:pt x="198" y="380"/>
                    <a:pt x="197" y="382"/>
                    <a:pt x="197" y="383"/>
                  </a:cubicBezTo>
                  <a:cubicBezTo>
                    <a:pt x="196" y="384"/>
                    <a:pt x="196" y="386"/>
                    <a:pt x="194" y="388"/>
                  </a:cubicBezTo>
                  <a:cubicBezTo>
                    <a:pt x="194" y="388"/>
                    <a:pt x="194" y="388"/>
                    <a:pt x="194" y="388"/>
                  </a:cubicBezTo>
                  <a:cubicBezTo>
                    <a:pt x="195" y="389"/>
                    <a:pt x="196" y="390"/>
                    <a:pt x="197" y="392"/>
                  </a:cubicBezTo>
                  <a:cubicBezTo>
                    <a:pt x="197" y="394"/>
                    <a:pt x="197" y="395"/>
                    <a:pt x="196" y="397"/>
                  </a:cubicBezTo>
                  <a:cubicBezTo>
                    <a:pt x="195" y="399"/>
                    <a:pt x="193" y="400"/>
                    <a:pt x="192" y="400"/>
                  </a:cubicBezTo>
                  <a:cubicBezTo>
                    <a:pt x="191" y="401"/>
                    <a:pt x="191" y="401"/>
                    <a:pt x="191" y="401"/>
                  </a:cubicBezTo>
                  <a:cubicBezTo>
                    <a:pt x="191" y="402"/>
                    <a:pt x="191" y="403"/>
                    <a:pt x="190" y="404"/>
                  </a:cubicBezTo>
                  <a:cubicBezTo>
                    <a:pt x="189" y="405"/>
                    <a:pt x="187" y="408"/>
                    <a:pt x="184" y="408"/>
                  </a:cubicBezTo>
                  <a:cubicBezTo>
                    <a:pt x="183" y="408"/>
                    <a:pt x="182" y="408"/>
                    <a:pt x="181" y="408"/>
                  </a:cubicBezTo>
                  <a:cubicBezTo>
                    <a:pt x="181" y="408"/>
                    <a:pt x="181" y="408"/>
                    <a:pt x="181" y="408"/>
                  </a:cubicBezTo>
                  <a:cubicBezTo>
                    <a:pt x="178" y="408"/>
                    <a:pt x="177" y="408"/>
                    <a:pt x="176" y="408"/>
                  </a:cubicBezTo>
                  <a:cubicBezTo>
                    <a:pt x="175" y="408"/>
                    <a:pt x="175" y="408"/>
                    <a:pt x="174" y="408"/>
                  </a:cubicBezTo>
                  <a:cubicBezTo>
                    <a:pt x="170" y="408"/>
                    <a:pt x="167" y="407"/>
                    <a:pt x="166" y="404"/>
                  </a:cubicBezTo>
                  <a:cubicBezTo>
                    <a:pt x="165" y="403"/>
                    <a:pt x="164" y="400"/>
                    <a:pt x="166" y="396"/>
                  </a:cubicBezTo>
                  <a:cubicBezTo>
                    <a:pt x="166" y="396"/>
                    <a:pt x="167" y="396"/>
                    <a:pt x="167" y="395"/>
                  </a:cubicBezTo>
                  <a:cubicBezTo>
                    <a:pt x="165" y="393"/>
                    <a:pt x="164" y="391"/>
                    <a:pt x="163" y="388"/>
                  </a:cubicBezTo>
                  <a:cubicBezTo>
                    <a:pt x="163" y="389"/>
                    <a:pt x="162" y="390"/>
                    <a:pt x="161" y="391"/>
                  </a:cubicBezTo>
                  <a:cubicBezTo>
                    <a:pt x="161" y="392"/>
                    <a:pt x="160" y="392"/>
                    <a:pt x="159" y="393"/>
                  </a:cubicBezTo>
                  <a:cubicBezTo>
                    <a:pt x="159" y="394"/>
                    <a:pt x="159" y="395"/>
                    <a:pt x="158" y="396"/>
                  </a:cubicBezTo>
                  <a:cubicBezTo>
                    <a:pt x="157" y="397"/>
                    <a:pt x="156" y="398"/>
                    <a:pt x="155" y="398"/>
                  </a:cubicBezTo>
                  <a:cubicBezTo>
                    <a:pt x="153" y="399"/>
                    <a:pt x="152" y="401"/>
                    <a:pt x="150" y="402"/>
                  </a:cubicBezTo>
                  <a:cubicBezTo>
                    <a:pt x="149" y="403"/>
                    <a:pt x="147" y="404"/>
                    <a:pt x="146" y="404"/>
                  </a:cubicBezTo>
                  <a:cubicBezTo>
                    <a:pt x="145" y="404"/>
                    <a:pt x="145" y="404"/>
                    <a:pt x="145" y="404"/>
                  </a:cubicBezTo>
                  <a:cubicBezTo>
                    <a:pt x="143" y="404"/>
                    <a:pt x="141" y="405"/>
                    <a:pt x="139" y="404"/>
                  </a:cubicBezTo>
                  <a:cubicBezTo>
                    <a:pt x="137" y="404"/>
                    <a:pt x="135" y="403"/>
                    <a:pt x="134" y="402"/>
                  </a:cubicBezTo>
                  <a:cubicBezTo>
                    <a:pt x="133" y="402"/>
                    <a:pt x="132" y="401"/>
                    <a:pt x="131" y="401"/>
                  </a:cubicBezTo>
                  <a:cubicBezTo>
                    <a:pt x="130" y="401"/>
                    <a:pt x="129" y="401"/>
                    <a:pt x="128" y="401"/>
                  </a:cubicBezTo>
                  <a:cubicBezTo>
                    <a:pt x="126" y="401"/>
                    <a:pt x="124" y="400"/>
                    <a:pt x="122" y="400"/>
                  </a:cubicBezTo>
                  <a:cubicBezTo>
                    <a:pt x="122" y="400"/>
                    <a:pt x="121" y="399"/>
                    <a:pt x="120" y="399"/>
                  </a:cubicBezTo>
                  <a:cubicBezTo>
                    <a:pt x="120" y="400"/>
                    <a:pt x="119" y="400"/>
                    <a:pt x="118" y="401"/>
                  </a:cubicBezTo>
                  <a:cubicBezTo>
                    <a:pt x="116" y="401"/>
                    <a:pt x="114" y="401"/>
                    <a:pt x="113" y="399"/>
                  </a:cubicBezTo>
                  <a:cubicBezTo>
                    <a:pt x="112" y="398"/>
                    <a:pt x="111" y="397"/>
                    <a:pt x="112" y="395"/>
                  </a:cubicBezTo>
                  <a:cubicBezTo>
                    <a:pt x="112" y="394"/>
                    <a:pt x="112" y="393"/>
                    <a:pt x="113" y="392"/>
                  </a:cubicBezTo>
                  <a:cubicBezTo>
                    <a:pt x="113" y="390"/>
                    <a:pt x="113" y="390"/>
                    <a:pt x="113" y="390"/>
                  </a:cubicBezTo>
                  <a:cubicBezTo>
                    <a:pt x="113" y="390"/>
                    <a:pt x="113" y="389"/>
                    <a:pt x="113" y="389"/>
                  </a:cubicBezTo>
                  <a:cubicBezTo>
                    <a:pt x="112" y="389"/>
                    <a:pt x="110" y="388"/>
                    <a:pt x="109" y="388"/>
                  </a:cubicBezTo>
                  <a:cubicBezTo>
                    <a:pt x="107" y="386"/>
                    <a:pt x="107" y="383"/>
                    <a:pt x="106" y="381"/>
                  </a:cubicBezTo>
                  <a:cubicBezTo>
                    <a:pt x="106" y="380"/>
                    <a:pt x="106" y="380"/>
                    <a:pt x="106" y="380"/>
                  </a:cubicBezTo>
                  <a:cubicBezTo>
                    <a:pt x="106" y="379"/>
                    <a:pt x="106" y="378"/>
                    <a:pt x="105" y="378"/>
                  </a:cubicBezTo>
                  <a:cubicBezTo>
                    <a:pt x="104" y="376"/>
                    <a:pt x="104" y="374"/>
                    <a:pt x="103" y="372"/>
                  </a:cubicBezTo>
                  <a:cubicBezTo>
                    <a:pt x="103" y="372"/>
                    <a:pt x="103" y="371"/>
                    <a:pt x="102" y="371"/>
                  </a:cubicBezTo>
                  <a:cubicBezTo>
                    <a:pt x="102" y="371"/>
                    <a:pt x="101" y="370"/>
                    <a:pt x="100" y="370"/>
                  </a:cubicBezTo>
                  <a:cubicBezTo>
                    <a:pt x="99" y="369"/>
                    <a:pt x="99" y="369"/>
                    <a:pt x="99" y="369"/>
                  </a:cubicBezTo>
                  <a:cubicBezTo>
                    <a:pt x="97" y="367"/>
                    <a:pt x="96" y="366"/>
                    <a:pt x="94" y="366"/>
                  </a:cubicBezTo>
                  <a:cubicBezTo>
                    <a:pt x="93" y="366"/>
                    <a:pt x="93" y="367"/>
                    <a:pt x="92" y="368"/>
                  </a:cubicBezTo>
                  <a:cubicBezTo>
                    <a:pt x="91" y="369"/>
                    <a:pt x="90" y="371"/>
                    <a:pt x="88" y="371"/>
                  </a:cubicBezTo>
                  <a:cubicBezTo>
                    <a:pt x="88" y="373"/>
                    <a:pt x="88" y="374"/>
                    <a:pt x="89" y="375"/>
                  </a:cubicBezTo>
                  <a:cubicBezTo>
                    <a:pt x="90" y="375"/>
                    <a:pt x="91" y="377"/>
                    <a:pt x="92" y="379"/>
                  </a:cubicBezTo>
                  <a:cubicBezTo>
                    <a:pt x="92" y="380"/>
                    <a:pt x="92" y="382"/>
                    <a:pt x="91" y="384"/>
                  </a:cubicBezTo>
                  <a:cubicBezTo>
                    <a:pt x="91" y="385"/>
                    <a:pt x="91" y="386"/>
                    <a:pt x="91" y="386"/>
                  </a:cubicBezTo>
                  <a:cubicBezTo>
                    <a:pt x="90" y="391"/>
                    <a:pt x="89" y="397"/>
                    <a:pt x="81" y="399"/>
                  </a:cubicBezTo>
                  <a:cubicBezTo>
                    <a:pt x="79" y="400"/>
                    <a:pt x="79" y="400"/>
                    <a:pt x="79" y="400"/>
                  </a:cubicBezTo>
                  <a:cubicBezTo>
                    <a:pt x="72" y="402"/>
                    <a:pt x="61" y="405"/>
                    <a:pt x="56" y="402"/>
                  </a:cubicBezTo>
                  <a:cubicBezTo>
                    <a:pt x="54" y="402"/>
                    <a:pt x="54" y="400"/>
                    <a:pt x="53" y="399"/>
                  </a:cubicBezTo>
                  <a:cubicBezTo>
                    <a:pt x="53" y="399"/>
                    <a:pt x="53" y="399"/>
                    <a:pt x="53" y="399"/>
                  </a:cubicBezTo>
                  <a:cubicBezTo>
                    <a:pt x="53" y="399"/>
                    <a:pt x="53" y="399"/>
                    <a:pt x="53" y="399"/>
                  </a:cubicBezTo>
                  <a:cubicBezTo>
                    <a:pt x="51" y="399"/>
                    <a:pt x="51" y="399"/>
                    <a:pt x="50" y="400"/>
                  </a:cubicBezTo>
                  <a:cubicBezTo>
                    <a:pt x="48" y="400"/>
                    <a:pt x="48" y="400"/>
                    <a:pt x="48" y="400"/>
                  </a:cubicBezTo>
                  <a:cubicBezTo>
                    <a:pt x="48" y="400"/>
                    <a:pt x="47" y="401"/>
                    <a:pt x="47" y="401"/>
                  </a:cubicBezTo>
                  <a:cubicBezTo>
                    <a:pt x="46" y="402"/>
                    <a:pt x="44" y="403"/>
                    <a:pt x="42" y="403"/>
                  </a:cubicBezTo>
                  <a:cubicBezTo>
                    <a:pt x="42" y="403"/>
                    <a:pt x="41" y="403"/>
                    <a:pt x="41" y="403"/>
                  </a:cubicBezTo>
                  <a:cubicBezTo>
                    <a:pt x="39" y="403"/>
                    <a:pt x="37" y="402"/>
                    <a:pt x="36" y="401"/>
                  </a:cubicBezTo>
                  <a:cubicBezTo>
                    <a:pt x="36" y="402"/>
                    <a:pt x="36" y="403"/>
                    <a:pt x="36" y="404"/>
                  </a:cubicBezTo>
                  <a:cubicBezTo>
                    <a:pt x="36" y="404"/>
                    <a:pt x="37" y="405"/>
                    <a:pt x="37" y="405"/>
                  </a:cubicBezTo>
                  <a:cubicBezTo>
                    <a:pt x="38" y="407"/>
                    <a:pt x="39" y="409"/>
                    <a:pt x="39" y="412"/>
                  </a:cubicBezTo>
                  <a:cubicBezTo>
                    <a:pt x="39" y="414"/>
                    <a:pt x="38" y="416"/>
                    <a:pt x="36" y="420"/>
                  </a:cubicBezTo>
                  <a:cubicBezTo>
                    <a:pt x="36" y="420"/>
                    <a:pt x="36" y="421"/>
                    <a:pt x="36" y="421"/>
                  </a:cubicBezTo>
                  <a:cubicBezTo>
                    <a:pt x="37" y="421"/>
                    <a:pt x="37" y="422"/>
                    <a:pt x="38" y="423"/>
                  </a:cubicBezTo>
                  <a:cubicBezTo>
                    <a:pt x="40" y="424"/>
                    <a:pt x="41" y="426"/>
                    <a:pt x="43" y="428"/>
                  </a:cubicBezTo>
                  <a:cubicBezTo>
                    <a:pt x="43" y="429"/>
                    <a:pt x="44" y="429"/>
                    <a:pt x="44" y="430"/>
                  </a:cubicBezTo>
                  <a:cubicBezTo>
                    <a:pt x="46" y="432"/>
                    <a:pt x="48" y="435"/>
                    <a:pt x="48" y="438"/>
                  </a:cubicBezTo>
                  <a:cubicBezTo>
                    <a:pt x="47" y="441"/>
                    <a:pt x="45" y="442"/>
                    <a:pt x="44" y="443"/>
                  </a:cubicBezTo>
                  <a:cubicBezTo>
                    <a:pt x="43" y="443"/>
                    <a:pt x="43" y="443"/>
                    <a:pt x="43" y="443"/>
                  </a:cubicBezTo>
                  <a:cubicBezTo>
                    <a:pt x="43" y="444"/>
                    <a:pt x="43" y="445"/>
                    <a:pt x="43" y="445"/>
                  </a:cubicBezTo>
                  <a:cubicBezTo>
                    <a:pt x="44" y="446"/>
                    <a:pt x="45" y="446"/>
                    <a:pt x="45" y="447"/>
                  </a:cubicBezTo>
                  <a:cubicBezTo>
                    <a:pt x="47" y="448"/>
                    <a:pt x="49" y="448"/>
                    <a:pt x="50" y="450"/>
                  </a:cubicBezTo>
                  <a:cubicBezTo>
                    <a:pt x="50" y="450"/>
                    <a:pt x="51" y="450"/>
                    <a:pt x="52" y="450"/>
                  </a:cubicBezTo>
                  <a:cubicBezTo>
                    <a:pt x="54" y="451"/>
                    <a:pt x="60" y="452"/>
                    <a:pt x="59" y="458"/>
                  </a:cubicBezTo>
                  <a:cubicBezTo>
                    <a:pt x="59" y="461"/>
                    <a:pt x="57" y="462"/>
                    <a:pt x="56" y="464"/>
                  </a:cubicBezTo>
                  <a:cubicBezTo>
                    <a:pt x="55" y="465"/>
                    <a:pt x="55" y="466"/>
                    <a:pt x="54" y="466"/>
                  </a:cubicBezTo>
                  <a:cubicBezTo>
                    <a:pt x="53" y="468"/>
                    <a:pt x="53" y="468"/>
                    <a:pt x="53" y="468"/>
                  </a:cubicBezTo>
                  <a:cubicBezTo>
                    <a:pt x="53" y="469"/>
                    <a:pt x="52" y="470"/>
                    <a:pt x="52" y="471"/>
                  </a:cubicBezTo>
                  <a:cubicBezTo>
                    <a:pt x="53" y="472"/>
                    <a:pt x="55" y="473"/>
                    <a:pt x="56" y="476"/>
                  </a:cubicBezTo>
                  <a:cubicBezTo>
                    <a:pt x="57" y="478"/>
                    <a:pt x="56" y="480"/>
                    <a:pt x="55" y="482"/>
                  </a:cubicBezTo>
                  <a:cubicBezTo>
                    <a:pt x="53" y="485"/>
                    <a:pt x="49" y="486"/>
                    <a:pt x="47" y="487"/>
                  </a:cubicBezTo>
                  <a:cubicBezTo>
                    <a:pt x="45" y="487"/>
                    <a:pt x="39" y="486"/>
                    <a:pt x="38" y="485"/>
                  </a:cubicBezTo>
                  <a:cubicBezTo>
                    <a:pt x="35" y="485"/>
                    <a:pt x="34" y="484"/>
                    <a:pt x="33" y="482"/>
                  </a:cubicBezTo>
                  <a:cubicBezTo>
                    <a:pt x="32" y="481"/>
                    <a:pt x="32" y="481"/>
                    <a:pt x="32" y="481"/>
                  </a:cubicBezTo>
                  <a:cubicBezTo>
                    <a:pt x="31" y="481"/>
                    <a:pt x="31" y="479"/>
                    <a:pt x="30" y="478"/>
                  </a:cubicBezTo>
                  <a:cubicBezTo>
                    <a:pt x="29" y="477"/>
                    <a:pt x="28" y="475"/>
                    <a:pt x="28" y="474"/>
                  </a:cubicBezTo>
                  <a:cubicBezTo>
                    <a:pt x="27" y="476"/>
                    <a:pt x="26" y="477"/>
                    <a:pt x="24" y="478"/>
                  </a:cubicBezTo>
                  <a:cubicBezTo>
                    <a:pt x="22" y="480"/>
                    <a:pt x="21" y="480"/>
                    <a:pt x="19" y="480"/>
                  </a:cubicBezTo>
                  <a:cubicBezTo>
                    <a:pt x="18" y="480"/>
                    <a:pt x="17" y="480"/>
                    <a:pt x="15" y="483"/>
                  </a:cubicBezTo>
                  <a:cubicBezTo>
                    <a:pt x="12" y="485"/>
                    <a:pt x="9" y="492"/>
                    <a:pt x="9" y="495"/>
                  </a:cubicBezTo>
                  <a:cubicBezTo>
                    <a:pt x="9" y="495"/>
                    <a:pt x="12" y="497"/>
                    <a:pt x="13" y="498"/>
                  </a:cubicBezTo>
                  <a:cubicBezTo>
                    <a:pt x="16" y="500"/>
                    <a:pt x="19" y="502"/>
                    <a:pt x="21" y="505"/>
                  </a:cubicBezTo>
                  <a:cubicBezTo>
                    <a:pt x="22" y="506"/>
                    <a:pt x="22" y="508"/>
                    <a:pt x="23" y="509"/>
                  </a:cubicBezTo>
                  <a:cubicBezTo>
                    <a:pt x="23" y="510"/>
                    <a:pt x="24" y="511"/>
                    <a:pt x="25" y="512"/>
                  </a:cubicBezTo>
                  <a:cubicBezTo>
                    <a:pt x="26" y="514"/>
                    <a:pt x="26" y="514"/>
                    <a:pt x="26" y="514"/>
                  </a:cubicBezTo>
                  <a:cubicBezTo>
                    <a:pt x="29" y="516"/>
                    <a:pt x="32" y="519"/>
                    <a:pt x="34" y="521"/>
                  </a:cubicBezTo>
                  <a:cubicBezTo>
                    <a:pt x="35" y="522"/>
                    <a:pt x="36" y="523"/>
                    <a:pt x="37" y="524"/>
                  </a:cubicBezTo>
                  <a:cubicBezTo>
                    <a:pt x="41" y="527"/>
                    <a:pt x="46" y="531"/>
                    <a:pt x="48" y="536"/>
                  </a:cubicBezTo>
                  <a:cubicBezTo>
                    <a:pt x="49" y="539"/>
                    <a:pt x="48" y="541"/>
                    <a:pt x="47" y="542"/>
                  </a:cubicBezTo>
                  <a:cubicBezTo>
                    <a:pt x="49" y="543"/>
                    <a:pt x="50" y="545"/>
                    <a:pt x="50" y="547"/>
                  </a:cubicBezTo>
                  <a:cubicBezTo>
                    <a:pt x="51" y="548"/>
                    <a:pt x="51" y="550"/>
                    <a:pt x="50" y="55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1" name="Freeform 122">
              <a:extLst>
                <a:ext uri="{FF2B5EF4-FFF2-40B4-BE49-F238E27FC236}">
                  <a16:creationId xmlns:a16="http://schemas.microsoft.com/office/drawing/2014/main" id="{569B5AC0-F23E-423D-87FC-767CB84B3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6875" y="3084513"/>
              <a:ext cx="514350" cy="635000"/>
            </a:xfrm>
            <a:custGeom>
              <a:avLst/>
              <a:gdLst>
                <a:gd name="T0" fmla="*/ 134 w 456"/>
                <a:gd name="T1" fmla="*/ 545 h 561"/>
                <a:gd name="T2" fmla="*/ 151 w 456"/>
                <a:gd name="T3" fmla="*/ 542 h 561"/>
                <a:gd name="T4" fmla="*/ 185 w 456"/>
                <a:gd name="T5" fmla="*/ 520 h 561"/>
                <a:gd name="T6" fmla="*/ 199 w 456"/>
                <a:gd name="T7" fmla="*/ 538 h 561"/>
                <a:gd name="T8" fmla="*/ 228 w 456"/>
                <a:gd name="T9" fmla="*/ 539 h 561"/>
                <a:gd name="T10" fmla="*/ 280 w 456"/>
                <a:gd name="T11" fmla="*/ 494 h 561"/>
                <a:gd name="T12" fmla="*/ 307 w 456"/>
                <a:gd name="T13" fmla="*/ 440 h 561"/>
                <a:gd name="T14" fmla="*/ 337 w 456"/>
                <a:gd name="T15" fmla="*/ 337 h 561"/>
                <a:gd name="T16" fmla="*/ 399 w 456"/>
                <a:gd name="T17" fmla="*/ 252 h 561"/>
                <a:gd name="T18" fmla="*/ 411 w 456"/>
                <a:gd name="T19" fmla="*/ 188 h 561"/>
                <a:gd name="T20" fmla="*/ 421 w 456"/>
                <a:gd name="T21" fmla="*/ 125 h 561"/>
                <a:gd name="T22" fmla="*/ 447 w 456"/>
                <a:gd name="T23" fmla="*/ 48 h 561"/>
                <a:gd name="T24" fmla="*/ 445 w 456"/>
                <a:gd name="T25" fmla="*/ 6 h 561"/>
                <a:gd name="T26" fmla="*/ 418 w 456"/>
                <a:gd name="T27" fmla="*/ 10 h 561"/>
                <a:gd name="T28" fmla="*/ 408 w 456"/>
                <a:gd name="T29" fmla="*/ 10 h 561"/>
                <a:gd name="T30" fmla="*/ 381 w 456"/>
                <a:gd name="T31" fmla="*/ 2 h 561"/>
                <a:gd name="T32" fmla="*/ 354 w 456"/>
                <a:gd name="T33" fmla="*/ 10 h 561"/>
                <a:gd name="T34" fmla="*/ 325 w 456"/>
                <a:gd name="T35" fmla="*/ 40 h 561"/>
                <a:gd name="T36" fmla="*/ 307 w 456"/>
                <a:gd name="T37" fmla="*/ 97 h 561"/>
                <a:gd name="T38" fmla="*/ 304 w 456"/>
                <a:gd name="T39" fmla="*/ 121 h 561"/>
                <a:gd name="T40" fmla="*/ 291 w 456"/>
                <a:gd name="T41" fmla="*/ 123 h 561"/>
                <a:gd name="T42" fmla="*/ 266 w 456"/>
                <a:gd name="T43" fmla="*/ 112 h 561"/>
                <a:gd name="T44" fmla="*/ 233 w 456"/>
                <a:gd name="T45" fmla="*/ 108 h 561"/>
                <a:gd name="T46" fmla="*/ 220 w 456"/>
                <a:gd name="T47" fmla="*/ 105 h 561"/>
                <a:gd name="T48" fmla="*/ 194 w 456"/>
                <a:gd name="T49" fmla="*/ 99 h 561"/>
                <a:gd name="T50" fmla="*/ 131 w 456"/>
                <a:gd name="T51" fmla="*/ 105 h 561"/>
                <a:gd name="T52" fmla="*/ 121 w 456"/>
                <a:gd name="T53" fmla="*/ 136 h 561"/>
                <a:gd name="T54" fmla="*/ 124 w 456"/>
                <a:gd name="T55" fmla="*/ 156 h 561"/>
                <a:gd name="T56" fmla="*/ 154 w 456"/>
                <a:gd name="T57" fmla="*/ 151 h 561"/>
                <a:gd name="T58" fmla="*/ 181 w 456"/>
                <a:gd name="T59" fmla="*/ 149 h 561"/>
                <a:gd name="T60" fmla="*/ 201 w 456"/>
                <a:gd name="T61" fmla="*/ 187 h 561"/>
                <a:gd name="T62" fmla="*/ 174 w 456"/>
                <a:gd name="T63" fmla="*/ 213 h 561"/>
                <a:gd name="T64" fmla="*/ 174 w 456"/>
                <a:gd name="T65" fmla="*/ 255 h 561"/>
                <a:gd name="T66" fmla="*/ 204 w 456"/>
                <a:gd name="T67" fmla="*/ 276 h 561"/>
                <a:gd name="T68" fmla="*/ 203 w 456"/>
                <a:gd name="T69" fmla="*/ 318 h 561"/>
                <a:gd name="T70" fmla="*/ 198 w 456"/>
                <a:gd name="T71" fmla="*/ 341 h 561"/>
                <a:gd name="T72" fmla="*/ 189 w 456"/>
                <a:gd name="T73" fmla="*/ 368 h 561"/>
                <a:gd name="T74" fmla="*/ 188 w 456"/>
                <a:gd name="T75" fmla="*/ 387 h 561"/>
                <a:gd name="T76" fmla="*/ 172 w 456"/>
                <a:gd name="T77" fmla="*/ 397 h 561"/>
                <a:gd name="T78" fmla="*/ 163 w 456"/>
                <a:gd name="T79" fmla="*/ 378 h 561"/>
                <a:gd name="T80" fmla="*/ 149 w 456"/>
                <a:gd name="T81" fmla="*/ 388 h 561"/>
                <a:gd name="T82" fmla="*/ 120 w 456"/>
                <a:gd name="T83" fmla="*/ 389 h 561"/>
                <a:gd name="T84" fmla="*/ 109 w 456"/>
                <a:gd name="T85" fmla="*/ 378 h 561"/>
                <a:gd name="T86" fmla="*/ 89 w 456"/>
                <a:gd name="T87" fmla="*/ 355 h 561"/>
                <a:gd name="T88" fmla="*/ 76 w 456"/>
                <a:gd name="T89" fmla="*/ 388 h 561"/>
                <a:gd name="T90" fmla="*/ 38 w 456"/>
                <a:gd name="T91" fmla="*/ 393 h 561"/>
                <a:gd name="T92" fmla="*/ 31 w 456"/>
                <a:gd name="T93" fmla="*/ 406 h 561"/>
                <a:gd name="T94" fmla="*/ 36 w 456"/>
                <a:gd name="T95" fmla="*/ 442 h 561"/>
                <a:gd name="T96" fmla="*/ 48 w 456"/>
                <a:gd name="T97" fmla="*/ 471 h 561"/>
                <a:gd name="T98" fmla="*/ 18 w 456"/>
                <a:gd name="T99" fmla="*/ 468 h 561"/>
                <a:gd name="T100" fmla="*/ 18 w 456"/>
                <a:gd name="T101" fmla="*/ 510 h 561"/>
                <a:gd name="T102" fmla="*/ 40 w 456"/>
                <a:gd name="T103" fmla="*/ 543 h 561"/>
                <a:gd name="T104" fmla="*/ 67 w 456"/>
                <a:gd name="T105" fmla="*/ 545 h 561"/>
                <a:gd name="T106" fmla="*/ 94 w 456"/>
                <a:gd name="T107" fmla="*/ 527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6" h="561">
                  <a:moveTo>
                    <a:pt x="111" y="528"/>
                  </a:moveTo>
                  <a:cubicBezTo>
                    <a:pt x="112" y="532"/>
                    <a:pt x="115" y="533"/>
                    <a:pt x="118" y="535"/>
                  </a:cubicBezTo>
                  <a:cubicBezTo>
                    <a:pt x="117" y="531"/>
                    <a:pt x="120" y="531"/>
                    <a:pt x="122" y="534"/>
                  </a:cubicBezTo>
                  <a:cubicBezTo>
                    <a:pt x="124" y="536"/>
                    <a:pt x="125" y="539"/>
                    <a:pt x="127" y="541"/>
                  </a:cubicBezTo>
                  <a:cubicBezTo>
                    <a:pt x="129" y="542"/>
                    <a:pt x="131" y="544"/>
                    <a:pt x="134" y="545"/>
                  </a:cubicBezTo>
                  <a:cubicBezTo>
                    <a:pt x="137" y="545"/>
                    <a:pt x="136" y="549"/>
                    <a:pt x="138" y="551"/>
                  </a:cubicBezTo>
                  <a:cubicBezTo>
                    <a:pt x="139" y="549"/>
                    <a:pt x="141" y="548"/>
                    <a:pt x="143" y="546"/>
                  </a:cubicBezTo>
                  <a:cubicBezTo>
                    <a:pt x="144" y="545"/>
                    <a:pt x="142" y="543"/>
                    <a:pt x="145" y="543"/>
                  </a:cubicBezTo>
                  <a:cubicBezTo>
                    <a:pt x="147" y="543"/>
                    <a:pt x="148" y="545"/>
                    <a:pt x="149" y="545"/>
                  </a:cubicBezTo>
                  <a:cubicBezTo>
                    <a:pt x="151" y="545"/>
                    <a:pt x="150" y="543"/>
                    <a:pt x="151" y="542"/>
                  </a:cubicBezTo>
                  <a:cubicBezTo>
                    <a:pt x="152" y="541"/>
                    <a:pt x="154" y="541"/>
                    <a:pt x="155" y="541"/>
                  </a:cubicBezTo>
                  <a:cubicBezTo>
                    <a:pt x="158" y="539"/>
                    <a:pt x="156" y="530"/>
                    <a:pt x="157" y="526"/>
                  </a:cubicBezTo>
                  <a:cubicBezTo>
                    <a:pt x="159" y="516"/>
                    <a:pt x="167" y="528"/>
                    <a:pt x="172" y="526"/>
                  </a:cubicBezTo>
                  <a:cubicBezTo>
                    <a:pt x="174" y="525"/>
                    <a:pt x="174" y="522"/>
                    <a:pt x="176" y="521"/>
                  </a:cubicBezTo>
                  <a:cubicBezTo>
                    <a:pt x="179" y="519"/>
                    <a:pt x="182" y="520"/>
                    <a:pt x="185" y="520"/>
                  </a:cubicBezTo>
                  <a:cubicBezTo>
                    <a:pt x="189" y="518"/>
                    <a:pt x="193" y="513"/>
                    <a:pt x="198" y="512"/>
                  </a:cubicBezTo>
                  <a:cubicBezTo>
                    <a:pt x="199" y="515"/>
                    <a:pt x="198" y="516"/>
                    <a:pt x="199" y="518"/>
                  </a:cubicBezTo>
                  <a:cubicBezTo>
                    <a:pt x="200" y="519"/>
                    <a:pt x="202" y="521"/>
                    <a:pt x="203" y="522"/>
                  </a:cubicBezTo>
                  <a:cubicBezTo>
                    <a:pt x="204" y="526"/>
                    <a:pt x="199" y="527"/>
                    <a:pt x="197" y="528"/>
                  </a:cubicBezTo>
                  <a:cubicBezTo>
                    <a:pt x="194" y="532"/>
                    <a:pt x="199" y="534"/>
                    <a:pt x="199" y="538"/>
                  </a:cubicBezTo>
                  <a:cubicBezTo>
                    <a:pt x="200" y="543"/>
                    <a:pt x="198" y="547"/>
                    <a:pt x="199" y="552"/>
                  </a:cubicBezTo>
                  <a:cubicBezTo>
                    <a:pt x="201" y="551"/>
                    <a:pt x="202" y="549"/>
                    <a:pt x="204" y="549"/>
                  </a:cubicBezTo>
                  <a:cubicBezTo>
                    <a:pt x="206" y="549"/>
                    <a:pt x="208" y="551"/>
                    <a:pt x="209" y="552"/>
                  </a:cubicBezTo>
                  <a:cubicBezTo>
                    <a:pt x="214" y="554"/>
                    <a:pt x="221" y="550"/>
                    <a:pt x="225" y="546"/>
                  </a:cubicBezTo>
                  <a:cubicBezTo>
                    <a:pt x="226" y="544"/>
                    <a:pt x="227" y="541"/>
                    <a:pt x="228" y="539"/>
                  </a:cubicBezTo>
                  <a:cubicBezTo>
                    <a:pt x="231" y="535"/>
                    <a:pt x="234" y="532"/>
                    <a:pt x="238" y="529"/>
                  </a:cubicBezTo>
                  <a:cubicBezTo>
                    <a:pt x="243" y="523"/>
                    <a:pt x="245" y="516"/>
                    <a:pt x="253" y="513"/>
                  </a:cubicBezTo>
                  <a:cubicBezTo>
                    <a:pt x="256" y="512"/>
                    <a:pt x="258" y="514"/>
                    <a:pt x="261" y="513"/>
                  </a:cubicBezTo>
                  <a:cubicBezTo>
                    <a:pt x="265" y="511"/>
                    <a:pt x="263" y="508"/>
                    <a:pt x="264" y="505"/>
                  </a:cubicBezTo>
                  <a:cubicBezTo>
                    <a:pt x="265" y="497"/>
                    <a:pt x="273" y="495"/>
                    <a:pt x="280" y="494"/>
                  </a:cubicBezTo>
                  <a:cubicBezTo>
                    <a:pt x="290" y="492"/>
                    <a:pt x="290" y="487"/>
                    <a:pt x="294" y="480"/>
                  </a:cubicBezTo>
                  <a:cubicBezTo>
                    <a:pt x="296" y="475"/>
                    <a:pt x="299" y="470"/>
                    <a:pt x="302" y="465"/>
                  </a:cubicBezTo>
                  <a:cubicBezTo>
                    <a:pt x="304" y="462"/>
                    <a:pt x="305" y="460"/>
                    <a:pt x="306" y="458"/>
                  </a:cubicBezTo>
                  <a:cubicBezTo>
                    <a:pt x="308" y="455"/>
                    <a:pt x="309" y="452"/>
                    <a:pt x="308" y="449"/>
                  </a:cubicBezTo>
                  <a:cubicBezTo>
                    <a:pt x="307" y="446"/>
                    <a:pt x="307" y="443"/>
                    <a:pt x="307" y="440"/>
                  </a:cubicBezTo>
                  <a:cubicBezTo>
                    <a:pt x="306" y="434"/>
                    <a:pt x="306" y="428"/>
                    <a:pt x="306" y="423"/>
                  </a:cubicBezTo>
                  <a:cubicBezTo>
                    <a:pt x="307" y="416"/>
                    <a:pt x="310" y="409"/>
                    <a:pt x="309" y="402"/>
                  </a:cubicBezTo>
                  <a:cubicBezTo>
                    <a:pt x="307" y="396"/>
                    <a:pt x="306" y="390"/>
                    <a:pt x="306" y="383"/>
                  </a:cubicBezTo>
                  <a:cubicBezTo>
                    <a:pt x="307" y="375"/>
                    <a:pt x="312" y="373"/>
                    <a:pt x="317" y="368"/>
                  </a:cubicBezTo>
                  <a:cubicBezTo>
                    <a:pt x="327" y="360"/>
                    <a:pt x="333" y="349"/>
                    <a:pt x="337" y="337"/>
                  </a:cubicBezTo>
                  <a:cubicBezTo>
                    <a:pt x="339" y="333"/>
                    <a:pt x="341" y="328"/>
                    <a:pt x="344" y="323"/>
                  </a:cubicBezTo>
                  <a:cubicBezTo>
                    <a:pt x="348" y="318"/>
                    <a:pt x="353" y="313"/>
                    <a:pt x="359" y="309"/>
                  </a:cubicBezTo>
                  <a:cubicBezTo>
                    <a:pt x="365" y="306"/>
                    <a:pt x="372" y="306"/>
                    <a:pt x="376" y="302"/>
                  </a:cubicBezTo>
                  <a:cubicBezTo>
                    <a:pt x="387" y="292"/>
                    <a:pt x="403" y="276"/>
                    <a:pt x="401" y="261"/>
                  </a:cubicBezTo>
                  <a:cubicBezTo>
                    <a:pt x="401" y="258"/>
                    <a:pt x="399" y="255"/>
                    <a:pt x="399" y="252"/>
                  </a:cubicBezTo>
                  <a:cubicBezTo>
                    <a:pt x="399" y="248"/>
                    <a:pt x="401" y="244"/>
                    <a:pt x="402" y="241"/>
                  </a:cubicBezTo>
                  <a:cubicBezTo>
                    <a:pt x="404" y="234"/>
                    <a:pt x="404" y="227"/>
                    <a:pt x="409" y="222"/>
                  </a:cubicBezTo>
                  <a:cubicBezTo>
                    <a:pt x="413" y="217"/>
                    <a:pt x="416" y="213"/>
                    <a:pt x="414" y="206"/>
                  </a:cubicBezTo>
                  <a:cubicBezTo>
                    <a:pt x="413" y="204"/>
                    <a:pt x="411" y="202"/>
                    <a:pt x="411" y="200"/>
                  </a:cubicBezTo>
                  <a:cubicBezTo>
                    <a:pt x="409" y="196"/>
                    <a:pt x="411" y="192"/>
                    <a:pt x="411" y="188"/>
                  </a:cubicBezTo>
                  <a:cubicBezTo>
                    <a:pt x="411" y="183"/>
                    <a:pt x="408" y="177"/>
                    <a:pt x="410" y="171"/>
                  </a:cubicBezTo>
                  <a:cubicBezTo>
                    <a:pt x="410" y="169"/>
                    <a:pt x="413" y="166"/>
                    <a:pt x="414" y="163"/>
                  </a:cubicBezTo>
                  <a:cubicBezTo>
                    <a:pt x="415" y="160"/>
                    <a:pt x="415" y="157"/>
                    <a:pt x="416" y="154"/>
                  </a:cubicBezTo>
                  <a:cubicBezTo>
                    <a:pt x="417" y="147"/>
                    <a:pt x="421" y="142"/>
                    <a:pt x="421" y="135"/>
                  </a:cubicBezTo>
                  <a:cubicBezTo>
                    <a:pt x="422" y="132"/>
                    <a:pt x="422" y="128"/>
                    <a:pt x="421" y="125"/>
                  </a:cubicBezTo>
                  <a:cubicBezTo>
                    <a:pt x="421" y="121"/>
                    <a:pt x="421" y="117"/>
                    <a:pt x="422" y="113"/>
                  </a:cubicBezTo>
                  <a:cubicBezTo>
                    <a:pt x="422" y="107"/>
                    <a:pt x="421" y="100"/>
                    <a:pt x="423" y="94"/>
                  </a:cubicBezTo>
                  <a:cubicBezTo>
                    <a:pt x="424" y="90"/>
                    <a:pt x="427" y="89"/>
                    <a:pt x="429" y="85"/>
                  </a:cubicBezTo>
                  <a:cubicBezTo>
                    <a:pt x="431" y="82"/>
                    <a:pt x="430" y="78"/>
                    <a:pt x="433" y="75"/>
                  </a:cubicBezTo>
                  <a:cubicBezTo>
                    <a:pt x="441" y="68"/>
                    <a:pt x="442" y="57"/>
                    <a:pt x="447" y="48"/>
                  </a:cubicBezTo>
                  <a:cubicBezTo>
                    <a:pt x="448" y="45"/>
                    <a:pt x="449" y="42"/>
                    <a:pt x="451" y="39"/>
                  </a:cubicBezTo>
                  <a:cubicBezTo>
                    <a:pt x="453" y="37"/>
                    <a:pt x="455" y="35"/>
                    <a:pt x="455" y="32"/>
                  </a:cubicBezTo>
                  <a:cubicBezTo>
                    <a:pt x="456" y="28"/>
                    <a:pt x="455" y="23"/>
                    <a:pt x="455" y="19"/>
                  </a:cubicBezTo>
                  <a:cubicBezTo>
                    <a:pt x="455" y="15"/>
                    <a:pt x="452" y="13"/>
                    <a:pt x="450" y="9"/>
                  </a:cubicBezTo>
                  <a:cubicBezTo>
                    <a:pt x="448" y="6"/>
                    <a:pt x="448" y="5"/>
                    <a:pt x="445" y="6"/>
                  </a:cubicBezTo>
                  <a:cubicBezTo>
                    <a:pt x="444" y="6"/>
                    <a:pt x="442" y="7"/>
                    <a:pt x="441" y="8"/>
                  </a:cubicBezTo>
                  <a:cubicBezTo>
                    <a:pt x="440" y="8"/>
                    <a:pt x="438" y="8"/>
                    <a:pt x="437" y="8"/>
                  </a:cubicBezTo>
                  <a:cubicBezTo>
                    <a:pt x="431" y="8"/>
                    <a:pt x="434" y="10"/>
                    <a:pt x="431" y="13"/>
                  </a:cubicBezTo>
                  <a:cubicBezTo>
                    <a:pt x="427" y="17"/>
                    <a:pt x="428" y="13"/>
                    <a:pt x="426" y="11"/>
                  </a:cubicBezTo>
                  <a:cubicBezTo>
                    <a:pt x="423" y="8"/>
                    <a:pt x="420" y="10"/>
                    <a:pt x="418" y="10"/>
                  </a:cubicBezTo>
                  <a:cubicBezTo>
                    <a:pt x="417" y="10"/>
                    <a:pt x="416" y="11"/>
                    <a:pt x="415" y="11"/>
                  </a:cubicBezTo>
                  <a:cubicBezTo>
                    <a:pt x="415" y="11"/>
                    <a:pt x="414" y="10"/>
                    <a:pt x="414" y="10"/>
                  </a:cubicBezTo>
                  <a:cubicBezTo>
                    <a:pt x="413" y="10"/>
                    <a:pt x="413" y="9"/>
                    <a:pt x="412" y="9"/>
                  </a:cubicBezTo>
                  <a:cubicBezTo>
                    <a:pt x="412" y="9"/>
                    <a:pt x="411" y="10"/>
                    <a:pt x="411" y="10"/>
                  </a:cubicBezTo>
                  <a:cubicBezTo>
                    <a:pt x="409" y="10"/>
                    <a:pt x="409" y="11"/>
                    <a:pt x="408" y="10"/>
                  </a:cubicBezTo>
                  <a:cubicBezTo>
                    <a:pt x="407" y="9"/>
                    <a:pt x="407" y="7"/>
                    <a:pt x="406" y="6"/>
                  </a:cubicBezTo>
                  <a:cubicBezTo>
                    <a:pt x="404" y="5"/>
                    <a:pt x="399" y="5"/>
                    <a:pt x="397" y="5"/>
                  </a:cubicBezTo>
                  <a:cubicBezTo>
                    <a:pt x="393" y="5"/>
                    <a:pt x="392" y="4"/>
                    <a:pt x="389" y="2"/>
                  </a:cubicBezTo>
                  <a:cubicBezTo>
                    <a:pt x="388" y="1"/>
                    <a:pt x="386" y="0"/>
                    <a:pt x="384" y="0"/>
                  </a:cubicBezTo>
                  <a:cubicBezTo>
                    <a:pt x="383" y="0"/>
                    <a:pt x="383" y="2"/>
                    <a:pt x="381" y="2"/>
                  </a:cubicBezTo>
                  <a:cubicBezTo>
                    <a:pt x="376" y="6"/>
                    <a:pt x="376" y="6"/>
                    <a:pt x="376" y="6"/>
                  </a:cubicBezTo>
                  <a:cubicBezTo>
                    <a:pt x="375" y="7"/>
                    <a:pt x="374" y="5"/>
                    <a:pt x="373" y="5"/>
                  </a:cubicBezTo>
                  <a:cubicBezTo>
                    <a:pt x="371" y="6"/>
                    <a:pt x="370" y="8"/>
                    <a:pt x="367" y="8"/>
                  </a:cubicBezTo>
                  <a:cubicBezTo>
                    <a:pt x="364" y="9"/>
                    <a:pt x="362" y="9"/>
                    <a:pt x="359" y="9"/>
                  </a:cubicBezTo>
                  <a:cubicBezTo>
                    <a:pt x="356" y="10"/>
                    <a:pt x="357" y="11"/>
                    <a:pt x="354" y="10"/>
                  </a:cubicBezTo>
                  <a:cubicBezTo>
                    <a:pt x="352" y="10"/>
                    <a:pt x="350" y="10"/>
                    <a:pt x="349" y="9"/>
                  </a:cubicBezTo>
                  <a:cubicBezTo>
                    <a:pt x="347" y="9"/>
                    <a:pt x="348" y="12"/>
                    <a:pt x="346" y="12"/>
                  </a:cubicBezTo>
                  <a:cubicBezTo>
                    <a:pt x="343" y="12"/>
                    <a:pt x="341" y="10"/>
                    <a:pt x="337" y="11"/>
                  </a:cubicBezTo>
                  <a:cubicBezTo>
                    <a:pt x="329" y="13"/>
                    <a:pt x="331" y="19"/>
                    <a:pt x="329" y="24"/>
                  </a:cubicBezTo>
                  <a:cubicBezTo>
                    <a:pt x="327" y="30"/>
                    <a:pt x="325" y="34"/>
                    <a:pt x="325" y="40"/>
                  </a:cubicBezTo>
                  <a:cubicBezTo>
                    <a:pt x="326" y="43"/>
                    <a:pt x="325" y="43"/>
                    <a:pt x="324" y="46"/>
                  </a:cubicBezTo>
                  <a:cubicBezTo>
                    <a:pt x="323" y="50"/>
                    <a:pt x="325" y="51"/>
                    <a:pt x="326" y="54"/>
                  </a:cubicBezTo>
                  <a:cubicBezTo>
                    <a:pt x="326" y="57"/>
                    <a:pt x="323" y="61"/>
                    <a:pt x="322" y="64"/>
                  </a:cubicBezTo>
                  <a:cubicBezTo>
                    <a:pt x="318" y="72"/>
                    <a:pt x="315" y="80"/>
                    <a:pt x="311" y="88"/>
                  </a:cubicBezTo>
                  <a:cubicBezTo>
                    <a:pt x="310" y="91"/>
                    <a:pt x="309" y="95"/>
                    <a:pt x="307" y="97"/>
                  </a:cubicBezTo>
                  <a:cubicBezTo>
                    <a:pt x="304" y="98"/>
                    <a:pt x="305" y="97"/>
                    <a:pt x="302" y="97"/>
                  </a:cubicBezTo>
                  <a:cubicBezTo>
                    <a:pt x="300" y="97"/>
                    <a:pt x="300" y="104"/>
                    <a:pt x="300" y="106"/>
                  </a:cubicBezTo>
                  <a:cubicBezTo>
                    <a:pt x="300" y="107"/>
                    <a:pt x="299" y="109"/>
                    <a:pt x="299" y="110"/>
                  </a:cubicBezTo>
                  <a:cubicBezTo>
                    <a:pt x="299" y="112"/>
                    <a:pt x="300" y="112"/>
                    <a:pt x="301" y="113"/>
                  </a:cubicBezTo>
                  <a:cubicBezTo>
                    <a:pt x="302" y="116"/>
                    <a:pt x="303" y="119"/>
                    <a:pt x="304" y="121"/>
                  </a:cubicBezTo>
                  <a:cubicBezTo>
                    <a:pt x="304" y="123"/>
                    <a:pt x="305" y="124"/>
                    <a:pt x="304" y="126"/>
                  </a:cubicBezTo>
                  <a:cubicBezTo>
                    <a:pt x="304" y="129"/>
                    <a:pt x="304" y="126"/>
                    <a:pt x="303" y="128"/>
                  </a:cubicBezTo>
                  <a:cubicBezTo>
                    <a:pt x="301" y="130"/>
                    <a:pt x="300" y="133"/>
                    <a:pt x="298" y="130"/>
                  </a:cubicBezTo>
                  <a:cubicBezTo>
                    <a:pt x="296" y="127"/>
                    <a:pt x="297" y="126"/>
                    <a:pt x="294" y="124"/>
                  </a:cubicBezTo>
                  <a:cubicBezTo>
                    <a:pt x="293" y="124"/>
                    <a:pt x="291" y="123"/>
                    <a:pt x="291" y="123"/>
                  </a:cubicBezTo>
                  <a:cubicBezTo>
                    <a:pt x="290" y="122"/>
                    <a:pt x="289" y="123"/>
                    <a:pt x="289" y="123"/>
                  </a:cubicBezTo>
                  <a:cubicBezTo>
                    <a:pt x="288" y="123"/>
                    <a:pt x="289" y="122"/>
                    <a:pt x="288" y="121"/>
                  </a:cubicBezTo>
                  <a:cubicBezTo>
                    <a:pt x="286" y="120"/>
                    <a:pt x="284" y="118"/>
                    <a:pt x="282" y="117"/>
                  </a:cubicBezTo>
                  <a:cubicBezTo>
                    <a:pt x="279" y="115"/>
                    <a:pt x="277" y="115"/>
                    <a:pt x="275" y="114"/>
                  </a:cubicBezTo>
                  <a:cubicBezTo>
                    <a:pt x="272" y="114"/>
                    <a:pt x="269" y="113"/>
                    <a:pt x="266" y="112"/>
                  </a:cubicBezTo>
                  <a:cubicBezTo>
                    <a:pt x="262" y="112"/>
                    <a:pt x="261" y="112"/>
                    <a:pt x="258" y="114"/>
                  </a:cubicBezTo>
                  <a:cubicBezTo>
                    <a:pt x="252" y="116"/>
                    <a:pt x="252" y="109"/>
                    <a:pt x="246" y="108"/>
                  </a:cubicBezTo>
                  <a:cubicBezTo>
                    <a:pt x="243" y="107"/>
                    <a:pt x="243" y="109"/>
                    <a:pt x="241" y="110"/>
                  </a:cubicBezTo>
                  <a:cubicBezTo>
                    <a:pt x="238" y="112"/>
                    <a:pt x="237" y="109"/>
                    <a:pt x="235" y="109"/>
                  </a:cubicBezTo>
                  <a:cubicBezTo>
                    <a:pt x="234" y="109"/>
                    <a:pt x="234" y="108"/>
                    <a:pt x="233" y="108"/>
                  </a:cubicBezTo>
                  <a:cubicBezTo>
                    <a:pt x="233" y="108"/>
                    <a:pt x="232" y="109"/>
                    <a:pt x="232" y="109"/>
                  </a:cubicBezTo>
                  <a:cubicBezTo>
                    <a:pt x="230" y="109"/>
                    <a:pt x="229" y="111"/>
                    <a:pt x="228" y="109"/>
                  </a:cubicBezTo>
                  <a:cubicBezTo>
                    <a:pt x="227" y="109"/>
                    <a:pt x="228" y="106"/>
                    <a:pt x="228" y="106"/>
                  </a:cubicBezTo>
                  <a:cubicBezTo>
                    <a:pt x="228" y="105"/>
                    <a:pt x="227" y="103"/>
                    <a:pt x="226" y="103"/>
                  </a:cubicBezTo>
                  <a:cubicBezTo>
                    <a:pt x="226" y="103"/>
                    <a:pt x="223" y="107"/>
                    <a:pt x="220" y="105"/>
                  </a:cubicBezTo>
                  <a:cubicBezTo>
                    <a:pt x="220" y="105"/>
                    <a:pt x="218" y="102"/>
                    <a:pt x="219" y="103"/>
                  </a:cubicBezTo>
                  <a:cubicBezTo>
                    <a:pt x="216" y="101"/>
                    <a:pt x="218" y="103"/>
                    <a:pt x="217" y="103"/>
                  </a:cubicBezTo>
                  <a:cubicBezTo>
                    <a:pt x="214" y="103"/>
                    <a:pt x="213" y="100"/>
                    <a:pt x="211" y="98"/>
                  </a:cubicBezTo>
                  <a:cubicBezTo>
                    <a:pt x="208" y="96"/>
                    <a:pt x="208" y="99"/>
                    <a:pt x="203" y="100"/>
                  </a:cubicBezTo>
                  <a:cubicBezTo>
                    <a:pt x="199" y="101"/>
                    <a:pt x="198" y="99"/>
                    <a:pt x="194" y="99"/>
                  </a:cubicBezTo>
                  <a:cubicBezTo>
                    <a:pt x="191" y="99"/>
                    <a:pt x="188" y="100"/>
                    <a:pt x="185" y="100"/>
                  </a:cubicBezTo>
                  <a:cubicBezTo>
                    <a:pt x="178" y="100"/>
                    <a:pt x="172" y="100"/>
                    <a:pt x="166" y="100"/>
                  </a:cubicBezTo>
                  <a:cubicBezTo>
                    <a:pt x="161" y="99"/>
                    <a:pt x="156" y="99"/>
                    <a:pt x="150" y="99"/>
                  </a:cubicBezTo>
                  <a:cubicBezTo>
                    <a:pt x="145" y="99"/>
                    <a:pt x="139" y="99"/>
                    <a:pt x="133" y="99"/>
                  </a:cubicBezTo>
                  <a:cubicBezTo>
                    <a:pt x="129" y="99"/>
                    <a:pt x="131" y="102"/>
                    <a:pt x="131" y="105"/>
                  </a:cubicBezTo>
                  <a:cubicBezTo>
                    <a:pt x="130" y="108"/>
                    <a:pt x="127" y="109"/>
                    <a:pt x="126" y="112"/>
                  </a:cubicBezTo>
                  <a:cubicBezTo>
                    <a:pt x="125" y="113"/>
                    <a:pt x="125" y="114"/>
                    <a:pt x="123" y="116"/>
                  </a:cubicBezTo>
                  <a:cubicBezTo>
                    <a:pt x="122" y="116"/>
                    <a:pt x="124" y="118"/>
                    <a:pt x="124" y="119"/>
                  </a:cubicBezTo>
                  <a:cubicBezTo>
                    <a:pt x="125" y="122"/>
                    <a:pt x="123" y="125"/>
                    <a:pt x="123" y="127"/>
                  </a:cubicBezTo>
                  <a:cubicBezTo>
                    <a:pt x="122" y="130"/>
                    <a:pt x="123" y="133"/>
                    <a:pt x="121" y="136"/>
                  </a:cubicBezTo>
                  <a:cubicBezTo>
                    <a:pt x="121" y="137"/>
                    <a:pt x="122" y="138"/>
                    <a:pt x="123" y="139"/>
                  </a:cubicBezTo>
                  <a:cubicBezTo>
                    <a:pt x="123" y="140"/>
                    <a:pt x="124" y="141"/>
                    <a:pt x="125" y="142"/>
                  </a:cubicBezTo>
                  <a:cubicBezTo>
                    <a:pt x="126" y="144"/>
                    <a:pt x="128" y="147"/>
                    <a:pt x="128" y="150"/>
                  </a:cubicBezTo>
                  <a:cubicBezTo>
                    <a:pt x="127" y="152"/>
                    <a:pt x="128" y="152"/>
                    <a:pt x="127" y="154"/>
                  </a:cubicBezTo>
                  <a:cubicBezTo>
                    <a:pt x="126" y="155"/>
                    <a:pt x="125" y="155"/>
                    <a:pt x="124" y="156"/>
                  </a:cubicBezTo>
                  <a:cubicBezTo>
                    <a:pt x="123" y="159"/>
                    <a:pt x="123" y="157"/>
                    <a:pt x="124" y="159"/>
                  </a:cubicBezTo>
                  <a:cubicBezTo>
                    <a:pt x="125" y="160"/>
                    <a:pt x="129" y="159"/>
                    <a:pt x="131" y="159"/>
                  </a:cubicBezTo>
                  <a:cubicBezTo>
                    <a:pt x="134" y="158"/>
                    <a:pt x="135" y="155"/>
                    <a:pt x="138" y="155"/>
                  </a:cubicBezTo>
                  <a:cubicBezTo>
                    <a:pt x="142" y="155"/>
                    <a:pt x="143" y="157"/>
                    <a:pt x="146" y="155"/>
                  </a:cubicBezTo>
                  <a:cubicBezTo>
                    <a:pt x="149" y="154"/>
                    <a:pt x="151" y="151"/>
                    <a:pt x="154" y="151"/>
                  </a:cubicBezTo>
                  <a:cubicBezTo>
                    <a:pt x="155" y="151"/>
                    <a:pt x="159" y="150"/>
                    <a:pt x="160" y="150"/>
                  </a:cubicBezTo>
                  <a:cubicBezTo>
                    <a:pt x="161" y="149"/>
                    <a:pt x="161" y="147"/>
                    <a:pt x="162" y="147"/>
                  </a:cubicBezTo>
                  <a:cubicBezTo>
                    <a:pt x="164" y="145"/>
                    <a:pt x="169" y="146"/>
                    <a:pt x="172" y="147"/>
                  </a:cubicBezTo>
                  <a:cubicBezTo>
                    <a:pt x="174" y="147"/>
                    <a:pt x="175" y="148"/>
                    <a:pt x="177" y="149"/>
                  </a:cubicBezTo>
                  <a:cubicBezTo>
                    <a:pt x="179" y="149"/>
                    <a:pt x="179" y="149"/>
                    <a:pt x="181" y="149"/>
                  </a:cubicBezTo>
                  <a:cubicBezTo>
                    <a:pt x="189" y="149"/>
                    <a:pt x="191" y="153"/>
                    <a:pt x="192" y="161"/>
                  </a:cubicBezTo>
                  <a:cubicBezTo>
                    <a:pt x="192" y="162"/>
                    <a:pt x="191" y="164"/>
                    <a:pt x="192" y="165"/>
                  </a:cubicBezTo>
                  <a:cubicBezTo>
                    <a:pt x="193" y="167"/>
                    <a:pt x="195" y="167"/>
                    <a:pt x="196" y="169"/>
                  </a:cubicBezTo>
                  <a:cubicBezTo>
                    <a:pt x="199" y="172"/>
                    <a:pt x="199" y="176"/>
                    <a:pt x="203" y="179"/>
                  </a:cubicBezTo>
                  <a:cubicBezTo>
                    <a:pt x="204" y="179"/>
                    <a:pt x="202" y="186"/>
                    <a:pt x="201" y="187"/>
                  </a:cubicBezTo>
                  <a:cubicBezTo>
                    <a:pt x="200" y="189"/>
                    <a:pt x="197" y="190"/>
                    <a:pt x="196" y="193"/>
                  </a:cubicBezTo>
                  <a:cubicBezTo>
                    <a:pt x="195" y="195"/>
                    <a:pt x="196" y="197"/>
                    <a:pt x="194" y="199"/>
                  </a:cubicBezTo>
                  <a:cubicBezTo>
                    <a:pt x="191" y="201"/>
                    <a:pt x="189" y="205"/>
                    <a:pt x="185" y="203"/>
                  </a:cubicBezTo>
                  <a:cubicBezTo>
                    <a:pt x="183" y="203"/>
                    <a:pt x="176" y="203"/>
                    <a:pt x="178" y="207"/>
                  </a:cubicBezTo>
                  <a:cubicBezTo>
                    <a:pt x="180" y="210"/>
                    <a:pt x="177" y="211"/>
                    <a:pt x="174" y="213"/>
                  </a:cubicBezTo>
                  <a:cubicBezTo>
                    <a:pt x="171" y="215"/>
                    <a:pt x="167" y="223"/>
                    <a:pt x="167" y="227"/>
                  </a:cubicBezTo>
                  <a:cubicBezTo>
                    <a:pt x="168" y="233"/>
                    <a:pt x="171" y="236"/>
                    <a:pt x="170" y="241"/>
                  </a:cubicBezTo>
                  <a:cubicBezTo>
                    <a:pt x="169" y="244"/>
                    <a:pt x="164" y="247"/>
                    <a:pt x="165" y="251"/>
                  </a:cubicBezTo>
                  <a:cubicBezTo>
                    <a:pt x="165" y="253"/>
                    <a:pt x="168" y="256"/>
                    <a:pt x="169" y="254"/>
                  </a:cubicBezTo>
                  <a:cubicBezTo>
                    <a:pt x="171" y="252"/>
                    <a:pt x="172" y="254"/>
                    <a:pt x="174" y="255"/>
                  </a:cubicBezTo>
                  <a:cubicBezTo>
                    <a:pt x="175" y="255"/>
                    <a:pt x="176" y="254"/>
                    <a:pt x="177" y="254"/>
                  </a:cubicBezTo>
                  <a:cubicBezTo>
                    <a:pt x="180" y="255"/>
                    <a:pt x="182" y="257"/>
                    <a:pt x="183" y="259"/>
                  </a:cubicBezTo>
                  <a:cubicBezTo>
                    <a:pt x="183" y="261"/>
                    <a:pt x="184" y="265"/>
                    <a:pt x="185" y="266"/>
                  </a:cubicBezTo>
                  <a:cubicBezTo>
                    <a:pt x="186" y="267"/>
                    <a:pt x="189" y="266"/>
                    <a:pt x="192" y="266"/>
                  </a:cubicBezTo>
                  <a:cubicBezTo>
                    <a:pt x="197" y="267"/>
                    <a:pt x="202" y="271"/>
                    <a:pt x="204" y="276"/>
                  </a:cubicBezTo>
                  <a:cubicBezTo>
                    <a:pt x="207" y="280"/>
                    <a:pt x="202" y="285"/>
                    <a:pt x="202" y="290"/>
                  </a:cubicBezTo>
                  <a:cubicBezTo>
                    <a:pt x="202" y="294"/>
                    <a:pt x="201" y="294"/>
                    <a:pt x="200" y="297"/>
                  </a:cubicBezTo>
                  <a:cubicBezTo>
                    <a:pt x="199" y="299"/>
                    <a:pt x="198" y="303"/>
                    <a:pt x="199" y="305"/>
                  </a:cubicBezTo>
                  <a:cubicBezTo>
                    <a:pt x="201" y="308"/>
                    <a:pt x="200" y="310"/>
                    <a:pt x="201" y="313"/>
                  </a:cubicBezTo>
                  <a:cubicBezTo>
                    <a:pt x="202" y="315"/>
                    <a:pt x="203" y="316"/>
                    <a:pt x="203" y="318"/>
                  </a:cubicBezTo>
                  <a:cubicBezTo>
                    <a:pt x="203" y="320"/>
                    <a:pt x="202" y="321"/>
                    <a:pt x="201" y="322"/>
                  </a:cubicBezTo>
                  <a:cubicBezTo>
                    <a:pt x="201" y="325"/>
                    <a:pt x="204" y="326"/>
                    <a:pt x="204" y="329"/>
                  </a:cubicBezTo>
                  <a:cubicBezTo>
                    <a:pt x="204" y="330"/>
                    <a:pt x="202" y="331"/>
                    <a:pt x="202" y="333"/>
                  </a:cubicBezTo>
                  <a:cubicBezTo>
                    <a:pt x="202" y="335"/>
                    <a:pt x="201" y="334"/>
                    <a:pt x="203" y="336"/>
                  </a:cubicBezTo>
                  <a:cubicBezTo>
                    <a:pt x="204" y="338"/>
                    <a:pt x="199" y="339"/>
                    <a:pt x="198" y="341"/>
                  </a:cubicBezTo>
                  <a:cubicBezTo>
                    <a:pt x="198" y="342"/>
                    <a:pt x="198" y="343"/>
                    <a:pt x="199" y="344"/>
                  </a:cubicBezTo>
                  <a:cubicBezTo>
                    <a:pt x="200" y="345"/>
                    <a:pt x="202" y="345"/>
                    <a:pt x="202" y="347"/>
                  </a:cubicBezTo>
                  <a:cubicBezTo>
                    <a:pt x="199" y="354"/>
                    <a:pt x="199" y="354"/>
                    <a:pt x="199" y="354"/>
                  </a:cubicBezTo>
                  <a:cubicBezTo>
                    <a:pt x="199" y="358"/>
                    <a:pt x="200" y="360"/>
                    <a:pt x="197" y="361"/>
                  </a:cubicBezTo>
                  <a:cubicBezTo>
                    <a:pt x="193" y="363"/>
                    <a:pt x="190" y="363"/>
                    <a:pt x="189" y="368"/>
                  </a:cubicBezTo>
                  <a:cubicBezTo>
                    <a:pt x="189" y="369"/>
                    <a:pt x="190" y="370"/>
                    <a:pt x="189" y="372"/>
                  </a:cubicBezTo>
                  <a:cubicBezTo>
                    <a:pt x="189" y="373"/>
                    <a:pt x="189" y="374"/>
                    <a:pt x="188" y="376"/>
                  </a:cubicBezTo>
                  <a:cubicBezTo>
                    <a:pt x="188" y="377"/>
                    <a:pt x="187" y="378"/>
                    <a:pt x="187" y="379"/>
                  </a:cubicBezTo>
                  <a:cubicBezTo>
                    <a:pt x="186" y="380"/>
                    <a:pt x="184" y="380"/>
                    <a:pt x="183" y="382"/>
                  </a:cubicBezTo>
                  <a:cubicBezTo>
                    <a:pt x="183" y="384"/>
                    <a:pt x="188" y="385"/>
                    <a:pt x="188" y="387"/>
                  </a:cubicBezTo>
                  <a:cubicBezTo>
                    <a:pt x="189" y="390"/>
                    <a:pt x="186" y="389"/>
                    <a:pt x="184" y="391"/>
                  </a:cubicBezTo>
                  <a:cubicBezTo>
                    <a:pt x="183" y="392"/>
                    <a:pt x="183" y="394"/>
                    <a:pt x="182" y="395"/>
                  </a:cubicBezTo>
                  <a:cubicBezTo>
                    <a:pt x="180" y="399"/>
                    <a:pt x="180" y="397"/>
                    <a:pt x="177" y="397"/>
                  </a:cubicBezTo>
                  <a:cubicBezTo>
                    <a:pt x="176" y="397"/>
                    <a:pt x="174" y="398"/>
                    <a:pt x="173" y="398"/>
                  </a:cubicBezTo>
                  <a:cubicBezTo>
                    <a:pt x="174" y="398"/>
                    <a:pt x="172" y="397"/>
                    <a:pt x="172" y="397"/>
                  </a:cubicBezTo>
                  <a:cubicBezTo>
                    <a:pt x="171" y="397"/>
                    <a:pt x="171" y="398"/>
                    <a:pt x="170" y="398"/>
                  </a:cubicBezTo>
                  <a:cubicBezTo>
                    <a:pt x="166" y="397"/>
                    <a:pt x="165" y="396"/>
                    <a:pt x="166" y="393"/>
                  </a:cubicBezTo>
                  <a:cubicBezTo>
                    <a:pt x="167" y="392"/>
                    <a:pt x="169" y="390"/>
                    <a:pt x="169" y="390"/>
                  </a:cubicBezTo>
                  <a:cubicBezTo>
                    <a:pt x="169" y="388"/>
                    <a:pt x="168" y="388"/>
                    <a:pt x="167" y="387"/>
                  </a:cubicBezTo>
                  <a:cubicBezTo>
                    <a:pt x="165" y="384"/>
                    <a:pt x="164" y="381"/>
                    <a:pt x="163" y="378"/>
                  </a:cubicBezTo>
                  <a:cubicBezTo>
                    <a:pt x="161" y="375"/>
                    <a:pt x="160" y="371"/>
                    <a:pt x="158" y="375"/>
                  </a:cubicBezTo>
                  <a:cubicBezTo>
                    <a:pt x="157" y="378"/>
                    <a:pt x="156" y="379"/>
                    <a:pt x="154" y="382"/>
                  </a:cubicBezTo>
                  <a:cubicBezTo>
                    <a:pt x="153" y="383"/>
                    <a:pt x="152" y="384"/>
                    <a:pt x="151" y="385"/>
                  </a:cubicBezTo>
                  <a:cubicBezTo>
                    <a:pt x="151" y="385"/>
                    <a:pt x="151" y="386"/>
                    <a:pt x="151" y="387"/>
                  </a:cubicBezTo>
                  <a:cubicBezTo>
                    <a:pt x="150" y="388"/>
                    <a:pt x="149" y="387"/>
                    <a:pt x="149" y="388"/>
                  </a:cubicBezTo>
                  <a:cubicBezTo>
                    <a:pt x="147" y="389"/>
                    <a:pt x="145" y="391"/>
                    <a:pt x="143" y="392"/>
                  </a:cubicBezTo>
                  <a:cubicBezTo>
                    <a:pt x="141" y="394"/>
                    <a:pt x="143" y="393"/>
                    <a:pt x="140" y="394"/>
                  </a:cubicBezTo>
                  <a:cubicBezTo>
                    <a:pt x="140" y="394"/>
                    <a:pt x="137" y="394"/>
                    <a:pt x="136" y="394"/>
                  </a:cubicBezTo>
                  <a:cubicBezTo>
                    <a:pt x="134" y="393"/>
                    <a:pt x="131" y="391"/>
                    <a:pt x="129" y="391"/>
                  </a:cubicBezTo>
                  <a:cubicBezTo>
                    <a:pt x="125" y="390"/>
                    <a:pt x="123" y="390"/>
                    <a:pt x="120" y="389"/>
                  </a:cubicBezTo>
                  <a:cubicBezTo>
                    <a:pt x="119" y="389"/>
                    <a:pt x="116" y="387"/>
                    <a:pt x="115" y="388"/>
                  </a:cubicBezTo>
                  <a:cubicBezTo>
                    <a:pt x="114" y="388"/>
                    <a:pt x="114" y="390"/>
                    <a:pt x="112" y="390"/>
                  </a:cubicBezTo>
                  <a:cubicBezTo>
                    <a:pt x="113" y="387"/>
                    <a:pt x="115" y="385"/>
                    <a:pt x="113" y="382"/>
                  </a:cubicBezTo>
                  <a:cubicBezTo>
                    <a:pt x="113" y="381"/>
                    <a:pt x="112" y="380"/>
                    <a:pt x="111" y="379"/>
                  </a:cubicBezTo>
                  <a:cubicBezTo>
                    <a:pt x="110" y="377"/>
                    <a:pt x="110" y="380"/>
                    <a:pt x="109" y="378"/>
                  </a:cubicBezTo>
                  <a:cubicBezTo>
                    <a:pt x="107" y="377"/>
                    <a:pt x="107" y="374"/>
                    <a:pt x="106" y="372"/>
                  </a:cubicBezTo>
                  <a:cubicBezTo>
                    <a:pt x="106" y="370"/>
                    <a:pt x="104" y="368"/>
                    <a:pt x="104" y="365"/>
                  </a:cubicBezTo>
                  <a:cubicBezTo>
                    <a:pt x="104" y="364"/>
                    <a:pt x="102" y="363"/>
                    <a:pt x="102" y="361"/>
                  </a:cubicBezTo>
                  <a:cubicBezTo>
                    <a:pt x="102" y="360"/>
                    <a:pt x="100" y="361"/>
                    <a:pt x="99" y="360"/>
                  </a:cubicBezTo>
                  <a:cubicBezTo>
                    <a:pt x="96" y="358"/>
                    <a:pt x="94" y="356"/>
                    <a:pt x="89" y="355"/>
                  </a:cubicBezTo>
                  <a:cubicBezTo>
                    <a:pt x="85" y="355"/>
                    <a:pt x="82" y="366"/>
                    <a:pt x="80" y="359"/>
                  </a:cubicBezTo>
                  <a:cubicBezTo>
                    <a:pt x="78" y="361"/>
                    <a:pt x="79" y="369"/>
                    <a:pt x="81" y="371"/>
                  </a:cubicBezTo>
                  <a:cubicBezTo>
                    <a:pt x="82" y="373"/>
                    <a:pt x="83" y="372"/>
                    <a:pt x="83" y="374"/>
                  </a:cubicBezTo>
                  <a:cubicBezTo>
                    <a:pt x="84" y="375"/>
                    <a:pt x="83" y="378"/>
                    <a:pt x="82" y="379"/>
                  </a:cubicBezTo>
                  <a:cubicBezTo>
                    <a:pt x="82" y="384"/>
                    <a:pt x="81" y="387"/>
                    <a:pt x="76" y="388"/>
                  </a:cubicBezTo>
                  <a:cubicBezTo>
                    <a:pt x="71" y="390"/>
                    <a:pt x="59" y="394"/>
                    <a:pt x="54" y="392"/>
                  </a:cubicBezTo>
                  <a:cubicBezTo>
                    <a:pt x="53" y="392"/>
                    <a:pt x="53" y="390"/>
                    <a:pt x="52" y="390"/>
                  </a:cubicBezTo>
                  <a:cubicBezTo>
                    <a:pt x="50" y="388"/>
                    <a:pt x="51" y="388"/>
                    <a:pt x="48" y="389"/>
                  </a:cubicBezTo>
                  <a:cubicBezTo>
                    <a:pt x="46" y="389"/>
                    <a:pt x="45" y="389"/>
                    <a:pt x="43" y="390"/>
                  </a:cubicBezTo>
                  <a:cubicBezTo>
                    <a:pt x="41" y="390"/>
                    <a:pt x="39" y="392"/>
                    <a:pt x="38" y="393"/>
                  </a:cubicBezTo>
                  <a:cubicBezTo>
                    <a:pt x="35" y="393"/>
                    <a:pt x="34" y="390"/>
                    <a:pt x="32" y="389"/>
                  </a:cubicBezTo>
                  <a:cubicBezTo>
                    <a:pt x="32" y="388"/>
                    <a:pt x="29" y="387"/>
                    <a:pt x="28" y="387"/>
                  </a:cubicBezTo>
                  <a:cubicBezTo>
                    <a:pt x="26" y="387"/>
                    <a:pt x="27" y="388"/>
                    <a:pt x="27" y="390"/>
                  </a:cubicBezTo>
                  <a:cubicBezTo>
                    <a:pt x="27" y="392"/>
                    <a:pt x="27" y="396"/>
                    <a:pt x="28" y="399"/>
                  </a:cubicBezTo>
                  <a:cubicBezTo>
                    <a:pt x="28" y="401"/>
                    <a:pt x="31" y="403"/>
                    <a:pt x="31" y="406"/>
                  </a:cubicBezTo>
                  <a:cubicBezTo>
                    <a:pt x="31" y="408"/>
                    <a:pt x="22" y="421"/>
                    <a:pt x="25" y="422"/>
                  </a:cubicBezTo>
                  <a:cubicBezTo>
                    <a:pt x="27" y="423"/>
                    <a:pt x="28" y="418"/>
                    <a:pt x="32" y="420"/>
                  </a:cubicBezTo>
                  <a:cubicBezTo>
                    <a:pt x="34" y="422"/>
                    <a:pt x="35" y="425"/>
                    <a:pt x="37" y="427"/>
                  </a:cubicBezTo>
                  <a:cubicBezTo>
                    <a:pt x="44" y="434"/>
                    <a:pt x="34" y="431"/>
                    <a:pt x="35" y="438"/>
                  </a:cubicBezTo>
                  <a:cubicBezTo>
                    <a:pt x="35" y="440"/>
                    <a:pt x="33" y="441"/>
                    <a:pt x="36" y="442"/>
                  </a:cubicBezTo>
                  <a:cubicBezTo>
                    <a:pt x="38" y="444"/>
                    <a:pt x="41" y="445"/>
                    <a:pt x="43" y="447"/>
                  </a:cubicBezTo>
                  <a:cubicBezTo>
                    <a:pt x="45" y="449"/>
                    <a:pt x="51" y="448"/>
                    <a:pt x="51" y="452"/>
                  </a:cubicBezTo>
                  <a:cubicBezTo>
                    <a:pt x="50" y="453"/>
                    <a:pt x="47" y="457"/>
                    <a:pt x="46" y="458"/>
                  </a:cubicBezTo>
                  <a:cubicBezTo>
                    <a:pt x="45" y="460"/>
                    <a:pt x="44" y="463"/>
                    <a:pt x="43" y="465"/>
                  </a:cubicBezTo>
                  <a:cubicBezTo>
                    <a:pt x="43" y="470"/>
                    <a:pt x="46" y="467"/>
                    <a:pt x="48" y="471"/>
                  </a:cubicBezTo>
                  <a:cubicBezTo>
                    <a:pt x="48" y="474"/>
                    <a:pt x="44" y="476"/>
                    <a:pt x="42" y="476"/>
                  </a:cubicBezTo>
                  <a:cubicBezTo>
                    <a:pt x="41" y="476"/>
                    <a:pt x="36" y="475"/>
                    <a:pt x="35" y="475"/>
                  </a:cubicBezTo>
                  <a:cubicBezTo>
                    <a:pt x="32" y="474"/>
                    <a:pt x="33" y="475"/>
                    <a:pt x="32" y="473"/>
                  </a:cubicBezTo>
                  <a:cubicBezTo>
                    <a:pt x="29" y="469"/>
                    <a:pt x="26" y="459"/>
                    <a:pt x="20" y="465"/>
                  </a:cubicBezTo>
                  <a:cubicBezTo>
                    <a:pt x="19" y="466"/>
                    <a:pt x="19" y="468"/>
                    <a:pt x="18" y="468"/>
                  </a:cubicBezTo>
                  <a:cubicBezTo>
                    <a:pt x="16" y="469"/>
                    <a:pt x="15" y="469"/>
                    <a:pt x="13" y="469"/>
                  </a:cubicBezTo>
                  <a:cubicBezTo>
                    <a:pt x="11" y="470"/>
                    <a:pt x="9" y="472"/>
                    <a:pt x="7" y="474"/>
                  </a:cubicBezTo>
                  <a:cubicBezTo>
                    <a:pt x="5" y="476"/>
                    <a:pt x="0" y="484"/>
                    <a:pt x="1" y="489"/>
                  </a:cubicBezTo>
                  <a:cubicBezTo>
                    <a:pt x="1" y="494"/>
                    <a:pt x="10" y="496"/>
                    <a:pt x="13" y="501"/>
                  </a:cubicBezTo>
                  <a:cubicBezTo>
                    <a:pt x="15" y="505"/>
                    <a:pt x="15" y="507"/>
                    <a:pt x="18" y="510"/>
                  </a:cubicBezTo>
                  <a:cubicBezTo>
                    <a:pt x="21" y="513"/>
                    <a:pt x="24" y="516"/>
                    <a:pt x="27" y="518"/>
                  </a:cubicBezTo>
                  <a:cubicBezTo>
                    <a:pt x="31" y="522"/>
                    <a:pt x="38" y="526"/>
                    <a:pt x="39" y="531"/>
                  </a:cubicBezTo>
                  <a:cubicBezTo>
                    <a:pt x="41" y="535"/>
                    <a:pt x="37" y="535"/>
                    <a:pt x="39" y="538"/>
                  </a:cubicBezTo>
                  <a:cubicBezTo>
                    <a:pt x="39" y="540"/>
                    <a:pt x="41" y="540"/>
                    <a:pt x="42" y="542"/>
                  </a:cubicBezTo>
                  <a:cubicBezTo>
                    <a:pt x="42" y="543"/>
                    <a:pt x="42" y="544"/>
                    <a:pt x="40" y="543"/>
                  </a:cubicBezTo>
                  <a:cubicBezTo>
                    <a:pt x="40" y="546"/>
                    <a:pt x="45" y="550"/>
                    <a:pt x="47" y="552"/>
                  </a:cubicBezTo>
                  <a:cubicBezTo>
                    <a:pt x="48" y="553"/>
                    <a:pt x="51" y="559"/>
                    <a:pt x="52" y="560"/>
                  </a:cubicBezTo>
                  <a:cubicBezTo>
                    <a:pt x="55" y="561"/>
                    <a:pt x="60" y="554"/>
                    <a:pt x="61" y="553"/>
                  </a:cubicBezTo>
                  <a:cubicBezTo>
                    <a:pt x="63" y="551"/>
                    <a:pt x="63" y="549"/>
                    <a:pt x="64" y="547"/>
                  </a:cubicBezTo>
                  <a:cubicBezTo>
                    <a:pt x="65" y="543"/>
                    <a:pt x="64" y="545"/>
                    <a:pt x="67" y="545"/>
                  </a:cubicBezTo>
                  <a:cubicBezTo>
                    <a:pt x="70" y="545"/>
                    <a:pt x="71" y="546"/>
                    <a:pt x="74" y="543"/>
                  </a:cubicBezTo>
                  <a:cubicBezTo>
                    <a:pt x="75" y="541"/>
                    <a:pt x="75" y="540"/>
                    <a:pt x="76" y="539"/>
                  </a:cubicBezTo>
                  <a:cubicBezTo>
                    <a:pt x="76" y="538"/>
                    <a:pt x="75" y="535"/>
                    <a:pt x="76" y="535"/>
                  </a:cubicBezTo>
                  <a:cubicBezTo>
                    <a:pt x="78" y="531"/>
                    <a:pt x="88" y="533"/>
                    <a:pt x="91" y="531"/>
                  </a:cubicBezTo>
                  <a:cubicBezTo>
                    <a:pt x="92" y="530"/>
                    <a:pt x="92" y="528"/>
                    <a:pt x="94" y="527"/>
                  </a:cubicBezTo>
                  <a:cubicBezTo>
                    <a:pt x="94" y="526"/>
                    <a:pt x="96" y="525"/>
                    <a:pt x="96" y="524"/>
                  </a:cubicBezTo>
                  <a:cubicBezTo>
                    <a:pt x="97" y="522"/>
                    <a:pt x="98" y="520"/>
                    <a:pt x="100" y="520"/>
                  </a:cubicBezTo>
                  <a:cubicBezTo>
                    <a:pt x="100" y="520"/>
                    <a:pt x="108" y="521"/>
                    <a:pt x="111" y="528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2" name="Freeform 123">
              <a:extLst>
                <a:ext uri="{FF2B5EF4-FFF2-40B4-BE49-F238E27FC236}">
                  <a16:creationId xmlns:a16="http://schemas.microsoft.com/office/drawing/2014/main" id="{0F1C020E-5B46-4FA4-A782-3E14ABB2D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37538" y="2270125"/>
              <a:ext cx="1038225" cy="841375"/>
            </a:xfrm>
            <a:custGeom>
              <a:avLst/>
              <a:gdLst>
                <a:gd name="T0" fmla="*/ 358 w 919"/>
                <a:gd name="T1" fmla="*/ 735 h 745"/>
                <a:gd name="T2" fmla="*/ 286 w 919"/>
                <a:gd name="T3" fmla="*/ 707 h 745"/>
                <a:gd name="T4" fmla="*/ 172 w 919"/>
                <a:gd name="T5" fmla="*/ 649 h 745"/>
                <a:gd name="T6" fmla="*/ 157 w 919"/>
                <a:gd name="T7" fmla="*/ 617 h 745"/>
                <a:gd name="T8" fmla="*/ 113 w 919"/>
                <a:gd name="T9" fmla="*/ 549 h 745"/>
                <a:gd name="T10" fmla="*/ 79 w 919"/>
                <a:gd name="T11" fmla="*/ 512 h 745"/>
                <a:gd name="T12" fmla="*/ 44 w 919"/>
                <a:gd name="T13" fmla="*/ 471 h 745"/>
                <a:gd name="T14" fmla="*/ 1 w 919"/>
                <a:gd name="T15" fmla="*/ 454 h 745"/>
                <a:gd name="T16" fmla="*/ 34 w 919"/>
                <a:gd name="T17" fmla="*/ 412 h 745"/>
                <a:gd name="T18" fmla="*/ 69 w 919"/>
                <a:gd name="T19" fmla="*/ 390 h 745"/>
                <a:gd name="T20" fmla="*/ 84 w 919"/>
                <a:gd name="T21" fmla="*/ 268 h 745"/>
                <a:gd name="T22" fmla="*/ 119 w 919"/>
                <a:gd name="T23" fmla="*/ 201 h 745"/>
                <a:gd name="T24" fmla="*/ 200 w 919"/>
                <a:gd name="T25" fmla="*/ 58 h 745"/>
                <a:gd name="T26" fmla="*/ 266 w 919"/>
                <a:gd name="T27" fmla="*/ 37 h 745"/>
                <a:gd name="T28" fmla="*/ 287 w 919"/>
                <a:gd name="T29" fmla="*/ 5 h 745"/>
                <a:gd name="T30" fmla="*/ 333 w 919"/>
                <a:gd name="T31" fmla="*/ 28 h 745"/>
                <a:gd name="T32" fmla="*/ 385 w 919"/>
                <a:gd name="T33" fmla="*/ 23 h 745"/>
                <a:gd name="T34" fmla="*/ 435 w 919"/>
                <a:gd name="T35" fmla="*/ 28 h 745"/>
                <a:gd name="T36" fmla="*/ 551 w 919"/>
                <a:gd name="T37" fmla="*/ 133 h 745"/>
                <a:gd name="T38" fmla="*/ 537 w 919"/>
                <a:gd name="T39" fmla="*/ 216 h 745"/>
                <a:gd name="T40" fmla="*/ 546 w 919"/>
                <a:gd name="T41" fmla="*/ 252 h 745"/>
                <a:gd name="T42" fmla="*/ 597 w 919"/>
                <a:gd name="T43" fmla="*/ 249 h 745"/>
                <a:gd name="T44" fmla="*/ 596 w 919"/>
                <a:gd name="T45" fmla="*/ 283 h 745"/>
                <a:gd name="T46" fmla="*/ 639 w 919"/>
                <a:gd name="T47" fmla="*/ 350 h 745"/>
                <a:gd name="T48" fmla="*/ 851 w 919"/>
                <a:gd name="T49" fmla="*/ 440 h 745"/>
                <a:gd name="T50" fmla="*/ 741 w 919"/>
                <a:gd name="T51" fmla="*/ 643 h 745"/>
                <a:gd name="T52" fmla="*/ 611 w 919"/>
                <a:gd name="T53" fmla="*/ 685 h 745"/>
                <a:gd name="T54" fmla="*/ 533 w 919"/>
                <a:gd name="T55" fmla="*/ 709 h 745"/>
                <a:gd name="T56" fmla="*/ 490 w 919"/>
                <a:gd name="T57" fmla="*/ 699 h 745"/>
                <a:gd name="T58" fmla="*/ 398 w 919"/>
                <a:gd name="T59" fmla="*/ 732 h 745"/>
                <a:gd name="T60" fmla="*/ 487 w 919"/>
                <a:gd name="T61" fmla="*/ 684 h 745"/>
                <a:gd name="T62" fmla="*/ 529 w 919"/>
                <a:gd name="T63" fmla="*/ 699 h 745"/>
                <a:gd name="T64" fmla="*/ 592 w 919"/>
                <a:gd name="T65" fmla="*/ 682 h 745"/>
                <a:gd name="T66" fmla="*/ 727 w 919"/>
                <a:gd name="T67" fmla="*/ 639 h 745"/>
                <a:gd name="T68" fmla="*/ 749 w 919"/>
                <a:gd name="T69" fmla="*/ 413 h 745"/>
                <a:gd name="T70" fmla="*/ 629 w 919"/>
                <a:gd name="T71" fmla="*/ 351 h 745"/>
                <a:gd name="T72" fmla="*/ 586 w 919"/>
                <a:gd name="T73" fmla="*/ 272 h 745"/>
                <a:gd name="T74" fmla="*/ 568 w 919"/>
                <a:gd name="T75" fmla="*/ 257 h 745"/>
                <a:gd name="T76" fmla="*/ 530 w 919"/>
                <a:gd name="T77" fmla="*/ 248 h 745"/>
                <a:gd name="T78" fmla="*/ 562 w 919"/>
                <a:gd name="T79" fmla="*/ 160 h 745"/>
                <a:gd name="T80" fmla="*/ 469 w 919"/>
                <a:gd name="T81" fmla="*/ 58 h 745"/>
                <a:gd name="T82" fmla="*/ 392 w 919"/>
                <a:gd name="T83" fmla="*/ 30 h 745"/>
                <a:gd name="T84" fmla="*/ 344 w 919"/>
                <a:gd name="T85" fmla="*/ 35 h 745"/>
                <a:gd name="T86" fmla="*/ 286 w 919"/>
                <a:gd name="T87" fmla="*/ 33 h 745"/>
                <a:gd name="T88" fmla="*/ 252 w 919"/>
                <a:gd name="T89" fmla="*/ 36 h 745"/>
                <a:gd name="T90" fmla="*/ 207 w 919"/>
                <a:gd name="T91" fmla="*/ 90 h 745"/>
                <a:gd name="T92" fmla="*/ 125 w 919"/>
                <a:gd name="T93" fmla="*/ 232 h 745"/>
                <a:gd name="T94" fmla="*/ 99 w 919"/>
                <a:gd name="T95" fmla="*/ 266 h 745"/>
                <a:gd name="T96" fmla="*/ 78 w 919"/>
                <a:gd name="T97" fmla="*/ 384 h 745"/>
                <a:gd name="T98" fmla="*/ 41 w 919"/>
                <a:gd name="T99" fmla="*/ 421 h 745"/>
                <a:gd name="T100" fmla="*/ 23 w 919"/>
                <a:gd name="T101" fmla="*/ 430 h 745"/>
                <a:gd name="T102" fmla="*/ 28 w 919"/>
                <a:gd name="T103" fmla="*/ 459 h 745"/>
                <a:gd name="T104" fmla="*/ 73 w 919"/>
                <a:gd name="T105" fmla="*/ 488 h 745"/>
                <a:gd name="T106" fmla="*/ 102 w 919"/>
                <a:gd name="T107" fmla="*/ 516 h 745"/>
                <a:gd name="T108" fmla="*/ 133 w 919"/>
                <a:gd name="T109" fmla="*/ 582 h 745"/>
                <a:gd name="T110" fmla="*/ 178 w 919"/>
                <a:gd name="T111" fmla="*/ 612 h 745"/>
                <a:gd name="T112" fmla="*/ 200 w 919"/>
                <a:gd name="T113" fmla="*/ 669 h 745"/>
                <a:gd name="T114" fmla="*/ 329 w 919"/>
                <a:gd name="T115" fmla="*/ 723 h 745"/>
                <a:gd name="T116" fmla="*/ 386 w 919"/>
                <a:gd name="T117" fmla="*/ 73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9" h="745">
                  <a:moveTo>
                    <a:pt x="405" y="745"/>
                  </a:moveTo>
                  <a:cubicBezTo>
                    <a:pt x="403" y="745"/>
                    <a:pt x="402" y="744"/>
                    <a:pt x="400" y="742"/>
                  </a:cubicBezTo>
                  <a:cubicBezTo>
                    <a:pt x="400" y="742"/>
                    <a:pt x="400" y="742"/>
                    <a:pt x="400" y="742"/>
                  </a:cubicBezTo>
                  <a:cubicBezTo>
                    <a:pt x="400" y="742"/>
                    <a:pt x="400" y="742"/>
                    <a:pt x="400" y="742"/>
                  </a:cubicBezTo>
                  <a:cubicBezTo>
                    <a:pt x="399" y="741"/>
                    <a:pt x="398" y="741"/>
                    <a:pt x="398" y="741"/>
                  </a:cubicBezTo>
                  <a:cubicBezTo>
                    <a:pt x="397" y="741"/>
                    <a:pt x="395" y="741"/>
                    <a:pt x="394" y="741"/>
                  </a:cubicBezTo>
                  <a:cubicBezTo>
                    <a:pt x="394" y="741"/>
                    <a:pt x="393" y="741"/>
                    <a:pt x="393" y="740"/>
                  </a:cubicBezTo>
                  <a:cubicBezTo>
                    <a:pt x="390" y="741"/>
                    <a:pt x="387" y="741"/>
                    <a:pt x="383" y="739"/>
                  </a:cubicBezTo>
                  <a:cubicBezTo>
                    <a:pt x="379" y="738"/>
                    <a:pt x="376" y="738"/>
                    <a:pt x="371" y="738"/>
                  </a:cubicBezTo>
                  <a:cubicBezTo>
                    <a:pt x="367" y="737"/>
                    <a:pt x="363" y="737"/>
                    <a:pt x="359" y="735"/>
                  </a:cubicBezTo>
                  <a:cubicBezTo>
                    <a:pt x="358" y="735"/>
                    <a:pt x="358" y="735"/>
                    <a:pt x="358" y="735"/>
                  </a:cubicBezTo>
                  <a:cubicBezTo>
                    <a:pt x="355" y="734"/>
                    <a:pt x="353" y="733"/>
                    <a:pt x="350" y="732"/>
                  </a:cubicBezTo>
                  <a:cubicBezTo>
                    <a:pt x="349" y="732"/>
                    <a:pt x="347" y="732"/>
                    <a:pt x="346" y="731"/>
                  </a:cubicBezTo>
                  <a:cubicBezTo>
                    <a:pt x="345" y="731"/>
                    <a:pt x="345" y="731"/>
                    <a:pt x="345" y="731"/>
                  </a:cubicBezTo>
                  <a:cubicBezTo>
                    <a:pt x="343" y="731"/>
                    <a:pt x="342" y="731"/>
                    <a:pt x="341" y="731"/>
                  </a:cubicBezTo>
                  <a:cubicBezTo>
                    <a:pt x="339" y="732"/>
                    <a:pt x="336" y="732"/>
                    <a:pt x="333" y="732"/>
                  </a:cubicBezTo>
                  <a:cubicBezTo>
                    <a:pt x="331" y="732"/>
                    <a:pt x="331" y="732"/>
                    <a:pt x="331" y="732"/>
                  </a:cubicBezTo>
                  <a:cubicBezTo>
                    <a:pt x="329" y="732"/>
                    <a:pt x="329" y="732"/>
                    <a:pt x="329" y="732"/>
                  </a:cubicBezTo>
                  <a:cubicBezTo>
                    <a:pt x="326" y="732"/>
                    <a:pt x="322" y="732"/>
                    <a:pt x="319" y="731"/>
                  </a:cubicBezTo>
                  <a:cubicBezTo>
                    <a:pt x="315" y="729"/>
                    <a:pt x="313" y="727"/>
                    <a:pt x="312" y="725"/>
                  </a:cubicBezTo>
                  <a:cubicBezTo>
                    <a:pt x="311" y="725"/>
                    <a:pt x="310" y="724"/>
                    <a:pt x="310" y="723"/>
                  </a:cubicBezTo>
                  <a:cubicBezTo>
                    <a:pt x="303" y="717"/>
                    <a:pt x="294" y="712"/>
                    <a:pt x="286" y="707"/>
                  </a:cubicBezTo>
                  <a:cubicBezTo>
                    <a:pt x="281" y="704"/>
                    <a:pt x="276" y="701"/>
                    <a:pt x="272" y="698"/>
                  </a:cubicBezTo>
                  <a:cubicBezTo>
                    <a:pt x="266" y="694"/>
                    <a:pt x="260" y="689"/>
                    <a:pt x="254" y="685"/>
                  </a:cubicBezTo>
                  <a:cubicBezTo>
                    <a:pt x="248" y="680"/>
                    <a:pt x="241" y="680"/>
                    <a:pt x="234" y="679"/>
                  </a:cubicBezTo>
                  <a:cubicBezTo>
                    <a:pt x="230" y="679"/>
                    <a:pt x="226" y="679"/>
                    <a:pt x="222" y="679"/>
                  </a:cubicBezTo>
                  <a:cubicBezTo>
                    <a:pt x="218" y="679"/>
                    <a:pt x="214" y="679"/>
                    <a:pt x="209" y="678"/>
                  </a:cubicBezTo>
                  <a:cubicBezTo>
                    <a:pt x="208" y="678"/>
                    <a:pt x="206" y="678"/>
                    <a:pt x="204" y="678"/>
                  </a:cubicBezTo>
                  <a:cubicBezTo>
                    <a:pt x="203" y="679"/>
                    <a:pt x="202" y="679"/>
                    <a:pt x="200" y="679"/>
                  </a:cubicBezTo>
                  <a:cubicBezTo>
                    <a:pt x="200" y="679"/>
                    <a:pt x="200" y="679"/>
                    <a:pt x="200" y="679"/>
                  </a:cubicBezTo>
                  <a:cubicBezTo>
                    <a:pt x="197" y="679"/>
                    <a:pt x="185" y="679"/>
                    <a:pt x="184" y="667"/>
                  </a:cubicBezTo>
                  <a:cubicBezTo>
                    <a:pt x="184" y="665"/>
                    <a:pt x="182" y="663"/>
                    <a:pt x="179" y="660"/>
                  </a:cubicBezTo>
                  <a:cubicBezTo>
                    <a:pt x="176" y="657"/>
                    <a:pt x="173" y="654"/>
                    <a:pt x="172" y="649"/>
                  </a:cubicBezTo>
                  <a:cubicBezTo>
                    <a:pt x="172" y="645"/>
                    <a:pt x="171" y="640"/>
                    <a:pt x="172" y="635"/>
                  </a:cubicBezTo>
                  <a:cubicBezTo>
                    <a:pt x="172" y="633"/>
                    <a:pt x="173" y="631"/>
                    <a:pt x="174" y="629"/>
                  </a:cubicBezTo>
                  <a:cubicBezTo>
                    <a:pt x="175" y="629"/>
                    <a:pt x="175" y="629"/>
                    <a:pt x="175" y="628"/>
                  </a:cubicBezTo>
                  <a:cubicBezTo>
                    <a:pt x="174" y="627"/>
                    <a:pt x="174" y="626"/>
                    <a:pt x="173" y="625"/>
                  </a:cubicBezTo>
                  <a:cubicBezTo>
                    <a:pt x="173" y="623"/>
                    <a:pt x="173" y="621"/>
                    <a:pt x="174" y="620"/>
                  </a:cubicBezTo>
                  <a:cubicBezTo>
                    <a:pt x="173" y="620"/>
                    <a:pt x="173" y="620"/>
                    <a:pt x="173" y="620"/>
                  </a:cubicBezTo>
                  <a:cubicBezTo>
                    <a:pt x="172" y="620"/>
                    <a:pt x="171" y="619"/>
                    <a:pt x="171" y="618"/>
                  </a:cubicBezTo>
                  <a:cubicBezTo>
                    <a:pt x="170" y="618"/>
                    <a:pt x="169" y="618"/>
                    <a:pt x="168" y="618"/>
                  </a:cubicBezTo>
                  <a:cubicBezTo>
                    <a:pt x="165" y="618"/>
                    <a:pt x="162" y="617"/>
                    <a:pt x="161" y="616"/>
                  </a:cubicBezTo>
                  <a:cubicBezTo>
                    <a:pt x="160" y="616"/>
                    <a:pt x="159" y="616"/>
                    <a:pt x="159" y="616"/>
                  </a:cubicBezTo>
                  <a:cubicBezTo>
                    <a:pt x="159" y="616"/>
                    <a:pt x="158" y="616"/>
                    <a:pt x="157" y="617"/>
                  </a:cubicBezTo>
                  <a:cubicBezTo>
                    <a:pt x="155" y="618"/>
                    <a:pt x="153" y="620"/>
                    <a:pt x="150" y="620"/>
                  </a:cubicBezTo>
                  <a:cubicBezTo>
                    <a:pt x="147" y="620"/>
                    <a:pt x="145" y="617"/>
                    <a:pt x="144" y="616"/>
                  </a:cubicBezTo>
                  <a:cubicBezTo>
                    <a:pt x="141" y="613"/>
                    <a:pt x="142" y="609"/>
                    <a:pt x="142" y="608"/>
                  </a:cubicBezTo>
                  <a:cubicBezTo>
                    <a:pt x="142" y="607"/>
                    <a:pt x="140" y="606"/>
                    <a:pt x="139" y="606"/>
                  </a:cubicBezTo>
                  <a:cubicBezTo>
                    <a:pt x="136" y="604"/>
                    <a:pt x="131" y="602"/>
                    <a:pt x="131" y="596"/>
                  </a:cubicBezTo>
                  <a:cubicBezTo>
                    <a:pt x="131" y="595"/>
                    <a:pt x="130" y="593"/>
                    <a:pt x="128" y="591"/>
                  </a:cubicBezTo>
                  <a:cubicBezTo>
                    <a:pt x="127" y="589"/>
                    <a:pt x="126" y="587"/>
                    <a:pt x="125" y="585"/>
                  </a:cubicBezTo>
                  <a:cubicBezTo>
                    <a:pt x="124" y="582"/>
                    <a:pt x="124" y="579"/>
                    <a:pt x="123" y="577"/>
                  </a:cubicBezTo>
                  <a:cubicBezTo>
                    <a:pt x="123" y="573"/>
                    <a:pt x="123" y="571"/>
                    <a:pt x="121" y="570"/>
                  </a:cubicBezTo>
                  <a:cubicBezTo>
                    <a:pt x="118" y="565"/>
                    <a:pt x="117" y="561"/>
                    <a:pt x="116" y="556"/>
                  </a:cubicBezTo>
                  <a:cubicBezTo>
                    <a:pt x="115" y="554"/>
                    <a:pt x="114" y="551"/>
                    <a:pt x="113" y="549"/>
                  </a:cubicBezTo>
                  <a:cubicBezTo>
                    <a:pt x="111" y="546"/>
                    <a:pt x="111" y="543"/>
                    <a:pt x="110" y="541"/>
                  </a:cubicBezTo>
                  <a:cubicBezTo>
                    <a:pt x="110" y="540"/>
                    <a:pt x="110" y="539"/>
                    <a:pt x="110" y="538"/>
                  </a:cubicBezTo>
                  <a:cubicBezTo>
                    <a:pt x="109" y="537"/>
                    <a:pt x="108" y="534"/>
                    <a:pt x="106" y="533"/>
                  </a:cubicBezTo>
                  <a:cubicBezTo>
                    <a:pt x="105" y="532"/>
                    <a:pt x="105" y="532"/>
                    <a:pt x="104" y="532"/>
                  </a:cubicBezTo>
                  <a:cubicBezTo>
                    <a:pt x="102" y="532"/>
                    <a:pt x="100" y="532"/>
                    <a:pt x="98" y="531"/>
                  </a:cubicBezTo>
                  <a:cubicBezTo>
                    <a:pt x="94" y="528"/>
                    <a:pt x="94" y="524"/>
                    <a:pt x="94" y="522"/>
                  </a:cubicBezTo>
                  <a:cubicBezTo>
                    <a:pt x="94" y="521"/>
                    <a:pt x="94" y="520"/>
                    <a:pt x="94" y="520"/>
                  </a:cubicBezTo>
                  <a:cubicBezTo>
                    <a:pt x="94" y="519"/>
                    <a:pt x="93" y="519"/>
                    <a:pt x="90" y="518"/>
                  </a:cubicBezTo>
                  <a:cubicBezTo>
                    <a:pt x="90" y="518"/>
                    <a:pt x="89" y="518"/>
                    <a:pt x="89" y="518"/>
                  </a:cubicBezTo>
                  <a:cubicBezTo>
                    <a:pt x="86" y="517"/>
                    <a:pt x="82" y="516"/>
                    <a:pt x="80" y="513"/>
                  </a:cubicBezTo>
                  <a:cubicBezTo>
                    <a:pt x="80" y="513"/>
                    <a:pt x="79" y="512"/>
                    <a:pt x="79" y="512"/>
                  </a:cubicBezTo>
                  <a:cubicBezTo>
                    <a:pt x="78" y="511"/>
                    <a:pt x="76" y="510"/>
                    <a:pt x="76" y="508"/>
                  </a:cubicBezTo>
                  <a:cubicBezTo>
                    <a:pt x="75" y="507"/>
                    <a:pt x="74" y="505"/>
                    <a:pt x="74" y="504"/>
                  </a:cubicBezTo>
                  <a:cubicBezTo>
                    <a:pt x="74" y="504"/>
                    <a:pt x="73" y="503"/>
                    <a:pt x="72" y="503"/>
                  </a:cubicBezTo>
                  <a:cubicBezTo>
                    <a:pt x="71" y="502"/>
                    <a:pt x="70" y="501"/>
                    <a:pt x="69" y="500"/>
                  </a:cubicBezTo>
                  <a:cubicBezTo>
                    <a:pt x="64" y="496"/>
                    <a:pt x="64" y="493"/>
                    <a:pt x="64" y="489"/>
                  </a:cubicBezTo>
                  <a:cubicBezTo>
                    <a:pt x="64" y="487"/>
                    <a:pt x="64" y="487"/>
                    <a:pt x="62" y="485"/>
                  </a:cubicBezTo>
                  <a:cubicBezTo>
                    <a:pt x="62" y="484"/>
                    <a:pt x="62" y="484"/>
                    <a:pt x="62" y="484"/>
                  </a:cubicBezTo>
                  <a:cubicBezTo>
                    <a:pt x="60" y="483"/>
                    <a:pt x="58" y="481"/>
                    <a:pt x="56" y="479"/>
                  </a:cubicBezTo>
                  <a:cubicBezTo>
                    <a:pt x="56" y="479"/>
                    <a:pt x="55" y="478"/>
                    <a:pt x="54" y="478"/>
                  </a:cubicBezTo>
                  <a:cubicBezTo>
                    <a:pt x="52" y="477"/>
                    <a:pt x="49" y="475"/>
                    <a:pt x="47" y="472"/>
                  </a:cubicBezTo>
                  <a:cubicBezTo>
                    <a:pt x="46" y="471"/>
                    <a:pt x="45" y="471"/>
                    <a:pt x="44" y="471"/>
                  </a:cubicBezTo>
                  <a:cubicBezTo>
                    <a:pt x="43" y="471"/>
                    <a:pt x="42" y="471"/>
                    <a:pt x="42" y="471"/>
                  </a:cubicBezTo>
                  <a:cubicBezTo>
                    <a:pt x="39" y="470"/>
                    <a:pt x="37" y="469"/>
                    <a:pt x="36" y="468"/>
                  </a:cubicBezTo>
                  <a:cubicBezTo>
                    <a:pt x="34" y="467"/>
                    <a:pt x="34" y="467"/>
                    <a:pt x="33" y="467"/>
                  </a:cubicBezTo>
                  <a:cubicBezTo>
                    <a:pt x="33" y="467"/>
                    <a:pt x="32" y="467"/>
                    <a:pt x="31" y="467"/>
                  </a:cubicBezTo>
                  <a:cubicBezTo>
                    <a:pt x="30" y="468"/>
                    <a:pt x="28" y="468"/>
                    <a:pt x="26" y="468"/>
                  </a:cubicBezTo>
                  <a:cubicBezTo>
                    <a:pt x="26" y="468"/>
                    <a:pt x="25" y="468"/>
                    <a:pt x="25" y="468"/>
                  </a:cubicBezTo>
                  <a:cubicBezTo>
                    <a:pt x="22" y="468"/>
                    <a:pt x="20" y="466"/>
                    <a:pt x="19" y="465"/>
                  </a:cubicBezTo>
                  <a:cubicBezTo>
                    <a:pt x="18" y="465"/>
                    <a:pt x="17" y="464"/>
                    <a:pt x="17" y="464"/>
                  </a:cubicBezTo>
                  <a:cubicBezTo>
                    <a:pt x="16" y="464"/>
                    <a:pt x="15" y="464"/>
                    <a:pt x="15" y="464"/>
                  </a:cubicBezTo>
                  <a:cubicBezTo>
                    <a:pt x="12" y="464"/>
                    <a:pt x="9" y="464"/>
                    <a:pt x="7" y="463"/>
                  </a:cubicBezTo>
                  <a:cubicBezTo>
                    <a:pt x="4" y="461"/>
                    <a:pt x="2" y="456"/>
                    <a:pt x="1" y="454"/>
                  </a:cubicBezTo>
                  <a:cubicBezTo>
                    <a:pt x="0" y="446"/>
                    <a:pt x="7" y="439"/>
                    <a:pt x="12" y="435"/>
                  </a:cubicBezTo>
                  <a:cubicBezTo>
                    <a:pt x="12" y="434"/>
                    <a:pt x="12" y="432"/>
                    <a:pt x="12" y="431"/>
                  </a:cubicBezTo>
                  <a:cubicBezTo>
                    <a:pt x="12" y="431"/>
                    <a:pt x="12" y="430"/>
                    <a:pt x="11" y="429"/>
                  </a:cubicBezTo>
                  <a:cubicBezTo>
                    <a:pt x="11" y="427"/>
                    <a:pt x="11" y="426"/>
                    <a:pt x="11" y="425"/>
                  </a:cubicBezTo>
                  <a:cubicBezTo>
                    <a:pt x="11" y="425"/>
                    <a:pt x="11" y="424"/>
                    <a:pt x="11" y="424"/>
                  </a:cubicBezTo>
                  <a:cubicBezTo>
                    <a:pt x="12" y="419"/>
                    <a:pt x="13" y="416"/>
                    <a:pt x="17" y="414"/>
                  </a:cubicBezTo>
                  <a:cubicBezTo>
                    <a:pt x="20" y="412"/>
                    <a:pt x="22" y="412"/>
                    <a:pt x="25" y="412"/>
                  </a:cubicBezTo>
                  <a:cubicBezTo>
                    <a:pt x="26" y="412"/>
                    <a:pt x="26" y="413"/>
                    <a:pt x="27" y="413"/>
                  </a:cubicBezTo>
                  <a:cubicBezTo>
                    <a:pt x="27" y="413"/>
                    <a:pt x="27" y="413"/>
                    <a:pt x="27" y="413"/>
                  </a:cubicBezTo>
                  <a:cubicBezTo>
                    <a:pt x="29" y="413"/>
                    <a:pt x="30" y="412"/>
                    <a:pt x="32" y="412"/>
                  </a:cubicBezTo>
                  <a:cubicBezTo>
                    <a:pt x="32" y="412"/>
                    <a:pt x="33" y="412"/>
                    <a:pt x="34" y="412"/>
                  </a:cubicBezTo>
                  <a:cubicBezTo>
                    <a:pt x="35" y="410"/>
                    <a:pt x="38" y="410"/>
                    <a:pt x="40" y="411"/>
                  </a:cubicBezTo>
                  <a:cubicBezTo>
                    <a:pt x="40" y="411"/>
                    <a:pt x="40" y="411"/>
                    <a:pt x="41" y="411"/>
                  </a:cubicBezTo>
                  <a:cubicBezTo>
                    <a:pt x="42" y="411"/>
                    <a:pt x="43" y="411"/>
                    <a:pt x="44" y="411"/>
                  </a:cubicBezTo>
                  <a:cubicBezTo>
                    <a:pt x="48" y="412"/>
                    <a:pt x="50" y="415"/>
                    <a:pt x="51" y="417"/>
                  </a:cubicBezTo>
                  <a:cubicBezTo>
                    <a:pt x="51" y="417"/>
                    <a:pt x="51" y="417"/>
                    <a:pt x="51" y="417"/>
                  </a:cubicBezTo>
                  <a:cubicBezTo>
                    <a:pt x="51" y="416"/>
                    <a:pt x="52" y="416"/>
                    <a:pt x="53" y="415"/>
                  </a:cubicBezTo>
                  <a:cubicBezTo>
                    <a:pt x="56" y="414"/>
                    <a:pt x="58" y="414"/>
                    <a:pt x="60" y="414"/>
                  </a:cubicBezTo>
                  <a:cubicBezTo>
                    <a:pt x="61" y="413"/>
                    <a:pt x="62" y="413"/>
                    <a:pt x="63" y="413"/>
                  </a:cubicBezTo>
                  <a:cubicBezTo>
                    <a:pt x="63" y="413"/>
                    <a:pt x="65" y="411"/>
                    <a:pt x="66" y="410"/>
                  </a:cubicBezTo>
                  <a:cubicBezTo>
                    <a:pt x="67" y="409"/>
                    <a:pt x="67" y="409"/>
                    <a:pt x="67" y="409"/>
                  </a:cubicBezTo>
                  <a:cubicBezTo>
                    <a:pt x="70" y="405"/>
                    <a:pt x="70" y="397"/>
                    <a:pt x="69" y="390"/>
                  </a:cubicBezTo>
                  <a:cubicBezTo>
                    <a:pt x="69" y="388"/>
                    <a:pt x="69" y="386"/>
                    <a:pt x="69" y="384"/>
                  </a:cubicBezTo>
                  <a:cubicBezTo>
                    <a:pt x="69" y="379"/>
                    <a:pt x="68" y="374"/>
                    <a:pt x="67" y="368"/>
                  </a:cubicBezTo>
                  <a:cubicBezTo>
                    <a:pt x="66" y="361"/>
                    <a:pt x="65" y="352"/>
                    <a:pt x="66" y="344"/>
                  </a:cubicBezTo>
                  <a:cubicBezTo>
                    <a:pt x="66" y="339"/>
                    <a:pt x="68" y="334"/>
                    <a:pt x="70" y="328"/>
                  </a:cubicBezTo>
                  <a:cubicBezTo>
                    <a:pt x="71" y="327"/>
                    <a:pt x="71" y="325"/>
                    <a:pt x="72" y="323"/>
                  </a:cubicBezTo>
                  <a:cubicBezTo>
                    <a:pt x="73" y="319"/>
                    <a:pt x="75" y="314"/>
                    <a:pt x="78" y="310"/>
                  </a:cubicBezTo>
                  <a:cubicBezTo>
                    <a:pt x="81" y="304"/>
                    <a:pt x="80" y="299"/>
                    <a:pt x="78" y="291"/>
                  </a:cubicBezTo>
                  <a:cubicBezTo>
                    <a:pt x="77" y="288"/>
                    <a:pt x="77" y="288"/>
                    <a:pt x="77" y="288"/>
                  </a:cubicBezTo>
                  <a:cubicBezTo>
                    <a:pt x="77" y="285"/>
                    <a:pt x="76" y="281"/>
                    <a:pt x="79" y="277"/>
                  </a:cubicBezTo>
                  <a:cubicBezTo>
                    <a:pt x="80" y="275"/>
                    <a:pt x="80" y="275"/>
                    <a:pt x="80" y="275"/>
                  </a:cubicBezTo>
                  <a:cubicBezTo>
                    <a:pt x="81" y="273"/>
                    <a:pt x="83" y="271"/>
                    <a:pt x="84" y="268"/>
                  </a:cubicBezTo>
                  <a:cubicBezTo>
                    <a:pt x="85" y="267"/>
                    <a:pt x="92" y="256"/>
                    <a:pt x="99" y="256"/>
                  </a:cubicBezTo>
                  <a:cubicBezTo>
                    <a:pt x="99" y="256"/>
                    <a:pt x="99" y="256"/>
                    <a:pt x="99" y="256"/>
                  </a:cubicBezTo>
                  <a:cubicBezTo>
                    <a:pt x="102" y="256"/>
                    <a:pt x="105" y="258"/>
                    <a:pt x="108" y="261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10" y="264"/>
                    <a:pt x="112" y="265"/>
                    <a:pt x="113" y="267"/>
                  </a:cubicBezTo>
                  <a:cubicBezTo>
                    <a:pt x="113" y="267"/>
                    <a:pt x="113" y="267"/>
                    <a:pt x="113" y="267"/>
                  </a:cubicBezTo>
                  <a:cubicBezTo>
                    <a:pt x="113" y="266"/>
                    <a:pt x="115" y="265"/>
                    <a:pt x="115" y="259"/>
                  </a:cubicBezTo>
                  <a:cubicBezTo>
                    <a:pt x="114" y="247"/>
                    <a:pt x="114" y="247"/>
                    <a:pt x="116" y="245"/>
                  </a:cubicBezTo>
                  <a:cubicBezTo>
                    <a:pt x="117" y="240"/>
                    <a:pt x="117" y="240"/>
                    <a:pt x="116" y="235"/>
                  </a:cubicBezTo>
                  <a:cubicBezTo>
                    <a:pt x="114" y="229"/>
                    <a:pt x="115" y="222"/>
                    <a:pt x="117" y="211"/>
                  </a:cubicBezTo>
                  <a:cubicBezTo>
                    <a:pt x="119" y="204"/>
                    <a:pt x="119" y="204"/>
                    <a:pt x="119" y="201"/>
                  </a:cubicBezTo>
                  <a:cubicBezTo>
                    <a:pt x="117" y="195"/>
                    <a:pt x="121" y="192"/>
                    <a:pt x="125" y="188"/>
                  </a:cubicBezTo>
                  <a:cubicBezTo>
                    <a:pt x="129" y="183"/>
                    <a:pt x="133" y="177"/>
                    <a:pt x="135" y="174"/>
                  </a:cubicBezTo>
                  <a:cubicBezTo>
                    <a:pt x="136" y="171"/>
                    <a:pt x="142" y="163"/>
                    <a:pt x="148" y="161"/>
                  </a:cubicBezTo>
                  <a:cubicBezTo>
                    <a:pt x="150" y="160"/>
                    <a:pt x="156" y="153"/>
                    <a:pt x="158" y="149"/>
                  </a:cubicBezTo>
                  <a:cubicBezTo>
                    <a:pt x="161" y="143"/>
                    <a:pt x="173" y="131"/>
                    <a:pt x="175" y="130"/>
                  </a:cubicBezTo>
                  <a:cubicBezTo>
                    <a:pt x="175" y="129"/>
                    <a:pt x="178" y="122"/>
                    <a:pt x="177" y="115"/>
                  </a:cubicBezTo>
                  <a:cubicBezTo>
                    <a:pt x="175" y="107"/>
                    <a:pt x="181" y="98"/>
                    <a:pt x="186" y="92"/>
                  </a:cubicBezTo>
                  <a:cubicBezTo>
                    <a:pt x="189" y="89"/>
                    <a:pt x="193" y="85"/>
                    <a:pt x="198" y="85"/>
                  </a:cubicBezTo>
                  <a:cubicBezTo>
                    <a:pt x="199" y="85"/>
                    <a:pt x="199" y="84"/>
                    <a:pt x="200" y="84"/>
                  </a:cubicBezTo>
                  <a:cubicBezTo>
                    <a:pt x="201" y="82"/>
                    <a:pt x="202" y="78"/>
                    <a:pt x="201" y="76"/>
                  </a:cubicBezTo>
                  <a:cubicBezTo>
                    <a:pt x="200" y="70"/>
                    <a:pt x="200" y="58"/>
                    <a:pt x="200" y="58"/>
                  </a:cubicBezTo>
                  <a:cubicBezTo>
                    <a:pt x="200" y="57"/>
                    <a:pt x="200" y="56"/>
                    <a:pt x="200" y="56"/>
                  </a:cubicBezTo>
                  <a:cubicBezTo>
                    <a:pt x="207" y="42"/>
                    <a:pt x="207" y="42"/>
                    <a:pt x="207" y="42"/>
                  </a:cubicBezTo>
                  <a:cubicBezTo>
                    <a:pt x="208" y="38"/>
                    <a:pt x="214" y="35"/>
                    <a:pt x="225" y="35"/>
                  </a:cubicBezTo>
                  <a:cubicBezTo>
                    <a:pt x="228" y="35"/>
                    <a:pt x="231" y="35"/>
                    <a:pt x="233" y="36"/>
                  </a:cubicBezTo>
                  <a:cubicBezTo>
                    <a:pt x="235" y="36"/>
                    <a:pt x="237" y="38"/>
                    <a:pt x="238" y="38"/>
                  </a:cubicBezTo>
                  <a:cubicBezTo>
                    <a:pt x="238" y="39"/>
                    <a:pt x="239" y="39"/>
                    <a:pt x="239" y="39"/>
                  </a:cubicBezTo>
                  <a:cubicBezTo>
                    <a:pt x="239" y="39"/>
                    <a:pt x="239" y="39"/>
                    <a:pt x="239" y="39"/>
                  </a:cubicBezTo>
                  <a:cubicBezTo>
                    <a:pt x="239" y="38"/>
                    <a:pt x="239" y="37"/>
                    <a:pt x="239" y="36"/>
                  </a:cubicBezTo>
                  <a:cubicBezTo>
                    <a:pt x="240" y="31"/>
                    <a:pt x="245" y="27"/>
                    <a:pt x="252" y="27"/>
                  </a:cubicBezTo>
                  <a:cubicBezTo>
                    <a:pt x="256" y="27"/>
                    <a:pt x="260" y="28"/>
                    <a:pt x="262" y="31"/>
                  </a:cubicBezTo>
                  <a:cubicBezTo>
                    <a:pt x="264" y="33"/>
                    <a:pt x="265" y="36"/>
                    <a:pt x="266" y="37"/>
                  </a:cubicBezTo>
                  <a:cubicBezTo>
                    <a:pt x="266" y="38"/>
                    <a:pt x="266" y="38"/>
                    <a:pt x="266" y="39"/>
                  </a:cubicBezTo>
                  <a:cubicBezTo>
                    <a:pt x="267" y="39"/>
                    <a:pt x="268" y="40"/>
                    <a:pt x="269" y="41"/>
                  </a:cubicBezTo>
                  <a:cubicBezTo>
                    <a:pt x="270" y="42"/>
                    <a:pt x="270" y="44"/>
                    <a:pt x="271" y="44"/>
                  </a:cubicBezTo>
                  <a:cubicBezTo>
                    <a:pt x="271" y="45"/>
                    <a:pt x="271" y="45"/>
                    <a:pt x="271" y="45"/>
                  </a:cubicBezTo>
                  <a:cubicBezTo>
                    <a:pt x="271" y="45"/>
                    <a:pt x="272" y="45"/>
                    <a:pt x="272" y="45"/>
                  </a:cubicBezTo>
                  <a:cubicBezTo>
                    <a:pt x="272" y="44"/>
                    <a:pt x="273" y="43"/>
                    <a:pt x="273" y="42"/>
                  </a:cubicBezTo>
                  <a:cubicBezTo>
                    <a:pt x="273" y="41"/>
                    <a:pt x="273" y="41"/>
                    <a:pt x="273" y="40"/>
                  </a:cubicBezTo>
                  <a:cubicBezTo>
                    <a:pt x="275" y="37"/>
                    <a:pt x="276" y="33"/>
                    <a:pt x="277" y="30"/>
                  </a:cubicBezTo>
                  <a:cubicBezTo>
                    <a:pt x="279" y="25"/>
                    <a:pt x="281" y="21"/>
                    <a:pt x="283" y="16"/>
                  </a:cubicBezTo>
                  <a:cubicBezTo>
                    <a:pt x="284" y="13"/>
                    <a:pt x="284" y="11"/>
                    <a:pt x="286" y="8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88" y="2"/>
                    <a:pt x="290" y="0"/>
                    <a:pt x="292" y="0"/>
                  </a:cubicBezTo>
                  <a:cubicBezTo>
                    <a:pt x="296" y="0"/>
                    <a:pt x="297" y="3"/>
                    <a:pt x="298" y="5"/>
                  </a:cubicBezTo>
                  <a:cubicBezTo>
                    <a:pt x="299" y="5"/>
                    <a:pt x="299" y="6"/>
                    <a:pt x="299" y="6"/>
                  </a:cubicBezTo>
                  <a:cubicBezTo>
                    <a:pt x="301" y="9"/>
                    <a:pt x="304" y="12"/>
                    <a:pt x="306" y="12"/>
                  </a:cubicBezTo>
                  <a:cubicBezTo>
                    <a:pt x="308" y="12"/>
                    <a:pt x="308" y="12"/>
                    <a:pt x="309" y="12"/>
                  </a:cubicBezTo>
                  <a:cubicBezTo>
                    <a:pt x="316" y="12"/>
                    <a:pt x="319" y="17"/>
                    <a:pt x="321" y="21"/>
                  </a:cubicBezTo>
                  <a:cubicBezTo>
                    <a:pt x="321" y="23"/>
                    <a:pt x="322" y="25"/>
                    <a:pt x="323" y="25"/>
                  </a:cubicBezTo>
                  <a:cubicBezTo>
                    <a:pt x="324" y="27"/>
                    <a:pt x="324" y="27"/>
                    <a:pt x="324" y="27"/>
                  </a:cubicBezTo>
                  <a:cubicBezTo>
                    <a:pt x="325" y="27"/>
                    <a:pt x="327" y="29"/>
                    <a:pt x="328" y="29"/>
                  </a:cubicBezTo>
                  <a:cubicBezTo>
                    <a:pt x="329" y="29"/>
                    <a:pt x="331" y="29"/>
                    <a:pt x="332" y="28"/>
                  </a:cubicBezTo>
                  <a:cubicBezTo>
                    <a:pt x="333" y="28"/>
                    <a:pt x="333" y="28"/>
                    <a:pt x="333" y="28"/>
                  </a:cubicBezTo>
                  <a:cubicBezTo>
                    <a:pt x="337" y="27"/>
                    <a:pt x="339" y="27"/>
                    <a:pt x="343" y="26"/>
                  </a:cubicBezTo>
                  <a:cubicBezTo>
                    <a:pt x="345" y="26"/>
                    <a:pt x="348" y="25"/>
                    <a:pt x="349" y="25"/>
                  </a:cubicBezTo>
                  <a:cubicBezTo>
                    <a:pt x="351" y="24"/>
                    <a:pt x="352" y="23"/>
                    <a:pt x="354" y="21"/>
                  </a:cubicBezTo>
                  <a:cubicBezTo>
                    <a:pt x="354" y="21"/>
                    <a:pt x="354" y="21"/>
                    <a:pt x="354" y="20"/>
                  </a:cubicBezTo>
                  <a:cubicBezTo>
                    <a:pt x="355" y="19"/>
                    <a:pt x="355" y="16"/>
                    <a:pt x="359" y="15"/>
                  </a:cubicBezTo>
                  <a:cubicBezTo>
                    <a:pt x="360" y="14"/>
                    <a:pt x="361" y="14"/>
                    <a:pt x="362" y="14"/>
                  </a:cubicBezTo>
                  <a:cubicBezTo>
                    <a:pt x="368" y="14"/>
                    <a:pt x="372" y="21"/>
                    <a:pt x="374" y="25"/>
                  </a:cubicBezTo>
                  <a:cubicBezTo>
                    <a:pt x="376" y="25"/>
                    <a:pt x="378" y="24"/>
                    <a:pt x="380" y="24"/>
                  </a:cubicBezTo>
                  <a:cubicBezTo>
                    <a:pt x="381" y="24"/>
                    <a:pt x="382" y="24"/>
                    <a:pt x="383" y="24"/>
                  </a:cubicBezTo>
                  <a:cubicBezTo>
                    <a:pt x="383" y="24"/>
                    <a:pt x="384" y="24"/>
                    <a:pt x="385" y="24"/>
                  </a:cubicBezTo>
                  <a:cubicBezTo>
                    <a:pt x="385" y="24"/>
                    <a:pt x="385" y="23"/>
                    <a:pt x="385" y="23"/>
                  </a:cubicBezTo>
                  <a:cubicBezTo>
                    <a:pt x="385" y="23"/>
                    <a:pt x="386" y="23"/>
                    <a:pt x="386" y="23"/>
                  </a:cubicBezTo>
                  <a:cubicBezTo>
                    <a:pt x="387" y="21"/>
                    <a:pt x="387" y="21"/>
                    <a:pt x="389" y="20"/>
                  </a:cubicBezTo>
                  <a:cubicBezTo>
                    <a:pt x="389" y="20"/>
                    <a:pt x="390" y="20"/>
                    <a:pt x="391" y="20"/>
                  </a:cubicBezTo>
                  <a:cubicBezTo>
                    <a:pt x="394" y="20"/>
                    <a:pt x="396" y="21"/>
                    <a:pt x="398" y="23"/>
                  </a:cubicBezTo>
                  <a:cubicBezTo>
                    <a:pt x="398" y="23"/>
                    <a:pt x="399" y="24"/>
                    <a:pt x="399" y="24"/>
                  </a:cubicBezTo>
                  <a:cubicBezTo>
                    <a:pt x="400" y="24"/>
                    <a:pt x="402" y="24"/>
                    <a:pt x="403" y="24"/>
                  </a:cubicBezTo>
                  <a:cubicBezTo>
                    <a:pt x="406" y="24"/>
                    <a:pt x="410" y="24"/>
                    <a:pt x="412" y="26"/>
                  </a:cubicBezTo>
                  <a:cubicBezTo>
                    <a:pt x="414" y="28"/>
                    <a:pt x="414" y="28"/>
                    <a:pt x="414" y="28"/>
                  </a:cubicBezTo>
                  <a:cubicBezTo>
                    <a:pt x="414" y="28"/>
                    <a:pt x="414" y="28"/>
                    <a:pt x="414" y="28"/>
                  </a:cubicBezTo>
                  <a:cubicBezTo>
                    <a:pt x="415" y="28"/>
                    <a:pt x="415" y="28"/>
                    <a:pt x="416" y="27"/>
                  </a:cubicBezTo>
                  <a:cubicBezTo>
                    <a:pt x="423" y="26"/>
                    <a:pt x="430" y="26"/>
                    <a:pt x="435" y="28"/>
                  </a:cubicBezTo>
                  <a:cubicBezTo>
                    <a:pt x="440" y="31"/>
                    <a:pt x="443" y="33"/>
                    <a:pt x="446" y="36"/>
                  </a:cubicBezTo>
                  <a:cubicBezTo>
                    <a:pt x="449" y="39"/>
                    <a:pt x="452" y="41"/>
                    <a:pt x="455" y="43"/>
                  </a:cubicBezTo>
                  <a:cubicBezTo>
                    <a:pt x="457" y="44"/>
                    <a:pt x="460" y="44"/>
                    <a:pt x="462" y="45"/>
                  </a:cubicBezTo>
                  <a:cubicBezTo>
                    <a:pt x="466" y="46"/>
                    <a:pt x="471" y="47"/>
                    <a:pt x="475" y="52"/>
                  </a:cubicBezTo>
                  <a:cubicBezTo>
                    <a:pt x="483" y="59"/>
                    <a:pt x="488" y="66"/>
                    <a:pt x="492" y="73"/>
                  </a:cubicBezTo>
                  <a:cubicBezTo>
                    <a:pt x="493" y="75"/>
                    <a:pt x="493" y="75"/>
                    <a:pt x="493" y="75"/>
                  </a:cubicBezTo>
                  <a:cubicBezTo>
                    <a:pt x="496" y="80"/>
                    <a:pt x="497" y="83"/>
                    <a:pt x="501" y="85"/>
                  </a:cubicBezTo>
                  <a:cubicBezTo>
                    <a:pt x="503" y="87"/>
                    <a:pt x="505" y="88"/>
                    <a:pt x="508" y="89"/>
                  </a:cubicBezTo>
                  <a:cubicBezTo>
                    <a:pt x="510" y="91"/>
                    <a:pt x="512" y="93"/>
                    <a:pt x="515" y="94"/>
                  </a:cubicBezTo>
                  <a:cubicBezTo>
                    <a:pt x="527" y="102"/>
                    <a:pt x="535" y="111"/>
                    <a:pt x="540" y="123"/>
                  </a:cubicBezTo>
                  <a:cubicBezTo>
                    <a:pt x="543" y="128"/>
                    <a:pt x="545" y="130"/>
                    <a:pt x="551" y="133"/>
                  </a:cubicBezTo>
                  <a:cubicBezTo>
                    <a:pt x="556" y="135"/>
                    <a:pt x="559" y="139"/>
                    <a:pt x="561" y="143"/>
                  </a:cubicBezTo>
                  <a:cubicBezTo>
                    <a:pt x="562" y="143"/>
                    <a:pt x="563" y="145"/>
                    <a:pt x="564" y="146"/>
                  </a:cubicBezTo>
                  <a:cubicBezTo>
                    <a:pt x="571" y="155"/>
                    <a:pt x="572" y="157"/>
                    <a:pt x="572" y="159"/>
                  </a:cubicBezTo>
                  <a:cubicBezTo>
                    <a:pt x="572" y="161"/>
                    <a:pt x="571" y="163"/>
                    <a:pt x="569" y="166"/>
                  </a:cubicBezTo>
                  <a:cubicBezTo>
                    <a:pt x="569" y="167"/>
                    <a:pt x="568" y="167"/>
                    <a:pt x="568" y="168"/>
                  </a:cubicBezTo>
                  <a:cubicBezTo>
                    <a:pt x="566" y="171"/>
                    <a:pt x="565" y="173"/>
                    <a:pt x="563" y="175"/>
                  </a:cubicBezTo>
                  <a:cubicBezTo>
                    <a:pt x="562" y="177"/>
                    <a:pt x="562" y="177"/>
                    <a:pt x="562" y="177"/>
                  </a:cubicBezTo>
                  <a:cubicBezTo>
                    <a:pt x="559" y="182"/>
                    <a:pt x="556" y="187"/>
                    <a:pt x="552" y="193"/>
                  </a:cubicBezTo>
                  <a:cubicBezTo>
                    <a:pt x="549" y="198"/>
                    <a:pt x="546" y="203"/>
                    <a:pt x="540" y="208"/>
                  </a:cubicBezTo>
                  <a:cubicBezTo>
                    <a:pt x="539" y="209"/>
                    <a:pt x="538" y="210"/>
                    <a:pt x="538" y="214"/>
                  </a:cubicBezTo>
                  <a:cubicBezTo>
                    <a:pt x="537" y="216"/>
                    <a:pt x="537" y="216"/>
                    <a:pt x="537" y="216"/>
                  </a:cubicBezTo>
                  <a:cubicBezTo>
                    <a:pt x="536" y="220"/>
                    <a:pt x="536" y="221"/>
                    <a:pt x="537" y="225"/>
                  </a:cubicBezTo>
                  <a:cubicBezTo>
                    <a:pt x="538" y="229"/>
                    <a:pt x="539" y="234"/>
                    <a:pt x="539" y="240"/>
                  </a:cubicBezTo>
                  <a:cubicBezTo>
                    <a:pt x="539" y="242"/>
                    <a:pt x="539" y="242"/>
                    <a:pt x="539" y="242"/>
                  </a:cubicBezTo>
                  <a:cubicBezTo>
                    <a:pt x="539" y="244"/>
                    <a:pt x="539" y="247"/>
                    <a:pt x="539" y="249"/>
                  </a:cubicBezTo>
                  <a:cubicBezTo>
                    <a:pt x="539" y="249"/>
                    <a:pt x="539" y="249"/>
                    <a:pt x="539" y="249"/>
                  </a:cubicBezTo>
                  <a:cubicBezTo>
                    <a:pt x="539" y="249"/>
                    <a:pt x="539" y="250"/>
                    <a:pt x="539" y="251"/>
                  </a:cubicBezTo>
                  <a:cubicBezTo>
                    <a:pt x="539" y="251"/>
                    <a:pt x="539" y="251"/>
                    <a:pt x="539" y="251"/>
                  </a:cubicBezTo>
                  <a:cubicBezTo>
                    <a:pt x="540" y="251"/>
                    <a:pt x="541" y="251"/>
                    <a:pt x="541" y="251"/>
                  </a:cubicBezTo>
                  <a:cubicBezTo>
                    <a:pt x="543" y="252"/>
                    <a:pt x="543" y="252"/>
                    <a:pt x="543" y="252"/>
                  </a:cubicBezTo>
                  <a:cubicBezTo>
                    <a:pt x="544" y="252"/>
                    <a:pt x="545" y="253"/>
                    <a:pt x="545" y="253"/>
                  </a:cubicBezTo>
                  <a:cubicBezTo>
                    <a:pt x="545" y="253"/>
                    <a:pt x="546" y="253"/>
                    <a:pt x="546" y="252"/>
                  </a:cubicBezTo>
                  <a:cubicBezTo>
                    <a:pt x="547" y="252"/>
                    <a:pt x="548" y="251"/>
                    <a:pt x="549" y="251"/>
                  </a:cubicBezTo>
                  <a:cubicBezTo>
                    <a:pt x="551" y="250"/>
                    <a:pt x="553" y="249"/>
                    <a:pt x="557" y="249"/>
                  </a:cubicBezTo>
                  <a:cubicBezTo>
                    <a:pt x="558" y="249"/>
                    <a:pt x="559" y="249"/>
                    <a:pt x="560" y="249"/>
                  </a:cubicBezTo>
                  <a:cubicBezTo>
                    <a:pt x="560" y="249"/>
                    <a:pt x="561" y="249"/>
                    <a:pt x="562" y="249"/>
                  </a:cubicBezTo>
                  <a:cubicBezTo>
                    <a:pt x="564" y="249"/>
                    <a:pt x="565" y="248"/>
                    <a:pt x="567" y="248"/>
                  </a:cubicBezTo>
                  <a:cubicBezTo>
                    <a:pt x="569" y="248"/>
                    <a:pt x="571" y="247"/>
                    <a:pt x="574" y="246"/>
                  </a:cubicBezTo>
                  <a:cubicBezTo>
                    <a:pt x="576" y="245"/>
                    <a:pt x="578" y="244"/>
                    <a:pt x="580" y="243"/>
                  </a:cubicBezTo>
                  <a:cubicBezTo>
                    <a:pt x="583" y="243"/>
                    <a:pt x="586" y="243"/>
                    <a:pt x="588" y="243"/>
                  </a:cubicBezTo>
                  <a:cubicBezTo>
                    <a:pt x="589" y="244"/>
                    <a:pt x="589" y="244"/>
                    <a:pt x="590" y="244"/>
                  </a:cubicBezTo>
                  <a:cubicBezTo>
                    <a:pt x="590" y="244"/>
                    <a:pt x="590" y="244"/>
                    <a:pt x="590" y="244"/>
                  </a:cubicBezTo>
                  <a:cubicBezTo>
                    <a:pt x="592" y="244"/>
                    <a:pt x="596" y="244"/>
                    <a:pt x="597" y="249"/>
                  </a:cubicBezTo>
                  <a:cubicBezTo>
                    <a:pt x="598" y="249"/>
                    <a:pt x="598" y="249"/>
                    <a:pt x="599" y="249"/>
                  </a:cubicBezTo>
                  <a:cubicBezTo>
                    <a:pt x="602" y="248"/>
                    <a:pt x="606" y="248"/>
                    <a:pt x="607" y="251"/>
                  </a:cubicBezTo>
                  <a:cubicBezTo>
                    <a:pt x="608" y="253"/>
                    <a:pt x="608" y="254"/>
                    <a:pt x="607" y="256"/>
                  </a:cubicBezTo>
                  <a:cubicBezTo>
                    <a:pt x="607" y="257"/>
                    <a:pt x="606" y="258"/>
                    <a:pt x="606" y="259"/>
                  </a:cubicBezTo>
                  <a:cubicBezTo>
                    <a:pt x="605" y="261"/>
                    <a:pt x="604" y="262"/>
                    <a:pt x="603" y="262"/>
                  </a:cubicBezTo>
                  <a:cubicBezTo>
                    <a:pt x="602" y="264"/>
                    <a:pt x="601" y="265"/>
                    <a:pt x="601" y="265"/>
                  </a:cubicBezTo>
                  <a:cubicBezTo>
                    <a:pt x="600" y="267"/>
                    <a:pt x="599" y="268"/>
                    <a:pt x="598" y="269"/>
                  </a:cubicBezTo>
                  <a:cubicBezTo>
                    <a:pt x="598" y="270"/>
                    <a:pt x="598" y="270"/>
                    <a:pt x="597" y="272"/>
                  </a:cubicBezTo>
                  <a:cubicBezTo>
                    <a:pt x="597" y="273"/>
                    <a:pt x="596" y="274"/>
                    <a:pt x="595" y="275"/>
                  </a:cubicBezTo>
                  <a:cubicBezTo>
                    <a:pt x="595" y="277"/>
                    <a:pt x="594" y="278"/>
                    <a:pt x="593" y="279"/>
                  </a:cubicBezTo>
                  <a:cubicBezTo>
                    <a:pt x="594" y="280"/>
                    <a:pt x="594" y="281"/>
                    <a:pt x="596" y="283"/>
                  </a:cubicBezTo>
                  <a:cubicBezTo>
                    <a:pt x="598" y="285"/>
                    <a:pt x="600" y="288"/>
                    <a:pt x="601" y="293"/>
                  </a:cubicBezTo>
                  <a:cubicBezTo>
                    <a:pt x="602" y="299"/>
                    <a:pt x="604" y="302"/>
                    <a:pt x="609" y="305"/>
                  </a:cubicBezTo>
                  <a:cubicBezTo>
                    <a:pt x="612" y="308"/>
                    <a:pt x="614" y="312"/>
                    <a:pt x="615" y="314"/>
                  </a:cubicBezTo>
                  <a:cubicBezTo>
                    <a:pt x="616" y="316"/>
                    <a:pt x="616" y="318"/>
                    <a:pt x="617" y="319"/>
                  </a:cubicBezTo>
                  <a:cubicBezTo>
                    <a:pt x="618" y="319"/>
                    <a:pt x="618" y="319"/>
                    <a:pt x="619" y="319"/>
                  </a:cubicBezTo>
                  <a:cubicBezTo>
                    <a:pt x="620" y="319"/>
                    <a:pt x="624" y="320"/>
                    <a:pt x="626" y="324"/>
                  </a:cubicBezTo>
                  <a:cubicBezTo>
                    <a:pt x="627" y="326"/>
                    <a:pt x="628" y="328"/>
                    <a:pt x="628" y="331"/>
                  </a:cubicBezTo>
                  <a:cubicBezTo>
                    <a:pt x="628" y="333"/>
                    <a:pt x="629" y="336"/>
                    <a:pt x="629" y="337"/>
                  </a:cubicBezTo>
                  <a:cubicBezTo>
                    <a:pt x="633" y="338"/>
                    <a:pt x="635" y="342"/>
                    <a:pt x="637" y="345"/>
                  </a:cubicBezTo>
                  <a:cubicBezTo>
                    <a:pt x="637" y="346"/>
                    <a:pt x="637" y="346"/>
                    <a:pt x="637" y="346"/>
                  </a:cubicBezTo>
                  <a:cubicBezTo>
                    <a:pt x="638" y="347"/>
                    <a:pt x="639" y="349"/>
                    <a:pt x="639" y="350"/>
                  </a:cubicBezTo>
                  <a:cubicBezTo>
                    <a:pt x="639" y="351"/>
                    <a:pt x="640" y="352"/>
                    <a:pt x="640" y="352"/>
                  </a:cubicBezTo>
                  <a:cubicBezTo>
                    <a:pt x="640" y="353"/>
                    <a:pt x="642" y="353"/>
                    <a:pt x="645" y="354"/>
                  </a:cubicBezTo>
                  <a:cubicBezTo>
                    <a:pt x="647" y="354"/>
                    <a:pt x="650" y="355"/>
                    <a:pt x="652" y="357"/>
                  </a:cubicBezTo>
                  <a:cubicBezTo>
                    <a:pt x="655" y="359"/>
                    <a:pt x="658" y="362"/>
                    <a:pt x="661" y="365"/>
                  </a:cubicBezTo>
                  <a:cubicBezTo>
                    <a:pt x="662" y="366"/>
                    <a:pt x="664" y="368"/>
                    <a:pt x="665" y="369"/>
                  </a:cubicBezTo>
                  <a:cubicBezTo>
                    <a:pt x="670" y="374"/>
                    <a:pt x="673" y="376"/>
                    <a:pt x="678" y="378"/>
                  </a:cubicBezTo>
                  <a:cubicBezTo>
                    <a:pt x="684" y="381"/>
                    <a:pt x="691" y="383"/>
                    <a:pt x="698" y="385"/>
                  </a:cubicBezTo>
                  <a:cubicBezTo>
                    <a:pt x="705" y="388"/>
                    <a:pt x="705" y="388"/>
                    <a:pt x="705" y="388"/>
                  </a:cubicBezTo>
                  <a:cubicBezTo>
                    <a:pt x="715" y="391"/>
                    <a:pt x="726" y="395"/>
                    <a:pt x="736" y="399"/>
                  </a:cubicBezTo>
                  <a:cubicBezTo>
                    <a:pt x="752" y="405"/>
                    <a:pt x="752" y="405"/>
                    <a:pt x="752" y="405"/>
                  </a:cubicBezTo>
                  <a:cubicBezTo>
                    <a:pt x="783" y="415"/>
                    <a:pt x="815" y="427"/>
                    <a:pt x="851" y="440"/>
                  </a:cubicBezTo>
                  <a:cubicBezTo>
                    <a:pt x="855" y="441"/>
                    <a:pt x="858" y="442"/>
                    <a:pt x="863" y="442"/>
                  </a:cubicBezTo>
                  <a:cubicBezTo>
                    <a:pt x="866" y="442"/>
                    <a:pt x="868" y="441"/>
                    <a:pt x="871" y="441"/>
                  </a:cubicBezTo>
                  <a:cubicBezTo>
                    <a:pt x="873" y="441"/>
                    <a:pt x="875" y="441"/>
                    <a:pt x="878" y="441"/>
                  </a:cubicBezTo>
                  <a:cubicBezTo>
                    <a:pt x="914" y="441"/>
                    <a:pt x="914" y="441"/>
                    <a:pt x="914" y="441"/>
                  </a:cubicBezTo>
                  <a:cubicBezTo>
                    <a:pt x="916" y="441"/>
                    <a:pt x="918" y="442"/>
                    <a:pt x="919" y="444"/>
                  </a:cubicBezTo>
                  <a:cubicBezTo>
                    <a:pt x="919" y="446"/>
                    <a:pt x="919" y="448"/>
                    <a:pt x="918" y="449"/>
                  </a:cubicBezTo>
                  <a:cubicBezTo>
                    <a:pt x="872" y="493"/>
                    <a:pt x="831" y="539"/>
                    <a:pt x="799" y="574"/>
                  </a:cubicBezTo>
                  <a:cubicBezTo>
                    <a:pt x="788" y="587"/>
                    <a:pt x="776" y="601"/>
                    <a:pt x="765" y="615"/>
                  </a:cubicBezTo>
                  <a:cubicBezTo>
                    <a:pt x="759" y="621"/>
                    <a:pt x="754" y="628"/>
                    <a:pt x="749" y="634"/>
                  </a:cubicBezTo>
                  <a:cubicBezTo>
                    <a:pt x="747" y="636"/>
                    <a:pt x="744" y="639"/>
                    <a:pt x="742" y="641"/>
                  </a:cubicBezTo>
                  <a:cubicBezTo>
                    <a:pt x="741" y="643"/>
                    <a:pt x="741" y="643"/>
                    <a:pt x="741" y="643"/>
                  </a:cubicBezTo>
                  <a:cubicBezTo>
                    <a:pt x="736" y="648"/>
                    <a:pt x="729" y="648"/>
                    <a:pt x="727" y="648"/>
                  </a:cubicBezTo>
                  <a:cubicBezTo>
                    <a:pt x="725" y="648"/>
                    <a:pt x="723" y="648"/>
                    <a:pt x="721" y="648"/>
                  </a:cubicBezTo>
                  <a:cubicBezTo>
                    <a:pt x="713" y="648"/>
                    <a:pt x="713" y="648"/>
                    <a:pt x="713" y="648"/>
                  </a:cubicBezTo>
                  <a:cubicBezTo>
                    <a:pt x="703" y="647"/>
                    <a:pt x="693" y="647"/>
                    <a:pt x="683" y="646"/>
                  </a:cubicBezTo>
                  <a:cubicBezTo>
                    <a:pt x="679" y="645"/>
                    <a:pt x="677" y="645"/>
                    <a:pt x="673" y="647"/>
                  </a:cubicBezTo>
                  <a:cubicBezTo>
                    <a:pt x="669" y="648"/>
                    <a:pt x="666" y="649"/>
                    <a:pt x="663" y="649"/>
                  </a:cubicBezTo>
                  <a:cubicBezTo>
                    <a:pt x="658" y="650"/>
                    <a:pt x="653" y="651"/>
                    <a:pt x="648" y="654"/>
                  </a:cubicBezTo>
                  <a:cubicBezTo>
                    <a:pt x="646" y="654"/>
                    <a:pt x="646" y="654"/>
                    <a:pt x="646" y="654"/>
                  </a:cubicBezTo>
                  <a:cubicBezTo>
                    <a:pt x="636" y="659"/>
                    <a:pt x="627" y="663"/>
                    <a:pt x="620" y="671"/>
                  </a:cubicBezTo>
                  <a:cubicBezTo>
                    <a:pt x="618" y="672"/>
                    <a:pt x="618" y="674"/>
                    <a:pt x="617" y="676"/>
                  </a:cubicBezTo>
                  <a:cubicBezTo>
                    <a:pt x="616" y="679"/>
                    <a:pt x="615" y="683"/>
                    <a:pt x="611" y="685"/>
                  </a:cubicBezTo>
                  <a:cubicBezTo>
                    <a:pt x="606" y="689"/>
                    <a:pt x="599" y="690"/>
                    <a:pt x="593" y="691"/>
                  </a:cubicBezTo>
                  <a:cubicBezTo>
                    <a:pt x="591" y="691"/>
                    <a:pt x="589" y="692"/>
                    <a:pt x="587" y="692"/>
                  </a:cubicBezTo>
                  <a:cubicBezTo>
                    <a:pt x="581" y="693"/>
                    <a:pt x="576" y="693"/>
                    <a:pt x="570" y="694"/>
                  </a:cubicBezTo>
                  <a:cubicBezTo>
                    <a:pt x="568" y="694"/>
                    <a:pt x="568" y="694"/>
                    <a:pt x="568" y="694"/>
                  </a:cubicBezTo>
                  <a:cubicBezTo>
                    <a:pt x="564" y="694"/>
                    <a:pt x="558" y="697"/>
                    <a:pt x="556" y="700"/>
                  </a:cubicBezTo>
                  <a:cubicBezTo>
                    <a:pt x="556" y="700"/>
                    <a:pt x="556" y="701"/>
                    <a:pt x="556" y="702"/>
                  </a:cubicBezTo>
                  <a:cubicBezTo>
                    <a:pt x="555" y="704"/>
                    <a:pt x="554" y="708"/>
                    <a:pt x="548" y="710"/>
                  </a:cubicBezTo>
                  <a:cubicBezTo>
                    <a:pt x="545" y="710"/>
                    <a:pt x="542" y="709"/>
                    <a:pt x="540" y="708"/>
                  </a:cubicBezTo>
                  <a:cubicBezTo>
                    <a:pt x="540" y="708"/>
                    <a:pt x="539" y="708"/>
                    <a:pt x="539" y="707"/>
                  </a:cubicBezTo>
                  <a:cubicBezTo>
                    <a:pt x="538" y="708"/>
                    <a:pt x="537" y="709"/>
                    <a:pt x="535" y="709"/>
                  </a:cubicBezTo>
                  <a:cubicBezTo>
                    <a:pt x="534" y="709"/>
                    <a:pt x="534" y="709"/>
                    <a:pt x="533" y="709"/>
                  </a:cubicBezTo>
                  <a:cubicBezTo>
                    <a:pt x="533" y="708"/>
                    <a:pt x="532" y="708"/>
                    <a:pt x="532" y="708"/>
                  </a:cubicBezTo>
                  <a:cubicBezTo>
                    <a:pt x="530" y="709"/>
                    <a:pt x="530" y="709"/>
                    <a:pt x="530" y="709"/>
                  </a:cubicBezTo>
                  <a:cubicBezTo>
                    <a:pt x="529" y="709"/>
                    <a:pt x="528" y="709"/>
                    <a:pt x="527" y="709"/>
                  </a:cubicBezTo>
                  <a:cubicBezTo>
                    <a:pt x="526" y="710"/>
                    <a:pt x="524" y="710"/>
                    <a:pt x="523" y="710"/>
                  </a:cubicBezTo>
                  <a:cubicBezTo>
                    <a:pt x="521" y="710"/>
                    <a:pt x="518" y="710"/>
                    <a:pt x="516" y="710"/>
                  </a:cubicBezTo>
                  <a:cubicBezTo>
                    <a:pt x="513" y="711"/>
                    <a:pt x="513" y="711"/>
                    <a:pt x="513" y="711"/>
                  </a:cubicBezTo>
                  <a:cubicBezTo>
                    <a:pt x="513" y="711"/>
                    <a:pt x="512" y="711"/>
                    <a:pt x="511" y="711"/>
                  </a:cubicBezTo>
                  <a:cubicBezTo>
                    <a:pt x="508" y="711"/>
                    <a:pt x="504" y="711"/>
                    <a:pt x="502" y="710"/>
                  </a:cubicBezTo>
                  <a:cubicBezTo>
                    <a:pt x="498" y="708"/>
                    <a:pt x="496" y="705"/>
                    <a:pt x="494" y="702"/>
                  </a:cubicBezTo>
                  <a:cubicBezTo>
                    <a:pt x="494" y="701"/>
                    <a:pt x="493" y="700"/>
                    <a:pt x="492" y="700"/>
                  </a:cubicBezTo>
                  <a:cubicBezTo>
                    <a:pt x="492" y="699"/>
                    <a:pt x="491" y="699"/>
                    <a:pt x="490" y="699"/>
                  </a:cubicBezTo>
                  <a:cubicBezTo>
                    <a:pt x="488" y="698"/>
                    <a:pt x="486" y="696"/>
                    <a:pt x="484" y="693"/>
                  </a:cubicBezTo>
                  <a:cubicBezTo>
                    <a:pt x="484" y="693"/>
                    <a:pt x="483" y="692"/>
                    <a:pt x="482" y="691"/>
                  </a:cubicBezTo>
                  <a:cubicBezTo>
                    <a:pt x="481" y="691"/>
                    <a:pt x="481" y="691"/>
                    <a:pt x="481" y="690"/>
                  </a:cubicBezTo>
                  <a:cubicBezTo>
                    <a:pt x="477" y="692"/>
                    <a:pt x="473" y="694"/>
                    <a:pt x="469" y="695"/>
                  </a:cubicBezTo>
                  <a:cubicBezTo>
                    <a:pt x="467" y="696"/>
                    <a:pt x="465" y="697"/>
                    <a:pt x="463" y="698"/>
                  </a:cubicBezTo>
                  <a:cubicBezTo>
                    <a:pt x="461" y="699"/>
                    <a:pt x="459" y="700"/>
                    <a:pt x="456" y="701"/>
                  </a:cubicBezTo>
                  <a:cubicBezTo>
                    <a:pt x="452" y="702"/>
                    <a:pt x="448" y="704"/>
                    <a:pt x="445" y="706"/>
                  </a:cubicBezTo>
                  <a:cubicBezTo>
                    <a:pt x="432" y="715"/>
                    <a:pt x="422" y="726"/>
                    <a:pt x="413" y="738"/>
                  </a:cubicBezTo>
                  <a:cubicBezTo>
                    <a:pt x="412" y="741"/>
                    <a:pt x="409" y="745"/>
                    <a:pt x="405" y="745"/>
                  </a:cubicBezTo>
                  <a:close/>
                  <a:moveTo>
                    <a:pt x="398" y="732"/>
                  </a:moveTo>
                  <a:cubicBezTo>
                    <a:pt x="398" y="732"/>
                    <a:pt x="398" y="732"/>
                    <a:pt x="398" y="732"/>
                  </a:cubicBezTo>
                  <a:cubicBezTo>
                    <a:pt x="400" y="732"/>
                    <a:pt x="401" y="732"/>
                    <a:pt x="402" y="733"/>
                  </a:cubicBezTo>
                  <a:cubicBezTo>
                    <a:pt x="403" y="733"/>
                    <a:pt x="404" y="733"/>
                    <a:pt x="405" y="734"/>
                  </a:cubicBezTo>
                  <a:cubicBezTo>
                    <a:pt x="405" y="733"/>
                    <a:pt x="406" y="733"/>
                    <a:pt x="406" y="733"/>
                  </a:cubicBezTo>
                  <a:cubicBezTo>
                    <a:pt x="415" y="720"/>
                    <a:pt x="425" y="708"/>
                    <a:pt x="440" y="699"/>
                  </a:cubicBezTo>
                  <a:cubicBezTo>
                    <a:pt x="444" y="696"/>
                    <a:pt x="448" y="694"/>
                    <a:pt x="453" y="692"/>
                  </a:cubicBezTo>
                  <a:cubicBezTo>
                    <a:pt x="455" y="691"/>
                    <a:pt x="457" y="690"/>
                    <a:pt x="459" y="689"/>
                  </a:cubicBezTo>
                  <a:cubicBezTo>
                    <a:pt x="461" y="688"/>
                    <a:pt x="464" y="687"/>
                    <a:pt x="466" y="687"/>
                  </a:cubicBezTo>
                  <a:cubicBezTo>
                    <a:pt x="471" y="685"/>
                    <a:pt x="475" y="683"/>
                    <a:pt x="478" y="681"/>
                  </a:cubicBezTo>
                  <a:cubicBezTo>
                    <a:pt x="479" y="680"/>
                    <a:pt x="481" y="679"/>
                    <a:pt x="482" y="679"/>
                  </a:cubicBezTo>
                  <a:cubicBezTo>
                    <a:pt x="483" y="680"/>
                    <a:pt x="485" y="681"/>
                    <a:pt x="485" y="682"/>
                  </a:cubicBezTo>
                  <a:cubicBezTo>
                    <a:pt x="486" y="682"/>
                    <a:pt x="486" y="683"/>
                    <a:pt x="487" y="684"/>
                  </a:cubicBezTo>
                  <a:cubicBezTo>
                    <a:pt x="489" y="685"/>
                    <a:pt x="491" y="687"/>
                    <a:pt x="492" y="689"/>
                  </a:cubicBezTo>
                  <a:cubicBezTo>
                    <a:pt x="492" y="689"/>
                    <a:pt x="493" y="690"/>
                    <a:pt x="494" y="690"/>
                  </a:cubicBezTo>
                  <a:cubicBezTo>
                    <a:pt x="496" y="691"/>
                    <a:pt x="498" y="692"/>
                    <a:pt x="499" y="693"/>
                  </a:cubicBezTo>
                  <a:cubicBezTo>
                    <a:pt x="500" y="695"/>
                    <a:pt x="501" y="696"/>
                    <a:pt x="502" y="697"/>
                  </a:cubicBezTo>
                  <a:cubicBezTo>
                    <a:pt x="503" y="699"/>
                    <a:pt x="504" y="701"/>
                    <a:pt x="506" y="701"/>
                  </a:cubicBezTo>
                  <a:cubicBezTo>
                    <a:pt x="506" y="701"/>
                    <a:pt x="508" y="702"/>
                    <a:pt x="510" y="701"/>
                  </a:cubicBezTo>
                  <a:cubicBezTo>
                    <a:pt x="511" y="701"/>
                    <a:pt x="512" y="701"/>
                    <a:pt x="513" y="701"/>
                  </a:cubicBezTo>
                  <a:cubicBezTo>
                    <a:pt x="516" y="701"/>
                    <a:pt x="516" y="701"/>
                    <a:pt x="516" y="701"/>
                  </a:cubicBezTo>
                  <a:cubicBezTo>
                    <a:pt x="518" y="701"/>
                    <a:pt x="520" y="701"/>
                    <a:pt x="522" y="701"/>
                  </a:cubicBezTo>
                  <a:cubicBezTo>
                    <a:pt x="523" y="701"/>
                    <a:pt x="524" y="701"/>
                    <a:pt x="525" y="700"/>
                  </a:cubicBezTo>
                  <a:cubicBezTo>
                    <a:pt x="526" y="700"/>
                    <a:pt x="528" y="700"/>
                    <a:pt x="529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2" y="699"/>
                    <a:pt x="533" y="699"/>
                    <a:pt x="534" y="699"/>
                  </a:cubicBezTo>
                  <a:cubicBezTo>
                    <a:pt x="535" y="699"/>
                    <a:pt x="536" y="698"/>
                    <a:pt x="538" y="698"/>
                  </a:cubicBezTo>
                  <a:cubicBezTo>
                    <a:pt x="541" y="698"/>
                    <a:pt x="543" y="699"/>
                    <a:pt x="544" y="700"/>
                  </a:cubicBezTo>
                  <a:cubicBezTo>
                    <a:pt x="545" y="700"/>
                    <a:pt x="546" y="701"/>
                    <a:pt x="546" y="701"/>
                  </a:cubicBezTo>
                  <a:cubicBezTo>
                    <a:pt x="546" y="700"/>
                    <a:pt x="547" y="700"/>
                    <a:pt x="547" y="699"/>
                  </a:cubicBezTo>
                  <a:cubicBezTo>
                    <a:pt x="547" y="698"/>
                    <a:pt x="547" y="696"/>
                    <a:pt x="548" y="695"/>
                  </a:cubicBezTo>
                  <a:cubicBezTo>
                    <a:pt x="552" y="689"/>
                    <a:pt x="561" y="685"/>
                    <a:pt x="568" y="684"/>
                  </a:cubicBezTo>
                  <a:cubicBezTo>
                    <a:pt x="570" y="684"/>
                    <a:pt x="570" y="684"/>
                    <a:pt x="570" y="684"/>
                  </a:cubicBezTo>
                  <a:cubicBezTo>
                    <a:pt x="575" y="684"/>
                    <a:pt x="580" y="684"/>
                    <a:pt x="585" y="683"/>
                  </a:cubicBezTo>
                  <a:cubicBezTo>
                    <a:pt x="587" y="682"/>
                    <a:pt x="589" y="682"/>
                    <a:pt x="592" y="682"/>
                  </a:cubicBezTo>
                  <a:cubicBezTo>
                    <a:pt x="597" y="681"/>
                    <a:pt x="603" y="680"/>
                    <a:pt x="605" y="678"/>
                  </a:cubicBezTo>
                  <a:cubicBezTo>
                    <a:pt x="607" y="677"/>
                    <a:pt x="607" y="675"/>
                    <a:pt x="608" y="673"/>
                  </a:cubicBezTo>
                  <a:cubicBezTo>
                    <a:pt x="609" y="670"/>
                    <a:pt x="610" y="667"/>
                    <a:pt x="613" y="664"/>
                  </a:cubicBezTo>
                  <a:cubicBezTo>
                    <a:pt x="622" y="656"/>
                    <a:pt x="632" y="651"/>
                    <a:pt x="642" y="646"/>
                  </a:cubicBezTo>
                  <a:cubicBezTo>
                    <a:pt x="644" y="645"/>
                    <a:pt x="644" y="645"/>
                    <a:pt x="644" y="645"/>
                  </a:cubicBezTo>
                  <a:cubicBezTo>
                    <a:pt x="650" y="642"/>
                    <a:pt x="656" y="641"/>
                    <a:pt x="662" y="640"/>
                  </a:cubicBezTo>
                  <a:cubicBezTo>
                    <a:pt x="664" y="639"/>
                    <a:pt x="667" y="639"/>
                    <a:pt x="669" y="638"/>
                  </a:cubicBezTo>
                  <a:cubicBezTo>
                    <a:pt x="674" y="636"/>
                    <a:pt x="678" y="636"/>
                    <a:pt x="684" y="637"/>
                  </a:cubicBezTo>
                  <a:cubicBezTo>
                    <a:pt x="694" y="637"/>
                    <a:pt x="704" y="638"/>
                    <a:pt x="714" y="638"/>
                  </a:cubicBezTo>
                  <a:cubicBezTo>
                    <a:pt x="721" y="639"/>
                    <a:pt x="721" y="639"/>
                    <a:pt x="721" y="639"/>
                  </a:cubicBezTo>
                  <a:cubicBezTo>
                    <a:pt x="723" y="639"/>
                    <a:pt x="725" y="639"/>
                    <a:pt x="727" y="639"/>
                  </a:cubicBezTo>
                  <a:cubicBezTo>
                    <a:pt x="732" y="639"/>
                    <a:pt x="733" y="638"/>
                    <a:pt x="734" y="637"/>
                  </a:cubicBezTo>
                  <a:cubicBezTo>
                    <a:pt x="735" y="635"/>
                    <a:pt x="735" y="635"/>
                    <a:pt x="735" y="635"/>
                  </a:cubicBezTo>
                  <a:cubicBezTo>
                    <a:pt x="737" y="633"/>
                    <a:pt x="739" y="630"/>
                    <a:pt x="741" y="628"/>
                  </a:cubicBezTo>
                  <a:cubicBezTo>
                    <a:pt x="747" y="622"/>
                    <a:pt x="752" y="615"/>
                    <a:pt x="758" y="609"/>
                  </a:cubicBezTo>
                  <a:cubicBezTo>
                    <a:pt x="769" y="595"/>
                    <a:pt x="781" y="581"/>
                    <a:pt x="793" y="568"/>
                  </a:cubicBezTo>
                  <a:cubicBezTo>
                    <a:pt x="822" y="535"/>
                    <a:pt x="861" y="492"/>
                    <a:pt x="903" y="450"/>
                  </a:cubicBezTo>
                  <a:cubicBezTo>
                    <a:pt x="878" y="450"/>
                    <a:pt x="878" y="450"/>
                    <a:pt x="878" y="450"/>
                  </a:cubicBezTo>
                  <a:cubicBezTo>
                    <a:pt x="876" y="450"/>
                    <a:pt x="873" y="450"/>
                    <a:pt x="871" y="451"/>
                  </a:cubicBezTo>
                  <a:cubicBezTo>
                    <a:pt x="868" y="451"/>
                    <a:pt x="866" y="451"/>
                    <a:pt x="863" y="451"/>
                  </a:cubicBezTo>
                  <a:cubicBezTo>
                    <a:pt x="857" y="451"/>
                    <a:pt x="852" y="450"/>
                    <a:pt x="848" y="449"/>
                  </a:cubicBezTo>
                  <a:cubicBezTo>
                    <a:pt x="812" y="435"/>
                    <a:pt x="780" y="424"/>
                    <a:pt x="749" y="413"/>
                  </a:cubicBezTo>
                  <a:cubicBezTo>
                    <a:pt x="733" y="408"/>
                    <a:pt x="733" y="408"/>
                    <a:pt x="733" y="408"/>
                  </a:cubicBezTo>
                  <a:cubicBezTo>
                    <a:pt x="723" y="404"/>
                    <a:pt x="712" y="400"/>
                    <a:pt x="702" y="396"/>
                  </a:cubicBezTo>
                  <a:cubicBezTo>
                    <a:pt x="695" y="394"/>
                    <a:pt x="695" y="394"/>
                    <a:pt x="695" y="394"/>
                  </a:cubicBezTo>
                  <a:cubicBezTo>
                    <a:pt x="688" y="392"/>
                    <a:pt x="681" y="389"/>
                    <a:pt x="674" y="387"/>
                  </a:cubicBezTo>
                  <a:cubicBezTo>
                    <a:pt x="668" y="384"/>
                    <a:pt x="664" y="381"/>
                    <a:pt x="660" y="376"/>
                  </a:cubicBezTo>
                  <a:cubicBezTo>
                    <a:pt x="657" y="374"/>
                    <a:pt x="656" y="373"/>
                    <a:pt x="655" y="372"/>
                  </a:cubicBezTo>
                  <a:cubicBezTo>
                    <a:pt x="652" y="369"/>
                    <a:pt x="649" y="366"/>
                    <a:pt x="646" y="364"/>
                  </a:cubicBezTo>
                  <a:cubicBezTo>
                    <a:pt x="646" y="364"/>
                    <a:pt x="644" y="363"/>
                    <a:pt x="643" y="363"/>
                  </a:cubicBezTo>
                  <a:cubicBezTo>
                    <a:pt x="639" y="362"/>
                    <a:pt x="635" y="361"/>
                    <a:pt x="632" y="357"/>
                  </a:cubicBezTo>
                  <a:cubicBezTo>
                    <a:pt x="631" y="355"/>
                    <a:pt x="631" y="354"/>
                    <a:pt x="630" y="352"/>
                  </a:cubicBezTo>
                  <a:cubicBezTo>
                    <a:pt x="630" y="352"/>
                    <a:pt x="630" y="351"/>
                    <a:pt x="629" y="351"/>
                  </a:cubicBezTo>
                  <a:cubicBezTo>
                    <a:pt x="629" y="350"/>
                    <a:pt x="629" y="350"/>
                    <a:pt x="629" y="350"/>
                  </a:cubicBezTo>
                  <a:cubicBezTo>
                    <a:pt x="628" y="348"/>
                    <a:pt x="627" y="346"/>
                    <a:pt x="625" y="345"/>
                  </a:cubicBezTo>
                  <a:cubicBezTo>
                    <a:pt x="620" y="343"/>
                    <a:pt x="619" y="337"/>
                    <a:pt x="619" y="332"/>
                  </a:cubicBezTo>
                  <a:cubicBezTo>
                    <a:pt x="619" y="331"/>
                    <a:pt x="618" y="329"/>
                    <a:pt x="618" y="328"/>
                  </a:cubicBezTo>
                  <a:cubicBezTo>
                    <a:pt x="616" y="328"/>
                    <a:pt x="614" y="328"/>
                    <a:pt x="611" y="326"/>
                  </a:cubicBezTo>
                  <a:cubicBezTo>
                    <a:pt x="608" y="323"/>
                    <a:pt x="607" y="320"/>
                    <a:pt x="606" y="318"/>
                  </a:cubicBezTo>
                  <a:cubicBezTo>
                    <a:pt x="605" y="315"/>
                    <a:pt x="605" y="314"/>
                    <a:pt x="603" y="313"/>
                  </a:cubicBezTo>
                  <a:cubicBezTo>
                    <a:pt x="597" y="308"/>
                    <a:pt x="593" y="303"/>
                    <a:pt x="592" y="294"/>
                  </a:cubicBezTo>
                  <a:cubicBezTo>
                    <a:pt x="591" y="292"/>
                    <a:pt x="590" y="291"/>
                    <a:pt x="588" y="289"/>
                  </a:cubicBezTo>
                  <a:cubicBezTo>
                    <a:pt x="587" y="287"/>
                    <a:pt x="585" y="284"/>
                    <a:pt x="584" y="281"/>
                  </a:cubicBezTo>
                  <a:cubicBezTo>
                    <a:pt x="582" y="276"/>
                    <a:pt x="584" y="273"/>
                    <a:pt x="586" y="272"/>
                  </a:cubicBezTo>
                  <a:cubicBezTo>
                    <a:pt x="587" y="271"/>
                    <a:pt x="587" y="271"/>
                    <a:pt x="587" y="271"/>
                  </a:cubicBezTo>
                  <a:cubicBezTo>
                    <a:pt x="588" y="270"/>
                    <a:pt x="588" y="269"/>
                    <a:pt x="588" y="269"/>
                  </a:cubicBezTo>
                  <a:cubicBezTo>
                    <a:pt x="589" y="267"/>
                    <a:pt x="590" y="265"/>
                    <a:pt x="591" y="263"/>
                  </a:cubicBezTo>
                  <a:cubicBezTo>
                    <a:pt x="592" y="262"/>
                    <a:pt x="593" y="261"/>
                    <a:pt x="593" y="260"/>
                  </a:cubicBezTo>
                  <a:cubicBezTo>
                    <a:pt x="593" y="260"/>
                    <a:pt x="594" y="259"/>
                    <a:pt x="594" y="258"/>
                  </a:cubicBezTo>
                  <a:cubicBezTo>
                    <a:pt x="593" y="258"/>
                    <a:pt x="591" y="257"/>
                    <a:pt x="590" y="256"/>
                  </a:cubicBezTo>
                  <a:cubicBezTo>
                    <a:pt x="589" y="255"/>
                    <a:pt x="589" y="254"/>
                    <a:pt x="588" y="253"/>
                  </a:cubicBezTo>
                  <a:cubicBezTo>
                    <a:pt x="587" y="253"/>
                    <a:pt x="586" y="253"/>
                    <a:pt x="586" y="252"/>
                  </a:cubicBezTo>
                  <a:cubicBezTo>
                    <a:pt x="585" y="252"/>
                    <a:pt x="584" y="252"/>
                    <a:pt x="584" y="252"/>
                  </a:cubicBezTo>
                  <a:cubicBezTo>
                    <a:pt x="581" y="253"/>
                    <a:pt x="579" y="254"/>
                    <a:pt x="578" y="254"/>
                  </a:cubicBezTo>
                  <a:cubicBezTo>
                    <a:pt x="575" y="256"/>
                    <a:pt x="572" y="257"/>
                    <a:pt x="568" y="257"/>
                  </a:cubicBezTo>
                  <a:cubicBezTo>
                    <a:pt x="566" y="257"/>
                    <a:pt x="565" y="258"/>
                    <a:pt x="564" y="258"/>
                  </a:cubicBezTo>
                  <a:cubicBezTo>
                    <a:pt x="563" y="258"/>
                    <a:pt x="562" y="258"/>
                    <a:pt x="561" y="259"/>
                  </a:cubicBezTo>
                  <a:cubicBezTo>
                    <a:pt x="559" y="259"/>
                    <a:pt x="557" y="258"/>
                    <a:pt x="556" y="258"/>
                  </a:cubicBezTo>
                  <a:cubicBezTo>
                    <a:pt x="556" y="258"/>
                    <a:pt x="555" y="258"/>
                    <a:pt x="553" y="259"/>
                  </a:cubicBezTo>
                  <a:cubicBezTo>
                    <a:pt x="552" y="260"/>
                    <a:pt x="551" y="260"/>
                    <a:pt x="550" y="261"/>
                  </a:cubicBezTo>
                  <a:cubicBezTo>
                    <a:pt x="546" y="262"/>
                    <a:pt x="543" y="262"/>
                    <a:pt x="540" y="261"/>
                  </a:cubicBezTo>
                  <a:cubicBezTo>
                    <a:pt x="539" y="260"/>
                    <a:pt x="539" y="260"/>
                    <a:pt x="539" y="260"/>
                  </a:cubicBezTo>
                  <a:cubicBezTo>
                    <a:pt x="538" y="260"/>
                    <a:pt x="538" y="260"/>
                    <a:pt x="537" y="260"/>
                  </a:cubicBezTo>
                  <a:cubicBezTo>
                    <a:pt x="535" y="260"/>
                    <a:pt x="530" y="259"/>
                    <a:pt x="529" y="254"/>
                  </a:cubicBezTo>
                  <a:cubicBezTo>
                    <a:pt x="529" y="253"/>
                    <a:pt x="529" y="252"/>
                    <a:pt x="529" y="252"/>
                  </a:cubicBezTo>
                  <a:cubicBezTo>
                    <a:pt x="529" y="251"/>
                    <a:pt x="530" y="249"/>
                    <a:pt x="530" y="248"/>
                  </a:cubicBezTo>
                  <a:cubicBezTo>
                    <a:pt x="530" y="246"/>
                    <a:pt x="530" y="244"/>
                    <a:pt x="530" y="242"/>
                  </a:cubicBezTo>
                  <a:cubicBezTo>
                    <a:pt x="530" y="240"/>
                    <a:pt x="530" y="240"/>
                    <a:pt x="530" y="240"/>
                  </a:cubicBezTo>
                  <a:cubicBezTo>
                    <a:pt x="530" y="236"/>
                    <a:pt x="529" y="232"/>
                    <a:pt x="528" y="227"/>
                  </a:cubicBezTo>
                  <a:cubicBezTo>
                    <a:pt x="526" y="221"/>
                    <a:pt x="527" y="218"/>
                    <a:pt x="528" y="214"/>
                  </a:cubicBezTo>
                  <a:cubicBezTo>
                    <a:pt x="528" y="212"/>
                    <a:pt x="528" y="212"/>
                    <a:pt x="528" y="212"/>
                  </a:cubicBezTo>
                  <a:cubicBezTo>
                    <a:pt x="529" y="208"/>
                    <a:pt x="530" y="204"/>
                    <a:pt x="534" y="200"/>
                  </a:cubicBezTo>
                  <a:cubicBezTo>
                    <a:pt x="539" y="197"/>
                    <a:pt x="541" y="193"/>
                    <a:pt x="545" y="188"/>
                  </a:cubicBezTo>
                  <a:cubicBezTo>
                    <a:pt x="548" y="182"/>
                    <a:pt x="551" y="177"/>
                    <a:pt x="555" y="172"/>
                  </a:cubicBezTo>
                  <a:cubicBezTo>
                    <a:pt x="556" y="170"/>
                    <a:pt x="556" y="170"/>
                    <a:pt x="556" y="170"/>
                  </a:cubicBezTo>
                  <a:cubicBezTo>
                    <a:pt x="557" y="168"/>
                    <a:pt x="558" y="166"/>
                    <a:pt x="559" y="164"/>
                  </a:cubicBezTo>
                  <a:cubicBezTo>
                    <a:pt x="560" y="163"/>
                    <a:pt x="561" y="162"/>
                    <a:pt x="562" y="160"/>
                  </a:cubicBezTo>
                  <a:cubicBezTo>
                    <a:pt x="562" y="160"/>
                    <a:pt x="562" y="159"/>
                    <a:pt x="563" y="159"/>
                  </a:cubicBezTo>
                  <a:cubicBezTo>
                    <a:pt x="561" y="157"/>
                    <a:pt x="558" y="154"/>
                    <a:pt x="557" y="152"/>
                  </a:cubicBezTo>
                  <a:cubicBezTo>
                    <a:pt x="555" y="150"/>
                    <a:pt x="554" y="149"/>
                    <a:pt x="554" y="148"/>
                  </a:cubicBezTo>
                  <a:cubicBezTo>
                    <a:pt x="552" y="145"/>
                    <a:pt x="550" y="143"/>
                    <a:pt x="547" y="141"/>
                  </a:cubicBezTo>
                  <a:cubicBezTo>
                    <a:pt x="540" y="138"/>
                    <a:pt x="535" y="135"/>
                    <a:pt x="532" y="127"/>
                  </a:cubicBezTo>
                  <a:cubicBezTo>
                    <a:pt x="527" y="116"/>
                    <a:pt x="520" y="108"/>
                    <a:pt x="510" y="102"/>
                  </a:cubicBezTo>
                  <a:cubicBezTo>
                    <a:pt x="507" y="100"/>
                    <a:pt x="505" y="99"/>
                    <a:pt x="502" y="97"/>
                  </a:cubicBezTo>
                  <a:cubicBezTo>
                    <a:pt x="500" y="96"/>
                    <a:pt x="498" y="94"/>
                    <a:pt x="496" y="93"/>
                  </a:cubicBezTo>
                  <a:cubicBezTo>
                    <a:pt x="490" y="89"/>
                    <a:pt x="488" y="84"/>
                    <a:pt x="485" y="80"/>
                  </a:cubicBezTo>
                  <a:cubicBezTo>
                    <a:pt x="484" y="78"/>
                    <a:pt x="484" y="78"/>
                    <a:pt x="484" y="78"/>
                  </a:cubicBezTo>
                  <a:cubicBezTo>
                    <a:pt x="481" y="71"/>
                    <a:pt x="476" y="65"/>
                    <a:pt x="469" y="58"/>
                  </a:cubicBezTo>
                  <a:cubicBezTo>
                    <a:pt x="466" y="55"/>
                    <a:pt x="463" y="55"/>
                    <a:pt x="460" y="54"/>
                  </a:cubicBezTo>
                  <a:cubicBezTo>
                    <a:pt x="457" y="53"/>
                    <a:pt x="454" y="52"/>
                    <a:pt x="451" y="51"/>
                  </a:cubicBezTo>
                  <a:cubicBezTo>
                    <a:pt x="447" y="49"/>
                    <a:pt x="443" y="46"/>
                    <a:pt x="440" y="43"/>
                  </a:cubicBezTo>
                  <a:cubicBezTo>
                    <a:pt x="437" y="41"/>
                    <a:pt x="435" y="38"/>
                    <a:pt x="432" y="37"/>
                  </a:cubicBezTo>
                  <a:cubicBezTo>
                    <a:pt x="428" y="35"/>
                    <a:pt x="423" y="35"/>
                    <a:pt x="418" y="36"/>
                  </a:cubicBezTo>
                  <a:cubicBezTo>
                    <a:pt x="413" y="38"/>
                    <a:pt x="410" y="36"/>
                    <a:pt x="408" y="35"/>
                  </a:cubicBezTo>
                  <a:cubicBezTo>
                    <a:pt x="407" y="34"/>
                    <a:pt x="407" y="34"/>
                    <a:pt x="407" y="34"/>
                  </a:cubicBezTo>
                  <a:cubicBezTo>
                    <a:pt x="406" y="33"/>
                    <a:pt x="405" y="33"/>
                    <a:pt x="404" y="33"/>
                  </a:cubicBezTo>
                  <a:cubicBezTo>
                    <a:pt x="401" y="33"/>
                    <a:pt x="399" y="33"/>
                    <a:pt x="396" y="33"/>
                  </a:cubicBezTo>
                  <a:cubicBezTo>
                    <a:pt x="395" y="32"/>
                    <a:pt x="393" y="31"/>
                    <a:pt x="392" y="30"/>
                  </a:cubicBezTo>
                  <a:cubicBezTo>
                    <a:pt x="392" y="30"/>
                    <a:pt x="392" y="30"/>
                    <a:pt x="392" y="30"/>
                  </a:cubicBezTo>
                  <a:cubicBezTo>
                    <a:pt x="391" y="30"/>
                    <a:pt x="391" y="31"/>
                    <a:pt x="390" y="31"/>
                  </a:cubicBezTo>
                  <a:cubicBezTo>
                    <a:pt x="389" y="32"/>
                    <a:pt x="387" y="32"/>
                    <a:pt x="386" y="33"/>
                  </a:cubicBezTo>
                  <a:cubicBezTo>
                    <a:pt x="386" y="33"/>
                    <a:pt x="386" y="33"/>
                    <a:pt x="385" y="33"/>
                  </a:cubicBezTo>
                  <a:cubicBezTo>
                    <a:pt x="384" y="33"/>
                    <a:pt x="382" y="34"/>
                    <a:pt x="380" y="34"/>
                  </a:cubicBezTo>
                  <a:cubicBezTo>
                    <a:pt x="379" y="34"/>
                    <a:pt x="379" y="34"/>
                    <a:pt x="378" y="34"/>
                  </a:cubicBezTo>
                  <a:cubicBezTo>
                    <a:pt x="376" y="38"/>
                    <a:pt x="373" y="37"/>
                    <a:pt x="372" y="37"/>
                  </a:cubicBezTo>
                  <a:cubicBezTo>
                    <a:pt x="368" y="37"/>
                    <a:pt x="367" y="33"/>
                    <a:pt x="366" y="31"/>
                  </a:cubicBezTo>
                  <a:cubicBezTo>
                    <a:pt x="365" y="27"/>
                    <a:pt x="364" y="25"/>
                    <a:pt x="363" y="24"/>
                  </a:cubicBezTo>
                  <a:cubicBezTo>
                    <a:pt x="362" y="26"/>
                    <a:pt x="362" y="27"/>
                    <a:pt x="360" y="28"/>
                  </a:cubicBezTo>
                  <a:cubicBezTo>
                    <a:pt x="359" y="29"/>
                    <a:pt x="356" y="31"/>
                    <a:pt x="354" y="33"/>
                  </a:cubicBezTo>
                  <a:cubicBezTo>
                    <a:pt x="351" y="34"/>
                    <a:pt x="347" y="35"/>
                    <a:pt x="344" y="35"/>
                  </a:cubicBezTo>
                  <a:cubicBezTo>
                    <a:pt x="341" y="36"/>
                    <a:pt x="339" y="36"/>
                    <a:pt x="336" y="37"/>
                  </a:cubicBezTo>
                  <a:cubicBezTo>
                    <a:pt x="335" y="37"/>
                    <a:pt x="335" y="37"/>
                    <a:pt x="335" y="37"/>
                  </a:cubicBezTo>
                  <a:cubicBezTo>
                    <a:pt x="332" y="38"/>
                    <a:pt x="328" y="39"/>
                    <a:pt x="325" y="38"/>
                  </a:cubicBezTo>
                  <a:cubicBezTo>
                    <a:pt x="323" y="37"/>
                    <a:pt x="320" y="35"/>
                    <a:pt x="318" y="33"/>
                  </a:cubicBezTo>
                  <a:cubicBezTo>
                    <a:pt x="317" y="32"/>
                    <a:pt x="317" y="32"/>
                    <a:pt x="317" y="32"/>
                  </a:cubicBezTo>
                  <a:cubicBezTo>
                    <a:pt x="315" y="30"/>
                    <a:pt x="313" y="27"/>
                    <a:pt x="312" y="25"/>
                  </a:cubicBezTo>
                  <a:cubicBezTo>
                    <a:pt x="311" y="22"/>
                    <a:pt x="310" y="21"/>
                    <a:pt x="309" y="21"/>
                  </a:cubicBezTo>
                  <a:cubicBezTo>
                    <a:pt x="308" y="21"/>
                    <a:pt x="307" y="21"/>
                    <a:pt x="306" y="21"/>
                  </a:cubicBezTo>
                  <a:cubicBezTo>
                    <a:pt x="300" y="21"/>
                    <a:pt x="296" y="17"/>
                    <a:pt x="293" y="14"/>
                  </a:cubicBezTo>
                  <a:cubicBezTo>
                    <a:pt x="293" y="15"/>
                    <a:pt x="292" y="17"/>
                    <a:pt x="291" y="19"/>
                  </a:cubicBezTo>
                  <a:cubicBezTo>
                    <a:pt x="290" y="24"/>
                    <a:pt x="288" y="28"/>
                    <a:pt x="286" y="33"/>
                  </a:cubicBezTo>
                  <a:cubicBezTo>
                    <a:pt x="285" y="37"/>
                    <a:pt x="283" y="40"/>
                    <a:pt x="282" y="44"/>
                  </a:cubicBezTo>
                  <a:cubicBezTo>
                    <a:pt x="282" y="45"/>
                    <a:pt x="282" y="45"/>
                    <a:pt x="282" y="45"/>
                  </a:cubicBezTo>
                  <a:cubicBezTo>
                    <a:pt x="280" y="51"/>
                    <a:pt x="278" y="58"/>
                    <a:pt x="272" y="58"/>
                  </a:cubicBezTo>
                  <a:cubicBezTo>
                    <a:pt x="272" y="58"/>
                    <a:pt x="271" y="58"/>
                    <a:pt x="271" y="58"/>
                  </a:cubicBezTo>
                  <a:cubicBezTo>
                    <a:pt x="269" y="58"/>
                    <a:pt x="266" y="57"/>
                    <a:pt x="266" y="53"/>
                  </a:cubicBezTo>
                  <a:cubicBezTo>
                    <a:pt x="265" y="52"/>
                    <a:pt x="264" y="52"/>
                    <a:pt x="263" y="51"/>
                  </a:cubicBezTo>
                  <a:cubicBezTo>
                    <a:pt x="262" y="49"/>
                    <a:pt x="262" y="48"/>
                    <a:pt x="262" y="47"/>
                  </a:cubicBezTo>
                  <a:cubicBezTo>
                    <a:pt x="261" y="46"/>
                    <a:pt x="259" y="46"/>
                    <a:pt x="258" y="44"/>
                  </a:cubicBezTo>
                  <a:cubicBezTo>
                    <a:pt x="257" y="42"/>
                    <a:pt x="257" y="41"/>
                    <a:pt x="257" y="40"/>
                  </a:cubicBezTo>
                  <a:cubicBezTo>
                    <a:pt x="256" y="39"/>
                    <a:pt x="256" y="38"/>
                    <a:pt x="256" y="38"/>
                  </a:cubicBezTo>
                  <a:cubicBezTo>
                    <a:pt x="255" y="37"/>
                    <a:pt x="254" y="36"/>
                    <a:pt x="252" y="36"/>
                  </a:cubicBezTo>
                  <a:cubicBezTo>
                    <a:pt x="251" y="36"/>
                    <a:pt x="249" y="37"/>
                    <a:pt x="248" y="38"/>
                  </a:cubicBezTo>
                  <a:cubicBezTo>
                    <a:pt x="248" y="39"/>
                    <a:pt x="248" y="39"/>
                    <a:pt x="248" y="40"/>
                  </a:cubicBezTo>
                  <a:cubicBezTo>
                    <a:pt x="248" y="42"/>
                    <a:pt x="247" y="48"/>
                    <a:pt x="239" y="4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6" y="48"/>
                    <a:pt x="234" y="47"/>
                    <a:pt x="232" y="46"/>
                  </a:cubicBezTo>
                  <a:cubicBezTo>
                    <a:pt x="232" y="45"/>
                    <a:pt x="231" y="45"/>
                    <a:pt x="231" y="45"/>
                  </a:cubicBezTo>
                  <a:cubicBezTo>
                    <a:pt x="230" y="45"/>
                    <a:pt x="228" y="44"/>
                    <a:pt x="225" y="44"/>
                  </a:cubicBezTo>
                  <a:cubicBezTo>
                    <a:pt x="219" y="44"/>
                    <a:pt x="216" y="45"/>
                    <a:pt x="215" y="46"/>
                  </a:cubicBezTo>
                  <a:cubicBezTo>
                    <a:pt x="209" y="59"/>
                    <a:pt x="209" y="59"/>
                    <a:pt x="209" y="59"/>
                  </a:cubicBezTo>
                  <a:cubicBezTo>
                    <a:pt x="209" y="62"/>
                    <a:pt x="209" y="70"/>
                    <a:pt x="210" y="74"/>
                  </a:cubicBezTo>
                  <a:cubicBezTo>
                    <a:pt x="211" y="78"/>
                    <a:pt x="211" y="85"/>
                    <a:pt x="207" y="90"/>
                  </a:cubicBezTo>
                  <a:cubicBezTo>
                    <a:pt x="205" y="92"/>
                    <a:pt x="202" y="94"/>
                    <a:pt x="198" y="94"/>
                  </a:cubicBezTo>
                  <a:cubicBezTo>
                    <a:pt x="198" y="94"/>
                    <a:pt x="195" y="95"/>
                    <a:pt x="192" y="100"/>
                  </a:cubicBezTo>
                  <a:cubicBezTo>
                    <a:pt x="188" y="105"/>
                    <a:pt x="185" y="110"/>
                    <a:pt x="186" y="114"/>
                  </a:cubicBezTo>
                  <a:cubicBezTo>
                    <a:pt x="187" y="123"/>
                    <a:pt x="184" y="134"/>
                    <a:pt x="180" y="137"/>
                  </a:cubicBezTo>
                  <a:cubicBezTo>
                    <a:pt x="179" y="139"/>
                    <a:pt x="169" y="149"/>
                    <a:pt x="167" y="153"/>
                  </a:cubicBezTo>
                  <a:cubicBezTo>
                    <a:pt x="164" y="159"/>
                    <a:pt x="156" y="167"/>
                    <a:pt x="151" y="169"/>
                  </a:cubicBezTo>
                  <a:cubicBezTo>
                    <a:pt x="149" y="170"/>
                    <a:pt x="144" y="176"/>
                    <a:pt x="143" y="179"/>
                  </a:cubicBezTo>
                  <a:cubicBezTo>
                    <a:pt x="142" y="180"/>
                    <a:pt x="138" y="188"/>
                    <a:pt x="132" y="194"/>
                  </a:cubicBezTo>
                  <a:cubicBezTo>
                    <a:pt x="129" y="197"/>
                    <a:pt x="128" y="199"/>
                    <a:pt x="128" y="200"/>
                  </a:cubicBezTo>
                  <a:cubicBezTo>
                    <a:pt x="129" y="204"/>
                    <a:pt x="128" y="206"/>
                    <a:pt x="127" y="213"/>
                  </a:cubicBezTo>
                  <a:cubicBezTo>
                    <a:pt x="124" y="222"/>
                    <a:pt x="124" y="228"/>
                    <a:pt x="125" y="232"/>
                  </a:cubicBezTo>
                  <a:cubicBezTo>
                    <a:pt x="126" y="239"/>
                    <a:pt x="127" y="241"/>
                    <a:pt x="125" y="247"/>
                  </a:cubicBezTo>
                  <a:cubicBezTo>
                    <a:pt x="125" y="248"/>
                    <a:pt x="124" y="249"/>
                    <a:pt x="124" y="250"/>
                  </a:cubicBezTo>
                  <a:cubicBezTo>
                    <a:pt x="124" y="252"/>
                    <a:pt x="124" y="256"/>
                    <a:pt x="124" y="259"/>
                  </a:cubicBezTo>
                  <a:cubicBezTo>
                    <a:pt x="124" y="266"/>
                    <a:pt x="123" y="270"/>
                    <a:pt x="120" y="273"/>
                  </a:cubicBezTo>
                  <a:cubicBezTo>
                    <a:pt x="118" y="275"/>
                    <a:pt x="115" y="276"/>
                    <a:pt x="113" y="276"/>
                  </a:cubicBezTo>
                  <a:cubicBezTo>
                    <a:pt x="113" y="276"/>
                    <a:pt x="113" y="276"/>
                    <a:pt x="113" y="276"/>
                  </a:cubicBezTo>
                  <a:cubicBezTo>
                    <a:pt x="111" y="276"/>
                    <a:pt x="109" y="275"/>
                    <a:pt x="108" y="275"/>
                  </a:cubicBezTo>
                  <a:cubicBezTo>
                    <a:pt x="108" y="275"/>
                    <a:pt x="107" y="274"/>
                    <a:pt x="106" y="274"/>
                  </a:cubicBezTo>
                  <a:cubicBezTo>
                    <a:pt x="105" y="272"/>
                    <a:pt x="104" y="270"/>
                    <a:pt x="102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1" y="267"/>
                    <a:pt x="100" y="266"/>
                    <a:pt x="99" y="266"/>
                  </a:cubicBezTo>
                  <a:cubicBezTo>
                    <a:pt x="97" y="267"/>
                    <a:pt x="93" y="271"/>
                    <a:pt x="92" y="273"/>
                  </a:cubicBezTo>
                  <a:cubicBezTo>
                    <a:pt x="91" y="275"/>
                    <a:pt x="89" y="277"/>
                    <a:pt x="88" y="280"/>
                  </a:cubicBezTo>
                  <a:cubicBezTo>
                    <a:pt x="86" y="282"/>
                    <a:pt x="86" y="282"/>
                    <a:pt x="86" y="282"/>
                  </a:cubicBezTo>
                  <a:cubicBezTo>
                    <a:pt x="86" y="283"/>
                    <a:pt x="86" y="283"/>
                    <a:pt x="86" y="286"/>
                  </a:cubicBezTo>
                  <a:cubicBezTo>
                    <a:pt x="87" y="289"/>
                    <a:pt x="87" y="289"/>
                    <a:pt x="87" y="289"/>
                  </a:cubicBezTo>
                  <a:cubicBezTo>
                    <a:pt x="89" y="297"/>
                    <a:pt x="91" y="306"/>
                    <a:pt x="85" y="315"/>
                  </a:cubicBezTo>
                  <a:cubicBezTo>
                    <a:pt x="83" y="318"/>
                    <a:pt x="82" y="322"/>
                    <a:pt x="81" y="326"/>
                  </a:cubicBezTo>
                  <a:cubicBezTo>
                    <a:pt x="80" y="328"/>
                    <a:pt x="79" y="330"/>
                    <a:pt x="79" y="332"/>
                  </a:cubicBezTo>
                  <a:cubicBezTo>
                    <a:pt x="77" y="336"/>
                    <a:pt x="75" y="341"/>
                    <a:pt x="75" y="345"/>
                  </a:cubicBezTo>
                  <a:cubicBezTo>
                    <a:pt x="74" y="352"/>
                    <a:pt x="75" y="359"/>
                    <a:pt x="76" y="367"/>
                  </a:cubicBezTo>
                  <a:cubicBezTo>
                    <a:pt x="77" y="373"/>
                    <a:pt x="78" y="379"/>
                    <a:pt x="78" y="384"/>
                  </a:cubicBezTo>
                  <a:cubicBezTo>
                    <a:pt x="78" y="386"/>
                    <a:pt x="78" y="388"/>
                    <a:pt x="78" y="390"/>
                  </a:cubicBezTo>
                  <a:cubicBezTo>
                    <a:pt x="79" y="398"/>
                    <a:pt x="80" y="409"/>
                    <a:pt x="74" y="415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1" y="418"/>
                    <a:pt x="69" y="420"/>
                    <a:pt x="67" y="421"/>
                  </a:cubicBezTo>
                  <a:cubicBezTo>
                    <a:pt x="65" y="423"/>
                    <a:pt x="62" y="423"/>
                    <a:pt x="60" y="423"/>
                  </a:cubicBezTo>
                  <a:cubicBezTo>
                    <a:pt x="59" y="423"/>
                    <a:pt x="58" y="423"/>
                    <a:pt x="58" y="423"/>
                  </a:cubicBezTo>
                  <a:cubicBezTo>
                    <a:pt x="58" y="423"/>
                    <a:pt x="57" y="424"/>
                    <a:pt x="57" y="424"/>
                  </a:cubicBezTo>
                  <a:cubicBezTo>
                    <a:pt x="55" y="425"/>
                    <a:pt x="54" y="427"/>
                    <a:pt x="51" y="427"/>
                  </a:cubicBezTo>
                  <a:cubicBezTo>
                    <a:pt x="49" y="427"/>
                    <a:pt x="47" y="426"/>
                    <a:pt x="46" y="425"/>
                  </a:cubicBezTo>
                  <a:cubicBezTo>
                    <a:pt x="44" y="424"/>
                    <a:pt x="43" y="422"/>
                    <a:pt x="42" y="421"/>
                  </a:cubicBezTo>
                  <a:cubicBezTo>
                    <a:pt x="42" y="421"/>
                    <a:pt x="41" y="421"/>
                    <a:pt x="41" y="421"/>
                  </a:cubicBezTo>
                  <a:cubicBezTo>
                    <a:pt x="39" y="421"/>
                    <a:pt x="38" y="421"/>
                    <a:pt x="38" y="420"/>
                  </a:cubicBezTo>
                  <a:cubicBezTo>
                    <a:pt x="37" y="421"/>
                    <a:pt x="37" y="421"/>
                    <a:pt x="36" y="421"/>
                  </a:cubicBezTo>
                  <a:cubicBezTo>
                    <a:pt x="35" y="421"/>
                    <a:pt x="34" y="421"/>
                    <a:pt x="33" y="421"/>
                  </a:cubicBezTo>
                  <a:cubicBezTo>
                    <a:pt x="31" y="422"/>
                    <a:pt x="29" y="422"/>
                    <a:pt x="27" y="422"/>
                  </a:cubicBezTo>
                  <a:cubicBezTo>
                    <a:pt x="26" y="422"/>
                    <a:pt x="24" y="422"/>
                    <a:pt x="23" y="421"/>
                  </a:cubicBezTo>
                  <a:cubicBezTo>
                    <a:pt x="23" y="421"/>
                    <a:pt x="22" y="421"/>
                    <a:pt x="22" y="422"/>
                  </a:cubicBezTo>
                  <a:cubicBezTo>
                    <a:pt x="21" y="422"/>
                    <a:pt x="21" y="422"/>
                    <a:pt x="21" y="423"/>
                  </a:cubicBezTo>
                  <a:cubicBezTo>
                    <a:pt x="21" y="423"/>
                    <a:pt x="21" y="423"/>
                    <a:pt x="20" y="424"/>
                  </a:cubicBezTo>
                  <a:cubicBezTo>
                    <a:pt x="21" y="425"/>
                    <a:pt x="20" y="425"/>
                    <a:pt x="20" y="426"/>
                  </a:cubicBezTo>
                  <a:cubicBezTo>
                    <a:pt x="20" y="426"/>
                    <a:pt x="20" y="426"/>
                    <a:pt x="20" y="426"/>
                  </a:cubicBezTo>
                  <a:cubicBezTo>
                    <a:pt x="21" y="427"/>
                    <a:pt x="23" y="428"/>
                    <a:pt x="23" y="430"/>
                  </a:cubicBezTo>
                  <a:cubicBezTo>
                    <a:pt x="23" y="431"/>
                    <a:pt x="22" y="433"/>
                    <a:pt x="21" y="434"/>
                  </a:cubicBezTo>
                  <a:cubicBezTo>
                    <a:pt x="22" y="436"/>
                    <a:pt x="22" y="439"/>
                    <a:pt x="19" y="441"/>
                  </a:cubicBezTo>
                  <a:cubicBezTo>
                    <a:pt x="18" y="442"/>
                    <a:pt x="18" y="442"/>
                    <a:pt x="18" y="442"/>
                  </a:cubicBezTo>
                  <a:cubicBezTo>
                    <a:pt x="15" y="444"/>
                    <a:pt x="10" y="449"/>
                    <a:pt x="10" y="452"/>
                  </a:cubicBezTo>
                  <a:cubicBezTo>
                    <a:pt x="11" y="453"/>
                    <a:pt x="12" y="455"/>
                    <a:pt x="12" y="455"/>
                  </a:cubicBezTo>
                  <a:cubicBezTo>
                    <a:pt x="12" y="455"/>
                    <a:pt x="13" y="455"/>
                    <a:pt x="14" y="455"/>
                  </a:cubicBezTo>
                  <a:cubicBezTo>
                    <a:pt x="16" y="455"/>
                    <a:pt x="18" y="455"/>
                    <a:pt x="19" y="455"/>
                  </a:cubicBezTo>
                  <a:cubicBezTo>
                    <a:pt x="22" y="456"/>
                    <a:pt x="23" y="457"/>
                    <a:pt x="24" y="458"/>
                  </a:cubicBezTo>
                  <a:cubicBezTo>
                    <a:pt x="25" y="458"/>
                    <a:pt x="26" y="459"/>
                    <a:pt x="26" y="459"/>
                  </a:cubicBezTo>
                  <a:cubicBezTo>
                    <a:pt x="26" y="459"/>
                    <a:pt x="26" y="459"/>
                    <a:pt x="26" y="459"/>
                  </a:cubicBezTo>
                  <a:cubicBezTo>
                    <a:pt x="27" y="459"/>
                    <a:pt x="27" y="459"/>
                    <a:pt x="28" y="459"/>
                  </a:cubicBezTo>
                  <a:cubicBezTo>
                    <a:pt x="29" y="458"/>
                    <a:pt x="31" y="457"/>
                    <a:pt x="33" y="457"/>
                  </a:cubicBezTo>
                  <a:cubicBezTo>
                    <a:pt x="33" y="457"/>
                    <a:pt x="34" y="457"/>
                    <a:pt x="34" y="457"/>
                  </a:cubicBezTo>
                  <a:cubicBezTo>
                    <a:pt x="37" y="458"/>
                    <a:pt x="39" y="459"/>
                    <a:pt x="41" y="460"/>
                  </a:cubicBezTo>
                  <a:cubicBezTo>
                    <a:pt x="42" y="461"/>
                    <a:pt x="43" y="461"/>
                    <a:pt x="43" y="461"/>
                  </a:cubicBezTo>
                  <a:cubicBezTo>
                    <a:pt x="44" y="462"/>
                    <a:pt x="44" y="462"/>
                    <a:pt x="45" y="462"/>
                  </a:cubicBezTo>
                  <a:cubicBezTo>
                    <a:pt x="48" y="462"/>
                    <a:pt x="52" y="463"/>
                    <a:pt x="55" y="467"/>
                  </a:cubicBezTo>
                  <a:cubicBezTo>
                    <a:pt x="55" y="468"/>
                    <a:pt x="56" y="468"/>
                    <a:pt x="58" y="469"/>
                  </a:cubicBezTo>
                  <a:cubicBezTo>
                    <a:pt x="59" y="470"/>
                    <a:pt x="61" y="471"/>
                    <a:pt x="63" y="473"/>
                  </a:cubicBezTo>
                  <a:cubicBezTo>
                    <a:pt x="65" y="474"/>
                    <a:pt x="67" y="476"/>
                    <a:pt x="69" y="479"/>
                  </a:cubicBezTo>
                  <a:cubicBezTo>
                    <a:pt x="69" y="480"/>
                    <a:pt x="69" y="480"/>
                    <a:pt x="69" y="480"/>
                  </a:cubicBezTo>
                  <a:cubicBezTo>
                    <a:pt x="72" y="482"/>
                    <a:pt x="73" y="484"/>
                    <a:pt x="73" y="488"/>
                  </a:cubicBezTo>
                  <a:cubicBezTo>
                    <a:pt x="73" y="491"/>
                    <a:pt x="73" y="491"/>
                    <a:pt x="74" y="492"/>
                  </a:cubicBezTo>
                  <a:cubicBezTo>
                    <a:pt x="75" y="493"/>
                    <a:pt x="76" y="494"/>
                    <a:pt x="77" y="495"/>
                  </a:cubicBezTo>
                  <a:cubicBezTo>
                    <a:pt x="78" y="494"/>
                    <a:pt x="80" y="495"/>
                    <a:pt x="81" y="496"/>
                  </a:cubicBezTo>
                  <a:cubicBezTo>
                    <a:pt x="83" y="498"/>
                    <a:pt x="83" y="501"/>
                    <a:pt x="84" y="503"/>
                  </a:cubicBezTo>
                  <a:cubicBezTo>
                    <a:pt x="84" y="503"/>
                    <a:pt x="84" y="504"/>
                    <a:pt x="84" y="504"/>
                  </a:cubicBezTo>
                  <a:cubicBezTo>
                    <a:pt x="84" y="504"/>
                    <a:pt x="84" y="504"/>
                    <a:pt x="84" y="504"/>
                  </a:cubicBezTo>
                  <a:cubicBezTo>
                    <a:pt x="84" y="504"/>
                    <a:pt x="84" y="504"/>
                    <a:pt x="85" y="505"/>
                  </a:cubicBezTo>
                  <a:cubicBezTo>
                    <a:pt x="86" y="506"/>
                    <a:pt x="87" y="507"/>
                    <a:pt x="88" y="508"/>
                  </a:cubicBezTo>
                  <a:cubicBezTo>
                    <a:pt x="88" y="508"/>
                    <a:pt x="89" y="508"/>
                    <a:pt x="90" y="508"/>
                  </a:cubicBezTo>
                  <a:cubicBezTo>
                    <a:pt x="91" y="509"/>
                    <a:pt x="92" y="509"/>
                    <a:pt x="93" y="509"/>
                  </a:cubicBezTo>
                  <a:cubicBezTo>
                    <a:pt x="97" y="510"/>
                    <a:pt x="100" y="512"/>
                    <a:pt x="102" y="516"/>
                  </a:cubicBezTo>
                  <a:cubicBezTo>
                    <a:pt x="104" y="518"/>
                    <a:pt x="104" y="521"/>
                    <a:pt x="103" y="522"/>
                  </a:cubicBezTo>
                  <a:cubicBezTo>
                    <a:pt x="103" y="522"/>
                    <a:pt x="103" y="523"/>
                    <a:pt x="103" y="523"/>
                  </a:cubicBezTo>
                  <a:cubicBezTo>
                    <a:pt x="104" y="523"/>
                    <a:pt x="104" y="523"/>
                    <a:pt x="104" y="523"/>
                  </a:cubicBezTo>
                  <a:cubicBezTo>
                    <a:pt x="106" y="523"/>
                    <a:pt x="109" y="523"/>
                    <a:pt x="112" y="526"/>
                  </a:cubicBezTo>
                  <a:cubicBezTo>
                    <a:pt x="115" y="529"/>
                    <a:pt x="118" y="533"/>
                    <a:pt x="119" y="536"/>
                  </a:cubicBezTo>
                  <a:cubicBezTo>
                    <a:pt x="119" y="537"/>
                    <a:pt x="119" y="538"/>
                    <a:pt x="119" y="539"/>
                  </a:cubicBezTo>
                  <a:cubicBezTo>
                    <a:pt x="120" y="540"/>
                    <a:pt x="120" y="543"/>
                    <a:pt x="121" y="544"/>
                  </a:cubicBezTo>
                  <a:cubicBezTo>
                    <a:pt x="123" y="547"/>
                    <a:pt x="124" y="551"/>
                    <a:pt x="125" y="554"/>
                  </a:cubicBezTo>
                  <a:cubicBezTo>
                    <a:pt x="125" y="558"/>
                    <a:pt x="126" y="561"/>
                    <a:pt x="128" y="563"/>
                  </a:cubicBezTo>
                  <a:cubicBezTo>
                    <a:pt x="132" y="568"/>
                    <a:pt x="132" y="572"/>
                    <a:pt x="133" y="576"/>
                  </a:cubicBezTo>
                  <a:cubicBezTo>
                    <a:pt x="133" y="578"/>
                    <a:pt x="133" y="580"/>
                    <a:pt x="133" y="582"/>
                  </a:cubicBezTo>
                  <a:cubicBezTo>
                    <a:pt x="134" y="583"/>
                    <a:pt x="135" y="584"/>
                    <a:pt x="136" y="586"/>
                  </a:cubicBezTo>
                  <a:cubicBezTo>
                    <a:pt x="138" y="588"/>
                    <a:pt x="140" y="591"/>
                    <a:pt x="140" y="596"/>
                  </a:cubicBezTo>
                  <a:cubicBezTo>
                    <a:pt x="140" y="596"/>
                    <a:pt x="142" y="597"/>
                    <a:pt x="143" y="597"/>
                  </a:cubicBezTo>
                  <a:cubicBezTo>
                    <a:pt x="146" y="599"/>
                    <a:pt x="149" y="600"/>
                    <a:pt x="151" y="604"/>
                  </a:cubicBezTo>
                  <a:cubicBezTo>
                    <a:pt x="152" y="606"/>
                    <a:pt x="151" y="608"/>
                    <a:pt x="151" y="610"/>
                  </a:cubicBezTo>
                  <a:cubicBezTo>
                    <a:pt x="151" y="610"/>
                    <a:pt x="151" y="610"/>
                    <a:pt x="151" y="610"/>
                  </a:cubicBezTo>
                  <a:cubicBezTo>
                    <a:pt x="156" y="605"/>
                    <a:pt x="162" y="606"/>
                    <a:pt x="165" y="608"/>
                  </a:cubicBezTo>
                  <a:cubicBezTo>
                    <a:pt x="166" y="609"/>
                    <a:pt x="167" y="609"/>
                    <a:pt x="168" y="609"/>
                  </a:cubicBezTo>
                  <a:cubicBezTo>
                    <a:pt x="170" y="609"/>
                    <a:pt x="171" y="609"/>
                    <a:pt x="174" y="609"/>
                  </a:cubicBezTo>
                  <a:cubicBezTo>
                    <a:pt x="175" y="610"/>
                    <a:pt x="176" y="611"/>
                    <a:pt x="177" y="611"/>
                  </a:cubicBezTo>
                  <a:cubicBezTo>
                    <a:pt x="177" y="612"/>
                    <a:pt x="178" y="612"/>
                    <a:pt x="178" y="612"/>
                  </a:cubicBezTo>
                  <a:cubicBezTo>
                    <a:pt x="180" y="612"/>
                    <a:pt x="181" y="613"/>
                    <a:pt x="182" y="614"/>
                  </a:cubicBezTo>
                  <a:cubicBezTo>
                    <a:pt x="183" y="615"/>
                    <a:pt x="184" y="616"/>
                    <a:pt x="184" y="618"/>
                  </a:cubicBezTo>
                  <a:cubicBezTo>
                    <a:pt x="184" y="619"/>
                    <a:pt x="184" y="620"/>
                    <a:pt x="183" y="621"/>
                  </a:cubicBezTo>
                  <a:cubicBezTo>
                    <a:pt x="183" y="622"/>
                    <a:pt x="183" y="623"/>
                    <a:pt x="183" y="623"/>
                  </a:cubicBezTo>
                  <a:cubicBezTo>
                    <a:pt x="183" y="624"/>
                    <a:pt x="185" y="626"/>
                    <a:pt x="185" y="628"/>
                  </a:cubicBezTo>
                  <a:cubicBezTo>
                    <a:pt x="184" y="631"/>
                    <a:pt x="183" y="633"/>
                    <a:pt x="182" y="634"/>
                  </a:cubicBezTo>
                  <a:cubicBezTo>
                    <a:pt x="182" y="635"/>
                    <a:pt x="181" y="636"/>
                    <a:pt x="181" y="636"/>
                  </a:cubicBezTo>
                  <a:cubicBezTo>
                    <a:pt x="181" y="640"/>
                    <a:pt x="181" y="644"/>
                    <a:pt x="181" y="647"/>
                  </a:cubicBezTo>
                  <a:cubicBezTo>
                    <a:pt x="182" y="649"/>
                    <a:pt x="184" y="652"/>
                    <a:pt x="186" y="654"/>
                  </a:cubicBezTo>
                  <a:cubicBezTo>
                    <a:pt x="189" y="657"/>
                    <a:pt x="192" y="661"/>
                    <a:pt x="193" y="666"/>
                  </a:cubicBezTo>
                  <a:cubicBezTo>
                    <a:pt x="193" y="668"/>
                    <a:pt x="194" y="669"/>
                    <a:pt x="200" y="669"/>
                  </a:cubicBezTo>
                  <a:cubicBezTo>
                    <a:pt x="201" y="669"/>
                    <a:pt x="203" y="669"/>
                    <a:pt x="204" y="669"/>
                  </a:cubicBezTo>
                  <a:cubicBezTo>
                    <a:pt x="206" y="669"/>
                    <a:pt x="208" y="669"/>
                    <a:pt x="210" y="669"/>
                  </a:cubicBezTo>
                  <a:cubicBezTo>
                    <a:pt x="214" y="670"/>
                    <a:pt x="218" y="670"/>
                    <a:pt x="222" y="670"/>
                  </a:cubicBezTo>
                  <a:cubicBezTo>
                    <a:pt x="226" y="670"/>
                    <a:pt x="230" y="670"/>
                    <a:pt x="234" y="670"/>
                  </a:cubicBezTo>
                  <a:cubicBezTo>
                    <a:pt x="243" y="671"/>
                    <a:pt x="252" y="671"/>
                    <a:pt x="259" y="677"/>
                  </a:cubicBezTo>
                  <a:cubicBezTo>
                    <a:pt x="265" y="682"/>
                    <a:pt x="271" y="686"/>
                    <a:pt x="277" y="690"/>
                  </a:cubicBezTo>
                  <a:cubicBezTo>
                    <a:pt x="282" y="693"/>
                    <a:pt x="286" y="696"/>
                    <a:pt x="291" y="699"/>
                  </a:cubicBezTo>
                  <a:cubicBezTo>
                    <a:pt x="299" y="704"/>
                    <a:pt x="308" y="710"/>
                    <a:pt x="316" y="717"/>
                  </a:cubicBezTo>
                  <a:cubicBezTo>
                    <a:pt x="317" y="717"/>
                    <a:pt x="318" y="718"/>
                    <a:pt x="318" y="719"/>
                  </a:cubicBezTo>
                  <a:cubicBezTo>
                    <a:pt x="320" y="721"/>
                    <a:pt x="321" y="722"/>
                    <a:pt x="322" y="722"/>
                  </a:cubicBezTo>
                  <a:cubicBezTo>
                    <a:pt x="324" y="723"/>
                    <a:pt x="328" y="723"/>
                    <a:pt x="329" y="723"/>
                  </a:cubicBezTo>
                  <a:cubicBezTo>
                    <a:pt x="331" y="723"/>
                    <a:pt x="331" y="723"/>
                    <a:pt x="331" y="723"/>
                  </a:cubicBezTo>
                  <a:cubicBezTo>
                    <a:pt x="332" y="723"/>
                    <a:pt x="332" y="723"/>
                    <a:pt x="332" y="723"/>
                  </a:cubicBezTo>
                  <a:cubicBezTo>
                    <a:pt x="335" y="723"/>
                    <a:pt x="338" y="723"/>
                    <a:pt x="340" y="722"/>
                  </a:cubicBezTo>
                  <a:cubicBezTo>
                    <a:pt x="341" y="722"/>
                    <a:pt x="342" y="722"/>
                    <a:pt x="343" y="722"/>
                  </a:cubicBezTo>
                  <a:cubicBezTo>
                    <a:pt x="343" y="722"/>
                    <a:pt x="344" y="722"/>
                    <a:pt x="345" y="722"/>
                  </a:cubicBezTo>
                  <a:cubicBezTo>
                    <a:pt x="346" y="722"/>
                    <a:pt x="348" y="722"/>
                    <a:pt x="349" y="723"/>
                  </a:cubicBezTo>
                  <a:cubicBezTo>
                    <a:pt x="350" y="723"/>
                    <a:pt x="351" y="723"/>
                    <a:pt x="352" y="723"/>
                  </a:cubicBezTo>
                  <a:cubicBezTo>
                    <a:pt x="356" y="724"/>
                    <a:pt x="358" y="725"/>
                    <a:pt x="361" y="726"/>
                  </a:cubicBezTo>
                  <a:cubicBezTo>
                    <a:pt x="362" y="727"/>
                    <a:pt x="362" y="727"/>
                    <a:pt x="362" y="727"/>
                  </a:cubicBezTo>
                  <a:cubicBezTo>
                    <a:pt x="366" y="728"/>
                    <a:pt x="368" y="728"/>
                    <a:pt x="372" y="728"/>
                  </a:cubicBezTo>
                  <a:cubicBezTo>
                    <a:pt x="377" y="728"/>
                    <a:pt x="380" y="729"/>
                    <a:pt x="386" y="731"/>
                  </a:cubicBezTo>
                  <a:cubicBezTo>
                    <a:pt x="387" y="731"/>
                    <a:pt x="388" y="731"/>
                    <a:pt x="390" y="731"/>
                  </a:cubicBezTo>
                  <a:cubicBezTo>
                    <a:pt x="391" y="730"/>
                    <a:pt x="393" y="729"/>
                    <a:pt x="395" y="730"/>
                  </a:cubicBezTo>
                  <a:cubicBezTo>
                    <a:pt x="396" y="730"/>
                    <a:pt x="397" y="731"/>
                    <a:pt x="398" y="73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3" name="Freeform 124">
              <a:extLst>
                <a:ext uri="{FF2B5EF4-FFF2-40B4-BE49-F238E27FC236}">
                  <a16:creationId xmlns:a16="http://schemas.microsoft.com/office/drawing/2014/main" id="{4621FACE-4771-44D6-A69C-B6602278E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2300" y="2273300"/>
              <a:ext cx="1028700" cy="835025"/>
            </a:xfrm>
            <a:custGeom>
              <a:avLst/>
              <a:gdLst>
                <a:gd name="T0" fmla="*/ 239 w 909"/>
                <a:gd name="T1" fmla="*/ 35 h 740"/>
                <a:gd name="T2" fmla="*/ 262 w 909"/>
                <a:gd name="T3" fmla="*/ 46 h 740"/>
                <a:gd name="T4" fmla="*/ 282 w 909"/>
                <a:gd name="T5" fmla="*/ 16 h 740"/>
                <a:gd name="T6" fmla="*/ 315 w 909"/>
                <a:gd name="T7" fmla="*/ 27 h 740"/>
                <a:gd name="T8" fmla="*/ 347 w 909"/>
                <a:gd name="T9" fmla="*/ 27 h 740"/>
                <a:gd name="T10" fmla="*/ 367 w 909"/>
                <a:gd name="T11" fmla="*/ 31 h 740"/>
                <a:gd name="T12" fmla="*/ 385 w 909"/>
                <a:gd name="T13" fmla="*/ 22 h 740"/>
                <a:gd name="T14" fmla="*/ 429 w 909"/>
                <a:gd name="T15" fmla="*/ 31 h 740"/>
                <a:gd name="T16" fmla="*/ 494 w 909"/>
                <a:gd name="T17" fmla="*/ 87 h 740"/>
                <a:gd name="T18" fmla="*/ 552 w 909"/>
                <a:gd name="T19" fmla="*/ 143 h 740"/>
                <a:gd name="T20" fmla="*/ 544 w 909"/>
                <a:gd name="T21" fmla="*/ 188 h 740"/>
                <a:gd name="T22" fmla="*/ 529 w 909"/>
                <a:gd name="T23" fmla="*/ 238 h 740"/>
                <a:gd name="T24" fmla="*/ 543 w 909"/>
                <a:gd name="T25" fmla="*/ 254 h 740"/>
                <a:gd name="T26" fmla="*/ 577 w 909"/>
                <a:gd name="T27" fmla="*/ 246 h 740"/>
                <a:gd name="T28" fmla="*/ 597 w 909"/>
                <a:gd name="T29" fmla="*/ 255 h 740"/>
                <a:gd name="T30" fmla="*/ 583 w 909"/>
                <a:gd name="T31" fmla="*/ 278 h 740"/>
                <a:gd name="T32" fmla="*/ 617 w 909"/>
                <a:gd name="T33" fmla="*/ 324 h 740"/>
                <a:gd name="T34" fmla="*/ 644 w 909"/>
                <a:gd name="T35" fmla="*/ 358 h 740"/>
                <a:gd name="T36" fmla="*/ 746 w 909"/>
                <a:gd name="T37" fmla="*/ 407 h 740"/>
                <a:gd name="T38" fmla="*/ 791 w 909"/>
                <a:gd name="T39" fmla="*/ 569 h 740"/>
                <a:gd name="T40" fmla="*/ 679 w 909"/>
                <a:gd name="T41" fmla="*/ 639 h 740"/>
                <a:gd name="T42" fmla="*/ 612 w 909"/>
                <a:gd name="T43" fmla="*/ 665 h 740"/>
                <a:gd name="T44" fmla="*/ 547 w 909"/>
                <a:gd name="T45" fmla="*/ 695 h 740"/>
                <a:gd name="T46" fmla="*/ 525 w 909"/>
                <a:gd name="T47" fmla="*/ 702 h 740"/>
                <a:gd name="T48" fmla="*/ 491 w 909"/>
                <a:gd name="T49" fmla="*/ 695 h 740"/>
                <a:gd name="T50" fmla="*/ 437 w 909"/>
                <a:gd name="T51" fmla="*/ 700 h 740"/>
                <a:gd name="T52" fmla="*/ 391 w 909"/>
                <a:gd name="T53" fmla="*/ 734 h 740"/>
                <a:gd name="T54" fmla="*/ 367 w 909"/>
                <a:gd name="T55" fmla="*/ 731 h 740"/>
                <a:gd name="T56" fmla="*/ 327 w 909"/>
                <a:gd name="T57" fmla="*/ 725 h 740"/>
                <a:gd name="T58" fmla="*/ 251 w 909"/>
                <a:gd name="T59" fmla="*/ 679 h 740"/>
                <a:gd name="T60" fmla="*/ 172 w 909"/>
                <a:gd name="T61" fmla="*/ 646 h 740"/>
                <a:gd name="T62" fmla="*/ 174 w 909"/>
                <a:gd name="T63" fmla="*/ 618 h 740"/>
                <a:gd name="T64" fmla="*/ 163 w 909"/>
                <a:gd name="T65" fmla="*/ 612 h 740"/>
                <a:gd name="T66" fmla="*/ 131 w 909"/>
                <a:gd name="T67" fmla="*/ 594 h 740"/>
                <a:gd name="T68" fmla="*/ 109 w 909"/>
                <a:gd name="T69" fmla="*/ 535 h 740"/>
                <a:gd name="T70" fmla="*/ 87 w 909"/>
                <a:gd name="T71" fmla="*/ 512 h 740"/>
                <a:gd name="T72" fmla="*/ 69 w 909"/>
                <a:gd name="T73" fmla="*/ 497 h 740"/>
                <a:gd name="T74" fmla="*/ 55 w 909"/>
                <a:gd name="T75" fmla="*/ 474 h 740"/>
                <a:gd name="T76" fmla="*/ 21 w 909"/>
                <a:gd name="T77" fmla="*/ 462 h 740"/>
                <a:gd name="T78" fmla="*/ 12 w 909"/>
                <a:gd name="T79" fmla="*/ 435 h 740"/>
                <a:gd name="T80" fmla="*/ 14 w 909"/>
                <a:gd name="T81" fmla="*/ 416 h 740"/>
                <a:gd name="T82" fmla="*/ 34 w 909"/>
                <a:gd name="T83" fmla="*/ 414 h 740"/>
                <a:gd name="T84" fmla="*/ 51 w 909"/>
                <a:gd name="T85" fmla="*/ 417 h 740"/>
                <a:gd name="T86" fmla="*/ 65 w 909"/>
                <a:gd name="T87" fmla="*/ 343 h 740"/>
                <a:gd name="T88" fmla="*/ 78 w 909"/>
                <a:gd name="T89" fmla="*/ 278 h 740"/>
                <a:gd name="T90" fmla="*/ 105 w 909"/>
                <a:gd name="T91" fmla="*/ 269 h 740"/>
                <a:gd name="T92" fmla="*/ 117 w 909"/>
                <a:gd name="T93" fmla="*/ 211 h 740"/>
                <a:gd name="T94" fmla="*/ 144 w 909"/>
                <a:gd name="T95" fmla="*/ 163 h 740"/>
                <a:gd name="T96" fmla="*/ 193 w 909"/>
                <a:gd name="T97" fmla="*/ 87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09" h="740">
                  <a:moveTo>
                    <a:pt x="206" y="42"/>
                  </a:moveTo>
                  <a:cubicBezTo>
                    <a:pt x="207" y="37"/>
                    <a:pt x="223" y="37"/>
                    <a:pt x="227" y="38"/>
                  </a:cubicBezTo>
                  <a:cubicBezTo>
                    <a:pt x="230" y="39"/>
                    <a:pt x="231" y="42"/>
                    <a:pt x="234" y="42"/>
                  </a:cubicBezTo>
                  <a:cubicBezTo>
                    <a:pt x="239" y="42"/>
                    <a:pt x="238" y="38"/>
                    <a:pt x="239" y="35"/>
                  </a:cubicBezTo>
                  <a:cubicBezTo>
                    <a:pt x="240" y="29"/>
                    <a:pt x="250" y="28"/>
                    <a:pt x="254" y="32"/>
                  </a:cubicBezTo>
                  <a:cubicBezTo>
                    <a:pt x="256" y="34"/>
                    <a:pt x="256" y="37"/>
                    <a:pt x="257" y="39"/>
                  </a:cubicBezTo>
                  <a:cubicBezTo>
                    <a:pt x="258" y="40"/>
                    <a:pt x="260" y="41"/>
                    <a:pt x="260" y="42"/>
                  </a:cubicBezTo>
                  <a:cubicBezTo>
                    <a:pt x="261" y="43"/>
                    <a:pt x="261" y="45"/>
                    <a:pt x="262" y="46"/>
                  </a:cubicBezTo>
                  <a:cubicBezTo>
                    <a:pt x="263" y="47"/>
                    <a:pt x="264" y="47"/>
                    <a:pt x="265" y="48"/>
                  </a:cubicBezTo>
                  <a:cubicBezTo>
                    <a:pt x="266" y="49"/>
                    <a:pt x="264" y="51"/>
                    <a:pt x="267" y="52"/>
                  </a:cubicBezTo>
                  <a:cubicBezTo>
                    <a:pt x="270" y="52"/>
                    <a:pt x="272" y="42"/>
                    <a:pt x="273" y="40"/>
                  </a:cubicBezTo>
                  <a:cubicBezTo>
                    <a:pt x="276" y="32"/>
                    <a:pt x="279" y="24"/>
                    <a:pt x="282" y="16"/>
                  </a:cubicBezTo>
                  <a:cubicBezTo>
                    <a:pt x="283" y="12"/>
                    <a:pt x="285" y="8"/>
                    <a:pt x="286" y="5"/>
                  </a:cubicBezTo>
                  <a:cubicBezTo>
                    <a:pt x="288" y="0"/>
                    <a:pt x="289" y="4"/>
                    <a:pt x="290" y="7"/>
                  </a:cubicBezTo>
                  <a:cubicBezTo>
                    <a:pt x="292" y="10"/>
                    <a:pt x="297" y="15"/>
                    <a:pt x="303" y="14"/>
                  </a:cubicBezTo>
                  <a:cubicBezTo>
                    <a:pt x="310" y="13"/>
                    <a:pt x="311" y="22"/>
                    <a:pt x="315" y="27"/>
                  </a:cubicBezTo>
                  <a:cubicBezTo>
                    <a:pt x="317" y="28"/>
                    <a:pt x="320" y="31"/>
                    <a:pt x="321" y="32"/>
                  </a:cubicBezTo>
                  <a:cubicBezTo>
                    <a:pt x="324" y="33"/>
                    <a:pt x="327" y="31"/>
                    <a:pt x="330" y="30"/>
                  </a:cubicBezTo>
                  <a:cubicBezTo>
                    <a:pt x="333" y="29"/>
                    <a:pt x="335" y="29"/>
                    <a:pt x="339" y="29"/>
                  </a:cubicBezTo>
                  <a:cubicBezTo>
                    <a:pt x="341" y="29"/>
                    <a:pt x="345" y="28"/>
                    <a:pt x="347" y="27"/>
                  </a:cubicBezTo>
                  <a:cubicBezTo>
                    <a:pt x="348" y="26"/>
                    <a:pt x="350" y="24"/>
                    <a:pt x="352" y="23"/>
                  </a:cubicBezTo>
                  <a:cubicBezTo>
                    <a:pt x="354" y="21"/>
                    <a:pt x="353" y="18"/>
                    <a:pt x="355" y="17"/>
                  </a:cubicBezTo>
                  <a:cubicBezTo>
                    <a:pt x="361" y="15"/>
                    <a:pt x="365" y="24"/>
                    <a:pt x="366" y="27"/>
                  </a:cubicBezTo>
                  <a:cubicBezTo>
                    <a:pt x="366" y="28"/>
                    <a:pt x="367" y="30"/>
                    <a:pt x="367" y="31"/>
                  </a:cubicBezTo>
                  <a:cubicBezTo>
                    <a:pt x="369" y="31"/>
                    <a:pt x="369" y="28"/>
                    <a:pt x="370" y="28"/>
                  </a:cubicBezTo>
                  <a:cubicBezTo>
                    <a:pt x="372" y="27"/>
                    <a:pt x="376" y="27"/>
                    <a:pt x="379" y="26"/>
                  </a:cubicBezTo>
                  <a:cubicBezTo>
                    <a:pt x="381" y="26"/>
                    <a:pt x="382" y="26"/>
                    <a:pt x="383" y="25"/>
                  </a:cubicBezTo>
                  <a:cubicBezTo>
                    <a:pt x="384" y="25"/>
                    <a:pt x="385" y="22"/>
                    <a:pt x="385" y="22"/>
                  </a:cubicBezTo>
                  <a:cubicBezTo>
                    <a:pt x="388" y="22"/>
                    <a:pt x="390" y="25"/>
                    <a:pt x="393" y="26"/>
                  </a:cubicBezTo>
                  <a:cubicBezTo>
                    <a:pt x="397" y="28"/>
                    <a:pt x="401" y="25"/>
                    <a:pt x="405" y="28"/>
                  </a:cubicBezTo>
                  <a:cubicBezTo>
                    <a:pt x="408" y="31"/>
                    <a:pt x="408" y="31"/>
                    <a:pt x="412" y="30"/>
                  </a:cubicBezTo>
                  <a:cubicBezTo>
                    <a:pt x="417" y="29"/>
                    <a:pt x="423" y="28"/>
                    <a:pt x="429" y="31"/>
                  </a:cubicBezTo>
                  <a:cubicBezTo>
                    <a:pt x="436" y="34"/>
                    <a:pt x="441" y="41"/>
                    <a:pt x="448" y="45"/>
                  </a:cubicBezTo>
                  <a:cubicBezTo>
                    <a:pt x="455" y="48"/>
                    <a:pt x="461" y="47"/>
                    <a:pt x="467" y="53"/>
                  </a:cubicBezTo>
                  <a:cubicBezTo>
                    <a:pt x="473" y="59"/>
                    <a:pt x="479" y="66"/>
                    <a:pt x="483" y="73"/>
                  </a:cubicBezTo>
                  <a:cubicBezTo>
                    <a:pt x="486" y="79"/>
                    <a:pt x="488" y="83"/>
                    <a:pt x="494" y="87"/>
                  </a:cubicBezTo>
                  <a:cubicBezTo>
                    <a:pt x="498" y="90"/>
                    <a:pt x="503" y="93"/>
                    <a:pt x="507" y="96"/>
                  </a:cubicBezTo>
                  <a:cubicBezTo>
                    <a:pt x="518" y="103"/>
                    <a:pt x="526" y="111"/>
                    <a:pt x="531" y="123"/>
                  </a:cubicBezTo>
                  <a:cubicBezTo>
                    <a:pt x="534" y="130"/>
                    <a:pt x="537" y="132"/>
                    <a:pt x="544" y="135"/>
                  </a:cubicBezTo>
                  <a:cubicBezTo>
                    <a:pt x="548" y="137"/>
                    <a:pt x="550" y="140"/>
                    <a:pt x="552" y="143"/>
                  </a:cubicBezTo>
                  <a:cubicBezTo>
                    <a:pt x="554" y="146"/>
                    <a:pt x="563" y="155"/>
                    <a:pt x="563" y="157"/>
                  </a:cubicBezTo>
                  <a:cubicBezTo>
                    <a:pt x="563" y="158"/>
                    <a:pt x="559" y="162"/>
                    <a:pt x="558" y="164"/>
                  </a:cubicBezTo>
                  <a:cubicBezTo>
                    <a:pt x="557" y="167"/>
                    <a:pt x="555" y="169"/>
                    <a:pt x="553" y="172"/>
                  </a:cubicBezTo>
                  <a:cubicBezTo>
                    <a:pt x="550" y="178"/>
                    <a:pt x="547" y="183"/>
                    <a:pt x="544" y="188"/>
                  </a:cubicBezTo>
                  <a:cubicBezTo>
                    <a:pt x="540" y="193"/>
                    <a:pt x="537" y="198"/>
                    <a:pt x="532" y="202"/>
                  </a:cubicBezTo>
                  <a:cubicBezTo>
                    <a:pt x="529" y="205"/>
                    <a:pt x="529" y="208"/>
                    <a:pt x="528" y="213"/>
                  </a:cubicBezTo>
                  <a:cubicBezTo>
                    <a:pt x="527" y="217"/>
                    <a:pt x="526" y="219"/>
                    <a:pt x="527" y="224"/>
                  </a:cubicBezTo>
                  <a:cubicBezTo>
                    <a:pt x="529" y="229"/>
                    <a:pt x="529" y="233"/>
                    <a:pt x="529" y="238"/>
                  </a:cubicBezTo>
                  <a:cubicBezTo>
                    <a:pt x="529" y="241"/>
                    <a:pt x="529" y="244"/>
                    <a:pt x="529" y="247"/>
                  </a:cubicBezTo>
                  <a:cubicBezTo>
                    <a:pt x="529" y="247"/>
                    <a:pt x="528" y="251"/>
                    <a:pt x="528" y="251"/>
                  </a:cubicBezTo>
                  <a:cubicBezTo>
                    <a:pt x="529" y="253"/>
                    <a:pt x="533" y="253"/>
                    <a:pt x="535" y="254"/>
                  </a:cubicBezTo>
                  <a:cubicBezTo>
                    <a:pt x="538" y="255"/>
                    <a:pt x="540" y="256"/>
                    <a:pt x="543" y="254"/>
                  </a:cubicBezTo>
                  <a:cubicBezTo>
                    <a:pt x="546" y="253"/>
                    <a:pt x="548" y="251"/>
                    <a:pt x="552" y="251"/>
                  </a:cubicBezTo>
                  <a:cubicBezTo>
                    <a:pt x="553" y="251"/>
                    <a:pt x="554" y="252"/>
                    <a:pt x="555" y="252"/>
                  </a:cubicBezTo>
                  <a:cubicBezTo>
                    <a:pt x="558" y="252"/>
                    <a:pt x="560" y="251"/>
                    <a:pt x="562" y="251"/>
                  </a:cubicBezTo>
                  <a:cubicBezTo>
                    <a:pt x="567" y="250"/>
                    <a:pt x="571" y="247"/>
                    <a:pt x="577" y="246"/>
                  </a:cubicBezTo>
                  <a:cubicBezTo>
                    <a:pt x="580" y="245"/>
                    <a:pt x="582" y="246"/>
                    <a:pt x="585" y="246"/>
                  </a:cubicBezTo>
                  <a:cubicBezTo>
                    <a:pt x="588" y="246"/>
                    <a:pt x="587" y="249"/>
                    <a:pt x="588" y="250"/>
                  </a:cubicBezTo>
                  <a:cubicBezTo>
                    <a:pt x="591" y="254"/>
                    <a:pt x="595" y="251"/>
                    <a:pt x="599" y="251"/>
                  </a:cubicBezTo>
                  <a:cubicBezTo>
                    <a:pt x="598" y="252"/>
                    <a:pt x="598" y="254"/>
                    <a:pt x="597" y="255"/>
                  </a:cubicBezTo>
                  <a:cubicBezTo>
                    <a:pt x="596" y="257"/>
                    <a:pt x="595" y="256"/>
                    <a:pt x="594" y="258"/>
                  </a:cubicBezTo>
                  <a:cubicBezTo>
                    <a:pt x="592" y="260"/>
                    <a:pt x="592" y="262"/>
                    <a:pt x="590" y="264"/>
                  </a:cubicBezTo>
                  <a:cubicBezTo>
                    <a:pt x="588" y="266"/>
                    <a:pt x="588" y="268"/>
                    <a:pt x="586" y="271"/>
                  </a:cubicBezTo>
                  <a:cubicBezTo>
                    <a:pt x="585" y="275"/>
                    <a:pt x="582" y="273"/>
                    <a:pt x="583" y="278"/>
                  </a:cubicBezTo>
                  <a:cubicBezTo>
                    <a:pt x="585" y="283"/>
                    <a:pt x="590" y="285"/>
                    <a:pt x="591" y="291"/>
                  </a:cubicBezTo>
                  <a:cubicBezTo>
                    <a:pt x="593" y="298"/>
                    <a:pt x="595" y="303"/>
                    <a:pt x="601" y="307"/>
                  </a:cubicBezTo>
                  <a:cubicBezTo>
                    <a:pt x="606" y="311"/>
                    <a:pt x="605" y="317"/>
                    <a:pt x="609" y="320"/>
                  </a:cubicBezTo>
                  <a:cubicBezTo>
                    <a:pt x="612" y="323"/>
                    <a:pt x="615" y="320"/>
                    <a:pt x="617" y="324"/>
                  </a:cubicBezTo>
                  <a:cubicBezTo>
                    <a:pt x="619" y="328"/>
                    <a:pt x="618" y="337"/>
                    <a:pt x="622" y="339"/>
                  </a:cubicBezTo>
                  <a:cubicBezTo>
                    <a:pt x="625" y="340"/>
                    <a:pt x="627" y="344"/>
                    <a:pt x="628" y="346"/>
                  </a:cubicBezTo>
                  <a:cubicBezTo>
                    <a:pt x="630" y="348"/>
                    <a:pt x="630" y="350"/>
                    <a:pt x="631" y="352"/>
                  </a:cubicBezTo>
                  <a:cubicBezTo>
                    <a:pt x="634" y="357"/>
                    <a:pt x="641" y="356"/>
                    <a:pt x="644" y="358"/>
                  </a:cubicBezTo>
                  <a:cubicBezTo>
                    <a:pt x="649" y="362"/>
                    <a:pt x="653" y="366"/>
                    <a:pt x="657" y="370"/>
                  </a:cubicBezTo>
                  <a:cubicBezTo>
                    <a:pt x="662" y="375"/>
                    <a:pt x="665" y="378"/>
                    <a:pt x="671" y="381"/>
                  </a:cubicBezTo>
                  <a:cubicBezTo>
                    <a:pt x="680" y="384"/>
                    <a:pt x="689" y="387"/>
                    <a:pt x="698" y="390"/>
                  </a:cubicBezTo>
                  <a:cubicBezTo>
                    <a:pt x="714" y="396"/>
                    <a:pt x="730" y="401"/>
                    <a:pt x="746" y="407"/>
                  </a:cubicBezTo>
                  <a:cubicBezTo>
                    <a:pt x="779" y="418"/>
                    <a:pt x="812" y="430"/>
                    <a:pt x="845" y="442"/>
                  </a:cubicBezTo>
                  <a:cubicBezTo>
                    <a:pt x="853" y="445"/>
                    <a:pt x="864" y="444"/>
                    <a:pt x="873" y="444"/>
                  </a:cubicBezTo>
                  <a:cubicBezTo>
                    <a:pt x="885" y="444"/>
                    <a:pt x="897" y="444"/>
                    <a:pt x="909" y="444"/>
                  </a:cubicBezTo>
                  <a:cubicBezTo>
                    <a:pt x="868" y="484"/>
                    <a:pt x="829" y="526"/>
                    <a:pt x="791" y="569"/>
                  </a:cubicBezTo>
                  <a:cubicBezTo>
                    <a:pt x="774" y="589"/>
                    <a:pt x="757" y="609"/>
                    <a:pt x="740" y="629"/>
                  </a:cubicBezTo>
                  <a:cubicBezTo>
                    <a:pt x="737" y="632"/>
                    <a:pt x="735" y="635"/>
                    <a:pt x="732" y="638"/>
                  </a:cubicBezTo>
                  <a:cubicBezTo>
                    <a:pt x="728" y="643"/>
                    <a:pt x="719" y="641"/>
                    <a:pt x="713" y="641"/>
                  </a:cubicBezTo>
                  <a:cubicBezTo>
                    <a:pt x="702" y="641"/>
                    <a:pt x="690" y="640"/>
                    <a:pt x="679" y="639"/>
                  </a:cubicBezTo>
                  <a:cubicBezTo>
                    <a:pt x="674" y="639"/>
                    <a:pt x="671" y="639"/>
                    <a:pt x="666" y="640"/>
                  </a:cubicBezTo>
                  <a:cubicBezTo>
                    <a:pt x="663" y="641"/>
                    <a:pt x="660" y="642"/>
                    <a:pt x="657" y="642"/>
                  </a:cubicBezTo>
                  <a:cubicBezTo>
                    <a:pt x="652" y="643"/>
                    <a:pt x="646" y="645"/>
                    <a:pt x="641" y="647"/>
                  </a:cubicBezTo>
                  <a:cubicBezTo>
                    <a:pt x="630" y="653"/>
                    <a:pt x="620" y="657"/>
                    <a:pt x="612" y="665"/>
                  </a:cubicBezTo>
                  <a:cubicBezTo>
                    <a:pt x="607" y="669"/>
                    <a:pt x="608" y="676"/>
                    <a:pt x="603" y="680"/>
                  </a:cubicBezTo>
                  <a:cubicBezTo>
                    <a:pt x="598" y="684"/>
                    <a:pt x="588" y="684"/>
                    <a:pt x="581" y="685"/>
                  </a:cubicBezTo>
                  <a:cubicBezTo>
                    <a:pt x="574" y="687"/>
                    <a:pt x="569" y="687"/>
                    <a:pt x="563" y="687"/>
                  </a:cubicBezTo>
                  <a:cubicBezTo>
                    <a:pt x="557" y="687"/>
                    <a:pt x="550" y="691"/>
                    <a:pt x="547" y="695"/>
                  </a:cubicBezTo>
                  <a:cubicBezTo>
                    <a:pt x="545" y="698"/>
                    <a:pt x="546" y="702"/>
                    <a:pt x="542" y="703"/>
                  </a:cubicBezTo>
                  <a:cubicBezTo>
                    <a:pt x="539" y="704"/>
                    <a:pt x="536" y="700"/>
                    <a:pt x="533" y="701"/>
                  </a:cubicBezTo>
                  <a:cubicBezTo>
                    <a:pt x="532" y="701"/>
                    <a:pt x="531" y="702"/>
                    <a:pt x="529" y="702"/>
                  </a:cubicBezTo>
                  <a:cubicBezTo>
                    <a:pt x="527" y="701"/>
                    <a:pt x="527" y="702"/>
                    <a:pt x="525" y="702"/>
                  </a:cubicBezTo>
                  <a:cubicBezTo>
                    <a:pt x="522" y="702"/>
                    <a:pt x="520" y="703"/>
                    <a:pt x="517" y="704"/>
                  </a:cubicBezTo>
                  <a:cubicBezTo>
                    <a:pt x="515" y="704"/>
                    <a:pt x="511" y="704"/>
                    <a:pt x="508" y="704"/>
                  </a:cubicBezTo>
                  <a:cubicBezTo>
                    <a:pt x="505" y="704"/>
                    <a:pt x="501" y="705"/>
                    <a:pt x="499" y="704"/>
                  </a:cubicBezTo>
                  <a:cubicBezTo>
                    <a:pt x="495" y="702"/>
                    <a:pt x="493" y="697"/>
                    <a:pt x="491" y="695"/>
                  </a:cubicBezTo>
                  <a:cubicBezTo>
                    <a:pt x="489" y="692"/>
                    <a:pt x="485" y="692"/>
                    <a:pt x="483" y="689"/>
                  </a:cubicBezTo>
                  <a:cubicBezTo>
                    <a:pt x="482" y="686"/>
                    <a:pt x="478" y="685"/>
                    <a:pt x="476" y="682"/>
                  </a:cubicBezTo>
                  <a:cubicBezTo>
                    <a:pt x="471" y="687"/>
                    <a:pt x="462" y="689"/>
                    <a:pt x="456" y="692"/>
                  </a:cubicBezTo>
                  <a:cubicBezTo>
                    <a:pt x="450" y="695"/>
                    <a:pt x="443" y="697"/>
                    <a:pt x="437" y="700"/>
                  </a:cubicBezTo>
                  <a:cubicBezTo>
                    <a:pt x="424" y="709"/>
                    <a:pt x="414" y="721"/>
                    <a:pt x="404" y="734"/>
                  </a:cubicBezTo>
                  <a:cubicBezTo>
                    <a:pt x="404" y="734"/>
                    <a:pt x="401" y="740"/>
                    <a:pt x="399" y="738"/>
                  </a:cubicBezTo>
                  <a:cubicBezTo>
                    <a:pt x="398" y="735"/>
                    <a:pt x="399" y="736"/>
                    <a:pt x="396" y="735"/>
                  </a:cubicBezTo>
                  <a:cubicBezTo>
                    <a:pt x="394" y="735"/>
                    <a:pt x="392" y="735"/>
                    <a:pt x="391" y="734"/>
                  </a:cubicBezTo>
                  <a:cubicBezTo>
                    <a:pt x="389" y="734"/>
                    <a:pt x="389" y="733"/>
                    <a:pt x="389" y="732"/>
                  </a:cubicBezTo>
                  <a:cubicBezTo>
                    <a:pt x="388" y="732"/>
                    <a:pt x="387" y="734"/>
                    <a:pt x="386" y="734"/>
                  </a:cubicBezTo>
                  <a:cubicBezTo>
                    <a:pt x="384" y="734"/>
                    <a:pt x="382" y="734"/>
                    <a:pt x="379" y="733"/>
                  </a:cubicBezTo>
                  <a:cubicBezTo>
                    <a:pt x="374" y="731"/>
                    <a:pt x="372" y="731"/>
                    <a:pt x="367" y="731"/>
                  </a:cubicBezTo>
                  <a:cubicBezTo>
                    <a:pt x="363" y="731"/>
                    <a:pt x="360" y="730"/>
                    <a:pt x="356" y="729"/>
                  </a:cubicBezTo>
                  <a:cubicBezTo>
                    <a:pt x="352" y="727"/>
                    <a:pt x="350" y="726"/>
                    <a:pt x="346" y="726"/>
                  </a:cubicBezTo>
                  <a:cubicBezTo>
                    <a:pt x="343" y="725"/>
                    <a:pt x="341" y="724"/>
                    <a:pt x="339" y="724"/>
                  </a:cubicBezTo>
                  <a:cubicBezTo>
                    <a:pt x="335" y="725"/>
                    <a:pt x="331" y="726"/>
                    <a:pt x="327" y="725"/>
                  </a:cubicBezTo>
                  <a:cubicBezTo>
                    <a:pt x="324" y="725"/>
                    <a:pt x="318" y="726"/>
                    <a:pt x="316" y="725"/>
                  </a:cubicBezTo>
                  <a:cubicBezTo>
                    <a:pt x="312" y="723"/>
                    <a:pt x="311" y="721"/>
                    <a:pt x="308" y="718"/>
                  </a:cubicBezTo>
                  <a:cubicBezTo>
                    <a:pt x="297" y="708"/>
                    <a:pt x="282" y="701"/>
                    <a:pt x="270" y="692"/>
                  </a:cubicBezTo>
                  <a:cubicBezTo>
                    <a:pt x="263" y="688"/>
                    <a:pt x="257" y="683"/>
                    <a:pt x="251" y="679"/>
                  </a:cubicBezTo>
                  <a:cubicBezTo>
                    <a:pt x="245" y="674"/>
                    <a:pt x="237" y="673"/>
                    <a:pt x="229" y="673"/>
                  </a:cubicBezTo>
                  <a:cubicBezTo>
                    <a:pt x="221" y="672"/>
                    <a:pt x="213" y="673"/>
                    <a:pt x="205" y="672"/>
                  </a:cubicBezTo>
                  <a:cubicBezTo>
                    <a:pt x="197" y="671"/>
                    <a:pt x="185" y="675"/>
                    <a:pt x="183" y="665"/>
                  </a:cubicBezTo>
                  <a:cubicBezTo>
                    <a:pt x="182" y="657"/>
                    <a:pt x="173" y="653"/>
                    <a:pt x="172" y="646"/>
                  </a:cubicBezTo>
                  <a:cubicBezTo>
                    <a:pt x="171" y="642"/>
                    <a:pt x="171" y="637"/>
                    <a:pt x="172" y="634"/>
                  </a:cubicBezTo>
                  <a:cubicBezTo>
                    <a:pt x="172" y="631"/>
                    <a:pt x="175" y="629"/>
                    <a:pt x="175" y="626"/>
                  </a:cubicBezTo>
                  <a:cubicBezTo>
                    <a:pt x="175" y="624"/>
                    <a:pt x="173" y="623"/>
                    <a:pt x="173" y="622"/>
                  </a:cubicBezTo>
                  <a:cubicBezTo>
                    <a:pt x="173" y="620"/>
                    <a:pt x="174" y="619"/>
                    <a:pt x="174" y="618"/>
                  </a:cubicBezTo>
                  <a:cubicBezTo>
                    <a:pt x="174" y="616"/>
                    <a:pt x="176" y="617"/>
                    <a:pt x="174" y="615"/>
                  </a:cubicBezTo>
                  <a:cubicBezTo>
                    <a:pt x="174" y="615"/>
                    <a:pt x="171" y="614"/>
                    <a:pt x="170" y="614"/>
                  </a:cubicBezTo>
                  <a:cubicBezTo>
                    <a:pt x="169" y="613"/>
                    <a:pt x="168" y="612"/>
                    <a:pt x="167" y="612"/>
                  </a:cubicBezTo>
                  <a:cubicBezTo>
                    <a:pt x="165" y="611"/>
                    <a:pt x="165" y="612"/>
                    <a:pt x="163" y="612"/>
                  </a:cubicBezTo>
                  <a:cubicBezTo>
                    <a:pt x="157" y="612"/>
                    <a:pt x="155" y="606"/>
                    <a:pt x="149" y="611"/>
                  </a:cubicBezTo>
                  <a:cubicBezTo>
                    <a:pt x="147" y="613"/>
                    <a:pt x="145" y="615"/>
                    <a:pt x="142" y="611"/>
                  </a:cubicBezTo>
                  <a:cubicBezTo>
                    <a:pt x="140" y="608"/>
                    <a:pt x="143" y="607"/>
                    <a:pt x="142" y="604"/>
                  </a:cubicBezTo>
                  <a:cubicBezTo>
                    <a:pt x="140" y="600"/>
                    <a:pt x="131" y="599"/>
                    <a:pt x="131" y="594"/>
                  </a:cubicBezTo>
                  <a:cubicBezTo>
                    <a:pt x="130" y="589"/>
                    <a:pt x="126" y="586"/>
                    <a:pt x="124" y="581"/>
                  </a:cubicBezTo>
                  <a:cubicBezTo>
                    <a:pt x="122" y="576"/>
                    <a:pt x="124" y="569"/>
                    <a:pt x="120" y="564"/>
                  </a:cubicBezTo>
                  <a:cubicBezTo>
                    <a:pt x="115" y="559"/>
                    <a:pt x="116" y="550"/>
                    <a:pt x="112" y="544"/>
                  </a:cubicBezTo>
                  <a:cubicBezTo>
                    <a:pt x="110" y="542"/>
                    <a:pt x="110" y="538"/>
                    <a:pt x="109" y="535"/>
                  </a:cubicBezTo>
                  <a:cubicBezTo>
                    <a:pt x="109" y="532"/>
                    <a:pt x="106" y="529"/>
                    <a:pt x="104" y="527"/>
                  </a:cubicBezTo>
                  <a:cubicBezTo>
                    <a:pt x="101" y="525"/>
                    <a:pt x="98" y="526"/>
                    <a:pt x="96" y="525"/>
                  </a:cubicBezTo>
                  <a:cubicBezTo>
                    <a:pt x="92" y="523"/>
                    <a:pt x="95" y="519"/>
                    <a:pt x="93" y="516"/>
                  </a:cubicBezTo>
                  <a:cubicBezTo>
                    <a:pt x="92" y="514"/>
                    <a:pt x="90" y="512"/>
                    <a:pt x="87" y="512"/>
                  </a:cubicBezTo>
                  <a:cubicBezTo>
                    <a:pt x="85" y="511"/>
                    <a:pt x="80" y="511"/>
                    <a:pt x="79" y="509"/>
                  </a:cubicBezTo>
                  <a:cubicBezTo>
                    <a:pt x="78" y="507"/>
                    <a:pt x="76" y="506"/>
                    <a:pt x="75" y="504"/>
                  </a:cubicBezTo>
                  <a:cubicBezTo>
                    <a:pt x="74" y="502"/>
                    <a:pt x="74" y="499"/>
                    <a:pt x="73" y="497"/>
                  </a:cubicBezTo>
                  <a:cubicBezTo>
                    <a:pt x="72" y="497"/>
                    <a:pt x="71" y="498"/>
                    <a:pt x="69" y="497"/>
                  </a:cubicBezTo>
                  <a:cubicBezTo>
                    <a:pt x="68" y="496"/>
                    <a:pt x="68" y="495"/>
                    <a:pt x="66" y="494"/>
                  </a:cubicBezTo>
                  <a:cubicBezTo>
                    <a:pt x="64" y="492"/>
                    <a:pt x="64" y="490"/>
                    <a:pt x="64" y="487"/>
                  </a:cubicBezTo>
                  <a:cubicBezTo>
                    <a:pt x="63" y="483"/>
                    <a:pt x="62" y="483"/>
                    <a:pt x="60" y="480"/>
                  </a:cubicBezTo>
                  <a:cubicBezTo>
                    <a:pt x="59" y="478"/>
                    <a:pt x="56" y="476"/>
                    <a:pt x="55" y="474"/>
                  </a:cubicBezTo>
                  <a:cubicBezTo>
                    <a:pt x="52" y="471"/>
                    <a:pt x="48" y="471"/>
                    <a:pt x="46" y="467"/>
                  </a:cubicBezTo>
                  <a:cubicBezTo>
                    <a:pt x="44" y="464"/>
                    <a:pt x="40" y="465"/>
                    <a:pt x="37" y="464"/>
                  </a:cubicBezTo>
                  <a:cubicBezTo>
                    <a:pt x="34" y="463"/>
                    <a:pt x="32" y="460"/>
                    <a:pt x="28" y="460"/>
                  </a:cubicBezTo>
                  <a:cubicBezTo>
                    <a:pt x="26" y="460"/>
                    <a:pt x="23" y="462"/>
                    <a:pt x="21" y="462"/>
                  </a:cubicBezTo>
                  <a:cubicBezTo>
                    <a:pt x="18" y="461"/>
                    <a:pt x="16" y="458"/>
                    <a:pt x="13" y="458"/>
                  </a:cubicBezTo>
                  <a:cubicBezTo>
                    <a:pt x="10" y="457"/>
                    <a:pt x="7" y="458"/>
                    <a:pt x="4" y="457"/>
                  </a:cubicBezTo>
                  <a:cubicBezTo>
                    <a:pt x="3" y="456"/>
                    <a:pt x="1" y="452"/>
                    <a:pt x="1" y="451"/>
                  </a:cubicBezTo>
                  <a:cubicBezTo>
                    <a:pt x="0" y="445"/>
                    <a:pt x="7" y="439"/>
                    <a:pt x="12" y="435"/>
                  </a:cubicBezTo>
                  <a:cubicBezTo>
                    <a:pt x="13" y="434"/>
                    <a:pt x="10" y="431"/>
                    <a:pt x="13" y="429"/>
                  </a:cubicBezTo>
                  <a:cubicBezTo>
                    <a:pt x="14" y="428"/>
                    <a:pt x="11" y="427"/>
                    <a:pt x="11" y="426"/>
                  </a:cubicBezTo>
                  <a:cubicBezTo>
                    <a:pt x="10" y="425"/>
                    <a:pt x="11" y="423"/>
                    <a:pt x="11" y="422"/>
                  </a:cubicBezTo>
                  <a:cubicBezTo>
                    <a:pt x="11" y="418"/>
                    <a:pt x="11" y="418"/>
                    <a:pt x="14" y="416"/>
                  </a:cubicBezTo>
                  <a:cubicBezTo>
                    <a:pt x="18" y="414"/>
                    <a:pt x="18" y="415"/>
                    <a:pt x="22" y="415"/>
                  </a:cubicBezTo>
                  <a:cubicBezTo>
                    <a:pt x="25" y="415"/>
                    <a:pt x="28" y="414"/>
                    <a:pt x="31" y="414"/>
                  </a:cubicBezTo>
                  <a:cubicBezTo>
                    <a:pt x="32" y="414"/>
                    <a:pt x="31" y="413"/>
                    <a:pt x="32" y="413"/>
                  </a:cubicBezTo>
                  <a:cubicBezTo>
                    <a:pt x="33" y="413"/>
                    <a:pt x="33" y="414"/>
                    <a:pt x="34" y="414"/>
                  </a:cubicBezTo>
                  <a:cubicBezTo>
                    <a:pt x="34" y="414"/>
                    <a:pt x="35" y="414"/>
                    <a:pt x="36" y="415"/>
                  </a:cubicBezTo>
                  <a:cubicBezTo>
                    <a:pt x="36" y="415"/>
                    <a:pt x="37" y="413"/>
                    <a:pt x="38" y="414"/>
                  </a:cubicBezTo>
                  <a:cubicBezTo>
                    <a:pt x="41" y="414"/>
                    <a:pt x="41" y="418"/>
                    <a:pt x="43" y="419"/>
                  </a:cubicBezTo>
                  <a:cubicBezTo>
                    <a:pt x="47" y="422"/>
                    <a:pt x="48" y="418"/>
                    <a:pt x="51" y="417"/>
                  </a:cubicBezTo>
                  <a:cubicBezTo>
                    <a:pt x="53" y="415"/>
                    <a:pt x="57" y="417"/>
                    <a:pt x="60" y="415"/>
                  </a:cubicBezTo>
                  <a:cubicBezTo>
                    <a:pt x="62" y="414"/>
                    <a:pt x="64" y="412"/>
                    <a:pt x="65" y="410"/>
                  </a:cubicBezTo>
                  <a:cubicBezTo>
                    <a:pt x="71" y="404"/>
                    <a:pt x="69" y="390"/>
                    <a:pt x="69" y="382"/>
                  </a:cubicBezTo>
                  <a:cubicBezTo>
                    <a:pt x="68" y="369"/>
                    <a:pt x="64" y="356"/>
                    <a:pt x="65" y="343"/>
                  </a:cubicBezTo>
                  <a:cubicBezTo>
                    <a:pt x="66" y="338"/>
                    <a:pt x="67" y="333"/>
                    <a:pt x="69" y="328"/>
                  </a:cubicBezTo>
                  <a:cubicBezTo>
                    <a:pt x="72" y="322"/>
                    <a:pt x="73" y="316"/>
                    <a:pt x="76" y="310"/>
                  </a:cubicBezTo>
                  <a:cubicBezTo>
                    <a:pt x="82" y="302"/>
                    <a:pt x="79" y="295"/>
                    <a:pt x="77" y="286"/>
                  </a:cubicBezTo>
                  <a:cubicBezTo>
                    <a:pt x="76" y="282"/>
                    <a:pt x="76" y="281"/>
                    <a:pt x="78" y="278"/>
                  </a:cubicBezTo>
                  <a:cubicBezTo>
                    <a:pt x="79" y="275"/>
                    <a:pt x="81" y="272"/>
                    <a:pt x="83" y="268"/>
                  </a:cubicBezTo>
                  <a:cubicBezTo>
                    <a:pt x="84" y="266"/>
                    <a:pt x="90" y="259"/>
                    <a:pt x="94" y="259"/>
                  </a:cubicBezTo>
                  <a:cubicBezTo>
                    <a:pt x="96" y="259"/>
                    <a:pt x="99" y="262"/>
                    <a:pt x="100" y="263"/>
                  </a:cubicBezTo>
                  <a:cubicBezTo>
                    <a:pt x="102" y="265"/>
                    <a:pt x="104" y="267"/>
                    <a:pt x="105" y="269"/>
                  </a:cubicBezTo>
                  <a:cubicBezTo>
                    <a:pt x="105" y="269"/>
                    <a:pt x="115" y="273"/>
                    <a:pt x="114" y="257"/>
                  </a:cubicBezTo>
                  <a:cubicBezTo>
                    <a:pt x="114" y="241"/>
                    <a:pt x="114" y="249"/>
                    <a:pt x="116" y="244"/>
                  </a:cubicBezTo>
                  <a:cubicBezTo>
                    <a:pt x="117" y="238"/>
                    <a:pt x="117" y="237"/>
                    <a:pt x="115" y="232"/>
                  </a:cubicBezTo>
                  <a:cubicBezTo>
                    <a:pt x="114" y="226"/>
                    <a:pt x="115" y="218"/>
                    <a:pt x="117" y="211"/>
                  </a:cubicBezTo>
                  <a:cubicBezTo>
                    <a:pt x="119" y="203"/>
                    <a:pt x="119" y="202"/>
                    <a:pt x="118" y="198"/>
                  </a:cubicBezTo>
                  <a:cubicBezTo>
                    <a:pt x="117" y="195"/>
                    <a:pt x="120" y="192"/>
                    <a:pt x="124" y="188"/>
                  </a:cubicBezTo>
                  <a:cubicBezTo>
                    <a:pt x="128" y="184"/>
                    <a:pt x="132" y="178"/>
                    <a:pt x="134" y="175"/>
                  </a:cubicBezTo>
                  <a:cubicBezTo>
                    <a:pt x="135" y="172"/>
                    <a:pt x="141" y="165"/>
                    <a:pt x="144" y="163"/>
                  </a:cubicBezTo>
                  <a:cubicBezTo>
                    <a:pt x="148" y="162"/>
                    <a:pt x="155" y="154"/>
                    <a:pt x="158" y="149"/>
                  </a:cubicBezTo>
                  <a:cubicBezTo>
                    <a:pt x="160" y="144"/>
                    <a:pt x="171" y="133"/>
                    <a:pt x="173" y="131"/>
                  </a:cubicBezTo>
                  <a:cubicBezTo>
                    <a:pt x="174" y="130"/>
                    <a:pt x="177" y="121"/>
                    <a:pt x="176" y="112"/>
                  </a:cubicBezTo>
                  <a:cubicBezTo>
                    <a:pt x="175" y="103"/>
                    <a:pt x="187" y="87"/>
                    <a:pt x="193" y="87"/>
                  </a:cubicBezTo>
                  <a:cubicBezTo>
                    <a:pt x="200" y="87"/>
                    <a:pt x="202" y="78"/>
                    <a:pt x="201" y="73"/>
                  </a:cubicBezTo>
                  <a:cubicBezTo>
                    <a:pt x="199" y="67"/>
                    <a:pt x="199" y="56"/>
                    <a:pt x="199" y="56"/>
                  </a:cubicBezTo>
                  <a:lnTo>
                    <a:pt x="206" y="42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4" name="Freeform 125">
              <a:extLst>
                <a:ext uri="{FF2B5EF4-FFF2-40B4-BE49-F238E27FC236}">
                  <a16:creationId xmlns:a16="http://schemas.microsoft.com/office/drawing/2014/main" id="{C2D23BAF-20B8-499C-95B3-FD5D691A7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8938" y="827088"/>
              <a:ext cx="12700" cy="12700"/>
            </a:xfrm>
            <a:custGeom>
              <a:avLst/>
              <a:gdLst>
                <a:gd name="T0" fmla="*/ 11 w 11"/>
                <a:gd name="T1" fmla="*/ 3 h 11"/>
                <a:gd name="T2" fmla="*/ 5 w 11"/>
                <a:gd name="T3" fmla="*/ 6 h 11"/>
                <a:gd name="T4" fmla="*/ 2 w 11"/>
                <a:gd name="T5" fmla="*/ 9 h 11"/>
                <a:gd name="T6" fmla="*/ 2 w 11"/>
                <a:gd name="T7" fmla="*/ 11 h 11"/>
                <a:gd name="T8" fmla="*/ 9 w 11"/>
                <a:gd name="T9" fmla="*/ 8 h 11"/>
                <a:gd name="T10" fmla="*/ 10 w 11"/>
                <a:gd name="T11" fmla="*/ 5 h 11"/>
                <a:gd name="T12" fmla="*/ 11 w 11"/>
                <a:gd name="T13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>
                  <a:moveTo>
                    <a:pt x="11" y="3"/>
                  </a:moveTo>
                  <a:cubicBezTo>
                    <a:pt x="7" y="0"/>
                    <a:pt x="7" y="4"/>
                    <a:pt x="5" y="6"/>
                  </a:cubicBezTo>
                  <a:cubicBezTo>
                    <a:pt x="5" y="7"/>
                    <a:pt x="3" y="7"/>
                    <a:pt x="2" y="9"/>
                  </a:cubicBezTo>
                  <a:cubicBezTo>
                    <a:pt x="1" y="10"/>
                    <a:pt x="0" y="10"/>
                    <a:pt x="2" y="11"/>
                  </a:cubicBezTo>
                  <a:cubicBezTo>
                    <a:pt x="4" y="10"/>
                    <a:pt x="7" y="9"/>
                    <a:pt x="9" y="8"/>
                  </a:cubicBezTo>
                  <a:cubicBezTo>
                    <a:pt x="11" y="6"/>
                    <a:pt x="9" y="6"/>
                    <a:pt x="10" y="5"/>
                  </a:cubicBezTo>
                  <a:cubicBezTo>
                    <a:pt x="10" y="4"/>
                    <a:pt x="10" y="3"/>
                    <a:pt x="11" y="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5" name="Freeform 126">
              <a:extLst>
                <a:ext uri="{FF2B5EF4-FFF2-40B4-BE49-F238E27FC236}">
                  <a16:creationId xmlns:a16="http://schemas.microsoft.com/office/drawing/2014/main" id="{10DEC133-44ED-443D-9ACC-E0F0B9B44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125" y="896938"/>
              <a:ext cx="22225" cy="17463"/>
            </a:xfrm>
            <a:custGeom>
              <a:avLst/>
              <a:gdLst>
                <a:gd name="T0" fmla="*/ 17 w 20"/>
                <a:gd name="T1" fmla="*/ 4 h 16"/>
                <a:gd name="T2" fmla="*/ 13 w 20"/>
                <a:gd name="T3" fmla="*/ 1 h 16"/>
                <a:gd name="T4" fmla="*/ 6 w 20"/>
                <a:gd name="T5" fmla="*/ 0 h 16"/>
                <a:gd name="T6" fmla="*/ 1 w 20"/>
                <a:gd name="T7" fmla="*/ 3 h 16"/>
                <a:gd name="T8" fmla="*/ 0 w 20"/>
                <a:gd name="T9" fmla="*/ 10 h 16"/>
                <a:gd name="T10" fmla="*/ 5 w 20"/>
                <a:gd name="T11" fmla="*/ 10 h 16"/>
                <a:gd name="T12" fmla="*/ 9 w 20"/>
                <a:gd name="T13" fmla="*/ 16 h 16"/>
                <a:gd name="T14" fmla="*/ 13 w 20"/>
                <a:gd name="T15" fmla="*/ 13 h 16"/>
                <a:gd name="T16" fmla="*/ 17 w 20"/>
                <a:gd name="T17" fmla="*/ 8 h 16"/>
                <a:gd name="T18" fmla="*/ 17 w 20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16">
                  <a:moveTo>
                    <a:pt x="17" y="4"/>
                  </a:moveTo>
                  <a:cubicBezTo>
                    <a:pt x="16" y="4"/>
                    <a:pt x="14" y="1"/>
                    <a:pt x="13" y="1"/>
                  </a:cubicBezTo>
                  <a:cubicBezTo>
                    <a:pt x="12" y="0"/>
                    <a:pt x="8" y="1"/>
                    <a:pt x="6" y="0"/>
                  </a:cubicBezTo>
                  <a:cubicBezTo>
                    <a:pt x="2" y="0"/>
                    <a:pt x="2" y="0"/>
                    <a:pt x="1" y="3"/>
                  </a:cubicBezTo>
                  <a:cubicBezTo>
                    <a:pt x="0" y="4"/>
                    <a:pt x="0" y="9"/>
                    <a:pt x="0" y="10"/>
                  </a:cubicBezTo>
                  <a:cubicBezTo>
                    <a:pt x="1" y="14"/>
                    <a:pt x="3" y="10"/>
                    <a:pt x="5" y="10"/>
                  </a:cubicBezTo>
                  <a:cubicBezTo>
                    <a:pt x="9" y="11"/>
                    <a:pt x="8" y="15"/>
                    <a:pt x="9" y="16"/>
                  </a:cubicBezTo>
                  <a:cubicBezTo>
                    <a:pt x="9" y="15"/>
                    <a:pt x="14" y="9"/>
                    <a:pt x="13" y="13"/>
                  </a:cubicBezTo>
                  <a:cubicBezTo>
                    <a:pt x="15" y="11"/>
                    <a:pt x="16" y="10"/>
                    <a:pt x="17" y="8"/>
                  </a:cubicBezTo>
                  <a:cubicBezTo>
                    <a:pt x="20" y="6"/>
                    <a:pt x="20" y="7"/>
                    <a:pt x="17" y="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6" name="Freeform 127">
              <a:extLst>
                <a:ext uri="{FF2B5EF4-FFF2-40B4-BE49-F238E27FC236}">
                  <a16:creationId xmlns:a16="http://schemas.microsoft.com/office/drawing/2014/main" id="{ED470FF7-46BE-4B44-821C-D5C98019CB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9225" y="642938"/>
              <a:ext cx="277813" cy="525463"/>
            </a:xfrm>
            <a:custGeom>
              <a:avLst/>
              <a:gdLst>
                <a:gd name="T0" fmla="*/ 91 w 246"/>
                <a:gd name="T1" fmla="*/ 344 h 465"/>
                <a:gd name="T2" fmla="*/ 48 w 246"/>
                <a:gd name="T3" fmla="*/ 304 h 465"/>
                <a:gd name="T4" fmla="*/ 23 w 246"/>
                <a:gd name="T5" fmla="*/ 274 h 465"/>
                <a:gd name="T6" fmla="*/ 2 w 246"/>
                <a:gd name="T7" fmla="*/ 217 h 465"/>
                <a:gd name="T8" fmla="*/ 34 w 246"/>
                <a:gd name="T9" fmla="*/ 182 h 465"/>
                <a:gd name="T10" fmla="*/ 47 w 246"/>
                <a:gd name="T11" fmla="*/ 165 h 465"/>
                <a:gd name="T12" fmla="*/ 51 w 246"/>
                <a:gd name="T13" fmla="*/ 120 h 465"/>
                <a:gd name="T14" fmla="*/ 51 w 246"/>
                <a:gd name="T15" fmla="*/ 64 h 465"/>
                <a:gd name="T16" fmla="*/ 66 w 246"/>
                <a:gd name="T17" fmla="*/ 34 h 465"/>
                <a:gd name="T18" fmla="*/ 96 w 246"/>
                <a:gd name="T19" fmla="*/ 11 h 465"/>
                <a:gd name="T20" fmla="*/ 124 w 246"/>
                <a:gd name="T21" fmla="*/ 2 h 465"/>
                <a:gd name="T22" fmla="*/ 152 w 246"/>
                <a:gd name="T23" fmla="*/ 5 h 465"/>
                <a:gd name="T24" fmla="*/ 170 w 246"/>
                <a:gd name="T25" fmla="*/ 28 h 465"/>
                <a:gd name="T26" fmla="*/ 192 w 246"/>
                <a:gd name="T27" fmla="*/ 26 h 465"/>
                <a:gd name="T28" fmla="*/ 218 w 246"/>
                <a:gd name="T29" fmla="*/ 36 h 465"/>
                <a:gd name="T30" fmla="*/ 191 w 246"/>
                <a:gd name="T31" fmla="*/ 66 h 465"/>
                <a:gd name="T32" fmla="*/ 203 w 246"/>
                <a:gd name="T33" fmla="*/ 106 h 465"/>
                <a:gd name="T34" fmla="*/ 220 w 246"/>
                <a:gd name="T35" fmla="*/ 139 h 465"/>
                <a:gd name="T36" fmla="*/ 203 w 246"/>
                <a:gd name="T37" fmla="*/ 168 h 465"/>
                <a:gd name="T38" fmla="*/ 185 w 246"/>
                <a:gd name="T39" fmla="*/ 188 h 465"/>
                <a:gd name="T40" fmla="*/ 155 w 246"/>
                <a:gd name="T41" fmla="*/ 209 h 465"/>
                <a:gd name="T42" fmla="*/ 195 w 246"/>
                <a:gd name="T43" fmla="*/ 246 h 465"/>
                <a:gd name="T44" fmla="*/ 218 w 246"/>
                <a:gd name="T45" fmla="*/ 254 h 465"/>
                <a:gd name="T46" fmla="*/ 242 w 246"/>
                <a:gd name="T47" fmla="*/ 277 h 465"/>
                <a:gd name="T48" fmla="*/ 236 w 246"/>
                <a:gd name="T49" fmla="*/ 327 h 465"/>
                <a:gd name="T50" fmla="*/ 186 w 246"/>
                <a:gd name="T51" fmla="*/ 362 h 465"/>
                <a:gd name="T52" fmla="*/ 162 w 246"/>
                <a:gd name="T53" fmla="*/ 382 h 465"/>
                <a:gd name="T54" fmla="*/ 141 w 246"/>
                <a:gd name="T55" fmla="*/ 457 h 465"/>
                <a:gd name="T56" fmla="*/ 35 w 246"/>
                <a:gd name="T57" fmla="*/ 269 h 465"/>
                <a:gd name="T58" fmla="*/ 59 w 246"/>
                <a:gd name="T59" fmla="*/ 310 h 465"/>
                <a:gd name="T60" fmla="*/ 102 w 246"/>
                <a:gd name="T61" fmla="*/ 350 h 465"/>
                <a:gd name="T62" fmla="*/ 142 w 246"/>
                <a:gd name="T63" fmla="*/ 446 h 465"/>
                <a:gd name="T64" fmla="*/ 157 w 246"/>
                <a:gd name="T65" fmla="*/ 372 h 465"/>
                <a:gd name="T66" fmla="*/ 181 w 246"/>
                <a:gd name="T67" fmla="*/ 351 h 465"/>
                <a:gd name="T68" fmla="*/ 203 w 246"/>
                <a:gd name="T69" fmla="*/ 332 h 465"/>
                <a:gd name="T70" fmla="*/ 231 w 246"/>
                <a:gd name="T71" fmla="*/ 294 h 465"/>
                <a:gd name="T72" fmla="*/ 227 w 246"/>
                <a:gd name="T73" fmla="*/ 271 h 465"/>
                <a:gd name="T74" fmla="*/ 209 w 246"/>
                <a:gd name="T75" fmla="*/ 251 h 465"/>
                <a:gd name="T76" fmla="*/ 168 w 246"/>
                <a:gd name="T77" fmla="*/ 242 h 465"/>
                <a:gd name="T78" fmla="*/ 172 w 246"/>
                <a:gd name="T79" fmla="*/ 182 h 465"/>
                <a:gd name="T80" fmla="*/ 194 w 246"/>
                <a:gd name="T81" fmla="*/ 164 h 465"/>
                <a:gd name="T82" fmla="*/ 203 w 246"/>
                <a:gd name="T83" fmla="*/ 148 h 465"/>
                <a:gd name="T84" fmla="*/ 193 w 246"/>
                <a:gd name="T85" fmla="*/ 111 h 465"/>
                <a:gd name="T86" fmla="*/ 191 w 246"/>
                <a:gd name="T87" fmla="*/ 56 h 465"/>
                <a:gd name="T88" fmla="*/ 206 w 246"/>
                <a:gd name="T89" fmla="*/ 26 h 465"/>
                <a:gd name="T90" fmla="*/ 185 w 246"/>
                <a:gd name="T91" fmla="*/ 39 h 465"/>
                <a:gd name="T92" fmla="*/ 157 w 246"/>
                <a:gd name="T93" fmla="*/ 30 h 465"/>
                <a:gd name="T94" fmla="*/ 135 w 246"/>
                <a:gd name="T95" fmla="*/ 9 h 465"/>
                <a:gd name="T96" fmla="*/ 110 w 246"/>
                <a:gd name="T97" fmla="*/ 16 h 465"/>
                <a:gd name="T98" fmla="*/ 78 w 246"/>
                <a:gd name="T99" fmla="*/ 33 h 465"/>
                <a:gd name="T100" fmla="*/ 59 w 246"/>
                <a:gd name="T101" fmla="*/ 77 h 465"/>
                <a:gd name="T102" fmla="*/ 61 w 246"/>
                <a:gd name="T103" fmla="*/ 133 h 465"/>
                <a:gd name="T104" fmla="*/ 56 w 246"/>
                <a:gd name="T105" fmla="*/ 163 h 465"/>
                <a:gd name="T106" fmla="*/ 42 w 246"/>
                <a:gd name="T107" fmla="*/ 189 h 465"/>
                <a:gd name="T108" fmla="*/ 11 w 246"/>
                <a:gd name="T109" fmla="*/ 215 h 465"/>
                <a:gd name="T110" fmla="*/ 23 w 246"/>
                <a:gd name="T111" fmla="*/ 264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46" h="465">
                  <a:moveTo>
                    <a:pt x="123" y="465"/>
                  </a:moveTo>
                  <a:cubicBezTo>
                    <a:pt x="122" y="465"/>
                    <a:pt x="121" y="464"/>
                    <a:pt x="121" y="464"/>
                  </a:cubicBezTo>
                  <a:cubicBezTo>
                    <a:pt x="120" y="463"/>
                    <a:pt x="119" y="462"/>
                    <a:pt x="118" y="461"/>
                  </a:cubicBezTo>
                  <a:cubicBezTo>
                    <a:pt x="111" y="429"/>
                    <a:pt x="103" y="396"/>
                    <a:pt x="96" y="364"/>
                  </a:cubicBezTo>
                  <a:cubicBezTo>
                    <a:pt x="94" y="355"/>
                    <a:pt x="94" y="355"/>
                    <a:pt x="94" y="355"/>
                  </a:cubicBezTo>
                  <a:cubicBezTo>
                    <a:pt x="94" y="354"/>
                    <a:pt x="93" y="353"/>
                    <a:pt x="93" y="351"/>
                  </a:cubicBezTo>
                  <a:cubicBezTo>
                    <a:pt x="93" y="349"/>
                    <a:pt x="92" y="345"/>
                    <a:pt x="91" y="344"/>
                  </a:cubicBezTo>
                  <a:cubicBezTo>
                    <a:pt x="90" y="342"/>
                    <a:pt x="87" y="340"/>
                    <a:pt x="84" y="338"/>
                  </a:cubicBezTo>
                  <a:cubicBezTo>
                    <a:pt x="83" y="338"/>
                    <a:pt x="82" y="337"/>
                    <a:pt x="81" y="337"/>
                  </a:cubicBezTo>
                  <a:cubicBezTo>
                    <a:pt x="73" y="331"/>
                    <a:pt x="73" y="331"/>
                    <a:pt x="73" y="331"/>
                  </a:cubicBezTo>
                  <a:cubicBezTo>
                    <a:pt x="69" y="328"/>
                    <a:pt x="64" y="325"/>
                    <a:pt x="60" y="322"/>
                  </a:cubicBezTo>
                  <a:cubicBezTo>
                    <a:pt x="57" y="320"/>
                    <a:pt x="57" y="320"/>
                    <a:pt x="57" y="320"/>
                  </a:cubicBezTo>
                  <a:cubicBezTo>
                    <a:pt x="55" y="319"/>
                    <a:pt x="54" y="318"/>
                    <a:pt x="53" y="317"/>
                  </a:cubicBezTo>
                  <a:cubicBezTo>
                    <a:pt x="49" y="314"/>
                    <a:pt x="49" y="308"/>
                    <a:pt x="48" y="304"/>
                  </a:cubicBezTo>
                  <a:cubicBezTo>
                    <a:pt x="48" y="303"/>
                    <a:pt x="48" y="302"/>
                    <a:pt x="48" y="302"/>
                  </a:cubicBezTo>
                  <a:cubicBezTo>
                    <a:pt x="48" y="296"/>
                    <a:pt x="46" y="293"/>
                    <a:pt x="43" y="289"/>
                  </a:cubicBezTo>
                  <a:cubicBezTo>
                    <a:pt x="41" y="285"/>
                    <a:pt x="41" y="285"/>
                    <a:pt x="41" y="285"/>
                  </a:cubicBezTo>
                  <a:cubicBezTo>
                    <a:pt x="40" y="283"/>
                    <a:pt x="38" y="281"/>
                    <a:pt x="37" y="280"/>
                  </a:cubicBezTo>
                  <a:cubicBezTo>
                    <a:pt x="37" y="279"/>
                    <a:pt x="36" y="279"/>
                    <a:pt x="35" y="279"/>
                  </a:cubicBezTo>
                  <a:cubicBezTo>
                    <a:pt x="33" y="279"/>
                    <a:pt x="31" y="278"/>
                    <a:pt x="30" y="277"/>
                  </a:cubicBezTo>
                  <a:cubicBezTo>
                    <a:pt x="27" y="276"/>
                    <a:pt x="26" y="275"/>
                    <a:pt x="23" y="274"/>
                  </a:cubicBezTo>
                  <a:cubicBezTo>
                    <a:pt x="18" y="273"/>
                    <a:pt x="15" y="271"/>
                    <a:pt x="14" y="265"/>
                  </a:cubicBezTo>
                  <a:cubicBezTo>
                    <a:pt x="14" y="263"/>
                    <a:pt x="14" y="261"/>
                    <a:pt x="14" y="260"/>
                  </a:cubicBezTo>
                  <a:cubicBezTo>
                    <a:pt x="14" y="258"/>
                    <a:pt x="14" y="256"/>
                    <a:pt x="14" y="255"/>
                  </a:cubicBezTo>
                  <a:cubicBezTo>
                    <a:pt x="13" y="253"/>
                    <a:pt x="12" y="252"/>
                    <a:pt x="11" y="250"/>
                  </a:cubicBezTo>
                  <a:cubicBezTo>
                    <a:pt x="9" y="247"/>
                    <a:pt x="6" y="244"/>
                    <a:pt x="5" y="241"/>
                  </a:cubicBezTo>
                  <a:cubicBezTo>
                    <a:pt x="3" y="234"/>
                    <a:pt x="0" y="227"/>
                    <a:pt x="2" y="220"/>
                  </a:cubicBezTo>
                  <a:cubicBezTo>
                    <a:pt x="2" y="219"/>
                    <a:pt x="2" y="218"/>
                    <a:pt x="2" y="217"/>
                  </a:cubicBezTo>
                  <a:cubicBezTo>
                    <a:pt x="2" y="216"/>
                    <a:pt x="2" y="214"/>
                    <a:pt x="2" y="213"/>
                  </a:cubicBezTo>
                  <a:cubicBezTo>
                    <a:pt x="4" y="208"/>
                    <a:pt x="8" y="205"/>
                    <a:pt x="12" y="202"/>
                  </a:cubicBezTo>
                  <a:cubicBezTo>
                    <a:pt x="14" y="200"/>
                    <a:pt x="16" y="200"/>
                    <a:pt x="17" y="199"/>
                  </a:cubicBezTo>
                  <a:cubicBezTo>
                    <a:pt x="19" y="199"/>
                    <a:pt x="19" y="199"/>
                    <a:pt x="19" y="198"/>
                  </a:cubicBezTo>
                  <a:cubicBezTo>
                    <a:pt x="19" y="198"/>
                    <a:pt x="20" y="197"/>
                    <a:pt x="20" y="196"/>
                  </a:cubicBezTo>
                  <a:cubicBezTo>
                    <a:pt x="20" y="194"/>
                    <a:pt x="20" y="192"/>
                    <a:pt x="21" y="190"/>
                  </a:cubicBezTo>
                  <a:cubicBezTo>
                    <a:pt x="24" y="186"/>
                    <a:pt x="29" y="184"/>
                    <a:pt x="34" y="182"/>
                  </a:cubicBezTo>
                  <a:cubicBezTo>
                    <a:pt x="35" y="181"/>
                    <a:pt x="37" y="181"/>
                    <a:pt x="38" y="180"/>
                  </a:cubicBezTo>
                  <a:cubicBezTo>
                    <a:pt x="39" y="180"/>
                    <a:pt x="40" y="179"/>
                    <a:pt x="41" y="178"/>
                  </a:cubicBezTo>
                  <a:cubicBezTo>
                    <a:pt x="42" y="177"/>
                    <a:pt x="43" y="176"/>
                    <a:pt x="44" y="175"/>
                  </a:cubicBezTo>
                  <a:cubicBezTo>
                    <a:pt x="44" y="175"/>
                    <a:pt x="44" y="174"/>
                    <a:pt x="44" y="174"/>
                  </a:cubicBezTo>
                  <a:cubicBezTo>
                    <a:pt x="45" y="172"/>
                    <a:pt x="46" y="170"/>
                    <a:pt x="46" y="169"/>
                  </a:cubicBezTo>
                  <a:cubicBezTo>
                    <a:pt x="47" y="169"/>
                    <a:pt x="47" y="169"/>
                    <a:pt x="47" y="168"/>
                  </a:cubicBezTo>
                  <a:cubicBezTo>
                    <a:pt x="47" y="168"/>
                    <a:pt x="47" y="166"/>
                    <a:pt x="47" y="165"/>
                  </a:cubicBezTo>
                  <a:cubicBezTo>
                    <a:pt x="46" y="163"/>
                    <a:pt x="46" y="161"/>
                    <a:pt x="46" y="159"/>
                  </a:cubicBezTo>
                  <a:cubicBezTo>
                    <a:pt x="46" y="156"/>
                    <a:pt x="47" y="154"/>
                    <a:pt x="48" y="152"/>
                  </a:cubicBezTo>
                  <a:cubicBezTo>
                    <a:pt x="48" y="151"/>
                    <a:pt x="49" y="150"/>
                    <a:pt x="49" y="149"/>
                  </a:cubicBezTo>
                  <a:cubicBezTo>
                    <a:pt x="50" y="146"/>
                    <a:pt x="52" y="143"/>
                    <a:pt x="53" y="141"/>
                  </a:cubicBezTo>
                  <a:cubicBezTo>
                    <a:pt x="53" y="141"/>
                    <a:pt x="54" y="141"/>
                    <a:pt x="54" y="140"/>
                  </a:cubicBezTo>
                  <a:cubicBezTo>
                    <a:pt x="45" y="135"/>
                    <a:pt x="49" y="127"/>
                    <a:pt x="50" y="123"/>
                  </a:cubicBezTo>
                  <a:cubicBezTo>
                    <a:pt x="51" y="122"/>
                    <a:pt x="51" y="121"/>
                    <a:pt x="51" y="120"/>
                  </a:cubicBezTo>
                  <a:cubicBezTo>
                    <a:pt x="52" y="118"/>
                    <a:pt x="51" y="115"/>
                    <a:pt x="49" y="111"/>
                  </a:cubicBezTo>
                  <a:cubicBezTo>
                    <a:pt x="48" y="108"/>
                    <a:pt x="46" y="105"/>
                    <a:pt x="46" y="101"/>
                  </a:cubicBezTo>
                  <a:cubicBezTo>
                    <a:pt x="46" y="96"/>
                    <a:pt x="47" y="91"/>
                    <a:pt x="48" y="87"/>
                  </a:cubicBezTo>
                  <a:cubicBezTo>
                    <a:pt x="49" y="83"/>
                    <a:pt x="50" y="80"/>
                    <a:pt x="50" y="77"/>
                  </a:cubicBezTo>
                  <a:cubicBezTo>
                    <a:pt x="50" y="73"/>
                    <a:pt x="51" y="71"/>
                    <a:pt x="51" y="68"/>
                  </a:cubicBezTo>
                  <a:cubicBezTo>
                    <a:pt x="52" y="67"/>
                    <a:pt x="52" y="65"/>
                    <a:pt x="52" y="64"/>
                  </a:cubicBezTo>
                  <a:cubicBezTo>
                    <a:pt x="52" y="64"/>
                    <a:pt x="51" y="64"/>
                    <a:pt x="51" y="64"/>
                  </a:cubicBezTo>
                  <a:cubicBezTo>
                    <a:pt x="50" y="64"/>
                    <a:pt x="48" y="64"/>
                    <a:pt x="48" y="64"/>
                  </a:cubicBezTo>
                  <a:cubicBezTo>
                    <a:pt x="43" y="62"/>
                    <a:pt x="42" y="59"/>
                    <a:pt x="42" y="58"/>
                  </a:cubicBezTo>
                  <a:cubicBezTo>
                    <a:pt x="41" y="56"/>
                    <a:pt x="41" y="52"/>
                    <a:pt x="51" y="48"/>
                  </a:cubicBezTo>
                  <a:cubicBezTo>
                    <a:pt x="53" y="47"/>
                    <a:pt x="56" y="46"/>
                    <a:pt x="58" y="45"/>
                  </a:cubicBezTo>
                  <a:cubicBezTo>
                    <a:pt x="57" y="43"/>
                    <a:pt x="55" y="41"/>
                    <a:pt x="56" y="38"/>
                  </a:cubicBezTo>
                  <a:cubicBezTo>
                    <a:pt x="57" y="35"/>
                    <a:pt x="61" y="34"/>
                    <a:pt x="62" y="34"/>
                  </a:cubicBezTo>
                  <a:cubicBezTo>
                    <a:pt x="63" y="34"/>
                    <a:pt x="65" y="34"/>
                    <a:pt x="66" y="34"/>
                  </a:cubicBezTo>
                  <a:cubicBezTo>
                    <a:pt x="67" y="34"/>
                    <a:pt x="67" y="34"/>
                    <a:pt x="67" y="33"/>
                  </a:cubicBezTo>
                  <a:cubicBezTo>
                    <a:pt x="66" y="32"/>
                    <a:pt x="66" y="31"/>
                    <a:pt x="66" y="30"/>
                  </a:cubicBezTo>
                  <a:cubicBezTo>
                    <a:pt x="67" y="28"/>
                    <a:pt x="68" y="26"/>
                    <a:pt x="70" y="25"/>
                  </a:cubicBezTo>
                  <a:cubicBezTo>
                    <a:pt x="73" y="24"/>
                    <a:pt x="75" y="24"/>
                    <a:pt x="77" y="24"/>
                  </a:cubicBezTo>
                  <a:cubicBezTo>
                    <a:pt x="78" y="24"/>
                    <a:pt x="79" y="24"/>
                    <a:pt x="79" y="24"/>
                  </a:cubicBezTo>
                  <a:cubicBezTo>
                    <a:pt x="82" y="23"/>
                    <a:pt x="84" y="21"/>
                    <a:pt x="86" y="19"/>
                  </a:cubicBezTo>
                  <a:cubicBezTo>
                    <a:pt x="88" y="16"/>
                    <a:pt x="91" y="13"/>
                    <a:pt x="96" y="11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6" y="7"/>
                    <a:pt x="108" y="7"/>
                    <a:pt x="109" y="6"/>
                  </a:cubicBezTo>
                  <a:cubicBezTo>
                    <a:pt x="111" y="6"/>
                    <a:pt x="112" y="6"/>
                    <a:pt x="113" y="6"/>
                  </a:cubicBezTo>
                  <a:cubicBezTo>
                    <a:pt x="115" y="5"/>
                    <a:pt x="115" y="5"/>
                    <a:pt x="115" y="5"/>
                  </a:cubicBezTo>
                  <a:cubicBezTo>
                    <a:pt x="117" y="4"/>
                    <a:pt x="119" y="4"/>
                    <a:pt x="122" y="3"/>
                  </a:cubicBezTo>
                  <a:cubicBezTo>
                    <a:pt x="122" y="3"/>
                    <a:pt x="123" y="3"/>
                    <a:pt x="124" y="2"/>
                  </a:cubicBezTo>
                  <a:cubicBezTo>
                    <a:pt x="126" y="1"/>
                    <a:pt x="129" y="0"/>
                    <a:pt x="132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0"/>
                    <a:pt x="134" y="0"/>
                    <a:pt x="135" y="0"/>
                  </a:cubicBezTo>
                  <a:cubicBezTo>
                    <a:pt x="136" y="0"/>
                    <a:pt x="137" y="0"/>
                    <a:pt x="138" y="0"/>
                  </a:cubicBezTo>
                  <a:cubicBezTo>
                    <a:pt x="140" y="0"/>
                    <a:pt x="144" y="0"/>
                    <a:pt x="146" y="3"/>
                  </a:cubicBezTo>
                  <a:cubicBezTo>
                    <a:pt x="147" y="5"/>
                    <a:pt x="149" y="6"/>
                    <a:pt x="149" y="6"/>
                  </a:cubicBezTo>
                  <a:cubicBezTo>
                    <a:pt x="150" y="5"/>
                    <a:pt x="151" y="5"/>
                    <a:pt x="152" y="5"/>
                  </a:cubicBezTo>
                  <a:cubicBezTo>
                    <a:pt x="153" y="5"/>
                    <a:pt x="154" y="5"/>
                    <a:pt x="155" y="5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7" y="6"/>
                    <a:pt x="158" y="7"/>
                    <a:pt x="158" y="7"/>
                  </a:cubicBezTo>
                  <a:cubicBezTo>
                    <a:pt x="163" y="8"/>
                    <a:pt x="165" y="10"/>
                    <a:pt x="166" y="12"/>
                  </a:cubicBezTo>
                  <a:cubicBezTo>
                    <a:pt x="168" y="16"/>
                    <a:pt x="166" y="21"/>
                    <a:pt x="164" y="23"/>
                  </a:cubicBezTo>
                  <a:cubicBezTo>
                    <a:pt x="164" y="24"/>
                    <a:pt x="165" y="25"/>
                    <a:pt x="165" y="25"/>
                  </a:cubicBezTo>
                  <a:cubicBezTo>
                    <a:pt x="167" y="25"/>
                    <a:pt x="169" y="26"/>
                    <a:pt x="170" y="28"/>
                  </a:cubicBezTo>
                  <a:cubicBezTo>
                    <a:pt x="172" y="31"/>
                    <a:pt x="172" y="35"/>
                    <a:pt x="171" y="38"/>
                  </a:cubicBezTo>
                  <a:cubicBezTo>
                    <a:pt x="172" y="40"/>
                    <a:pt x="173" y="39"/>
                    <a:pt x="175" y="38"/>
                  </a:cubicBezTo>
                  <a:cubicBezTo>
                    <a:pt x="175" y="38"/>
                    <a:pt x="175" y="37"/>
                    <a:pt x="176" y="36"/>
                  </a:cubicBezTo>
                  <a:cubicBezTo>
                    <a:pt x="176" y="35"/>
                    <a:pt x="177" y="34"/>
                    <a:pt x="179" y="32"/>
                  </a:cubicBezTo>
                  <a:cubicBezTo>
                    <a:pt x="181" y="30"/>
                    <a:pt x="184" y="29"/>
                    <a:pt x="187" y="29"/>
                  </a:cubicBezTo>
                  <a:cubicBezTo>
                    <a:pt x="187" y="29"/>
                    <a:pt x="188" y="29"/>
                    <a:pt x="189" y="29"/>
                  </a:cubicBezTo>
                  <a:cubicBezTo>
                    <a:pt x="190" y="28"/>
                    <a:pt x="191" y="27"/>
                    <a:pt x="192" y="26"/>
                  </a:cubicBezTo>
                  <a:cubicBezTo>
                    <a:pt x="193" y="26"/>
                    <a:pt x="194" y="25"/>
                    <a:pt x="195" y="24"/>
                  </a:cubicBezTo>
                  <a:cubicBezTo>
                    <a:pt x="195" y="24"/>
                    <a:pt x="196" y="24"/>
                    <a:pt x="196" y="23"/>
                  </a:cubicBezTo>
                  <a:cubicBezTo>
                    <a:pt x="196" y="22"/>
                    <a:pt x="197" y="21"/>
                    <a:pt x="198" y="19"/>
                  </a:cubicBezTo>
                  <a:cubicBezTo>
                    <a:pt x="199" y="19"/>
                    <a:pt x="207" y="16"/>
                    <a:pt x="209" y="16"/>
                  </a:cubicBezTo>
                  <a:cubicBezTo>
                    <a:pt x="209" y="16"/>
                    <a:pt x="210" y="16"/>
                    <a:pt x="210" y="16"/>
                  </a:cubicBezTo>
                  <a:cubicBezTo>
                    <a:pt x="211" y="16"/>
                    <a:pt x="212" y="17"/>
                    <a:pt x="213" y="19"/>
                  </a:cubicBezTo>
                  <a:cubicBezTo>
                    <a:pt x="213" y="19"/>
                    <a:pt x="219" y="33"/>
                    <a:pt x="218" y="36"/>
                  </a:cubicBezTo>
                  <a:cubicBezTo>
                    <a:pt x="216" y="39"/>
                    <a:pt x="214" y="40"/>
                    <a:pt x="213" y="41"/>
                  </a:cubicBezTo>
                  <a:cubicBezTo>
                    <a:pt x="211" y="42"/>
                    <a:pt x="210" y="44"/>
                    <a:pt x="208" y="46"/>
                  </a:cubicBezTo>
                  <a:cubicBezTo>
                    <a:pt x="207" y="48"/>
                    <a:pt x="206" y="50"/>
                    <a:pt x="204" y="52"/>
                  </a:cubicBezTo>
                  <a:cubicBezTo>
                    <a:pt x="204" y="54"/>
                    <a:pt x="203" y="55"/>
                    <a:pt x="203" y="56"/>
                  </a:cubicBezTo>
                  <a:cubicBezTo>
                    <a:pt x="202" y="57"/>
                    <a:pt x="201" y="59"/>
                    <a:pt x="200" y="60"/>
                  </a:cubicBezTo>
                  <a:cubicBezTo>
                    <a:pt x="198" y="64"/>
                    <a:pt x="195" y="65"/>
                    <a:pt x="193" y="65"/>
                  </a:cubicBezTo>
                  <a:cubicBezTo>
                    <a:pt x="193" y="65"/>
                    <a:pt x="192" y="66"/>
                    <a:pt x="191" y="66"/>
                  </a:cubicBezTo>
                  <a:cubicBezTo>
                    <a:pt x="184" y="69"/>
                    <a:pt x="181" y="71"/>
                    <a:pt x="181" y="77"/>
                  </a:cubicBezTo>
                  <a:cubicBezTo>
                    <a:pt x="180" y="83"/>
                    <a:pt x="182" y="86"/>
                    <a:pt x="186" y="92"/>
                  </a:cubicBezTo>
                  <a:cubicBezTo>
                    <a:pt x="187" y="93"/>
                    <a:pt x="188" y="94"/>
                    <a:pt x="188" y="96"/>
                  </a:cubicBezTo>
                  <a:cubicBezTo>
                    <a:pt x="190" y="98"/>
                    <a:pt x="191" y="99"/>
                    <a:pt x="192" y="100"/>
                  </a:cubicBezTo>
                  <a:cubicBezTo>
                    <a:pt x="194" y="99"/>
                    <a:pt x="197" y="99"/>
                    <a:pt x="199" y="100"/>
                  </a:cubicBezTo>
                  <a:cubicBezTo>
                    <a:pt x="202" y="102"/>
                    <a:pt x="201" y="105"/>
                    <a:pt x="201" y="106"/>
                  </a:cubicBezTo>
                  <a:cubicBezTo>
                    <a:pt x="202" y="106"/>
                    <a:pt x="202" y="106"/>
                    <a:pt x="203" y="106"/>
                  </a:cubicBezTo>
                  <a:cubicBezTo>
                    <a:pt x="205" y="106"/>
                    <a:pt x="207" y="107"/>
                    <a:pt x="209" y="108"/>
                  </a:cubicBezTo>
                  <a:cubicBezTo>
                    <a:pt x="213" y="111"/>
                    <a:pt x="213" y="113"/>
                    <a:pt x="213" y="116"/>
                  </a:cubicBezTo>
                  <a:cubicBezTo>
                    <a:pt x="212" y="117"/>
                    <a:pt x="212" y="117"/>
                    <a:pt x="212" y="117"/>
                  </a:cubicBezTo>
                  <a:cubicBezTo>
                    <a:pt x="213" y="117"/>
                    <a:pt x="213" y="117"/>
                    <a:pt x="213" y="118"/>
                  </a:cubicBezTo>
                  <a:cubicBezTo>
                    <a:pt x="214" y="120"/>
                    <a:pt x="215" y="122"/>
                    <a:pt x="214" y="124"/>
                  </a:cubicBezTo>
                  <a:cubicBezTo>
                    <a:pt x="212" y="130"/>
                    <a:pt x="213" y="132"/>
                    <a:pt x="217" y="135"/>
                  </a:cubicBezTo>
                  <a:cubicBezTo>
                    <a:pt x="219" y="136"/>
                    <a:pt x="220" y="137"/>
                    <a:pt x="220" y="139"/>
                  </a:cubicBezTo>
                  <a:cubicBezTo>
                    <a:pt x="220" y="141"/>
                    <a:pt x="218" y="143"/>
                    <a:pt x="217" y="143"/>
                  </a:cubicBezTo>
                  <a:cubicBezTo>
                    <a:pt x="215" y="144"/>
                    <a:pt x="213" y="146"/>
                    <a:pt x="212" y="150"/>
                  </a:cubicBezTo>
                  <a:cubicBezTo>
                    <a:pt x="212" y="153"/>
                    <a:pt x="210" y="155"/>
                    <a:pt x="209" y="156"/>
                  </a:cubicBezTo>
                  <a:cubicBezTo>
                    <a:pt x="208" y="157"/>
                    <a:pt x="208" y="157"/>
                    <a:pt x="207" y="158"/>
                  </a:cubicBezTo>
                  <a:cubicBezTo>
                    <a:pt x="207" y="158"/>
                    <a:pt x="207" y="159"/>
                    <a:pt x="207" y="160"/>
                  </a:cubicBezTo>
                  <a:cubicBezTo>
                    <a:pt x="206" y="162"/>
                    <a:pt x="206" y="164"/>
                    <a:pt x="204" y="167"/>
                  </a:cubicBezTo>
                  <a:cubicBezTo>
                    <a:pt x="204" y="167"/>
                    <a:pt x="203" y="167"/>
                    <a:pt x="203" y="168"/>
                  </a:cubicBezTo>
                  <a:cubicBezTo>
                    <a:pt x="203" y="168"/>
                    <a:pt x="202" y="170"/>
                    <a:pt x="201" y="171"/>
                  </a:cubicBezTo>
                  <a:cubicBezTo>
                    <a:pt x="200" y="171"/>
                    <a:pt x="199" y="172"/>
                    <a:pt x="198" y="172"/>
                  </a:cubicBezTo>
                  <a:cubicBezTo>
                    <a:pt x="198" y="173"/>
                    <a:pt x="198" y="173"/>
                    <a:pt x="197" y="173"/>
                  </a:cubicBezTo>
                  <a:cubicBezTo>
                    <a:pt x="197" y="174"/>
                    <a:pt x="197" y="174"/>
                    <a:pt x="197" y="174"/>
                  </a:cubicBezTo>
                  <a:cubicBezTo>
                    <a:pt x="195" y="177"/>
                    <a:pt x="194" y="179"/>
                    <a:pt x="190" y="181"/>
                  </a:cubicBezTo>
                  <a:cubicBezTo>
                    <a:pt x="190" y="181"/>
                    <a:pt x="189" y="182"/>
                    <a:pt x="189" y="183"/>
                  </a:cubicBezTo>
                  <a:cubicBezTo>
                    <a:pt x="188" y="185"/>
                    <a:pt x="187" y="186"/>
                    <a:pt x="185" y="188"/>
                  </a:cubicBezTo>
                  <a:cubicBezTo>
                    <a:pt x="183" y="189"/>
                    <a:pt x="181" y="189"/>
                    <a:pt x="180" y="189"/>
                  </a:cubicBezTo>
                  <a:cubicBezTo>
                    <a:pt x="179" y="190"/>
                    <a:pt x="178" y="190"/>
                    <a:pt x="178" y="190"/>
                  </a:cubicBezTo>
                  <a:cubicBezTo>
                    <a:pt x="177" y="191"/>
                    <a:pt x="176" y="191"/>
                    <a:pt x="175" y="192"/>
                  </a:cubicBezTo>
                  <a:cubicBezTo>
                    <a:pt x="174" y="193"/>
                    <a:pt x="173" y="195"/>
                    <a:pt x="171" y="196"/>
                  </a:cubicBezTo>
                  <a:cubicBezTo>
                    <a:pt x="169" y="197"/>
                    <a:pt x="168" y="197"/>
                    <a:pt x="167" y="198"/>
                  </a:cubicBezTo>
                  <a:cubicBezTo>
                    <a:pt x="165" y="199"/>
                    <a:pt x="164" y="199"/>
                    <a:pt x="163" y="200"/>
                  </a:cubicBezTo>
                  <a:cubicBezTo>
                    <a:pt x="159" y="202"/>
                    <a:pt x="156" y="206"/>
                    <a:pt x="155" y="209"/>
                  </a:cubicBezTo>
                  <a:cubicBezTo>
                    <a:pt x="154" y="211"/>
                    <a:pt x="156" y="216"/>
                    <a:pt x="159" y="221"/>
                  </a:cubicBezTo>
                  <a:cubicBezTo>
                    <a:pt x="162" y="226"/>
                    <a:pt x="167" y="231"/>
                    <a:pt x="172" y="234"/>
                  </a:cubicBezTo>
                  <a:cubicBezTo>
                    <a:pt x="177" y="237"/>
                    <a:pt x="178" y="237"/>
                    <a:pt x="181" y="236"/>
                  </a:cubicBezTo>
                  <a:cubicBezTo>
                    <a:pt x="181" y="235"/>
                    <a:pt x="182" y="235"/>
                    <a:pt x="183" y="235"/>
                  </a:cubicBezTo>
                  <a:cubicBezTo>
                    <a:pt x="185" y="234"/>
                    <a:pt x="187" y="232"/>
                    <a:pt x="190" y="232"/>
                  </a:cubicBezTo>
                  <a:cubicBezTo>
                    <a:pt x="191" y="232"/>
                    <a:pt x="192" y="233"/>
                    <a:pt x="193" y="233"/>
                  </a:cubicBezTo>
                  <a:cubicBezTo>
                    <a:pt x="199" y="236"/>
                    <a:pt x="196" y="243"/>
                    <a:pt x="195" y="246"/>
                  </a:cubicBezTo>
                  <a:cubicBezTo>
                    <a:pt x="195" y="246"/>
                    <a:pt x="195" y="246"/>
                    <a:pt x="195" y="246"/>
                  </a:cubicBezTo>
                  <a:cubicBezTo>
                    <a:pt x="196" y="246"/>
                    <a:pt x="197" y="246"/>
                    <a:pt x="198" y="245"/>
                  </a:cubicBezTo>
                  <a:cubicBezTo>
                    <a:pt x="198" y="245"/>
                    <a:pt x="197" y="243"/>
                    <a:pt x="198" y="242"/>
                  </a:cubicBezTo>
                  <a:cubicBezTo>
                    <a:pt x="198" y="240"/>
                    <a:pt x="201" y="238"/>
                    <a:pt x="202" y="238"/>
                  </a:cubicBezTo>
                  <a:cubicBezTo>
                    <a:pt x="206" y="236"/>
                    <a:pt x="211" y="237"/>
                    <a:pt x="214" y="240"/>
                  </a:cubicBezTo>
                  <a:cubicBezTo>
                    <a:pt x="217" y="243"/>
                    <a:pt x="219" y="246"/>
                    <a:pt x="218" y="252"/>
                  </a:cubicBezTo>
                  <a:cubicBezTo>
                    <a:pt x="218" y="252"/>
                    <a:pt x="218" y="253"/>
                    <a:pt x="218" y="254"/>
                  </a:cubicBezTo>
                  <a:cubicBezTo>
                    <a:pt x="219" y="255"/>
                    <a:pt x="219" y="255"/>
                    <a:pt x="219" y="256"/>
                  </a:cubicBezTo>
                  <a:cubicBezTo>
                    <a:pt x="219" y="256"/>
                    <a:pt x="219" y="257"/>
                    <a:pt x="220" y="257"/>
                  </a:cubicBezTo>
                  <a:cubicBezTo>
                    <a:pt x="221" y="258"/>
                    <a:pt x="229" y="261"/>
                    <a:pt x="232" y="263"/>
                  </a:cubicBezTo>
                  <a:cubicBezTo>
                    <a:pt x="232" y="264"/>
                    <a:pt x="232" y="264"/>
                    <a:pt x="232" y="264"/>
                  </a:cubicBezTo>
                  <a:cubicBezTo>
                    <a:pt x="233" y="264"/>
                    <a:pt x="234" y="265"/>
                    <a:pt x="235" y="265"/>
                  </a:cubicBezTo>
                  <a:cubicBezTo>
                    <a:pt x="237" y="266"/>
                    <a:pt x="237" y="266"/>
                    <a:pt x="237" y="266"/>
                  </a:cubicBezTo>
                  <a:cubicBezTo>
                    <a:pt x="241" y="268"/>
                    <a:pt x="243" y="271"/>
                    <a:pt x="242" y="277"/>
                  </a:cubicBezTo>
                  <a:cubicBezTo>
                    <a:pt x="241" y="280"/>
                    <a:pt x="241" y="283"/>
                    <a:pt x="240" y="286"/>
                  </a:cubicBezTo>
                  <a:cubicBezTo>
                    <a:pt x="240" y="289"/>
                    <a:pt x="240" y="291"/>
                    <a:pt x="240" y="294"/>
                  </a:cubicBezTo>
                  <a:cubicBezTo>
                    <a:pt x="240" y="296"/>
                    <a:pt x="240" y="298"/>
                    <a:pt x="240" y="300"/>
                  </a:cubicBezTo>
                  <a:cubicBezTo>
                    <a:pt x="240" y="302"/>
                    <a:pt x="240" y="302"/>
                    <a:pt x="240" y="302"/>
                  </a:cubicBezTo>
                  <a:cubicBezTo>
                    <a:pt x="239" y="304"/>
                    <a:pt x="239" y="305"/>
                    <a:pt x="240" y="306"/>
                  </a:cubicBezTo>
                  <a:cubicBezTo>
                    <a:pt x="243" y="309"/>
                    <a:pt x="246" y="313"/>
                    <a:pt x="245" y="317"/>
                  </a:cubicBezTo>
                  <a:cubicBezTo>
                    <a:pt x="244" y="322"/>
                    <a:pt x="240" y="325"/>
                    <a:pt x="236" y="327"/>
                  </a:cubicBezTo>
                  <a:cubicBezTo>
                    <a:pt x="231" y="330"/>
                    <a:pt x="225" y="333"/>
                    <a:pt x="219" y="335"/>
                  </a:cubicBezTo>
                  <a:cubicBezTo>
                    <a:pt x="215" y="337"/>
                    <a:pt x="211" y="338"/>
                    <a:pt x="207" y="340"/>
                  </a:cubicBezTo>
                  <a:cubicBezTo>
                    <a:pt x="205" y="341"/>
                    <a:pt x="205" y="342"/>
                    <a:pt x="204" y="343"/>
                  </a:cubicBezTo>
                  <a:cubicBezTo>
                    <a:pt x="203" y="344"/>
                    <a:pt x="203" y="345"/>
                    <a:pt x="202" y="346"/>
                  </a:cubicBezTo>
                  <a:cubicBezTo>
                    <a:pt x="201" y="348"/>
                    <a:pt x="196" y="352"/>
                    <a:pt x="193" y="353"/>
                  </a:cubicBezTo>
                  <a:cubicBezTo>
                    <a:pt x="192" y="353"/>
                    <a:pt x="191" y="353"/>
                    <a:pt x="190" y="353"/>
                  </a:cubicBezTo>
                  <a:cubicBezTo>
                    <a:pt x="189" y="357"/>
                    <a:pt x="189" y="358"/>
                    <a:pt x="186" y="362"/>
                  </a:cubicBezTo>
                  <a:cubicBezTo>
                    <a:pt x="185" y="362"/>
                    <a:pt x="185" y="363"/>
                    <a:pt x="185" y="363"/>
                  </a:cubicBezTo>
                  <a:cubicBezTo>
                    <a:pt x="183" y="365"/>
                    <a:pt x="181" y="369"/>
                    <a:pt x="176" y="369"/>
                  </a:cubicBezTo>
                  <a:cubicBezTo>
                    <a:pt x="174" y="369"/>
                    <a:pt x="173" y="369"/>
                    <a:pt x="172" y="369"/>
                  </a:cubicBezTo>
                  <a:cubicBezTo>
                    <a:pt x="171" y="369"/>
                    <a:pt x="171" y="369"/>
                    <a:pt x="170" y="369"/>
                  </a:cubicBezTo>
                  <a:cubicBezTo>
                    <a:pt x="169" y="370"/>
                    <a:pt x="169" y="372"/>
                    <a:pt x="168" y="373"/>
                  </a:cubicBezTo>
                  <a:cubicBezTo>
                    <a:pt x="167" y="374"/>
                    <a:pt x="166" y="376"/>
                    <a:pt x="164" y="378"/>
                  </a:cubicBezTo>
                  <a:cubicBezTo>
                    <a:pt x="162" y="380"/>
                    <a:pt x="162" y="381"/>
                    <a:pt x="162" y="382"/>
                  </a:cubicBezTo>
                  <a:cubicBezTo>
                    <a:pt x="162" y="386"/>
                    <a:pt x="164" y="391"/>
                    <a:pt x="166" y="395"/>
                  </a:cubicBezTo>
                  <a:cubicBezTo>
                    <a:pt x="166" y="397"/>
                    <a:pt x="167" y="399"/>
                    <a:pt x="168" y="401"/>
                  </a:cubicBezTo>
                  <a:cubicBezTo>
                    <a:pt x="169" y="405"/>
                    <a:pt x="172" y="414"/>
                    <a:pt x="171" y="419"/>
                  </a:cubicBezTo>
                  <a:cubicBezTo>
                    <a:pt x="170" y="425"/>
                    <a:pt x="166" y="429"/>
                    <a:pt x="163" y="433"/>
                  </a:cubicBezTo>
                  <a:cubicBezTo>
                    <a:pt x="162" y="435"/>
                    <a:pt x="160" y="437"/>
                    <a:pt x="159" y="438"/>
                  </a:cubicBezTo>
                  <a:cubicBezTo>
                    <a:pt x="157" y="443"/>
                    <a:pt x="153" y="447"/>
                    <a:pt x="150" y="451"/>
                  </a:cubicBezTo>
                  <a:cubicBezTo>
                    <a:pt x="146" y="456"/>
                    <a:pt x="145" y="456"/>
                    <a:pt x="141" y="457"/>
                  </a:cubicBezTo>
                  <a:cubicBezTo>
                    <a:pt x="139" y="457"/>
                    <a:pt x="139" y="457"/>
                    <a:pt x="139" y="457"/>
                  </a:cubicBezTo>
                  <a:cubicBezTo>
                    <a:pt x="137" y="458"/>
                    <a:pt x="134" y="460"/>
                    <a:pt x="130" y="461"/>
                  </a:cubicBezTo>
                  <a:cubicBezTo>
                    <a:pt x="129" y="462"/>
                    <a:pt x="127" y="463"/>
                    <a:pt x="125" y="464"/>
                  </a:cubicBezTo>
                  <a:cubicBezTo>
                    <a:pt x="124" y="464"/>
                    <a:pt x="124" y="465"/>
                    <a:pt x="123" y="465"/>
                  </a:cubicBezTo>
                  <a:close/>
                  <a:moveTo>
                    <a:pt x="24" y="265"/>
                  </a:moveTo>
                  <a:cubicBezTo>
                    <a:pt x="24" y="265"/>
                    <a:pt x="25" y="265"/>
                    <a:pt x="26" y="265"/>
                  </a:cubicBezTo>
                  <a:cubicBezTo>
                    <a:pt x="29" y="266"/>
                    <a:pt x="31" y="267"/>
                    <a:pt x="35" y="269"/>
                  </a:cubicBezTo>
                  <a:cubicBezTo>
                    <a:pt x="35" y="270"/>
                    <a:pt x="37" y="270"/>
                    <a:pt x="38" y="270"/>
                  </a:cubicBezTo>
                  <a:cubicBezTo>
                    <a:pt x="41" y="271"/>
                    <a:pt x="43" y="272"/>
                    <a:pt x="44" y="273"/>
                  </a:cubicBezTo>
                  <a:cubicBezTo>
                    <a:pt x="46" y="275"/>
                    <a:pt x="47" y="278"/>
                    <a:pt x="49" y="280"/>
                  </a:cubicBezTo>
                  <a:cubicBezTo>
                    <a:pt x="51" y="283"/>
                    <a:pt x="51" y="283"/>
                    <a:pt x="51" y="283"/>
                  </a:cubicBezTo>
                  <a:cubicBezTo>
                    <a:pt x="55" y="289"/>
                    <a:pt x="57" y="294"/>
                    <a:pt x="58" y="300"/>
                  </a:cubicBezTo>
                  <a:cubicBezTo>
                    <a:pt x="58" y="301"/>
                    <a:pt x="58" y="302"/>
                    <a:pt x="58" y="304"/>
                  </a:cubicBezTo>
                  <a:cubicBezTo>
                    <a:pt x="58" y="305"/>
                    <a:pt x="58" y="309"/>
                    <a:pt x="59" y="310"/>
                  </a:cubicBezTo>
                  <a:cubicBezTo>
                    <a:pt x="60" y="310"/>
                    <a:pt x="61" y="311"/>
                    <a:pt x="62" y="312"/>
                  </a:cubicBezTo>
                  <a:cubicBezTo>
                    <a:pt x="65" y="314"/>
                    <a:pt x="65" y="314"/>
                    <a:pt x="65" y="314"/>
                  </a:cubicBezTo>
                  <a:cubicBezTo>
                    <a:pt x="69" y="317"/>
                    <a:pt x="74" y="320"/>
                    <a:pt x="78" y="323"/>
                  </a:cubicBezTo>
                  <a:cubicBezTo>
                    <a:pt x="87" y="329"/>
                    <a:pt x="87" y="329"/>
                    <a:pt x="87" y="329"/>
                  </a:cubicBezTo>
                  <a:cubicBezTo>
                    <a:pt x="88" y="329"/>
                    <a:pt x="88" y="330"/>
                    <a:pt x="89" y="331"/>
                  </a:cubicBezTo>
                  <a:cubicBezTo>
                    <a:pt x="92" y="332"/>
                    <a:pt x="96" y="335"/>
                    <a:pt x="98" y="338"/>
                  </a:cubicBezTo>
                  <a:cubicBezTo>
                    <a:pt x="101" y="341"/>
                    <a:pt x="102" y="346"/>
                    <a:pt x="102" y="350"/>
                  </a:cubicBezTo>
                  <a:cubicBezTo>
                    <a:pt x="102" y="351"/>
                    <a:pt x="103" y="352"/>
                    <a:pt x="103" y="353"/>
                  </a:cubicBezTo>
                  <a:cubicBezTo>
                    <a:pt x="105" y="362"/>
                    <a:pt x="105" y="362"/>
                    <a:pt x="105" y="362"/>
                  </a:cubicBezTo>
                  <a:cubicBezTo>
                    <a:pt x="112" y="392"/>
                    <a:pt x="119" y="423"/>
                    <a:pt x="126" y="453"/>
                  </a:cubicBezTo>
                  <a:cubicBezTo>
                    <a:pt x="126" y="453"/>
                    <a:pt x="126" y="453"/>
                    <a:pt x="126" y="453"/>
                  </a:cubicBezTo>
                  <a:cubicBezTo>
                    <a:pt x="130" y="451"/>
                    <a:pt x="133" y="449"/>
                    <a:pt x="137" y="448"/>
                  </a:cubicBezTo>
                  <a:cubicBezTo>
                    <a:pt x="139" y="448"/>
                    <a:pt x="139" y="448"/>
                    <a:pt x="139" y="448"/>
                  </a:cubicBezTo>
                  <a:cubicBezTo>
                    <a:pt x="141" y="448"/>
                    <a:pt x="141" y="448"/>
                    <a:pt x="142" y="446"/>
                  </a:cubicBezTo>
                  <a:cubicBezTo>
                    <a:pt x="146" y="441"/>
                    <a:pt x="149" y="438"/>
                    <a:pt x="151" y="434"/>
                  </a:cubicBezTo>
                  <a:cubicBezTo>
                    <a:pt x="153" y="431"/>
                    <a:pt x="154" y="429"/>
                    <a:pt x="156" y="427"/>
                  </a:cubicBezTo>
                  <a:cubicBezTo>
                    <a:pt x="159" y="424"/>
                    <a:pt x="161" y="421"/>
                    <a:pt x="162" y="418"/>
                  </a:cubicBezTo>
                  <a:cubicBezTo>
                    <a:pt x="162" y="415"/>
                    <a:pt x="161" y="410"/>
                    <a:pt x="159" y="404"/>
                  </a:cubicBezTo>
                  <a:cubicBezTo>
                    <a:pt x="159" y="402"/>
                    <a:pt x="158" y="401"/>
                    <a:pt x="157" y="399"/>
                  </a:cubicBezTo>
                  <a:cubicBezTo>
                    <a:pt x="155" y="393"/>
                    <a:pt x="153" y="387"/>
                    <a:pt x="153" y="382"/>
                  </a:cubicBezTo>
                  <a:cubicBezTo>
                    <a:pt x="153" y="377"/>
                    <a:pt x="155" y="374"/>
                    <a:pt x="157" y="372"/>
                  </a:cubicBezTo>
                  <a:cubicBezTo>
                    <a:pt x="159" y="371"/>
                    <a:pt x="159" y="369"/>
                    <a:pt x="160" y="368"/>
                  </a:cubicBezTo>
                  <a:cubicBezTo>
                    <a:pt x="161" y="366"/>
                    <a:pt x="162" y="365"/>
                    <a:pt x="163" y="363"/>
                  </a:cubicBezTo>
                  <a:cubicBezTo>
                    <a:pt x="166" y="360"/>
                    <a:pt x="169" y="359"/>
                    <a:pt x="173" y="360"/>
                  </a:cubicBezTo>
                  <a:cubicBezTo>
                    <a:pt x="173" y="360"/>
                    <a:pt x="174" y="360"/>
                    <a:pt x="175" y="360"/>
                  </a:cubicBezTo>
                  <a:cubicBezTo>
                    <a:pt x="176" y="360"/>
                    <a:pt x="176" y="360"/>
                    <a:pt x="177" y="358"/>
                  </a:cubicBezTo>
                  <a:cubicBezTo>
                    <a:pt x="178" y="357"/>
                    <a:pt x="178" y="357"/>
                    <a:pt x="179" y="356"/>
                  </a:cubicBezTo>
                  <a:cubicBezTo>
                    <a:pt x="181" y="353"/>
                    <a:pt x="181" y="353"/>
                    <a:pt x="181" y="351"/>
                  </a:cubicBezTo>
                  <a:cubicBezTo>
                    <a:pt x="182" y="345"/>
                    <a:pt x="185" y="344"/>
                    <a:pt x="187" y="344"/>
                  </a:cubicBezTo>
                  <a:cubicBezTo>
                    <a:pt x="188" y="344"/>
                    <a:pt x="189" y="344"/>
                    <a:pt x="189" y="344"/>
                  </a:cubicBezTo>
                  <a:cubicBezTo>
                    <a:pt x="192" y="349"/>
                    <a:pt x="192" y="349"/>
                    <a:pt x="192" y="349"/>
                  </a:cubicBezTo>
                  <a:cubicBezTo>
                    <a:pt x="190" y="344"/>
                    <a:pt x="190" y="344"/>
                    <a:pt x="190" y="344"/>
                  </a:cubicBezTo>
                  <a:cubicBezTo>
                    <a:pt x="191" y="344"/>
                    <a:pt x="194" y="342"/>
                    <a:pt x="194" y="341"/>
                  </a:cubicBezTo>
                  <a:cubicBezTo>
                    <a:pt x="195" y="340"/>
                    <a:pt x="196" y="339"/>
                    <a:pt x="196" y="338"/>
                  </a:cubicBezTo>
                  <a:cubicBezTo>
                    <a:pt x="197" y="336"/>
                    <a:pt x="199" y="334"/>
                    <a:pt x="203" y="332"/>
                  </a:cubicBezTo>
                  <a:cubicBezTo>
                    <a:pt x="207" y="330"/>
                    <a:pt x="211" y="328"/>
                    <a:pt x="215" y="326"/>
                  </a:cubicBezTo>
                  <a:cubicBezTo>
                    <a:pt x="221" y="324"/>
                    <a:pt x="227" y="322"/>
                    <a:pt x="232" y="319"/>
                  </a:cubicBezTo>
                  <a:cubicBezTo>
                    <a:pt x="236" y="317"/>
                    <a:pt x="236" y="316"/>
                    <a:pt x="236" y="316"/>
                  </a:cubicBezTo>
                  <a:cubicBezTo>
                    <a:pt x="236" y="316"/>
                    <a:pt x="236" y="314"/>
                    <a:pt x="233" y="312"/>
                  </a:cubicBezTo>
                  <a:cubicBezTo>
                    <a:pt x="230" y="308"/>
                    <a:pt x="230" y="304"/>
                    <a:pt x="230" y="301"/>
                  </a:cubicBezTo>
                  <a:cubicBezTo>
                    <a:pt x="231" y="300"/>
                    <a:pt x="231" y="300"/>
                    <a:pt x="231" y="300"/>
                  </a:cubicBezTo>
                  <a:cubicBezTo>
                    <a:pt x="231" y="298"/>
                    <a:pt x="231" y="296"/>
                    <a:pt x="231" y="294"/>
                  </a:cubicBezTo>
                  <a:cubicBezTo>
                    <a:pt x="231" y="291"/>
                    <a:pt x="231" y="288"/>
                    <a:pt x="231" y="285"/>
                  </a:cubicBezTo>
                  <a:cubicBezTo>
                    <a:pt x="232" y="281"/>
                    <a:pt x="232" y="278"/>
                    <a:pt x="233" y="275"/>
                  </a:cubicBezTo>
                  <a:cubicBezTo>
                    <a:pt x="233" y="275"/>
                    <a:pt x="233" y="275"/>
                    <a:pt x="233" y="275"/>
                  </a:cubicBezTo>
                  <a:cubicBezTo>
                    <a:pt x="233" y="275"/>
                    <a:pt x="233" y="275"/>
                    <a:pt x="233" y="275"/>
                  </a:cubicBezTo>
                  <a:cubicBezTo>
                    <a:pt x="231" y="274"/>
                    <a:pt x="231" y="274"/>
                    <a:pt x="231" y="274"/>
                  </a:cubicBezTo>
                  <a:cubicBezTo>
                    <a:pt x="230" y="273"/>
                    <a:pt x="228" y="272"/>
                    <a:pt x="227" y="272"/>
                  </a:cubicBezTo>
                  <a:cubicBezTo>
                    <a:pt x="227" y="271"/>
                    <a:pt x="227" y="271"/>
                    <a:pt x="227" y="271"/>
                  </a:cubicBezTo>
                  <a:cubicBezTo>
                    <a:pt x="227" y="271"/>
                    <a:pt x="227" y="271"/>
                    <a:pt x="227" y="271"/>
                  </a:cubicBezTo>
                  <a:cubicBezTo>
                    <a:pt x="225" y="270"/>
                    <a:pt x="220" y="267"/>
                    <a:pt x="215" y="266"/>
                  </a:cubicBezTo>
                  <a:cubicBezTo>
                    <a:pt x="214" y="264"/>
                    <a:pt x="213" y="264"/>
                    <a:pt x="213" y="263"/>
                  </a:cubicBezTo>
                  <a:cubicBezTo>
                    <a:pt x="212" y="263"/>
                    <a:pt x="211" y="262"/>
                    <a:pt x="210" y="261"/>
                  </a:cubicBezTo>
                  <a:cubicBezTo>
                    <a:pt x="209" y="260"/>
                    <a:pt x="209" y="259"/>
                    <a:pt x="209" y="258"/>
                  </a:cubicBezTo>
                  <a:cubicBezTo>
                    <a:pt x="209" y="257"/>
                    <a:pt x="209" y="256"/>
                    <a:pt x="209" y="255"/>
                  </a:cubicBezTo>
                  <a:cubicBezTo>
                    <a:pt x="209" y="253"/>
                    <a:pt x="209" y="252"/>
                    <a:pt x="209" y="251"/>
                  </a:cubicBezTo>
                  <a:cubicBezTo>
                    <a:pt x="209" y="249"/>
                    <a:pt x="209" y="249"/>
                    <a:pt x="208" y="247"/>
                  </a:cubicBezTo>
                  <a:cubicBezTo>
                    <a:pt x="208" y="248"/>
                    <a:pt x="208" y="248"/>
                    <a:pt x="207" y="249"/>
                  </a:cubicBezTo>
                  <a:cubicBezTo>
                    <a:pt x="205" y="254"/>
                    <a:pt x="197" y="256"/>
                    <a:pt x="193" y="256"/>
                  </a:cubicBezTo>
                  <a:cubicBezTo>
                    <a:pt x="190" y="256"/>
                    <a:pt x="188" y="255"/>
                    <a:pt x="186" y="254"/>
                  </a:cubicBezTo>
                  <a:cubicBezTo>
                    <a:pt x="183" y="251"/>
                    <a:pt x="184" y="247"/>
                    <a:pt x="186" y="244"/>
                  </a:cubicBezTo>
                  <a:cubicBezTo>
                    <a:pt x="185" y="244"/>
                    <a:pt x="185" y="244"/>
                    <a:pt x="184" y="244"/>
                  </a:cubicBezTo>
                  <a:cubicBezTo>
                    <a:pt x="177" y="247"/>
                    <a:pt x="172" y="245"/>
                    <a:pt x="168" y="242"/>
                  </a:cubicBezTo>
                  <a:cubicBezTo>
                    <a:pt x="162" y="238"/>
                    <a:pt x="155" y="232"/>
                    <a:pt x="151" y="226"/>
                  </a:cubicBezTo>
                  <a:cubicBezTo>
                    <a:pt x="150" y="224"/>
                    <a:pt x="144" y="214"/>
                    <a:pt x="146" y="206"/>
                  </a:cubicBezTo>
                  <a:cubicBezTo>
                    <a:pt x="148" y="201"/>
                    <a:pt x="152" y="195"/>
                    <a:pt x="158" y="192"/>
                  </a:cubicBezTo>
                  <a:cubicBezTo>
                    <a:pt x="160" y="191"/>
                    <a:pt x="161" y="190"/>
                    <a:pt x="163" y="190"/>
                  </a:cubicBezTo>
                  <a:cubicBezTo>
                    <a:pt x="164" y="189"/>
                    <a:pt x="165" y="189"/>
                    <a:pt x="166" y="188"/>
                  </a:cubicBezTo>
                  <a:cubicBezTo>
                    <a:pt x="167" y="188"/>
                    <a:pt x="168" y="187"/>
                    <a:pt x="168" y="186"/>
                  </a:cubicBezTo>
                  <a:cubicBezTo>
                    <a:pt x="170" y="185"/>
                    <a:pt x="171" y="184"/>
                    <a:pt x="172" y="182"/>
                  </a:cubicBezTo>
                  <a:cubicBezTo>
                    <a:pt x="174" y="181"/>
                    <a:pt x="176" y="181"/>
                    <a:pt x="178" y="180"/>
                  </a:cubicBezTo>
                  <a:cubicBezTo>
                    <a:pt x="178" y="180"/>
                    <a:pt x="179" y="180"/>
                    <a:pt x="180" y="180"/>
                  </a:cubicBezTo>
                  <a:cubicBezTo>
                    <a:pt x="180" y="180"/>
                    <a:pt x="181" y="179"/>
                    <a:pt x="181" y="178"/>
                  </a:cubicBezTo>
                  <a:cubicBezTo>
                    <a:pt x="182" y="177"/>
                    <a:pt x="183" y="175"/>
                    <a:pt x="186" y="173"/>
                  </a:cubicBezTo>
                  <a:cubicBezTo>
                    <a:pt x="188" y="172"/>
                    <a:pt x="188" y="172"/>
                    <a:pt x="189" y="170"/>
                  </a:cubicBezTo>
                  <a:cubicBezTo>
                    <a:pt x="190" y="168"/>
                    <a:pt x="190" y="168"/>
                    <a:pt x="190" y="168"/>
                  </a:cubicBezTo>
                  <a:cubicBezTo>
                    <a:pt x="191" y="166"/>
                    <a:pt x="193" y="165"/>
                    <a:pt x="194" y="164"/>
                  </a:cubicBezTo>
                  <a:cubicBezTo>
                    <a:pt x="194" y="164"/>
                    <a:pt x="195" y="164"/>
                    <a:pt x="195" y="164"/>
                  </a:cubicBezTo>
                  <a:cubicBezTo>
                    <a:pt x="195" y="164"/>
                    <a:pt x="195" y="163"/>
                    <a:pt x="195" y="163"/>
                  </a:cubicBezTo>
                  <a:cubicBezTo>
                    <a:pt x="196" y="162"/>
                    <a:pt x="196" y="161"/>
                    <a:pt x="197" y="161"/>
                  </a:cubicBezTo>
                  <a:cubicBezTo>
                    <a:pt x="197" y="160"/>
                    <a:pt x="197" y="160"/>
                    <a:pt x="197" y="159"/>
                  </a:cubicBezTo>
                  <a:cubicBezTo>
                    <a:pt x="198" y="157"/>
                    <a:pt x="198" y="155"/>
                    <a:pt x="200" y="152"/>
                  </a:cubicBezTo>
                  <a:cubicBezTo>
                    <a:pt x="201" y="151"/>
                    <a:pt x="201" y="150"/>
                    <a:pt x="202" y="150"/>
                  </a:cubicBezTo>
                  <a:cubicBezTo>
                    <a:pt x="203" y="149"/>
                    <a:pt x="203" y="149"/>
                    <a:pt x="203" y="148"/>
                  </a:cubicBezTo>
                  <a:cubicBezTo>
                    <a:pt x="204" y="144"/>
                    <a:pt x="206" y="141"/>
                    <a:pt x="208" y="139"/>
                  </a:cubicBezTo>
                  <a:cubicBezTo>
                    <a:pt x="203" y="134"/>
                    <a:pt x="204" y="128"/>
                    <a:pt x="205" y="122"/>
                  </a:cubicBezTo>
                  <a:cubicBezTo>
                    <a:pt x="205" y="122"/>
                    <a:pt x="205" y="122"/>
                    <a:pt x="205" y="122"/>
                  </a:cubicBezTo>
                  <a:cubicBezTo>
                    <a:pt x="204" y="120"/>
                    <a:pt x="203" y="118"/>
                    <a:pt x="203" y="116"/>
                  </a:cubicBezTo>
                  <a:cubicBezTo>
                    <a:pt x="203" y="116"/>
                    <a:pt x="203" y="116"/>
                    <a:pt x="203" y="116"/>
                  </a:cubicBezTo>
                  <a:cubicBezTo>
                    <a:pt x="203" y="116"/>
                    <a:pt x="202" y="116"/>
                    <a:pt x="202" y="116"/>
                  </a:cubicBezTo>
                  <a:cubicBezTo>
                    <a:pt x="200" y="115"/>
                    <a:pt x="195" y="115"/>
                    <a:pt x="193" y="111"/>
                  </a:cubicBezTo>
                  <a:cubicBezTo>
                    <a:pt x="193" y="110"/>
                    <a:pt x="192" y="110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85" y="109"/>
                    <a:pt x="182" y="103"/>
                    <a:pt x="180" y="100"/>
                  </a:cubicBezTo>
                  <a:cubicBezTo>
                    <a:pt x="180" y="99"/>
                    <a:pt x="179" y="98"/>
                    <a:pt x="179" y="98"/>
                  </a:cubicBezTo>
                  <a:cubicBezTo>
                    <a:pt x="174" y="91"/>
                    <a:pt x="170" y="86"/>
                    <a:pt x="171" y="76"/>
                  </a:cubicBezTo>
                  <a:cubicBezTo>
                    <a:pt x="173" y="65"/>
                    <a:pt x="179" y="61"/>
                    <a:pt x="188" y="57"/>
                  </a:cubicBezTo>
                  <a:cubicBezTo>
                    <a:pt x="189" y="57"/>
                    <a:pt x="190" y="57"/>
                    <a:pt x="191" y="56"/>
                  </a:cubicBezTo>
                  <a:cubicBezTo>
                    <a:pt x="191" y="56"/>
                    <a:pt x="192" y="56"/>
                    <a:pt x="192" y="56"/>
                  </a:cubicBezTo>
                  <a:cubicBezTo>
                    <a:pt x="193" y="54"/>
                    <a:pt x="194" y="53"/>
                    <a:pt x="194" y="52"/>
                  </a:cubicBezTo>
                  <a:cubicBezTo>
                    <a:pt x="195" y="51"/>
                    <a:pt x="195" y="49"/>
                    <a:pt x="196" y="48"/>
                  </a:cubicBezTo>
                  <a:cubicBezTo>
                    <a:pt x="198" y="45"/>
                    <a:pt x="199" y="43"/>
                    <a:pt x="201" y="41"/>
                  </a:cubicBezTo>
                  <a:cubicBezTo>
                    <a:pt x="202" y="38"/>
                    <a:pt x="204" y="36"/>
                    <a:pt x="207" y="34"/>
                  </a:cubicBezTo>
                  <a:cubicBezTo>
                    <a:pt x="207" y="34"/>
                    <a:pt x="208" y="33"/>
                    <a:pt x="208" y="33"/>
                  </a:cubicBezTo>
                  <a:cubicBezTo>
                    <a:pt x="207" y="31"/>
                    <a:pt x="207" y="28"/>
                    <a:pt x="206" y="26"/>
                  </a:cubicBezTo>
                  <a:cubicBezTo>
                    <a:pt x="205" y="26"/>
                    <a:pt x="205" y="27"/>
                    <a:pt x="204" y="27"/>
                  </a:cubicBezTo>
                  <a:cubicBezTo>
                    <a:pt x="204" y="28"/>
                    <a:pt x="204" y="28"/>
                    <a:pt x="203" y="29"/>
                  </a:cubicBezTo>
                  <a:cubicBezTo>
                    <a:pt x="203" y="30"/>
                    <a:pt x="201" y="31"/>
                    <a:pt x="200" y="32"/>
                  </a:cubicBezTo>
                  <a:cubicBezTo>
                    <a:pt x="200" y="32"/>
                    <a:pt x="199" y="33"/>
                    <a:pt x="198" y="33"/>
                  </a:cubicBezTo>
                  <a:cubicBezTo>
                    <a:pt x="197" y="35"/>
                    <a:pt x="195" y="36"/>
                    <a:pt x="193" y="37"/>
                  </a:cubicBezTo>
                  <a:cubicBezTo>
                    <a:pt x="191" y="38"/>
                    <a:pt x="189" y="38"/>
                    <a:pt x="187" y="38"/>
                  </a:cubicBezTo>
                  <a:cubicBezTo>
                    <a:pt x="186" y="39"/>
                    <a:pt x="185" y="39"/>
                    <a:pt x="185" y="39"/>
                  </a:cubicBezTo>
                  <a:cubicBezTo>
                    <a:pt x="185" y="39"/>
                    <a:pt x="185" y="39"/>
                    <a:pt x="184" y="40"/>
                  </a:cubicBezTo>
                  <a:cubicBezTo>
                    <a:pt x="184" y="42"/>
                    <a:pt x="183" y="44"/>
                    <a:pt x="180" y="46"/>
                  </a:cubicBezTo>
                  <a:cubicBezTo>
                    <a:pt x="175" y="49"/>
                    <a:pt x="170" y="49"/>
                    <a:pt x="165" y="46"/>
                  </a:cubicBezTo>
                  <a:cubicBezTo>
                    <a:pt x="164" y="45"/>
                    <a:pt x="163" y="44"/>
                    <a:pt x="163" y="43"/>
                  </a:cubicBezTo>
                  <a:cubicBezTo>
                    <a:pt x="161" y="42"/>
                    <a:pt x="161" y="39"/>
                    <a:pt x="161" y="37"/>
                  </a:cubicBezTo>
                  <a:cubicBezTo>
                    <a:pt x="162" y="36"/>
                    <a:pt x="162" y="35"/>
                    <a:pt x="162" y="34"/>
                  </a:cubicBezTo>
                  <a:cubicBezTo>
                    <a:pt x="161" y="33"/>
                    <a:pt x="159" y="32"/>
                    <a:pt x="157" y="30"/>
                  </a:cubicBezTo>
                  <a:cubicBezTo>
                    <a:pt x="155" y="27"/>
                    <a:pt x="154" y="24"/>
                    <a:pt x="155" y="22"/>
                  </a:cubicBezTo>
                  <a:cubicBezTo>
                    <a:pt x="155" y="21"/>
                    <a:pt x="155" y="20"/>
                    <a:pt x="156" y="20"/>
                  </a:cubicBezTo>
                  <a:cubicBezTo>
                    <a:pt x="157" y="18"/>
                    <a:pt x="157" y="16"/>
                    <a:pt x="157" y="15"/>
                  </a:cubicBezTo>
                  <a:cubicBezTo>
                    <a:pt x="155" y="15"/>
                    <a:pt x="154" y="15"/>
                    <a:pt x="153" y="14"/>
                  </a:cubicBezTo>
                  <a:cubicBezTo>
                    <a:pt x="152" y="15"/>
                    <a:pt x="151" y="15"/>
                    <a:pt x="150" y="15"/>
                  </a:cubicBezTo>
                  <a:cubicBezTo>
                    <a:pt x="148" y="15"/>
                    <a:pt x="143" y="15"/>
                    <a:pt x="139" y="9"/>
                  </a:cubicBezTo>
                  <a:cubicBezTo>
                    <a:pt x="138" y="9"/>
                    <a:pt x="136" y="9"/>
                    <a:pt x="135" y="9"/>
                  </a:cubicBezTo>
                  <a:cubicBezTo>
                    <a:pt x="134" y="9"/>
                    <a:pt x="133" y="9"/>
                    <a:pt x="133" y="9"/>
                  </a:cubicBezTo>
                  <a:cubicBezTo>
                    <a:pt x="132" y="9"/>
                    <a:pt x="132" y="9"/>
                    <a:pt x="131" y="9"/>
                  </a:cubicBezTo>
                  <a:cubicBezTo>
                    <a:pt x="131" y="9"/>
                    <a:pt x="129" y="10"/>
                    <a:pt x="128" y="11"/>
                  </a:cubicBezTo>
                  <a:cubicBezTo>
                    <a:pt x="126" y="11"/>
                    <a:pt x="125" y="12"/>
                    <a:pt x="124" y="12"/>
                  </a:cubicBezTo>
                  <a:cubicBezTo>
                    <a:pt x="122" y="13"/>
                    <a:pt x="120" y="13"/>
                    <a:pt x="118" y="14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4" y="15"/>
                    <a:pt x="112" y="16"/>
                    <a:pt x="110" y="16"/>
                  </a:cubicBezTo>
                  <a:cubicBezTo>
                    <a:pt x="109" y="16"/>
                    <a:pt x="108" y="16"/>
                    <a:pt x="107" y="16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97" y="21"/>
                    <a:pt x="95" y="23"/>
                    <a:pt x="93" y="25"/>
                  </a:cubicBezTo>
                  <a:cubicBezTo>
                    <a:pt x="90" y="28"/>
                    <a:pt x="87" y="31"/>
                    <a:pt x="82" y="33"/>
                  </a:cubicBezTo>
                  <a:cubicBezTo>
                    <a:pt x="80" y="33"/>
                    <a:pt x="79" y="33"/>
                    <a:pt x="78" y="33"/>
                  </a:cubicBezTo>
                  <a:cubicBezTo>
                    <a:pt x="78" y="33"/>
                    <a:pt x="78" y="33"/>
                    <a:pt x="78" y="33"/>
                  </a:cubicBezTo>
                  <a:cubicBezTo>
                    <a:pt x="78" y="36"/>
                    <a:pt x="77" y="38"/>
                    <a:pt x="76" y="39"/>
                  </a:cubicBezTo>
                  <a:cubicBezTo>
                    <a:pt x="74" y="42"/>
                    <a:pt x="70" y="43"/>
                    <a:pt x="67" y="43"/>
                  </a:cubicBezTo>
                  <a:cubicBezTo>
                    <a:pt x="69" y="47"/>
                    <a:pt x="66" y="50"/>
                    <a:pt x="65" y="51"/>
                  </a:cubicBezTo>
                  <a:cubicBezTo>
                    <a:pt x="62" y="53"/>
                    <a:pt x="60" y="54"/>
                    <a:pt x="57" y="56"/>
                  </a:cubicBezTo>
                  <a:cubicBezTo>
                    <a:pt x="60" y="57"/>
                    <a:pt x="62" y="59"/>
                    <a:pt x="62" y="62"/>
                  </a:cubicBezTo>
                  <a:cubicBezTo>
                    <a:pt x="62" y="66"/>
                    <a:pt x="61" y="68"/>
                    <a:pt x="60" y="71"/>
                  </a:cubicBezTo>
                  <a:cubicBezTo>
                    <a:pt x="60" y="73"/>
                    <a:pt x="59" y="75"/>
                    <a:pt x="59" y="77"/>
                  </a:cubicBezTo>
                  <a:cubicBezTo>
                    <a:pt x="59" y="81"/>
                    <a:pt x="58" y="85"/>
                    <a:pt x="57" y="89"/>
                  </a:cubicBezTo>
                  <a:cubicBezTo>
                    <a:pt x="56" y="93"/>
                    <a:pt x="55" y="97"/>
                    <a:pt x="55" y="100"/>
                  </a:cubicBezTo>
                  <a:cubicBezTo>
                    <a:pt x="55" y="102"/>
                    <a:pt x="56" y="105"/>
                    <a:pt x="58" y="107"/>
                  </a:cubicBezTo>
                  <a:cubicBezTo>
                    <a:pt x="60" y="111"/>
                    <a:pt x="62" y="117"/>
                    <a:pt x="60" y="123"/>
                  </a:cubicBezTo>
                  <a:cubicBezTo>
                    <a:pt x="60" y="124"/>
                    <a:pt x="59" y="126"/>
                    <a:pt x="59" y="127"/>
                  </a:cubicBezTo>
                  <a:cubicBezTo>
                    <a:pt x="57" y="131"/>
                    <a:pt x="57" y="131"/>
                    <a:pt x="58" y="132"/>
                  </a:cubicBezTo>
                  <a:cubicBezTo>
                    <a:pt x="59" y="133"/>
                    <a:pt x="60" y="133"/>
                    <a:pt x="61" y="133"/>
                  </a:cubicBezTo>
                  <a:cubicBezTo>
                    <a:pt x="62" y="133"/>
                    <a:pt x="64" y="134"/>
                    <a:pt x="65" y="137"/>
                  </a:cubicBezTo>
                  <a:cubicBezTo>
                    <a:pt x="66" y="139"/>
                    <a:pt x="64" y="141"/>
                    <a:pt x="63" y="144"/>
                  </a:cubicBezTo>
                  <a:cubicBezTo>
                    <a:pt x="62" y="145"/>
                    <a:pt x="61" y="146"/>
                    <a:pt x="60" y="147"/>
                  </a:cubicBezTo>
                  <a:cubicBezTo>
                    <a:pt x="59" y="148"/>
                    <a:pt x="58" y="150"/>
                    <a:pt x="58" y="151"/>
                  </a:cubicBezTo>
                  <a:cubicBezTo>
                    <a:pt x="58" y="152"/>
                    <a:pt x="57" y="154"/>
                    <a:pt x="56" y="156"/>
                  </a:cubicBezTo>
                  <a:cubicBezTo>
                    <a:pt x="56" y="157"/>
                    <a:pt x="55" y="159"/>
                    <a:pt x="55" y="160"/>
                  </a:cubicBezTo>
                  <a:cubicBezTo>
                    <a:pt x="55" y="160"/>
                    <a:pt x="55" y="162"/>
                    <a:pt x="56" y="163"/>
                  </a:cubicBezTo>
                  <a:cubicBezTo>
                    <a:pt x="56" y="165"/>
                    <a:pt x="57" y="168"/>
                    <a:pt x="56" y="171"/>
                  </a:cubicBezTo>
                  <a:cubicBezTo>
                    <a:pt x="55" y="173"/>
                    <a:pt x="54" y="174"/>
                    <a:pt x="54" y="175"/>
                  </a:cubicBezTo>
                  <a:cubicBezTo>
                    <a:pt x="54" y="175"/>
                    <a:pt x="54" y="175"/>
                    <a:pt x="54" y="175"/>
                  </a:cubicBezTo>
                  <a:cubicBezTo>
                    <a:pt x="54" y="176"/>
                    <a:pt x="54" y="177"/>
                    <a:pt x="54" y="177"/>
                  </a:cubicBezTo>
                  <a:cubicBezTo>
                    <a:pt x="54" y="180"/>
                    <a:pt x="51" y="181"/>
                    <a:pt x="50" y="182"/>
                  </a:cubicBezTo>
                  <a:cubicBezTo>
                    <a:pt x="50" y="182"/>
                    <a:pt x="49" y="183"/>
                    <a:pt x="48" y="184"/>
                  </a:cubicBezTo>
                  <a:cubicBezTo>
                    <a:pt x="46" y="186"/>
                    <a:pt x="45" y="187"/>
                    <a:pt x="42" y="189"/>
                  </a:cubicBezTo>
                  <a:cubicBezTo>
                    <a:pt x="41" y="189"/>
                    <a:pt x="39" y="190"/>
                    <a:pt x="37" y="191"/>
                  </a:cubicBezTo>
                  <a:cubicBezTo>
                    <a:pt x="35" y="192"/>
                    <a:pt x="30" y="193"/>
                    <a:pt x="30" y="195"/>
                  </a:cubicBezTo>
                  <a:cubicBezTo>
                    <a:pt x="29" y="195"/>
                    <a:pt x="29" y="196"/>
                    <a:pt x="29" y="197"/>
                  </a:cubicBezTo>
                  <a:cubicBezTo>
                    <a:pt x="29" y="199"/>
                    <a:pt x="28" y="201"/>
                    <a:pt x="27" y="204"/>
                  </a:cubicBezTo>
                  <a:cubicBezTo>
                    <a:pt x="25" y="207"/>
                    <a:pt x="22" y="208"/>
                    <a:pt x="20" y="208"/>
                  </a:cubicBezTo>
                  <a:cubicBezTo>
                    <a:pt x="18" y="208"/>
                    <a:pt x="18" y="209"/>
                    <a:pt x="17" y="209"/>
                  </a:cubicBezTo>
                  <a:cubicBezTo>
                    <a:pt x="12" y="213"/>
                    <a:pt x="12" y="215"/>
                    <a:pt x="11" y="215"/>
                  </a:cubicBezTo>
                  <a:cubicBezTo>
                    <a:pt x="11" y="216"/>
                    <a:pt x="11" y="217"/>
                    <a:pt x="11" y="218"/>
                  </a:cubicBezTo>
                  <a:cubicBezTo>
                    <a:pt x="11" y="219"/>
                    <a:pt x="11" y="220"/>
                    <a:pt x="11" y="222"/>
                  </a:cubicBezTo>
                  <a:cubicBezTo>
                    <a:pt x="10" y="226"/>
                    <a:pt x="12" y="232"/>
                    <a:pt x="14" y="237"/>
                  </a:cubicBezTo>
                  <a:cubicBezTo>
                    <a:pt x="15" y="240"/>
                    <a:pt x="16" y="242"/>
                    <a:pt x="18" y="245"/>
                  </a:cubicBezTo>
                  <a:cubicBezTo>
                    <a:pt x="19" y="247"/>
                    <a:pt x="21" y="249"/>
                    <a:pt x="22" y="251"/>
                  </a:cubicBezTo>
                  <a:cubicBezTo>
                    <a:pt x="24" y="254"/>
                    <a:pt x="23" y="257"/>
                    <a:pt x="23" y="260"/>
                  </a:cubicBezTo>
                  <a:cubicBezTo>
                    <a:pt x="23" y="261"/>
                    <a:pt x="23" y="262"/>
                    <a:pt x="23" y="264"/>
                  </a:cubicBezTo>
                  <a:cubicBezTo>
                    <a:pt x="23" y="264"/>
                    <a:pt x="24" y="265"/>
                    <a:pt x="24" y="265"/>
                  </a:cubicBezTo>
                  <a:cubicBezTo>
                    <a:pt x="24" y="265"/>
                    <a:pt x="24" y="265"/>
                    <a:pt x="24" y="26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7" name="Freeform 128">
              <a:extLst>
                <a:ext uri="{FF2B5EF4-FFF2-40B4-BE49-F238E27FC236}">
                  <a16:creationId xmlns:a16="http://schemas.microsoft.com/office/drawing/2014/main" id="{9408FB42-498A-4A31-8468-5CDEB2836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988" y="647700"/>
              <a:ext cx="269875" cy="514350"/>
            </a:xfrm>
            <a:custGeom>
              <a:avLst/>
              <a:gdLst>
                <a:gd name="T0" fmla="*/ 228 w 238"/>
                <a:gd name="T1" fmla="*/ 266 h 456"/>
                <a:gd name="T2" fmla="*/ 231 w 238"/>
                <a:gd name="T3" fmla="*/ 282 h 456"/>
                <a:gd name="T4" fmla="*/ 232 w 238"/>
                <a:gd name="T5" fmla="*/ 305 h 456"/>
                <a:gd name="T6" fmla="*/ 200 w 238"/>
                <a:gd name="T7" fmla="*/ 332 h 456"/>
                <a:gd name="T8" fmla="*/ 187 w 238"/>
                <a:gd name="T9" fmla="*/ 345 h 456"/>
                <a:gd name="T10" fmla="*/ 177 w 238"/>
                <a:gd name="T11" fmla="*/ 355 h 456"/>
                <a:gd name="T12" fmla="*/ 162 w 238"/>
                <a:gd name="T13" fmla="*/ 362 h 456"/>
                <a:gd name="T14" fmla="*/ 152 w 238"/>
                <a:gd name="T15" fmla="*/ 378 h 456"/>
                <a:gd name="T16" fmla="*/ 161 w 238"/>
                <a:gd name="T17" fmla="*/ 415 h 456"/>
                <a:gd name="T18" fmla="*/ 141 w 238"/>
                <a:gd name="T19" fmla="*/ 445 h 456"/>
                <a:gd name="T20" fmla="*/ 118 w 238"/>
                <a:gd name="T21" fmla="*/ 456 h 456"/>
                <a:gd name="T22" fmla="*/ 90 w 238"/>
                <a:gd name="T23" fmla="*/ 337 h 456"/>
                <a:gd name="T24" fmla="*/ 57 w 238"/>
                <a:gd name="T25" fmla="*/ 314 h 456"/>
                <a:gd name="T26" fmla="*/ 48 w 238"/>
                <a:gd name="T27" fmla="*/ 297 h 456"/>
                <a:gd name="T28" fmla="*/ 35 w 238"/>
                <a:gd name="T29" fmla="*/ 272 h 456"/>
                <a:gd name="T30" fmla="*/ 19 w 238"/>
                <a:gd name="T31" fmla="*/ 266 h 456"/>
                <a:gd name="T32" fmla="*/ 13 w 238"/>
                <a:gd name="T33" fmla="*/ 249 h 456"/>
                <a:gd name="T34" fmla="*/ 1 w 238"/>
                <a:gd name="T35" fmla="*/ 217 h 456"/>
                <a:gd name="T36" fmla="*/ 9 w 238"/>
                <a:gd name="T37" fmla="*/ 201 h 456"/>
                <a:gd name="T38" fmla="*/ 20 w 238"/>
                <a:gd name="T39" fmla="*/ 189 h 456"/>
                <a:gd name="T40" fmla="*/ 43 w 238"/>
                <a:gd name="T41" fmla="*/ 174 h 456"/>
                <a:gd name="T42" fmla="*/ 47 w 238"/>
                <a:gd name="T43" fmla="*/ 166 h 456"/>
                <a:gd name="T44" fmla="*/ 49 w 238"/>
                <a:gd name="T45" fmla="*/ 146 h 456"/>
                <a:gd name="T46" fmla="*/ 51 w 238"/>
                <a:gd name="T47" fmla="*/ 132 h 456"/>
                <a:gd name="T48" fmla="*/ 46 w 238"/>
                <a:gd name="T49" fmla="*/ 97 h 456"/>
                <a:gd name="T50" fmla="*/ 52 w 238"/>
                <a:gd name="T51" fmla="*/ 58 h 456"/>
                <a:gd name="T52" fmla="*/ 48 w 238"/>
                <a:gd name="T53" fmla="*/ 49 h 456"/>
                <a:gd name="T54" fmla="*/ 58 w 238"/>
                <a:gd name="T55" fmla="*/ 35 h 456"/>
                <a:gd name="T56" fmla="*/ 67 w 238"/>
                <a:gd name="T57" fmla="*/ 26 h 456"/>
                <a:gd name="T58" fmla="*/ 93 w 238"/>
                <a:gd name="T59" fmla="*/ 12 h 456"/>
                <a:gd name="T60" fmla="*/ 110 w 238"/>
                <a:gd name="T61" fmla="*/ 6 h 456"/>
                <a:gd name="T62" fmla="*/ 127 w 238"/>
                <a:gd name="T63" fmla="*/ 1 h 456"/>
                <a:gd name="T64" fmla="*/ 145 w 238"/>
                <a:gd name="T65" fmla="*/ 6 h 456"/>
                <a:gd name="T66" fmla="*/ 153 w 238"/>
                <a:gd name="T67" fmla="*/ 7 h 456"/>
                <a:gd name="T68" fmla="*/ 160 w 238"/>
                <a:gd name="T69" fmla="*/ 25 h 456"/>
                <a:gd name="T70" fmla="*/ 163 w 238"/>
                <a:gd name="T71" fmla="*/ 38 h 456"/>
                <a:gd name="T72" fmla="*/ 177 w 238"/>
                <a:gd name="T73" fmla="*/ 31 h 456"/>
                <a:gd name="T74" fmla="*/ 192 w 238"/>
                <a:gd name="T75" fmla="*/ 24 h 456"/>
                <a:gd name="T76" fmla="*/ 196 w 238"/>
                <a:gd name="T77" fmla="*/ 19 h 456"/>
                <a:gd name="T78" fmla="*/ 208 w 238"/>
                <a:gd name="T79" fmla="*/ 31 h 456"/>
                <a:gd name="T80" fmla="*/ 199 w 238"/>
                <a:gd name="T81" fmla="*/ 39 h 456"/>
                <a:gd name="T82" fmla="*/ 192 w 238"/>
                <a:gd name="T83" fmla="*/ 54 h 456"/>
                <a:gd name="T84" fmla="*/ 171 w 238"/>
                <a:gd name="T85" fmla="*/ 73 h 456"/>
                <a:gd name="T86" fmla="*/ 187 w 238"/>
                <a:gd name="T87" fmla="*/ 101 h 456"/>
                <a:gd name="T88" fmla="*/ 192 w 238"/>
                <a:gd name="T89" fmla="*/ 105 h 456"/>
                <a:gd name="T90" fmla="*/ 203 w 238"/>
                <a:gd name="T91" fmla="*/ 112 h 456"/>
                <a:gd name="T92" fmla="*/ 210 w 238"/>
                <a:gd name="T93" fmla="*/ 135 h 456"/>
                <a:gd name="T94" fmla="*/ 198 w 238"/>
                <a:gd name="T95" fmla="*/ 151 h 456"/>
                <a:gd name="T96" fmla="*/ 193 w 238"/>
                <a:gd name="T97" fmla="*/ 163 h 456"/>
                <a:gd name="T98" fmla="*/ 183 w 238"/>
                <a:gd name="T99" fmla="*/ 173 h 456"/>
                <a:gd name="T100" fmla="*/ 170 w 238"/>
                <a:gd name="T101" fmla="*/ 182 h 456"/>
                <a:gd name="T102" fmla="*/ 156 w 238"/>
                <a:gd name="T103" fmla="*/ 192 h 456"/>
                <a:gd name="T104" fmla="*/ 150 w 238"/>
                <a:gd name="T105" fmla="*/ 219 h 456"/>
                <a:gd name="T106" fmla="*/ 178 w 238"/>
                <a:gd name="T107" fmla="*/ 236 h 456"/>
                <a:gd name="T108" fmla="*/ 185 w 238"/>
                <a:gd name="T109" fmla="*/ 247 h 456"/>
                <a:gd name="T110" fmla="*/ 199 w 238"/>
                <a:gd name="T111" fmla="*/ 238 h 456"/>
                <a:gd name="T112" fmla="*/ 209 w 238"/>
                <a:gd name="T113" fmla="*/ 247 h 456"/>
                <a:gd name="T114" fmla="*/ 212 w 238"/>
                <a:gd name="T115" fmla="*/ 257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8" h="456">
                  <a:moveTo>
                    <a:pt x="224" y="263"/>
                  </a:moveTo>
                  <a:cubicBezTo>
                    <a:pt x="223" y="262"/>
                    <a:pt x="227" y="265"/>
                    <a:pt x="228" y="266"/>
                  </a:cubicBezTo>
                  <a:cubicBezTo>
                    <a:pt x="232" y="268"/>
                    <a:pt x="233" y="267"/>
                    <a:pt x="232" y="272"/>
                  </a:cubicBezTo>
                  <a:cubicBezTo>
                    <a:pt x="232" y="275"/>
                    <a:pt x="231" y="278"/>
                    <a:pt x="231" y="282"/>
                  </a:cubicBezTo>
                  <a:cubicBezTo>
                    <a:pt x="230" y="286"/>
                    <a:pt x="230" y="291"/>
                    <a:pt x="230" y="296"/>
                  </a:cubicBezTo>
                  <a:cubicBezTo>
                    <a:pt x="230" y="299"/>
                    <a:pt x="229" y="302"/>
                    <a:pt x="232" y="305"/>
                  </a:cubicBezTo>
                  <a:cubicBezTo>
                    <a:pt x="237" y="311"/>
                    <a:pt x="238" y="314"/>
                    <a:pt x="229" y="319"/>
                  </a:cubicBezTo>
                  <a:cubicBezTo>
                    <a:pt x="220" y="324"/>
                    <a:pt x="210" y="327"/>
                    <a:pt x="200" y="332"/>
                  </a:cubicBezTo>
                  <a:cubicBezTo>
                    <a:pt x="196" y="334"/>
                    <a:pt x="196" y="336"/>
                    <a:pt x="193" y="339"/>
                  </a:cubicBezTo>
                  <a:cubicBezTo>
                    <a:pt x="192" y="341"/>
                    <a:pt x="188" y="344"/>
                    <a:pt x="187" y="345"/>
                  </a:cubicBezTo>
                  <a:cubicBezTo>
                    <a:pt x="183" y="346"/>
                    <a:pt x="181" y="342"/>
                    <a:pt x="181" y="347"/>
                  </a:cubicBezTo>
                  <a:cubicBezTo>
                    <a:pt x="180" y="351"/>
                    <a:pt x="180" y="351"/>
                    <a:pt x="177" y="355"/>
                  </a:cubicBezTo>
                  <a:cubicBezTo>
                    <a:pt x="175" y="357"/>
                    <a:pt x="175" y="360"/>
                    <a:pt x="171" y="361"/>
                  </a:cubicBezTo>
                  <a:cubicBezTo>
                    <a:pt x="167" y="361"/>
                    <a:pt x="164" y="359"/>
                    <a:pt x="162" y="362"/>
                  </a:cubicBezTo>
                  <a:cubicBezTo>
                    <a:pt x="159" y="365"/>
                    <a:pt x="158" y="368"/>
                    <a:pt x="156" y="371"/>
                  </a:cubicBezTo>
                  <a:cubicBezTo>
                    <a:pt x="154" y="373"/>
                    <a:pt x="152" y="375"/>
                    <a:pt x="152" y="378"/>
                  </a:cubicBezTo>
                  <a:cubicBezTo>
                    <a:pt x="152" y="384"/>
                    <a:pt x="156" y="392"/>
                    <a:pt x="158" y="398"/>
                  </a:cubicBezTo>
                  <a:cubicBezTo>
                    <a:pt x="160" y="403"/>
                    <a:pt x="162" y="410"/>
                    <a:pt x="161" y="415"/>
                  </a:cubicBezTo>
                  <a:cubicBezTo>
                    <a:pt x="160" y="422"/>
                    <a:pt x="154" y="426"/>
                    <a:pt x="150" y="432"/>
                  </a:cubicBezTo>
                  <a:cubicBezTo>
                    <a:pt x="148" y="437"/>
                    <a:pt x="144" y="441"/>
                    <a:pt x="141" y="445"/>
                  </a:cubicBezTo>
                  <a:cubicBezTo>
                    <a:pt x="138" y="448"/>
                    <a:pt x="138" y="448"/>
                    <a:pt x="133" y="449"/>
                  </a:cubicBezTo>
                  <a:cubicBezTo>
                    <a:pt x="128" y="450"/>
                    <a:pt x="123" y="454"/>
                    <a:pt x="118" y="456"/>
                  </a:cubicBezTo>
                  <a:cubicBezTo>
                    <a:pt x="110" y="421"/>
                    <a:pt x="101" y="385"/>
                    <a:pt x="93" y="350"/>
                  </a:cubicBezTo>
                  <a:cubicBezTo>
                    <a:pt x="93" y="346"/>
                    <a:pt x="92" y="339"/>
                    <a:pt x="90" y="337"/>
                  </a:cubicBezTo>
                  <a:cubicBezTo>
                    <a:pt x="87" y="333"/>
                    <a:pt x="83" y="331"/>
                    <a:pt x="79" y="329"/>
                  </a:cubicBezTo>
                  <a:cubicBezTo>
                    <a:pt x="72" y="324"/>
                    <a:pt x="64" y="319"/>
                    <a:pt x="57" y="314"/>
                  </a:cubicBezTo>
                  <a:cubicBezTo>
                    <a:pt x="55" y="312"/>
                    <a:pt x="53" y="311"/>
                    <a:pt x="51" y="309"/>
                  </a:cubicBezTo>
                  <a:cubicBezTo>
                    <a:pt x="48" y="307"/>
                    <a:pt x="48" y="300"/>
                    <a:pt x="48" y="297"/>
                  </a:cubicBezTo>
                  <a:cubicBezTo>
                    <a:pt x="47" y="291"/>
                    <a:pt x="46" y="287"/>
                    <a:pt x="42" y="282"/>
                  </a:cubicBezTo>
                  <a:cubicBezTo>
                    <a:pt x="40" y="279"/>
                    <a:pt x="38" y="275"/>
                    <a:pt x="35" y="272"/>
                  </a:cubicBezTo>
                  <a:cubicBezTo>
                    <a:pt x="35" y="271"/>
                    <a:pt x="29" y="270"/>
                    <a:pt x="27" y="269"/>
                  </a:cubicBezTo>
                  <a:cubicBezTo>
                    <a:pt x="24" y="268"/>
                    <a:pt x="23" y="267"/>
                    <a:pt x="19" y="266"/>
                  </a:cubicBezTo>
                  <a:cubicBezTo>
                    <a:pt x="16" y="265"/>
                    <a:pt x="14" y="264"/>
                    <a:pt x="14" y="260"/>
                  </a:cubicBezTo>
                  <a:cubicBezTo>
                    <a:pt x="13" y="256"/>
                    <a:pt x="15" y="252"/>
                    <a:pt x="13" y="249"/>
                  </a:cubicBezTo>
                  <a:cubicBezTo>
                    <a:pt x="10" y="244"/>
                    <a:pt x="6" y="240"/>
                    <a:pt x="4" y="235"/>
                  </a:cubicBezTo>
                  <a:cubicBezTo>
                    <a:pt x="3" y="230"/>
                    <a:pt x="0" y="223"/>
                    <a:pt x="1" y="217"/>
                  </a:cubicBezTo>
                  <a:cubicBezTo>
                    <a:pt x="2" y="214"/>
                    <a:pt x="1" y="212"/>
                    <a:pt x="2" y="210"/>
                  </a:cubicBezTo>
                  <a:cubicBezTo>
                    <a:pt x="3" y="207"/>
                    <a:pt x="7" y="203"/>
                    <a:pt x="9" y="201"/>
                  </a:cubicBezTo>
                  <a:cubicBezTo>
                    <a:pt x="12" y="199"/>
                    <a:pt x="16" y="200"/>
                    <a:pt x="18" y="197"/>
                  </a:cubicBezTo>
                  <a:cubicBezTo>
                    <a:pt x="20" y="194"/>
                    <a:pt x="19" y="191"/>
                    <a:pt x="20" y="189"/>
                  </a:cubicBezTo>
                  <a:cubicBezTo>
                    <a:pt x="23" y="185"/>
                    <a:pt x="31" y="183"/>
                    <a:pt x="35" y="180"/>
                  </a:cubicBezTo>
                  <a:cubicBezTo>
                    <a:pt x="39" y="179"/>
                    <a:pt x="40" y="176"/>
                    <a:pt x="43" y="174"/>
                  </a:cubicBezTo>
                  <a:cubicBezTo>
                    <a:pt x="46" y="172"/>
                    <a:pt x="43" y="172"/>
                    <a:pt x="43" y="171"/>
                  </a:cubicBezTo>
                  <a:cubicBezTo>
                    <a:pt x="44" y="169"/>
                    <a:pt x="46" y="168"/>
                    <a:pt x="47" y="166"/>
                  </a:cubicBezTo>
                  <a:cubicBezTo>
                    <a:pt x="48" y="163"/>
                    <a:pt x="45" y="158"/>
                    <a:pt x="45" y="155"/>
                  </a:cubicBezTo>
                  <a:cubicBezTo>
                    <a:pt x="46" y="152"/>
                    <a:pt x="48" y="149"/>
                    <a:pt x="49" y="146"/>
                  </a:cubicBezTo>
                  <a:cubicBezTo>
                    <a:pt x="49" y="143"/>
                    <a:pt x="52" y="140"/>
                    <a:pt x="54" y="137"/>
                  </a:cubicBezTo>
                  <a:cubicBezTo>
                    <a:pt x="57" y="133"/>
                    <a:pt x="55" y="134"/>
                    <a:pt x="51" y="132"/>
                  </a:cubicBezTo>
                  <a:cubicBezTo>
                    <a:pt x="44" y="128"/>
                    <a:pt x="50" y="122"/>
                    <a:pt x="51" y="118"/>
                  </a:cubicBezTo>
                  <a:cubicBezTo>
                    <a:pt x="53" y="110"/>
                    <a:pt x="46" y="104"/>
                    <a:pt x="46" y="97"/>
                  </a:cubicBezTo>
                  <a:cubicBezTo>
                    <a:pt x="45" y="88"/>
                    <a:pt x="49" y="80"/>
                    <a:pt x="49" y="73"/>
                  </a:cubicBezTo>
                  <a:cubicBezTo>
                    <a:pt x="49" y="67"/>
                    <a:pt x="52" y="64"/>
                    <a:pt x="52" y="58"/>
                  </a:cubicBezTo>
                  <a:cubicBezTo>
                    <a:pt x="52" y="55"/>
                    <a:pt x="46" y="56"/>
                    <a:pt x="44" y="55"/>
                  </a:cubicBezTo>
                  <a:cubicBezTo>
                    <a:pt x="37" y="53"/>
                    <a:pt x="45" y="49"/>
                    <a:pt x="48" y="49"/>
                  </a:cubicBezTo>
                  <a:cubicBezTo>
                    <a:pt x="51" y="47"/>
                    <a:pt x="54" y="45"/>
                    <a:pt x="57" y="43"/>
                  </a:cubicBezTo>
                  <a:cubicBezTo>
                    <a:pt x="62" y="39"/>
                    <a:pt x="51" y="36"/>
                    <a:pt x="58" y="35"/>
                  </a:cubicBezTo>
                  <a:cubicBezTo>
                    <a:pt x="62" y="34"/>
                    <a:pt x="69" y="35"/>
                    <a:pt x="68" y="30"/>
                  </a:cubicBezTo>
                  <a:cubicBezTo>
                    <a:pt x="68" y="29"/>
                    <a:pt x="64" y="27"/>
                    <a:pt x="67" y="26"/>
                  </a:cubicBezTo>
                  <a:cubicBezTo>
                    <a:pt x="71" y="24"/>
                    <a:pt x="73" y="25"/>
                    <a:pt x="76" y="24"/>
                  </a:cubicBezTo>
                  <a:cubicBezTo>
                    <a:pt x="83" y="22"/>
                    <a:pt x="86" y="13"/>
                    <a:pt x="93" y="12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3" y="7"/>
                    <a:pt x="107" y="7"/>
                    <a:pt x="110" y="6"/>
                  </a:cubicBezTo>
                  <a:cubicBezTo>
                    <a:pt x="112" y="5"/>
                    <a:pt x="115" y="4"/>
                    <a:pt x="118" y="4"/>
                  </a:cubicBezTo>
                  <a:cubicBezTo>
                    <a:pt x="120" y="3"/>
                    <a:pt x="125" y="0"/>
                    <a:pt x="127" y="1"/>
                  </a:cubicBezTo>
                  <a:cubicBezTo>
                    <a:pt x="129" y="1"/>
                    <a:pt x="136" y="0"/>
                    <a:pt x="137" y="1"/>
                  </a:cubicBezTo>
                  <a:cubicBezTo>
                    <a:pt x="140" y="7"/>
                    <a:pt x="145" y="6"/>
                    <a:pt x="145" y="6"/>
                  </a:cubicBezTo>
                  <a:cubicBezTo>
                    <a:pt x="146" y="6"/>
                    <a:pt x="147" y="5"/>
                    <a:pt x="148" y="6"/>
                  </a:cubicBezTo>
                  <a:cubicBezTo>
                    <a:pt x="150" y="6"/>
                    <a:pt x="151" y="7"/>
                    <a:pt x="153" y="7"/>
                  </a:cubicBezTo>
                  <a:cubicBezTo>
                    <a:pt x="161" y="9"/>
                    <a:pt x="154" y="18"/>
                    <a:pt x="154" y="18"/>
                  </a:cubicBezTo>
                  <a:cubicBezTo>
                    <a:pt x="154" y="21"/>
                    <a:pt x="157" y="25"/>
                    <a:pt x="160" y="25"/>
                  </a:cubicBezTo>
                  <a:cubicBezTo>
                    <a:pt x="164" y="26"/>
                    <a:pt x="161" y="35"/>
                    <a:pt x="161" y="35"/>
                  </a:cubicBezTo>
                  <a:cubicBezTo>
                    <a:pt x="161" y="36"/>
                    <a:pt x="162" y="38"/>
                    <a:pt x="163" y="38"/>
                  </a:cubicBezTo>
                  <a:cubicBezTo>
                    <a:pt x="166" y="40"/>
                    <a:pt x="169" y="40"/>
                    <a:pt x="172" y="38"/>
                  </a:cubicBezTo>
                  <a:cubicBezTo>
                    <a:pt x="175" y="36"/>
                    <a:pt x="175" y="34"/>
                    <a:pt x="177" y="31"/>
                  </a:cubicBezTo>
                  <a:cubicBezTo>
                    <a:pt x="179" y="29"/>
                    <a:pt x="183" y="31"/>
                    <a:pt x="186" y="29"/>
                  </a:cubicBezTo>
                  <a:cubicBezTo>
                    <a:pt x="188" y="28"/>
                    <a:pt x="190" y="26"/>
                    <a:pt x="192" y="24"/>
                  </a:cubicBezTo>
                  <a:cubicBezTo>
                    <a:pt x="193" y="24"/>
                    <a:pt x="194" y="23"/>
                    <a:pt x="195" y="22"/>
                  </a:cubicBezTo>
                  <a:cubicBezTo>
                    <a:pt x="195" y="21"/>
                    <a:pt x="195" y="19"/>
                    <a:pt x="196" y="19"/>
                  </a:cubicBezTo>
                  <a:cubicBezTo>
                    <a:pt x="196" y="19"/>
                    <a:pt x="203" y="16"/>
                    <a:pt x="204" y="17"/>
                  </a:cubicBezTo>
                  <a:cubicBezTo>
                    <a:pt x="204" y="17"/>
                    <a:pt x="208" y="30"/>
                    <a:pt x="208" y="31"/>
                  </a:cubicBezTo>
                  <a:cubicBezTo>
                    <a:pt x="208" y="32"/>
                    <a:pt x="206" y="33"/>
                    <a:pt x="204" y="34"/>
                  </a:cubicBezTo>
                  <a:cubicBezTo>
                    <a:pt x="202" y="35"/>
                    <a:pt x="201" y="37"/>
                    <a:pt x="199" y="39"/>
                  </a:cubicBezTo>
                  <a:cubicBezTo>
                    <a:pt x="198" y="42"/>
                    <a:pt x="196" y="44"/>
                    <a:pt x="195" y="47"/>
                  </a:cubicBezTo>
                  <a:cubicBezTo>
                    <a:pt x="194" y="49"/>
                    <a:pt x="193" y="52"/>
                    <a:pt x="192" y="54"/>
                  </a:cubicBezTo>
                  <a:cubicBezTo>
                    <a:pt x="190" y="57"/>
                    <a:pt x="188" y="56"/>
                    <a:pt x="185" y="58"/>
                  </a:cubicBezTo>
                  <a:cubicBezTo>
                    <a:pt x="176" y="61"/>
                    <a:pt x="172" y="64"/>
                    <a:pt x="171" y="73"/>
                  </a:cubicBezTo>
                  <a:cubicBezTo>
                    <a:pt x="170" y="81"/>
                    <a:pt x="173" y="85"/>
                    <a:pt x="177" y="91"/>
                  </a:cubicBezTo>
                  <a:cubicBezTo>
                    <a:pt x="180" y="95"/>
                    <a:pt x="182" y="100"/>
                    <a:pt x="187" y="101"/>
                  </a:cubicBezTo>
                  <a:cubicBezTo>
                    <a:pt x="188" y="101"/>
                    <a:pt x="190" y="99"/>
                    <a:pt x="191" y="100"/>
                  </a:cubicBezTo>
                  <a:cubicBezTo>
                    <a:pt x="192" y="101"/>
                    <a:pt x="191" y="103"/>
                    <a:pt x="192" y="105"/>
                  </a:cubicBezTo>
                  <a:cubicBezTo>
                    <a:pt x="194" y="108"/>
                    <a:pt x="199" y="106"/>
                    <a:pt x="202" y="108"/>
                  </a:cubicBezTo>
                  <a:cubicBezTo>
                    <a:pt x="204" y="109"/>
                    <a:pt x="203" y="110"/>
                    <a:pt x="203" y="112"/>
                  </a:cubicBezTo>
                  <a:cubicBezTo>
                    <a:pt x="203" y="114"/>
                    <a:pt x="205" y="117"/>
                    <a:pt x="205" y="118"/>
                  </a:cubicBezTo>
                  <a:cubicBezTo>
                    <a:pt x="203" y="125"/>
                    <a:pt x="203" y="131"/>
                    <a:pt x="210" y="135"/>
                  </a:cubicBezTo>
                  <a:cubicBezTo>
                    <a:pt x="206" y="136"/>
                    <a:pt x="204" y="141"/>
                    <a:pt x="203" y="145"/>
                  </a:cubicBezTo>
                  <a:cubicBezTo>
                    <a:pt x="202" y="148"/>
                    <a:pt x="201" y="148"/>
                    <a:pt x="198" y="151"/>
                  </a:cubicBezTo>
                  <a:cubicBezTo>
                    <a:pt x="196" y="154"/>
                    <a:pt x="198" y="157"/>
                    <a:pt x="195" y="160"/>
                  </a:cubicBezTo>
                  <a:cubicBezTo>
                    <a:pt x="194" y="161"/>
                    <a:pt x="194" y="162"/>
                    <a:pt x="193" y="163"/>
                  </a:cubicBezTo>
                  <a:cubicBezTo>
                    <a:pt x="192" y="164"/>
                    <a:pt x="189" y="165"/>
                    <a:pt x="189" y="166"/>
                  </a:cubicBezTo>
                  <a:cubicBezTo>
                    <a:pt x="186" y="170"/>
                    <a:pt x="187" y="171"/>
                    <a:pt x="183" y="173"/>
                  </a:cubicBezTo>
                  <a:cubicBezTo>
                    <a:pt x="180" y="175"/>
                    <a:pt x="180" y="178"/>
                    <a:pt x="177" y="180"/>
                  </a:cubicBezTo>
                  <a:cubicBezTo>
                    <a:pt x="175" y="181"/>
                    <a:pt x="172" y="181"/>
                    <a:pt x="170" y="182"/>
                  </a:cubicBezTo>
                  <a:cubicBezTo>
                    <a:pt x="167" y="184"/>
                    <a:pt x="166" y="187"/>
                    <a:pt x="163" y="188"/>
                  </a:cubicBezTo>
                  <a:cubicBezTo>
                    <a:pt x="161" y="189"/>
                    <a:pt x="158" y="191"/>
                    <a:pt x="156" y="192"/>
                  </a:cubicBezTo>
                  <a:cubicBezTo>
                    <a:pt x="151" y="194"/>
                    <a:pt x="147" y="199"/>
                    <a:pt x="146" y="203"/>
                  </a:cubicBezTo>
                  <a:cubicBezTo>
                    <a:pt x="144" y="208"/>
                    <a:pt x="147" y="215"/>
                    <a:pt x="150" y="219"/>
                  </a:cubicBezTo>
                  <a:cubicBezTo>
                    <a:pt x="153" y="225"/>
                    <a:pt x="159" y="231"/>
                    <a:pt x="165" y="234"/>
                  </a:cubicBezTo>
                  <a:cubicBezTo>
                    <a:pt x="170" y="237"/>
                    <a:pt x="173" y="238"/>
                    <a:pt x="178" y="236"/>
                  </a:cubicBezTo>
                  <a:cubicBezTo>
                    <a:pt x="179" y="235"/>
                    <a:pt x="184" y="232"/>
                    <a:pt x="186" y="233"/>
                  </a:cubicBezTo>
                  <a:cubicBezTo>
                    <a:pt x="190" y="236"/>
                    <a:pt x="182" y="244"/>
                    <a:pt x="185" y="247"/>
                  </a:cubicBezTo>
                  <a:cubicBezTo>
                    <a:pt x="187" y="249"/>
                    <a:pt x="197" y="246"/>
                    <a:pt x="198" y="243"/>
                  </a:cubicBezTo>
                  <a:cubicBezTo>
                    <a:pt x="199" y="240"/>
                    <a:pt x="195" y="240"/>
                    <a:pt x="199" y="238"/>
                  </a:cubicBezTo>
                  <a:cubicBezTo>
                    <a:pt x="201" y="237"/>
                    <a:pt x="204" y="238"/>
                    <a:pt x="206" y="239"/>
                  </a:cubicBezTo>
                  <a:cubicBezTo>
                    <a:pt x="208" y="242"/>
                    <a:pt x="209" y="244"/>
                    <a:pt x="209" y="247"/>
                  </a:cubicBezTo>
                  <a:cubicBezTo>
                    <a:pt x="209" y="250"/>
                    <a:pt x="209" y="253"/>
                    <a:pt x="209" y="255"/>
                  </a:cubicBezTo>
                  <a:cubicBezTo>
                    <a:pt x="211" y="255"/>
                    <a:pt x="211" y="256"/>
                    <a:pt x="212" y="257"/>
                  </a:cubicBezTo>
                  <a:cubicBezTo>
                    <a:pt x="212" y="257"/>
                    <a:pt x="222" y="261"/>
                    <a:pt x="224" y="263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8" name="Freeform 129">
              <a:extLst>
                <a:ext uri="{FF2B5EF4-FFF2-40B4-BE49-F238E27FC236}">
                  <a16:creationId xmlns:a16="http://schemas.microsoft.com/office/drawing/2014/main" id="{D660E35B-2670-4DFD-B817-B0F9BF398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5525" y="1343025"/>
              <a:ext cx="596900" cy="511175"/>
            </a:xfrm>
            <a:custGeom>
              <a:avLst/>
              <a:gdLst>
                <a:gd name="T0" fmla="*/ 2 w 529"/>
                <a:gd name="T1" fmla="*/ 439 h 452"/>
                <a:gd name="T2" fmla="*/ 7 w 529"/>
                <a:gd name="T3" fmla="*/ 413 h 452"/>
                <a:gd name="T4" fmla="*/ 12 w 529"/>
                <a:gd name="T5" fmla="*/ 386 h 452"/>
                <a:gd name="T6" fmla="*/ 22 w 529"/>
                <a:gd name="T7" fmla="*/ 359 h 452"/>
                <a:gd name="T8" fmla="*/ 37 w 529"/>
                <a:gd name="T9" fmla="*/ 346 h 452"/>
                <a:gd name="T10" fmla="*/ 52 w 529"/>
                <a:gd name="T11" fmla="*/ 325 h 452"/>
                <a:gd name="T12" fmla="*/ 60 w 529"/>
                <a:gd name="T13" fmla="*/ 306 h 452"/>
                <a:gd name="T14" fmla="*/ 60 w 529"/>
                <a:gd name="T15" fmla="*/ 298 h 452"/>
                <a:gd name="T16" fmla="*/ 70 w 529"/>
                <a:gd name="T17" fmla="*/ 282 h 452"/>
                <a:gd name="T18" fmla="*/ 76 w 529"/>
                <a:gd name="T19" fmla="*/ 265 h 452"/>
                <a:gd name="T20" fmla="*/ 105 w 529"/>
                <a:gd name="T21" fmla="*/ 230 h 452"/>
                <a:gd name="T22" fmla="*/ 122 w 529"/>
                <a:gd name="T23" fmla="*/ 212 h 452"/>
                <a:gd name="T24" fmla="*/ 137 w 529"/>
                <a:gd name="T25" fmla="*/ 199 h 452"/>
                <a:gd name="T26" fmla="*/ 145 w 529"/>
                <a:gd name="T27" fmla="*/ 187 h 452"/>
                <a:gd name="T28" fmla="*/ 157 w 529"/>
                <a:gd name="T29" fmla="*/ 141 h 452"/>
                <a:gd name="T30" fmla="*/ 173 w 529"/>
                <a:gd name="T31" fmla="*/ 107 h 452"/>
                <a:gd name="T32" fmla="*/ 185 w 529"/>
                <a:gd name="T33" fmla="*/ 89 h 452"/>
                <a:gd name="T34" fmla="*/ 204 w 529"/>
                <a:gd name="T35" fmla="*/ 79 h 452"/>
                <a:gd name="T36" fmla="*/ 239 w 529"/>
                <a:gd name="T37" fmla="*/ 37 h 452"/>
                <a:gd name="T38" fmla="*/ 250 w 529"/>
                <a:gd name="T39" fmla="*/ 18 h 452"/>
                <a:gd name="T40" fmla="*/ 260 w 529"/>
                <a:gd name="T41" fmla="*/ 0 h 452"/>
                <a:gd name="T42" fmla="*/ 525 w 529"/>
                <a:gd name="T43" fmla="*/ 97 h 452"/>
                <a:gd name="T44" fmla="*/ 512 w 529"/>
                <a:gd name="T45" fmla="*/ 117 h 452"/>
                <a:gd name="T46" fmla="*/ 327 w 529"/>
                <a:gd name="T47" fmla="*/ 125 h 452"/>
                <a:gd name="T48" fmla="*/ 322 w 529"/>
                <a:gd name="T49" fmla="*/ 247 h 452"/>
                <a:gd name="T50" fmla="*/ 309 w 529"/>
                <a:gd name="T51" fmla="*/ 283 h 452"/>
                <a:gd name="T52" fmla="*/ 272 w 529"/>
                <a:gd name="T53" fmla="*/ 298 h 452"/>
                <a:gd name="T54" fmla="*/ 255 w 529"/>
                <a:gd name="T55" fmla="*/ 373 h 452"/>
                <a:gd name="T56" fmla="*/ 251 w 529"/>
                <a:gd name="T57" fmla="*/ 415 h 452"/>
                <a:gd name="T58" fmla="*/ 29 w 529"/>
                <a:gd name="T59" fmla="*/ 415 h 452"/>
                <a:gd name="T60" fmla="*/ 13 w 529"/>
                <a:gd name="T61" fmla="*/ 446 h 452"/>
                <a:gd name="T62" fmla="*/ 36 w 529"/>
                <a:gd name="T63" fmla="*/ 355 h 452"/>
                <a:gd name="T64" fmla="*/ 30 w 529"/>
                <a:gd name="T65" fmla="*/ 364 h 452"/>
                <a:gd name="T66" fmla="*/ 20 w 529"/>
                <a:gd name="T67" fmla="*/ 391 h 452"/>
                <a:gd name="T68" fmla="*/ 21 w 529"/>
                <a:gd name="T69" fmla="*/ 406 h 452"/>
                <a:gd name="T70" fmla="*/ 213 w 529"/>
                <a:gd name="T71" fmla="*/ 406 h 452"/>
                <a:gd name="T72" fmla="*/ 243 w 529"/>
                <a:gd name="T73" fmla="*/ 329 h 452"/>
                <a:gd name="T74" fmla="*/ 287 w 529"/>
                <a:gd name="T75" fmla="*/ 280 h 452"/>
                <a:gd name="T76" fmla="*/ 312 w 529"/>
                <a:gd name="T77" fmla="*/ 262 h 452"/>
                <a:gd name="T78" fmla="*/ 316 w 529"/>
                <a:gd name="T79" fmla="*/ 156 h 452"/>
                <a:gd name="T80" fmla="*/ 325 w 529"/>
                <a:gd name="T81" fmla="*/ 107 h 452"/>
                <a:gd name="T82" fmla="*/ 512 w 529"/>
                <a:gd name="T83" fmla="*/ 108 h 452"/>
                <a:gd name="T84" fmla="*/ 520 w 529"/>
                <a:gd name="T85" fmla="*/ 9 h 452"/>
                <a:gd name="T86" fmla="*/ 255 w 529"/>
                <a:gd name="T87" fmla="*/ 27 h 452"/>
                <a:gd name="T88" fmla="*/ 223 w 529"/>
                <a:gd name="T89" fmla="*/ 78 h 452"/>
                <a:gd name="T90" fmla="*/ 198 w 529"/>
                <a:gd name="T91" fmla="*/ 89 h 452"/>
                <a:gd name="T92" fmla="*/ 183 w 529"/>
                <a:gd name="T93" fmla="*/ 101 h 452"/>
                <a:gd name="T94" fmla="*/ 170 w 529"/>
                <a:gd name="T95" fmla="*/ 134 h 452"/>
                <a:gd name="T96" fmla="*/ 160 w 529"/>
                <a:gd name="T97" fmla="*/ 153 h 452"/>
                <a:gd name="T98" fmla="*/ 147 w 529"/>
                <a:gd name="T99" fmla="*/ 202 h 452"/>
                <a:gd name="T100" fmla="*/ 133 w 529"/>
                <a:gd name="T101" fmla="*/ 213 h 452"/>
                <a:gd name="T102" fmla="*/ 114 w 529"/>
                <a:gd name="T103" fmla="*/ 233 h 452"/>
                <a:gd name="T104" fmla="*/ 91 w 529"/>
                <a:gd name="T105" fmla="*/ 266 h 452"/>
                <a:gd name="T106" fmla="*/ 76 w 529"/>
                <a:gd name="T107" fmla="*/ 291 h 452"/>
                <a:gd name="T108" fmla="*/ 66 w 529"/>
                <a:gd name="T109" fmla="*/ 314 h 452"/>
                <a:gd name="T110" fmla="*/ 62 w 529"/>
                <a:gd name="T111" fmla="*/ 319 h 452"/>
                <a:gd name="T112" fmla="*/ 55 w 529"/>
                <a:gd name="T113" fmla="*/ 338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29" h="452">
                  <a:moveTo>
                    <a:pt x="9" y="452"/>
                  </a:moveTo>
                  <a:cubicBezTo>
                    <a:pt x="7" y="452"/>
                    <a:pt x="5" y="451"/>
                    <a:pt x="4" y="450"/>
                  </a:cubicBezTo>
                  <a:cubicBezTo>
                    <a:pt x="4" y="449"/>
                    <a:pt x="4" y="449"/>
                    <a:pt x="3" y="448"/>
                  </a:cubicBezTo>
                  <a:cubicBezTo>
                    <a:pt x="2" y="446"/>
                    <a:pt x="0" y="443"/>
                    <a:pt x="2" y="439"/>
                  </a:cubicBezTo>
                  <a:cubicBezTo>
                    <a:pt x="2" y="438"/>
                    <a:pt x="3" y="436"/>
                    <a:pt x="3" y="435"/>
                  </a:cubicBezTo>
                  <a:cubicBezTo>
                    <a:pt x="3" y="434"/>
                    <a:pt x="3" y="432"/>
                    <a:pt x="4" y="431"/>
                  </a:cubicBezTo>
                  <a:cubicBezTo>
                    <a:pt x="5" y="427"/>
                    <a:pt x="6" y="422"/>
                    <a:pt x="6" y="418"/>
                  </a:cubicBezTo>
                  <a:cubicBezTo>
                    <a:pt x="7" y="413"/>
                    <a:pt x="7" y="413"/>
                    <a:pt x="7" y="413"/>
                  </a:cubicBezTo>
                  <a:cubicBezTo>
                    <a:pt x="8" y="408"/>
                    <a:pt x="9" y="403"/>
                    <a:pt x="10" y="397"/>
                  </a:cubicBezTo>
                  <a:cubicBezTo>
                    <a:pt x="10" y="396"/>
                    <a:pt x="11" y="394"/>
                    <a:pt x="11" y="393"/>
                  </a:cubicBezTo>
                  <a:cubicBezTo>
                    <a:pt x="11" y="392"/>
                    <a:pt x="11" y="391"/>
                    <a:pt x="11" y="389"/>
                  </a:cubicBezTo>
                  <a:cubicBezTo>
                    <a:pt x="11" y="388"/>
                    <a:pt x="12" y="387"/>
                    <a:pt x="12" y="386"/>
                  </a:cubicBezTo>
                  <a:cubicBezTo>
                    <a:pt x="17" y="386"/>
                    <a:pt x="17" y="386"/>
                    <a:pt x="17" y="386"/>
                  </a:cubicBezTo>
                  <a:cubicBezTo>
                    <a:pt x="13" y="385"/>
                    <a:pt x="13" y="385"/>
                    <a:pt x="13" y="385"/>
                  </a:cubicBezTo>
                  <a:cubicBezTo>
                    <a:pt x="12" y="385"/>
                    <a:pt x="12" y="384"/>
                    <a:pt x="12" y="382"/>
                  </a:cubicBezTo>
                  <a:cubicBezTo>
                    <a:pt x="12" y="376"/>
                    <a:pt x="15" y="369"/>
                    <a:pt x="22" y="359"/>
                  </a:cubicBezTo>
                  <a:cubicBezTo>
                    <a:pt x="23" y="358"/>
                    <a:pt x="24" y="356"/>
                    <a:pt x="25" y="355"/>
                  </a:cubicBezTo>
                  <a:cubicBezTo>
                    <a:pt x="26" y="354"/>
                    <a:pt x="27" y="353"/>
                    <a:pt x="28" y="352"/>
                  </a:cubicBezTo>
                  <a:cubicBezTo>
                    <a:pt x="29" y="350"/>
                    <a:pt x="29" y="348"/>
                    <a:pt x="31" y="347"/>
                  </a:cubicBezTo>
                  <a:cubicBezTo>
                    <a:pt x="33" y="346"/>
                    <a:pt x="34" y="345"/>
                    <a:pt x="37" y="346"/>
                  </a:cubicBezTo>
                  <a:cubicBezTo>
                    <a:pt x="42" y="345"/>
                    <a:pt x="43" y="344"/>
                    <a:pt x="45" y="337"/>
                  </a:cubicBezTo>
                  <a:cubicBezTo>
                    <a:pt x="46" y="334"/>
                    <a:pt x="48" y="333"/>
                    <a:pt x="49" y="331"/>
                  </a:cubicBezTo>
                  <a:cubicBezTo>
                    <a:pt x="49" y="331"/>
                    <a:pt x="50" y="331"/>
                    <a:pt x="50" y="330"/>
                  </a:cubicBezTo>
                  <a:cubicBezTo>
                    <a:pt x="51" y="329"/>
                    <a:pt x="51" y="326"/>
                    <a:pt x="52" y="325"/>
                  </a:cubicBezTo>
                  <a:cubicBezTo>
                    <a:pt x="52" y="323"/>
                    <a:pt x="52" y="323"/>
                    <a:pt x="52" y="323"/>
                  </a:cubicBezTo>
                  <a:cubicBezTo>
                    <a:pt x="52" y="320"/>
                    <a:pt x="53" y="318"/>
                    <a:pt x="54" y="316"/>
                  </a:cubicBezTo>
                  <a:cubicBezTo>
                    <a:pt x="54" y="314"/>
                    <a:pt x="54" y="314"/>
                    <a:pt x="54" y="314"/>
                  </a:cubicBezTo>
                  <a:cubicBezTo>
                    <a:pt x="56" y="310"/>
                    <a:pt x="57" y="309"/>
                    <a:pt x="60" y="306"/>
                  </a:cubicBezTo>
                  <a:cubicBezTo>
                    <a:pt x="61" y="306"/>
                    <a:pt x="61" y="306"/>
                    <a:pt x="61" y="306"/>
                  </a:cubicBezTo>
                  <a:cubicBezTo>
                    <a:pt x="61" y="306"/>
                    <a:pt x="62" y="304"/>
                    <a:pt x="63" y="303"/>
                  </a:cubicBezTo>
                  <a:cubicBezTo>
                    <a:pt x="62" y="303"/>
                    <a:pt x="62" y="303"/>
                    <a:pt x="62" y="303"/>
                  </a:cubicBezTo>
                  <a:cubicBezTo>
                    <a:pt x="60" y="302"/>
                    <a:pt x="60" y="300"/>
                    <a:pt x="60" y="298"/>
                  </a:cubicBezTo>
                  <a:cubicBezTo>
                    <a:pt x="61" y="295"/>
                    <a:pt x="63" y="294"/>
                    <a:pt x="64" y="292"/>
                  </a:cubicBezTo>
                  <a:cubicBezTo>
                    <a:pt x="65" y="292"/>
                    <a:pt x="65" y="291"/>
                    <a:pt x="66" y="291"/>
                  </a:cubicBezTo>
                  <a:cubicBezTo>
                    <a:pt x="66" y="290"/>
                    <a:pt x="67" y="289"/>
                    <a:pt x="67" y="288"/>
                  </a:cubicBezTo>
                  <a:cubicBezTo>
                    <a:pt x="68" y="286"/>
                    <a:pt x="68" y="284"/>
                    <a:pt x="70" y="282"/>
                  </a:cubicBezTo>
                  <a:cubicBezTo>
                    <a:pt x="71" y="279"/>
                    <a:pt x="71" y="279"/>
                    <a:pt x="71" y="279"/>
                  </a:cubicBezTo>
                  <a:cubicBezTo>
                    <a:pt x="73" y="276"/>
                    <a:pt x="75" y="274"/>
                    <a:pt x="76" y="271"/>
                  </a:cubicBezTo>
                  <a:cubicBezTo>
                    <a:pt x="77" y="269"/>
                    <a:pt x="78" y="268"/>
                    <a:pt x="78" y="267"/>
                  </a:cubicBezTo>
                  <a:cubicBezTo>
                    <a:pt x="77" y="267"/>
                    <a:pt x="76" y="266"/>
                    <a:pt x="76" y="265"/>
                  </a:cubicBezTo>
                  <a:cubicBezTo>
                    <a:pt x="74" y="263"/>
                    <a:pt x="75" y="260"/>
                    <a:pt x="76" y="259"/>
                  </a:cubicBezTo>
                  <a:cubicBezTo>
                    <a:pt x="77" y="255"/>
                    <a:pt x="80" y="251"/>
                    <a:pt x="83" y="248"/>
                  </a:cubicBezTo>
                  <a:cubicBezTo>
                    <a:pt x="87" y="243"/>
                    <a:pt x="92" y="239"/>
                    <a:pt x="97" y="236"/>
                  </a:cubicBezTo>
                  <a:cubicBezTo>
                    <a:pt x="100" y="235"/>
                    <a:pt x="102" y="232"/>
                    <a:pt x="105" y="230"/>
                  </a:cubicBezTo>
                  <a:cubicBezTo>
                    <a:pt x="105" y="229"/>
                    <a:pt x="106" y="228"/>
                    <a:pt x="108" y="227"/>
                  </a:cubicBezTo>
                  <a:cubicBezTo>
                    <a:pt x="109" y="225"/>
                    <a:pt x="111" y="223"/>
                    <a:pt x="113" y="221"/>
                  </a:cubicBezTo>
                  <a:cubicBezTo>
                    <a:pt x="116" y="219"/>
                    <a:pt x="118" y="217"/>
                    <a:pt x="120" y="215"/>
                  </a:cubicBezTo>
                  <a:cubicBezTo>
                    <a:pt x="121" y="214"/>
                    <a:pt x="122" y="213"/>
                    <a:pt x="122" y="212"/>
                  </a:cubicBezTo>
                  <a:cubicBezTo>
                    <a:pt x="124" y="210"/>
                    <a:pt x="125" y="207"/>
                    <a:pt x="128" y="205"/>
                  </a:cubicBezTo>
                  <a:cubicBezTo>
                    <a:pt x="130" y="204"/>
                    <a:pt x="131" y="203"/>
                    <a:pt x="133" y="203"/>
                  </a:cubicBezTo>
                  <a:cubicBezTo>
                    <a:pt x="133" y="203"/>
                    <a:pt x="134" y="202"/>
                    <a:pt x="135" y="202"/>
                  </a:cubicBezTo>
                  <a:cubicBezTo>
                    <a:pt x="136" y="202"/>
                    <a:pt x="136" y="202"/>
                    <a:pt x="137" y="199"/>
                  </a:cubicBezTo>
                  <a:cubicBezTo>
                    <a:pt x="137" y="199"/>
                    <a:pt x="138" y="198"/>
                    <a:pt x="138" y="198"/>
                  </a:cubicBezTo>
                  <a:cubicBezTo>
                    <a:pt x="139" y="196"/>
                    <a:pt x="141" y="195"/>
                    <a:pt x="142" y="194"/>
                  </a:cubicBezTo>
                  <a:cubicBezTo>
                    <a:pt x="143" y="194"/>
                    <a:pt x="143" y="193"/>
                    <a:pt x="144" y="193"/>
                  </a:cubicBezTo>
                  <a:cubicBezTo>
                    <a:pt x="144" y="191"/>
                    <a:pt x="145" y="189"/>
                    <a:pt x="145" y="187"/>
                  </a:cubicBezTo>
                  <a:cubicBezTo>
                    <a:pt x="147" y="182"/>
                    <a:pt x="149" y="177"/>
                    <a:pt x="148" y="172"/>
                  </a:cubicBezTo>
                  <a:cubicBezTo>
                    <a:pt x="148" y="163"/>
                    <a:pt x="149" y="157"/>
                    <a:pt x="152" y="149"/>
                  </a:cubicBezTo>
                  <a:cubicBezTo>
                    <a:pt x="153" y="146"/>
                    <a:pt x="154" y="144"/>
                    <a:pt x="156" y="142"/>
                  </a:cubicBezTo>
                  <a:cubicBezTo>
                    <a:pt x="157" y="141"/>
                    <a:pt x="157" y="141"/>
                    <a:pt x="157" y="141"/>
                  </a:cubicBezTo>
                  <a:cubicBezTo>
                    <a:pt x="158" y="139"/>
                    <a:pt x="159" y="137"/>
                    <a:pt x="160" y="134"/>
                  </a:cubicBezTo>
                  <a:cubicBezTo>
                    <a:pt x="160" y="133"/>
                    <a:pt x="160" y="132"/>
                    <a:pt x="161" y="131"/>
                  </a:cubicBezTo>
                  <a:cubicBezTo>
                    <a:pt x="162" y="127"/>
                    <a:pt x="165" y="123"/>
                    <a:pt x="167" y="120"/>
                  </a:cubicBezTo>
                  <a:cubicBezTo>
                    <a:pt x="170" y="115"/>
                    <a:pt x="172" y="111"/>
                    <a:pt x="173" y="107"/>
                  </a:cubicBezTo>
                  <a:cubicBezTo>
                    <a:pt x="173" y="105"/>
                    <a:pt x="173" y="105"/>
                    <a:pt x="173" y="105"/>
                  </a:cubicBezTo>
                  <a:cubicBezTo>
                    <a:pt x="173" y="102"/>
                    <a:pt x="173" y="99"/>
                    <a:pt x="176" y="95"/>
                  </a:cubicBezTo>
                  <a:cubicBezTo>
                    <a:pt x="178" y="92"/>
                    <a:pt x="181" y="91"/>
                    <a:pt x="183" y="90"/>
                  </a:cubicBezTo>
                  <a:cubicBezTo>
                    <a:pt x="184" y="90"/>
                    <a:pt x="184" y="90"/>
                    <a:pt x="185" y="89"/>
                  </a:cubicBezTo>
                  <a:cubicBezTo>
                    <a:pt x="186" y="89"/>
                    <a:pt x="187" y="87"/>
                    <a:pt x="188" y="86"/>
                  </a:cubicBezTo>
                  <a:cubicBezTo>
                    <a:pt x="190" y="83"/>
                    <a:pt x="192" y="81"/>
                    <a:pt x="195" y="80"/>
                  </a:cubicBezTo>
                  <a:cubicBezTo>
                    <a:pt x="197" y="79"/>
                    <a:pt x="199" y="79"/>
                    <a:pt x="200" y="79"/>
                  </a:cubicBezTo>
                  <a:cubicBezTo>
                    <a:pt x="202" y="79"/>
                    <a:pt x="203" y="79"/>
                    <a:pt x="204" y="79"/>
                  </a:cubicBezTo>
                  <a:cubicBezTo>
                    <a:pt x="207" y="77"/>
                    <a:pt x="209" y="76"/>
                    <a:pt x="211" y="74"/>
                  </a:cubicBezTo>
                  <a:cubicBezTo>
                    <a:pt x="214" y="72"/>
                    <a:pt x="216" y="71"/>
                    <a:pt x="219" y="69"/>
                  </a:cubicBezTo>
                  <a:cubicBezTo>
                    <a:pt x="231" y="63"/>
                    <a:pt x="235" y="52"/>
                    <a:pt x="239" y="39"/>
                  </a:cubicBezTo>
                  <a:cubicBezTo>
                    <a:pt x="239" y="37"/>
                    <a:pt x="239" y="37"/>
                    <a:pt x="239" y="37"/>
                  </a:cubicBezTo>
                  <a:cubicBezTo>
                    <a:pt x="240" y="34"/>
                    <a:pt x="242" y="32"/>
                    <a:pt x="244" y="30"/>
                  </a:cubicBezTo>
                  <a:cubicBezTo>
                    <a:pt x="245" y="28"/>
                    <a:pt x="246" y="27"/>
                    <a:pt x="246" y="26"/>
                  </a:cubicBezTo>
                  <a:cubicBezTo>
                    <a:pt x="247" y="23"/>
                    <a:pt x="248" y="21"/>
                    <a:pt x="249" y="20"/>
                  </a:cubicBezTo>
                  <a:cubicBezTo>
                    <a:pt x="249" y="19"/>
                    <a:pt x="250" y="18"/>
                    <a:pt x="250" y="18"/>
                  </a:cubicBezTo>
                  <a:cubicBezTo>
                    <a:pt x="252" y="14"/>
                    <a:pt x="253" y="11"/>
                    <a:pt x="254" y="7"/>
                  </a:cubicBezTo>
                  <a:cubicBezTo>
                    <a:pt x="255" y="3"/>
                    <a:pt x="255" y="3"/>
                    <a:pt x="255" y="3"/>
                  </a:cubicBezTo>
                  <a:cubicBezTo>
                    <a:pt x="256" y="1"/>
                    <a:pt x="258" y="0"/>
                    <a:pt x="260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525" y="0"/>
                    <a:pt x="525" y="0"/>
                    <a:pt x="525" y="0"/>
                  </a:cubicBezTo>
                  <a:cubicBezTo>
                    <a:pt x="526" y="0"/>
                    <a:pt x="527" y="1"/>
                    <a:pt x="528" y="2"/>
                  </a:cubicBezTo>
                  <a:cubicBezTo>
                    <a:pt x="529" y="2"/>
                    <a:pt x="529" y="4"/>
                    <a:pt x="529" y="5"/>
                  </a:cubicBezTo>
                  <a:cubicBezTo>
                    <a:pt x="525" y="97"/>
                    <a:pt x="525" y="97"/>
                    <a:pt x="525" y="97"/>
                  </a:cubicBezTo>
                  <a:cubicBezTo>
                    <a:pt x="525" y="98"/>
                    <a:pt x="525" y="99"/>
                    <a:pt x="525" y="100"/>
                  </a:cubicBezTo>
                  <a:cubicBezTo>
                    <a:pt x="525" y="105"/>
                    <a:pt x="526" y="114"/>
                    <a:pt x="519" y="116"/>
                  </a:cubicBezTo>
                  <a:cubicBezTo>
                    <a:pt x="517" y="117"/>
                    <a:pt x="515" y="117"/>
                    <a:pt x="512" y="117"/>
                  </a:cubicBezTo>
                  <a:cubicBezTo>
                    <a:pt x="512" y="117"/>
                    <a:pt x="512" y="117"/>
                    <a:pt x="512" y="117"/>
                  </a:cubicBezTo>
                  <a:cubicBezTo>
                    <a:pt x="510" y="117"/>
                    <a:pt x="507" y="117"/>
                    <a:pt x="505" y="117"/>
                  </a:cubicBezTo>
                  <a:cubicBezTo>
                    <a:pt x="503" y="116"/>
                    <a:pt x="502" y="116"/>
                    <a:pt x="500" y="116"/>
                  </a:cubicBezTo>
                  <a:cubicBezTo>
                    <a:pt x="327" y="116"/>
                    <a:pt x="327" y="116"/>
                    <a:pt x="327" y="116"/>
                  </a:cubicBezTo>
                  <a:cubicBezTo>
                    <a:pt x="327" y="119"/>
                    <a:pt x="327" y="123"/>
                    <a:pt x="327" y="125"/>
                  </a:cubicBezTo>
                  <a:cubicBezTo>
                    <a:pt x="327" y="126"/>
                    <a:pt x="327" y="127"/>
                    <a:pt x="327" y="128"/>
                  </a:cubicBezTo>
                  <a:cubicBezTo>
                    <a:pt x="326" y="157"/>
                    <a:pt x="326" y="157"/>
                    <a:pt x="326" y="157"/>
                  </a:cubicBezTo>
                  <a:cubicBezTo>
                    <a:pt x="325" y="180"/>
                    <a:pt x="324" y="203"/>
                    <a:pt x="323" y="226"/>
                  </a:cubicBezTo>
                  <a:cubicBezTo>
                    <a:pt x="322" y="233"/>
                    <a:pt x="322" y="240"/>
                    <a:pt x="322" y="247"/>
                  </a:cubicBezTo>
                  <a:cubicBezTo>
                    <a:pt x="321" y="257"/>
                    <a:pt x="321" y="257"/>
                    <a:pt x="321" y="257"/>
                  </a:cubicBezTo>
                  <a:cubicBezTo>
                    <a:pt x="321" y="258"/>
                    <a:pt x="321" y="260"/>
                    <a:pt x="322" y="261"/>
                  </a:cubicBezTo>
                  <a:cubicBezTo>
                    <a:pt x="322" y="267"/>
                    <a:pt x="322" y="273"/>
                    <a:pt x="320" y="277"/>
                  </a:cubicBezTo>
                  <a:cubicBezTo>
                    <a:pt x="318" y="280"/>
                    <a:pt x="314" y="281"/>
                    <a:pt x="309" y="283"/>
                  </a:cubicBezTo>
                  <a:cubicBezTo>
                    <a:pt x="307" y="283"/>
                    <a:pt x="305" y="284"/>
                    <a:pt x="304" y="284"/>
                  </a:cubicBezTo>
                  <a:cubicBezTo>
                    <a:pt x="299" y="286"/>
                    <a:pt x="295" y="288"/>
                    <a:pt x="289" y="289"/>
                  </a:cubicBezTo>
                  <a:cubicBezTo>
                    <a:pt x="284" y="290"/>
                    <a:pt x="281" y="291"/>
                    <a:pt x="277" y="294"/>
                  </a:cubicBezTo>
                  <a:cubicBezTo>
                    <a:pt x="275" y="295"/>
                    <a:pt x="273" y="296"/>
                    <a:pt x="272" y="298"/>
                  </a:cubicBezTo>
                  <a:cubicBezTo>
                    <a:pt x="265" y="301"/>
                    <a:pt x="260" y="305"/>
                    <a:pt x="256" y="310"/>
                  </a:cubicBezTo>
                  <a:cubicBezTo>
                    <a:pt x="252" y="315"/>
                    <a:pt x="251" y="319"/>
                    <a:pt x="252" y="327"/>
                  </a:cubicBezTo>
                  <a:cubicBezTo>
                    <a:pt x="254" y="335"/>
                    <a:pt x="254" y="342"/>
                    <a:pt x="255" y="350"/>
                  </a:cubicBezTo>
                  <a:cubicBezTo>
                    <a:pt x="255" y="373"/>
                    <a:pt x="255" y="373"/>
                    <a:pt x="255" y="373"/>
                  </a:cubicBezTo>
                  <a:cubicBezTo>
                    <a:pt x="256" y="385"/>
                    <a:pt x="256" y="397"/>
                    <a:pt x="256" y="409"/>
                  </a:cubicBezTo>
                  <a:cubicBezTo>
                    <a:pt x="256" y="410"/>
                    <a:pt x="256" y="410"/>
                    <a:pt x="256" y="411"/>
                  </a:cubicBezTo>
                  <a:cubicBezTo>
                    <a:pt x="256" y="413"/>
                    <a:pt x="254" y="415"/>
                    <a:pt x="252" y="415"/>
                  </a:cubicBezTo>
                  <a:cubicBezTo>
                    <a:pt x="252" y="415"/>
                    <a:pt x="251" y="415"/>
                    <a:pt x="251" y="415"/>
                  </a:cubicBezTo>
                  <a:cubicBezTo>
                    <a:pt x="212" y="415"/>
                    <a:pt x="212" y="415"/>
                    <a:pt x="212" y="415"/>
                  </a:cubicBezTo>
                  <a:cubicBezTo>
                    <a:pt x="162" y="415"/>
                    <a:pt x="111" y="415"/>
                    <a:pt x="60" y="415"/>
                  </a:cubicBezTo>
                  <a:cubicBezTo>
                    <a:pt x="52" y="415"/>
                    <a:pt x="52" y="415"/>
                    <a:pt x="52" y="415"/>
                  </a:cubicBezTo>
                  <a:cubicBezTo>
                    <a:pt x="29" y="415"/>
                    <a:pt x="29" y="415"/>
                    <a:pt x="29" y="415"/>
                  </a:cubicBezTo>
                  <a:cubicBezTo>
                    <a:pt x="21" y="415"/>
                    <a:pt x="21" y="415"/>
                    <a:pt x="21" y="415"/>
                  </a:cubicBezTo>
                  <a:cubicBezTo>
                    <a:pt x="19" y="415"/>
                    <a:pt x="18" y="422"/>
                    <a:pt x="17" y="424"/>
                  </a:cubicBezTo>
                  <a:cubicBezTo>
                    <a:pt x="16" y="427"/>
                    <a:pt x="16" y="429"/>
                    <a:pt x="15" y="430"/>
                  </a:cubicBezTo>
                  <a:cubicBezTo>
                    <a:pt x="13" y="436"/>
                    <a:pt x="13" y="440"/>
                    <a:pt x="13" y="446"/>
                  </a:cubicBezTo>
                  <a:cubicBezTo>
                    <a:pt x="13" y="447"/>
                    <a:pt x="13" y="447"/>
                    <a:pt x="13" y="448"/>
                  </a:cubicBezTo>
                  <a:cubicBezTo>
                    <a:pt x="13" y="450"/>
                    <a:pt x="11" y="452"/>
                    <a:pt x="9" y="452"/>
                  </a:cubicBezTo>
                  <a:cubicBezTo>
                    <a:pt x="9" y="452"/>
                    <a:pt x="9" y="452"/>
                    <a:pt x="9" y="452"/>
                  </a:cubicBezTo>
                  <a:close/>
                  <a:moveTo>
                    <a:pt x="36" y="355"/>
                  </a:moveTo>
                  <a:cubicBezTo>
                    <a:pt x="36" y="355"/>
                    <a:pt x="36" y="355"/>
                    <a:pt x="36" y="355"/>
                  </a:cubicBezTo>
                  <a:cubicBezTo>
                    <a:pt x="36" y="356"/>
                    <a:pt x="35" y="356"/>
                    <a:pt x="35" y="357"/>
                  </a:cubicBezTo>
                  <a:cubicBezTo>
                    <a:pt x="34" y="358"/>
                    <a:pt x="33" y="359"/>
                    <a:pt x="32" y="361"/>
                  </a:cubicBezTo>
                  <a:cubicBezTo>
                    <a:pt x="31" y="362"/>
                    <a:pt x="30" y="363"/>
                    <a:pt x="30" y="364"/>
                  </a:cubicBezTo>
                  <a:cubicBezTo>
                    <a:pt x="24" y="372"/>
                    <a:pt x="21" y="378"/>
                    <a:pt x="21" y="382"/>
                  </a:cubicBezTo>
                  <a:cubicBezTo>
                    <a:pt x="22" y="383"/>
                    <a:pt x="22" y="385"/>
                    <a:pt x="21" y="388"/>
                  </a:cubicBezTo>
                  <a:cubicBezTo>
                    <a:pt x="21" y="389"/>
                    <a:pt x="21" y="389"/>
                    <a:pt x="21" y="389"/>
                  </a:cubicBezTo>
                  <a:cubicBezTo>
                    <a:pt x="21" y="390"/>
                    <a:pt x="20" y="390"/>
                    <a:pt x="20" y="391"/>
                  </a:cubicBezTo>
                  <a:cubicBezTo>
                    <a:pt x="20" y="392"/>
                    <a:pt x="20" y="393"/>
                    <a:pt x="20" y="394"/>
                  </a:cubicBezTo>
                  <a:cubicBezTo>
                    <a:pt x="20" y="396"/>
                    <a:pt x="20" y="398"/>
                    <a:pt x="19" y="400"/>
                  </a:cubicBezTo>
                  <a:cubicBezTo>
                    <a:pt x="18" y="402"/>
                    <a:pt x="18" y="405"/>
                    <a:pt x="17" y="407"/>
                  </a:cubicBezTo>
                  <a:cubicBezTo>
                    <a:pt x="18" y="406"/>
                    <a:pt x="20" y="406"/>
                    <a:pt x="21" y="406"/>
                  </a:cubicBezTo>
                  <a:cubicBezTo>
                    <a:pt x="29" y="406"/>
                    <a:pt x="29" y="406"/>
                    <a:pt x="29" y="406"/>
                  </a:cubicBezTo>
                  <a:cubicBezTo>
                    <a:pt x="52" y="406"/>
                    <a:pt x="52" y="406"/>
                    <a:pt x="52" y="406"/>
                  </a:cubicBezTo>
                  <a:cubicBezTo>
                    <a:pt x="60" y="406"/>
                    <a:pt x="60" y="406"/>
                    <a:pt x="60" y="406"/>
                  </a:cubicBezTo>
                  <a:cubicBezTo>
                    <a:pt x="111" y="406"/>
                    <a:pt x="162" y="406"/>
                    <a:pt x="213" y="406"/>
                  </a:cubicBezTo>
                  <a:cubicBezTo>
                    <a:pt x="247" y="406"/>
                    <a:pt x="247" y="406"/>
                    <a:pt x="247" y="406"/>
                  </a:cubicBezTo>
                  <a:cubicBezTo>
                    <a:pt x="247" y="395"/>
                    <a:pt x="246" y="384"/>
                    <a:pt x="246" y="374"/>
                  </a:cubicBezTo>
                  <a:cubicBezTo>
                    <a:pt x="245" y="350"/>
                    <a:pt x="245" y="350"/>
                    <a:pt x="245" y="350"/>
                  </a:cubicBezTo>
                  <a:cubicBezTo>
                    <a:pt x="245" y="343"/>
                    <a:pt x="245" y="336"/>
                    <a:pt x="243" y="329"/>
                  </a:cubicBezTo>
                  <a:cubicBezTo>
                    <a:pt x="241" y="320"/>
                    <a:pt x="242" y="313"/>
                    <a:pt x="248" y="304"/>
                  </a:cubicBezTo>
                  <a:cubicBezTo>
                    <a:pt x="253" y="298"/>
                    <a:pt x="260" y="294"/>
                    <a:pt x="267" y="290"/>
                  </a:cubicBezTo>
                  <a:cubicBezTo>
                    <a:pt x="269" y="289"/>
                    <a:pt x="270" y="288"/>
                    <a:pt x="272" y="286"/>
                  </a:cubicBezTo>
                  <a:cubicBezTo>
                    <a:pt x="276" y="283"/>
                    <a:pt x="281" y="281"/>
                    <a:pt x="287" y="280"/>
                  </a:cubicBezTo>
                  <a:cubicBezTo>
                    <a:pt x="292" y="279"/>
                    <a:pt x="295" y="278"/>
                    <a:pt x="300" y="276"/>
                  </a:cubicBezTo>
                  <a:cubicBezTo>
                    <a:pt x="301" y="275"/>
                    <a:pt x="304" y="274"/>
                    <a:pt x="306" y="274"/>
                  </a:cubicBezTo>
                  <a:cubicBezTo>
                    <a:pt x="308" y="273"/>
                    <a:pt x="312" y="272"/>
                    <a:pt x="313" y="272"/>
                  </a:cubicBezTo>
                  <a:cubicBezTo>
                    <a:pt x="313" y="271"/>
                    <a:pt x="312" y="265"/>
                    <a:pt x="312" y="262"/>
                  </a:cubicBezTo>
                  <a:cubicBezTo>
                    <a:pt x="312" y="260"/>
                    <a:pt x="312" y="258"/>
                    <a:pt x="312" y="257"/>
                  </a:cubicBezTo>
                  <a:cubicBezTo>
                    <a:pt x="313" y="247"/>
                    <a:pt x="313" y="247"/>
                    <a:pt x="313" y="247"/>
                  </a:cubicBezTo>
                  <a:cubicBezTo>
                    <a:pt x="313" y="240"/>
                    <a:pt x="313" y="233"/>
                    <a:pt x="313" y="226"/>
                  </a:cubicBezTo>
                  <a:cubicBezTo>
                    <a:pt x="314" y="203"/>
                    <a:pt x="315" y="179"/>
                    <a:pt x="316" y="156"/>
                  </a:cubicBezTo>
                  <a:cubicBezTo>
                    <a:pt x="318" y="128"/>
                    <a:pt x="318" y="128"/>
                    <a:pt x="318" y="128"/>
                  </a:cubicBezTo>
                  <a:cubicBezTo>
                    <a:pt x="318" y="127"/>
                    <a:pt x="318" y="126"/>
                    <a:pt x="318" y="125"/>
                  </a:cubicBezTo>
                  <a:cubicBezTo>
                    <a:pt x="318" y="118"/>
                    <a:pt x="318" y="112"/>
                    <a:pt x="321" y="109"/>
                  </a:cubicBezTo>
                  <a:cubicBezTo>
                    <a:pt x="322" y="108"/>
                    <a:pt x="324" y="107"/>
                    <a:pt x="325" y="107"/>
                  </a:cubicBezTo>
                  <a:cubicBezTo>
                    <a:pt x="500" y="107"/>
                    <a:pt x="500" y="107"/>
                    <a:pt x="500" y="107"/>
                  </a:cubicBezTo>
                  <a:cubicBezTo>
                    <a:pt x="502" y="107"/>
                    <a:pt x="504" y="107"/>
                    <a:pt x="506" y="107"/>
                  </a:cubicBezTo>
                  <a:cubicBezTo>
                    <a:pt x="508" y="108"/>
                    <a:pt x="510" y="108"/>
                    <a:pt x="512" y="108"/>
                  </a:cubicBezTo>
                  <a:cubicBezTo>
                    <a:pt x="512" y="108"/>
                    <a:pt x="512" y="108"/>
                    <a:pt x="512" y="108"/>
                  </a:cubicBezTo>
                  <a:cubicBezTo>
                    <a:pt x="514" y="108"/>
                    <a:pt x="515" y="108"/>
                    <a:pt x="516" y="107"/>
                  </a:cubicBezTo>
                  <a:cubicBezTo>
                    <a:pt x="516" y="107"/>
                    <a:pt x="516" y="102"/>
                    <a:pt x="516" y="100"/>
                  </a:cubicBezTo>
                  <a:cubicBezTo>
                    <a:pt x="516" y="99"/>
                    <a:pt x="516" y="98"/>
                    <a:pt x="516" y="97"/>
                  </a:cubicBezTo>
                  <a:cubicBezTo>
                    <a:pt x="520" y="9"/>
                    <a:pt x="520" y="9"/>
                    <a:pt x="520" y="9"/>
                  </a:cubicBezTo>
                  <a:cubicBezTo>
                    <a:pt x="263" y="10"/>
                    <a:pt x="263" y="10"/>
                    <a:pt x="263" y="10"/>
                  </a:cubicBezTo>
                  <a:cubicBezTo>
                    <a:pt x="262" y="14"/>
                    <a:pt x="260" y="18"/>
                    <a:pt x="259" y="21"/>
                  </a:cubicBezTo>
                  <a:cubicBezTo>
                    <a:pt x="258" y="22"/>
                    <a:pt x="258" y="23"/>
                    <a:pt x="257" y="24"/>
                  </a:cubicBezTo>
                  <a:cubicBezTo>
                    <a:pt x="256" y="26"/>
                    <a:pt x="256" y="27"/>
                    <a:pt x="255" y="27"/>
                  </a:cubicBezTo>
                  <a:cubicBezTo>
                    <a:pt x="255" y="31"/>
                    <a:pt x="253" y="33"/>
                    <a:pt x="251" y="35"/>
                  </a:cubicBezTo>
                  <a:cubicBezTo>
                    <a:pt x="250" y="37"/>
                    <a:pt x="249" y="38"/>
                    <a:pt x="248" y="40"/>
                  </a:cubicBezTo>
                  <a:cubicBezTo>
                    <a:pt x="247" y="42"/>
                    <a:pt x="247" y="42"/>
                    <a:pt x="247" y="42"/>
                  </a:cubicBezTo>
                  <a:cubicBezTo>
                    <a:pt x="243" y="56"/>
                    <a:pt x="239" y="69"/>
                    <a:pt x="223" y="78"/>
                  </a:cubicBezTo>
                  <a:cubicBezTo>
                    <a:pt x="221" y="79"/>
                    <a:pt x="219" y="80"/>
                    <a:pt x="217" y="82"/>
                  </a:cubicBezTo>
                  <a:cubicBezTo>
                    <a:pt x="214" y="84"/>
                    <a:pt x="211" y="85"/>
                    <a:pt x="208" y="87"/>
                  </a:cubicBezTo>
                  <a:cubicBezTo>
                    <a:pt x="205" y="88"/>
                    <a:pt x="203" y="88"/>
                    <a:pt x="201" y="88"/>
                  </a:cubicBezTo>
                  <a:cubicBezTo>
                    <a:pt x="200" y="88"/>
                    <a:pt x="199" y="89"/>
                    <a:pt x="198" y="89"/>
                  </a:cubicBezTo>
                  <a:cubicBezTo>
                    <a:pt x="198" y="89"/>
                    <a:pt x="196" y="91"/>
                    <a:pt x="195" y="92"/>
                  </a:cubicBezTo>
                  <a:cubicBezTo>
                    <a:pt x="194" y="94"/>
                    <a:pt x="192" y="96"/>
                    <a:pt x="189" y="98"/>
                  </a:cubicBezTo>
                  <a:cubicBezTo>
                    <a:pt x="188" y="98"/>
                    <a:pt x="187" y="99"/>
                    <a:pt x="186" y="99"/>
                  </a:cubicBezTo>
                  <a:cubicBezTo>
                    <a:pt x="185" y="100"/>
                    <a:pt x="184" y="100"/>
                    <a:pt x="183" y="101"/>
                  </a:cubicBezTo>
                  <a:cubicBezTo>
                    <a:pt x="182" y="103"/>
                    <a:pt x="182" y="103"/>
                    <a:pt x="182" y="106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14"/>
                    <a:pt x="178" y="120"/>
                    <a:pt x="174" y="125"/>
                  </a:cubicBezTo>
                  <a:cubicBezTo>
                    <a:pt x="172" y="128"/>
                    <a:pt x="171" y="131"/>
                    <a:pt x="170" y="134"/>
                  </a:cubicBezTo>
                  <a:cubicBezTo>
                    <a:pt x="169" y="135"/>
                    <a:pt x="169" y="136"/>
                    <a:pt x="169" y="137"/>
                  </a:cubicBezTo>
                  <a:cubicBezTo>
                    <a:pt x="168" y="140"/>
                    <a:pt x="166" y="143"/>
                    <a:pt x="164" y="146"/>
                  </a:cubicBezTo>
                  <a:cubicBezTo>
                    <a:pt x="163" y="148"/>
                    <a:pt x="163" y="148"/>
                    <a:pt x="163" y="148"/>
                  </a:cubicBezTo>
                  <a:cubicBezTo>
                    <a:pt x="162" y="149"/>
                    <a:pt x="161" y="151"/>
                    <a:pt x="160" y="153"/>
                  </a:cubicBezTo>
                  <a:cubicBezTo>
                    <a:pt x="158" y="159"/>
                    <a:pt x="157" y="164"/>
                    <a:pt x="158" y="172"/>
                  </a:cubicBezTo>
                  <a:cubicBezTo>
                    <a:pt x="158" y="178"/>
                    <a:pt x="156" y="184"/>
                    <a:pt x="154" y="190"/>
                  </a:cubicBezTo>
                  <a:cubicBezTo>
                    <a:pt x="154" y="192"/>
                    <a:pt x="153" y="194"/>
                    <a:pt x="153" y="195"/>
                  </a:cubicBezTo>
                  <a:cubicBezTo>
                    <a:pt x="152" y="199"/>
                    <a:pt x="149" y="201"/>
                    <a:pt x="147" y="202"/>
                  </a:cubicBezTo>
                  <a:cubicBezTo>
                    <a:pt x="147" y="202"/>
                    <a:pt x="146" y="203"/>
                    <a:pt x="146" y="203"/>
                  </a:cubicBezTo>
                  <a:cubicBezTo>
                    <a:pt x="144" y="206"/>
                    <a:pt x="143" y="209"/>
                    <a:pt x="138" y="211"/>
                  </a:cubicBezTo>
                  <a:cubicBezTo>
                    <a:pt x="138" y="211"/>
                    <a:pt x="137" y="211"/>
                    <a:pt x="136" y="212"/>
                  </a:cubicBezTo>
                  <a:cubicBezTo>
                    <a:pt x="135" y="212"/>
                    <a:pt x="134" y="212"/>
                    <a:pt x="133" y="213"/>
                  </a:cubicBezTo>
                  <a:cubicBezTo>
                    <a:pt x="132" y="214"/>
                    <a:pt x="131" y="215"/>
                    <a:pt x="130" y="217"/>
                  </a:cubicBezTo>
                  <a:cubicBezTo>
                    <a:pt x="129" y="218"/>
                    <a:pt x="128" y="219"/>
                    <a:pt x="127" y="220"/>
                  </a:cubicBezTo>
                  <a:cubicBezTo>
                    <a:pt x="125" y="224"/>
                    <a:pt x="122" y="226"/>
                    <a:pt x="119" y="228"/>
                  </a:cubicBezTo>
                  <a:cubicBezTo>
                    <a:pt x="117" y="230"/>
                    <a:pt x="116" y="231"/>
                    <a:pt x="114" y="233"/>
                  </a:cubicBezTo>
                  <a:cubicBezTo>
                    <a:pt x="113" y="234"/>
                    <a:pt x="112" y="235"/>
                    <a:pt x="112" y="236"/>
                  </a:cubicBezTo>
                  <a:cubicBezTo>
                    <a:pt x="109" y="239"/>
                    <a:pt x="106" y="242"/>
                    <a:pt x="101" y="244"/>
                  </a:cubicBezTo>
                  <a:cubicBezTo>
                    <a:pt x="100" y="245"/>
                    <a:pt x="99" y="246"/>
                    <a:pt x="98" y="246"/>
                  </a:cubicBezTo>
                  <a:cubicBezTo>
                    <a:pt x="99" y="255"/>
                    <a:pt x="95" y="261"/>
                    <a:pt x="91" y="266"/>
                  </a:cubicBezTo>
                  <a:cubicBezTo>
                    <a:pt x="88" y="269"/>
                    <a:pt x="86" y="271"/>
                    <a:pt x="85" y="274"/>
                  </a:cubicBezTo>
                  <a:cubicBezTo>
                    <a:pt x="83" y="278"/>
                    <a:pt x="81" y="281"/>
                    <a:pt x="79" y="284"/>
                  </a:cubicBezTo>
                  <a:cubicBezTo>
                    <a:pt x="77" y="287"/>
                    <a:pt x="77" y="287"/>
                    <a:pt x="77" y="287"/>
                  </a:cubicBezTo>
                  <a:cubicBezTo>
                    <a:pt x="77" y="288"/>
                    <a:pt x="76" y="290"/>
                    <a:pt x="76" y="291"/>
                  </a:cubicBezTo>
                  <a:cubicBezTo>
                    <a:pt x="75" y="292"/>
                    <a:pt x="75" y="293"/>
                    <a:pt x="74" y="295"/>
                  </a:cubicBezTo>
                  <a:cubicBezTo>
                    <a:pt x="74" y="296"/>
                    <a:pt x="73" y="297"/>
                    <a:pt x="72" y="297"/>
                  </a:cubicBezTo>
                  <a:cubicBezTo>
                    <a:pt x="72" y="298"/>
                    <a:pt x="72" y="298"/>
                    <a:pt x="72" y="298"/>
                  </a:cubicBezTo>
                  <a:cubicBezTo>
                    <a:pt x="74" y="303"/>
                    <a:pt x="70" y="311"/>
                    <a:pt x="66" y="314"/>
                  </a:cubicBezTo>
                  <a:cubicBezTo>
                    <a:pt x="65" y="314"/>
                    <a:pt x="65" y="314"/>
                    <a:pt x="65" y="314"/>
                  </a:cubicBezTo>
                  <a:cubicBezTo>
                    <a:pt x="64" y="315"/>
                    <a:pt x="64" y="315"/>
                    <a:pt x="64" y="315"/>
                  </a:cubicBezTo>
                  <a:cubicBezTo>
                    <a:pt x="64" y="315"/>
                    <a:pt x="64" y="316"/>
                    <a:pt x="63" y="317"/>
                  </a:cubicBezTo>
                  <a:cubicBezTo>
                    <a:pt x="62" y="319"/>
                    <a:pt x="62" y="319"/>
                    <a:pt x="62" y="319"/>
                  </a:cubicBezTo>
                  <a:cubicBezTo>
                    <a:pt x="62" y="321"/>
                    <a:pt x="61" y="323"/>
                    <a:pt x="61" y="324"/>
                  </a:cubicBezTo>
                  <a:cubicBezTo>
                    <a:pt x="61" y="326"/>
                    <a:pt x="61" y="326"/>
                    <a:pt x="61" y="326"/>
                  </a:cubicBezTo>
                  <a:cubicBezTo>
                    <a:pt x="60" y="329"/>
                    <a:pt x="60" y="333"/>
                    <a:pt x="58" y="336"/>
                  </a:cubicBezTo>
                  <a:cubicBezTo>
                    <a:pt x="57" y="337"/>
                    <a:pt x="56" y="338"/>
                    <a:pt x="55" y="338"/>
                  </a:cubicBezTo>
                  <a:cubicBezTo>
                    <a:pt x="54" y="339"/>
                    <a:pt x="54" y="339"/>
                    <a:pt x="54" y="340"/>
                  </a:cubicBezTo>
                  <a:cubicBezTo>
                    <a:pt x="51" y="348"/>
                    <a:pt x="48" y="354"/>
                    <a:pt x="38" y="355"/>
                  </a:cubicBezTo>
                  <a:cubicBezTo>
                    <a:pt x="37" y="355"/>
                    <a:pt x="37" y="355"/>
                    <a:pt x="36" y="355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39" name="Freeform 130">
              <a:extLst>
                <a:ext uri="{FF2B5EF4-FFF2-40B4-BE49-F238E27FC236}">
                  <a16:creationId xmlns:a16="http://schemas.microsoft.com/office/drawing/2014/main" id="{FF3587D0-CD12-496E-8469-B8ECB7FD8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288" y="1349375"/>
              <a:ext cx="588963" cy="500063"/>
            </a:xfrm>
            <a:custGeom>
              <a:avLst/>
              <a:gdLst>
                <a:gd name="T0" fmla="*/ 249 w 520"/>
                <a:gd name="T1" fmla="*/ 14 h 443"/>
                <a:gd name="T2" fmla="*/ 239 w 520"/>
                <a:gd name="T3" fmla="*/ 33 h 443"/>
                <a:gd name="T4" fmla="*/ 201 w 520"/>
                <a:gd name="T5" fmla="*/ 78 h 443"/>
                <a:gd name="T6" fmla="*/ 182 w 520"/>
                <a:gd name="T7" fmla="*/ 89 h 443"/>
                <a:gd name="T8" fmla="*/ 172 w 520"/>
                <a:gd name="T9" fmla="*/ 102 h 443"/>
                <a:gd name="T10" fmla="*/ 155 w 520"/>
                <a:gd name="T11" fmla="*/ 139 h 443"/>
                <a:gd name="T12" fmla="*/ 148 w 520"/>
                <a:gd name="T13" fmla="*/ 167 h 443"/>
                <a:gd name="T14" fmla="*/ 137 w 520"/>
                <a:gd name="T15" fmla="*/ 196 h 443"/>
                <a:gd name="T16" fmla="*/ 126 w 520"/>
                <a:gd name="T17" fmla="*/ 204 h 443"/>
                <a:gd name="T18" fmla="*/ 106 w 520"/>
                <a:gd name="T19" fmla="*/ 225 h 443"/>
                <a:gd name="T20" fmla="*/ 81 w 520"/>
                <a:gd name="T21" fmla="*/ 245 h 443"/>
                <a:gd name="T22" fmla="*/ 79 w 520"/>
                <a:gd name="T23" fmla="*/ 254 h 443"/>
                <a:gd name="T24" fmla="*/ 88 w 520"/>
                <a:gd name="T25" fmla="*/ 241 h 443"/>
                <a:gd name="T26" fmla="*/ 68 w 520"/>
                <a:gd name="T27" fmla="*/ 280 h 443"/>
                <a:gd name="T28" fmla="*/ 60 w 520"/>
                <a:gd name="T29" fmla="*/ 294 h 443"/>
                <a:gd name="T30" fmla="*/ 54 w 520"/>
                <a:gd name="T31" fmla="*/ 311 h 443"/>
                <a:gd name="T32" fmla="*/ 49 w 520"/>
                <a:gd name="T33" fmla="*/ 328 h 443"/>
                <a:gd name="T34" fmla="*/ 32 w 520"/>
                <a:gd name="T35" fmla="*/ 345 h 443"/>
                <a:gd name="T36" fmla="*/ 26 w 520"/>
                <a:gd name="T37" fmla="*/ 349 h 443"/>
                <a:gd name="T38" fmla="*/ 12 w 520"/>
                <a:gd name="T39" fmla="*/ 377 h 443"/>
                <a:gd name="T40" fmla="*/ 11 w 520"/>
                <a:gd name="T41" fmla="*/ 385 h 443"/>
                <a:gd name="T42" fmla="*/ 6 w 520"/>
                <a:gd name="T43" fmla="*/ 410 h 443"/>
                <a:gd name="T44" fmla="*/ 1 w 520"/>
                <a:gd name="T45" fmla="*/ 435 h 443"/>
                <a:gd name="T46" fmla="*/ 6 w 520"/>
                <a:gd name="T47" fmla="*/ 423 h 443"/>
                <a:gd name="T48" fmla="*/ 55 w 520"/>
                <a:gd name="T49" fmla="*/ 406 h 443"/>
                <a:gd name="T50" fmla="*/ 245 w 520"/>
                <a:gd name="T51" fmla="*/ 349 h 443"/>
                <a:gd name="T52" fmla="*/ 247 w 520"/>
                <a:gd name="T53" fmla="*/ 302 h 443"/>
                <a:gd name="T54" fmla="*/ 283 w 520"/>
                <a:gd name="T55" fmla="*/ 280 h 443"/>
                <a:gd name="T56" fmla="*/ 311 w 520"/>
                <a:gd name="T57" fmla="*/ 270 h 443"/>
                <a:gd name="T58" fmla="*/ 313 w 520"/>
                <a:gd name="T59" fmla="*/ 221 h 443"/>
                <a:gd name="T60" fmla="*/ 317 w 520"/>
                <a:gd name="T61" fmla="*/ 123 h 443"/>
                <a:gd name="T62" fmla="*/ 340 w 520"/>
                <a:gd name="T63" fmla="*/ 107 h 443"/>
                <a:gd name="T64" fmla="*/ 495 w 520"/>
                <a:gd name="T65" fmla="*/ 107 h 443"/>
                <a:gd name="T66" fmla="*/ 515 w 520"/>
                <a:gd name="T67" fmla="*/ 92 h 443"/>
                <a:gd name="T68" fmla="*/ 520 w 520"/>
                <a:gd name="T69" fmla="*/ 0 h 443"/>
                <a:gd name="T70" fmla="*/ 255 w 520"/>
                <a:gd name="T71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20" h="443">
                  <a:moveTo>
                    <a:pt x="255" y="0"/>
                  </a:moveTo>
                  <a:cubicBezTo>
                    <a:pt x="253" y="5"/>
                    <a:pt x="252" y="10"/>
                    <a:pt x="249" y="14"/>
                  </a:cubicBezTo>
                  <a:cubicBezTo>
                    <a:pt x="248" y="17"/>
                    <a:pt x="246" y="19"/>
                    <a:pt x="246" y="21"/>
                  </a:cubicBezTo>
                  <a:cubicBezTo>
                    <a:pt x="245" y="26"/>
                    <a:pt x="240" y="29"/>
                    <a:pt x="239" y="33"/>
                  </a:cubicBezTo>
                  <a:cubicBezTo>
                    <a:pt x="234" y="48"/>
                    <a:pt x="231" y="61"/>
                    <a:pt x="216" y="68"/>
                  </a:cubicBezTo>
                  <a:cubicBezTo>
                    <a:pt x="211" y="71"/>
                    <a:pt x="206" y="75"/>
                    <a:pt x="201" y="78"/>
                  </a:cubicBezTo>
                  <a:cubicBezTo>
                    <a:pt x="198" y="79"/>
                    <a:pt x="195" y="78"/>
                    <a:pt x="192" y="79"/>
                  </a:cubicBezTo>
                  <a:cubicBezTo>
                    <a:pt x="189" y="80"/>
                    <a:pt x="186" y="87"/>
                    <a:pt x="182" y="89"/>
                  </a:cubicBezTo>
                  <a:cubicBezTo>
                    <a:pt x="179" y="90"/>
                    <a:pt x="177" y="90"/>
                    <a:pt x="175" y="93"/>
                  </a:cubicBezTo>
                  <a:cubicBezTo>
                    <a:pt x="172" y="96"/>
                    <a:pt x="172" y="98"/>
                    <a:pt x="172" y="102"/>
                  </a:cubicBezTo>
                  <a:cubicBezTo>
                    <a:pt x="171" y="112"/>
                    <a:pt x="163" y="118"/>
                    <a:pt x="160" y="127"/>
                  </a:cubicBezTo>
                  <a:cubicBezTo>
                    <a:pt x="159" y="131"/>
                    <a:pt x="158" y="135"/>
                    <a:pt x="155" y="139"/>
                  </a:cubicBezTo>
                  <a:cubicBezTo>
                    <a:pt x="154" y="141"/>
                    <a:pt x="152" y="143"/>
                    <a:pt x="151" y="146"/>
                  </a:cubicBezTo>
                  <a:cubicBezTo>
                    <a:pt x="148" y="153"/>
                    <a:pt x="148" y="159"/>
                    <a:pt x="148" y="167"/>
                  </a:cubicBezTo>
                  <a:cubicBezTo>
                    <a:pt x="148" y="175"/>
                    <a:pt x="145" y="182"/>
                    <a:pt x="143" y="189"/>
                  </a:cubicBezTo>
                  <a:cubicBezTo>
                    <a:pt x="142" y="193"/>
                    <a:pt x="139" y="193"/>
                    <a:pt x="137" y="196"/>
                  </a:cubicBezTo>
                  <a:cubicBezTo>
                    <a:pt x="135" y="199"/>
                    <a:pt x="135" y="200"/>
                    <a:pt x="132" y="201"/>
                  </a:cubicBezTo>
                  <a:cubicBezTo>
                    <a:pt x="129" y="202"/>
                    <a:pt x="128" y="203"/>
                    <a:pt x="126" y="204"/>
                  </a:cubicBezTo>
                  <a:cubicBezTo>
                    <a:pt x="123" y="206"/>
                    <a:pt x="121" y="210"/>
                    <a:pt x="119" y="213"/>
                  </a:cubicBezTo>
                  <a:cubicBezTo>
                    <a:pt x="115" y="217"/>
                    <a:pt x="110" y="221"/>
                    <a:pt x="106" y="225"/>
                  </a:cubicBezTo>
                  <a:cubicBezTo>
                    <a:pt x="102" y="229"/>
                    <a:pt x="99" y="233"/>
                    <a:pt x="94" y="235"/>
                  </a:cubicBezTo>
                  <a:cubicBezTo>
                    <a:pt x="89" y="238"/>
                    <a:pt x="85" y="241"/>
                    <a:pt x="81" y="245"/>
                  </a:cubicBezTo>
                  <a:cubicBezTo>
                    <a:pt x="79" y="248"/>
                    <a:pt x="76" y="252"/>
                    <a:pt x="75" y="256"/>
                  </a:cubicBezTo>
                  <a:cubicBezTo>
                    <a:pt x="73" y="260"/>
                    <a:pt x="77" y="256"/>
                    <a:pt x="79" y="254"/>
                  </a:cubicBezTo>
                  <a:cubicBezTo>
                    <a:pt x="80" y="252"/>
                    <a:pt x="80" y="248"/>
                    <a:pt x="83" y="246"/>
                  </a:cubicBezTo>
                  <a:cubicBezTo>
                    <a:pt x="86" y="244"/>
                    <a:pt x="87" y="245"/>
                    <a:pt x="88" y="241"/>
                  </a:cubicBezTo>
                  <a:cubicBezTo>
                    <a:pt x="91" y="252"/>
                    <a:pt x="80" y="257"/>
                    <a:pt x="76" y="267"/>
                  </a:cubicBezTo>
                  <a:cubicBezTo>
                    <a:pt x="74" y="272"/>
                    <a:pt x="71" y="275"/>
                    <a:pt x="68" y="280"/>
                  </a:cubicBezTo>
                  <a:cubicBezTo>
                    <a:pt x="67" y="282"/>
                    <a:pt x="66" y="285"/>
                    <a:pt x="65" y="288"/>
                  </a:cubicBezTo>
                  <a:cubicBezTo>
                    <a:pt x="64" y="290"/>
                    <a:pt x="61" y="291"/>
                    <a:pt x="60" y="294"/>
                  </a:cubicBezTo>
                  <a:cubicBezTo>
                    <a:pt x="66" y="291"/>
                    <a:pt x="62" y="303"/>
                    <a:pt x="59" y="305"/>
                  </a:cubicBezTo>
                  <a:cubicBezTo>
                    <a:pt x="55" y="307"/>
                    <a:pt x="55" y="307"/>
                    <a:pt x="54" y="311"/>
                  </a:cubicBezTo>
                  <a:cubicBezTo>
                    <a:pt x="53" y="314"/>
                    <a:pt x="52" y="316"/>
                    <a:pt x="51" y="319"/>
                  </a:cubicBezTo>
                  <a:cubicBezTo>
                    <a:pt x="51" y="322"/>
                    <a:pt x="51" y="326"/>
                    <a:pt x="49" y="328"/>
                  </a:cubicBezTo>
                  <a:cubicBezTo>
                    <a:pt x="47" y="330"/>
                    <a:pt x="46" y="331"/>
                    <a:pt x="45" y="334"/>
                  </a:cubicBezTo>
                  <a:cubicBezTo>
                    <a:pt x="42" y="341"/>
                    <a:pt x="40" y="344"/>
                    <a:pt x="32" y="345"/>
                  </a:cubicBezTo>
                  <a:cubicBezTo>
                    <a:pt x="31" y="346"/>
                    <a:pt x="31" y="344"/>
                    <a:pt x="29" y="346"/>
                  </a:cubicBezTo>
                  <a:cubicBezTo>
                    <a:pt x="28" y="347"/>
                    <a:pt x="27" y="348"/>
                    <a:pt x="26" y="349"/>
                  </a:cubicBezTo>
                  <a:cubicBezTo>
                    <a:pt x="25" y="352"/>
                    <a:pt x="23" y="354"/>
                    <a:pt x="21" y="357"/>
                  </a:cubicBezTo>
                  <a:cubicBezTo>
                    <a:pt x="17" y="362"/>
                    <a:pt x="12" y="370"/>
                    <a:pt x="12" y="377"/>
                  </a:cubicBezTo>
                  <a:cubicBezTo>
                    <a:pt x="12" y="379"/>
                    <a:pt x="13" y="379"/>
                    <a:pt x="12" y="381"/>
                  </a:cubicBezTo>
                  <a:cubicBezTo>
                    <a:pt x="12" y="383"/>
                    <a:pt x="11" y="384"/>
                    <a:pt x="11" y="385"/>
                  </a:cubicBezTo>
                  <a:cubicBezTo>
                    <a:pt x="10" y="388"/>
                    <a:pt x="10" y="391"/>
                    <a:pt x="9" y="394"/>
                  </a:cubicBezTo>
                  <a:cubicBezTo>
                    <a:pt x="8" y="399"/>
                    <a:pt x="7" y="405"/>
                    <a:pt x="6" y="410"/>
                  </a:cubicBezTo>
                  <a:cubicBezTo>
                    <a:pt x="5" y="416"/>
                    <a:pt x="5" y="422"/>
                    <a:pt x="3" y="427"/>
                  </a:cubicBezTo>
                  <a:cubicBezTo>
                    <a:pt x="2" y="430"/>
                    <a:pt x="2" y="433"/>
                    <a:pt x="1" y="435"/>
                  </a:cubicBezTo>
                  <a:cubicBezTo>
                    <a:pt x="0" y="438"/>
                    <a:pt x="2" y="440"/>
                    <a:pt x="4" y="443"/>
                  </a:cubicBezTo>
                  <a:cubicBezTo>
                    <a:pt x="3" y="436"/>
                    <a:pt x="3" y="430"/>
                    <a:pt x="6" y="423"/>
                  </a:cubicBezTo>
                  <a:cubicBezTo>
                    <a:pt x="8" y="418"/>
                    <a:pt x="9" y="406"/>
                    <a:pt x="16" y="406"/>
                  </a:cubicBezTo>
                  <a:cubicBezTo>
                    <a:pt x="29" y="406"/>
                    <a:pt x="42" y="406"/>
                    <a:pt x="55" y="406"/>
                  </a:cubicBezTo>
                  <a:cubicBezTo>
                    <a:pt x="119" y="405"/>
                    <a:pt x="183" y="406"/>
                    <a:pt x="246" y="406"/>
                  </a:cubicBezTo>
                  <a:cubicBezTo>
                    <a:pt x="246" y="387"/>
                    <a:pt x="245" y="368"/>
                    <a:pt x="245" y="349"/>
                  </a:cubicBezTo>
                  <a:cubicBezTo>
                    <a:pt x="245" y="340"/>
                    <a:pt x="245" y="331"/>
                    <a:pt x="243" y="323"/>
                  </a:cubicBezTo>
                  <a:cubicBezTo>
                    <a:pt x="241" y="315"/>
                    <a:pt x="242" y="309"/>
                    <a:pt x="247" y="302"/>
                  </a:cubicBezTo>
                  <a:cubicBezTo>
                    <a:pt x="253" y="295"/>
                    <a:pt x="262" y="290"/>
                    <a:pt x="269" y="285"/>
                  </a:cubicBezTo>
                  <a:cubicBezTo>
                    <a:pt x="274" y="282"/>
                    <a:pt x="277" y="280"/>
                    <a:pt x="283" y="280"/>
                  </a:cubicBezTo>
                  <a:cubicBezTo>
                    <a:pt x="288" y="279"/>
                    <a:pt x="292" y="277"/>
                    <a:pt x="297" y="275"/>
                  </a:cubicBezTo>
                  <a:cubicBezTo>
                    <a:pt x="300" y="273"/>
                    <a:pt x="309" y="272"/>
                    <a:pt x="311" y="270"/>
                  </a:cubicBezTo>
                  <a:cubicBezTo>
                    <a:pt x="313" y="266"/>
                    <a:pt x="312" y="256"/>
                    <a:pt x="312" y="252"/>
                  </a:cubicBezTo>
                  <a:cubicBezTo>
                    <a:pt x="312" y="242"/>
                    <a:pt x="313" y="231"/>
                    <a:pt x="313" y="221"/>
                  </a:cubicBezTo>
                  <a:cubicBezTo>
                    <a:pt x="314" y="198"/>
                    <a:pt x="315" y="175"/>
                    <a:pt x="316" y="151"/>
                  </a:cubicBezTo>
                  <a:cubicBezTo>
                    <a:pt x="317" y="142"/>
                    <a:pt x="317" y="132"/>
                    <a:pt x="317" y="123"/>
                  </a:cubicBezTo>
                  <a:cubicBezTo>
                    <a:pt x="318" y="120"/>
                    <a:pt x="316" y="107"/>
                    <a:pt x="320" y="107"/>
                  </a:cubicBezTo>
                  <a:cubicBezTo>
                    <a:pt x="327" y="107"/>
                    <a:pt x="334" y="107"/>
                    <a:pt x="340" y="107"/>
                  </a:cubicBezTo>
                  <a:cubicBezTo>
                    <a:pt x="388" y="107"/>
                    <a:pt x="435" y="107"/>
                    <a:pt x="483" y="107"/>
                  </a:cubicBezTo>
                  <a:cubicBezTo>
                    <a:pt x="487" y="107"/>
                    <a:pt x="491" y="107"/>
                    <a:pt x="495" y="107"/>
                  </a:cubicBezTo>
                  <a:cubicBezTo>
                    <a:pt x="500" y="107"/>
                    <a:pt x="508" y="108"/>
                    <a:pt x="513" y="107"/>
                  </a:cubicBezTo>
                  <a:cubicBezTo>
                    <a:pt x="517" y="105"/>
                    <a:pt x="515" y="96"/>
                    <a:pt x="515" y="92"/>
                  </a:cubicBezTo>
                  <a:cubicBezTo>
                    <a:pt x="516" y="86"/>
                    <a:pt x="516" y="80"/>
                    <a:pt x="516" y="75"/>
                  </a:cubicBezTo>
                  <a:cubicBezTo>
                    <a:pt x="517" y="50"/>
                    <a:pt x="518" y="25"/>
                    <a:pt x="520" y="0"/>
                  </a:cubicBezTo>
                  <a:cubicBezTo>
                    <a:pt x="507" y="0"/>
                    <a:pt x="494" y="0"/>
                    <a:pt x="481" y="0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0" name="Freeform 131">
              <a:extLst>
                <a:ext uri="{FF2B5EF4-FFF2-40B4-BE49-F238E27FC236}">
                  <a16:creationId xmlns:a16="http://schemas.microsoft.com/office/drawing/2014/main" id="{6FC3F98F-BD62-40E6-9A93-EA8C59F10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6638" y="2341563"/>
              <a:ext cx="212725" cy="71438"/>
            </a:xfrm>
            <a:custGeom>
              <a:avLst/>
              <a:gdLst>
                <a:gd name="T0" fmla="*/ 16 w 188"/>
                <a:gd name="T1" fmla="*/ 19 h 63"/>
                <a:gd name="T2" fmla="*/ 4 w 188"/>
                <a:gd name="T3" fmla="*/ 39 h 63"/>
                <a:gd name="T4" fmla="*/ 3 w 188"/>
                <a:gd name="T5" fmla="*/ 56 h 63"/>
                <a:gd name="T6" fmla="*/ 18 w 188"/>
                <a:gd name="T7" fmla="*/ 62 h 63"/>
                <a:gd name="T8" fmla="*/ 43 w 188"/>
                <a:gd name="T9" fmla="*/ 63 h 63"/>
                <a:gd name="T10" fmla="*/ 61 w 188"/>
                <a:gd name="T11" fmla="*/ 60 h 63"/>
                <a:gd name="T12" fmla="*/ 66 w 188"/>
                <a:gd name="T13" fmla="*/ 53 h 63"/>
                <a:gd name="T14" fmla="*/ 86 w 188"/>
                <a:gd name="T15" fmla="*/ 50 h 63"/>
                <a:gd name="T16" fmla="*/ 102 w 188"/>
                <a:gd name="T17" fmla="*/ 50 h 63"/>
                <a:gd name="T18" fmla="*/ 125 w 188"/>
                <a:gd name="T19" fmla="*/ 52 h 63"/>
                <a:gd name="T20" fmla="*/ 147 w 188"/>
                <a:gd name="T21" fmla="*/ 55 h 63"/>
                <a:gd name="T22" fmla="*/ 160 w 188"/>
                <a:gd name="T23" fmla="*/ 55 h 63"/>
                <a:gd name="T24" fmla="*/ 173 w 188"/>
                <a:gd name="T25" fmla="*/ 53 h 63"/>
                <a:gd name="T26" fmla="*/ 184 w 188"/>
                <a:gd name="T27" fmla="*/ 45 h 63"/>
                <a:gd name="T28" fmla="*/ 186 w 188"/>
                <a:gd name="T29" fmla="*/ 26 h 63"/>
                <a:gd name="T30" fmla="*/ 178 w 188"/>
                <a:gd name="T31" fmla="*/ 17 h 63"/>
                <a:gd name="T32" fmla="*/ 152 w 188"/>
                <a:gd name="T33" fmla="*/ 17 h 63"/>
                <a:gd name="T34" fmla="*/ 140 w 188"/>
                <a:gd name="T35" fmla="*/ 18 h 63"/>
                <a:gd name="T36" fmla="*/ 100 w 188"/>
                <a:gd name="T37" fmla="*/ 1 h 63"/>
                <a:gd name="T38" fmla="*/ 75 w 188"/>
                <a:gd name="T39" fmla="*/ 3 h 63"/>
                <a:gd name="T40" fmla="*/ 56 w 188"/>
                <a:gd name="T41" fmla="*/ 8 h 63"/>
                <a:gd name="T42" fmla="*/ 53 w 188"/>
                <a:gd name="T43" fmla="*/ 21 h 63"/>
                <a:gd name="T44" fmla="*/ 26 w 188"/>
                <a:gd name="T45" fmla="*/ 22 h 63"/>
                <a:gd name="T46" fmla="*/ 16 w 188"/>
                <a:gd name="T47" fmla="*/ 1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8" h="63">
                  <a:moveTo>
                    <a:pt x="16" y="19"/>
                  </a:moveTo>
                  <a:cubicBezTo>
                    <a:pt x="16" y="19"/>
                    <a:pt x="7" y="36"/>
                    <a:pt x="4" y="39"/>
                  </a:cubicBezTo>
                  <a:cubicBezTo>
                    <a:pt x="1" y="41"/>
                    <a:pt x="0" y="53"/>
                    <a:pt x="3" y="56"/>
                  </a:cubicBezTo>
                  <a:cubicBezTo>
                    <a:pt x="7" y="58"/>
                    <a:pt x="9" y="62"/>
                    <a:pt x="18" y="62"/>
                  </a:cubicBezTo>
                  <a:cubicBezTo>
                    <a:pt x="28" y="63"/>
                    <a:pt x="29" y="63"/>
                    <a:pt x="43" y="63"/>
                  </a:cubicBezTo>
                  <a:cubicBezTo>
                    <a:pt x="57" y="63"/>
                    <a:pt x="59" y="61"/>
                    <a:pt x="61" y="60"/>
                  </a:cubicBezTo>
                  <a:cubicBezTo>
                    <a:pt x="63" y="59"/>
                    <a:pt x="66" y="53"/>
                    <a:pt x="66" y="53"/>
                  </a:cubicBezTo>
                  <a:cubicBezTo>
                    <a:pt x="66" y="53"/>
                    <a:pt x="75" y="49"/>
                    <a:pt x="86" y="50"/>
                  </a:cubicBezTo>
                  <a:cubicBezTo>
                    <a:pt x="96" y="50"/>
                    <a:pt x="92" y="49"/>
                    <a:pt x="102" y="50"/>
                  </a:cubicBezTo>
                  <a:cubicBezTo>
                    <a:pt x="113" y="51"/>
                    <a:pt x="113" y="48"/>
                    <a:pt x="125" y="52"/>
                  </a:cubicBezTo>
                  <a:cubicBezTo>
                    <a:pt x="138" y="55"/>
                    <a:pt x="137" y="54"/>
                    <a:pt x="147" y="55"/>
                  </a:cubicBezTo>
                  <a:cubicBezTo>
                    <a:pt x="157" y="55"/>
                    <a:pt x="150" y="57"/>
                    <a:pt x="160" y="55"/>
                  </a:cubicBezTo>
                  <a:cubicBezTo>
                    <a:pt x="170" y="54"/>
                    <a:pt x="165" y="55"/>
                    <a:pt x="173" y="53"/>
                  </a:cubicBezTo>
                  <a:cubicBezTo>
                    <a:pt x="181" y="50"/>
                    <a:pt x="182" y="54"/>
                    <a:pt x="184" y="45"/>
                  </a:cubicBezTo>
                  <a:cubicBezTo>
                    <a:pt x="186" y="36"/>
                    <a:pt x="188" y="29"/>
                    <a:pt x="186" y="26"/>
                  </a:cubicBezTo>
                  <a:cubicBezTo>
                    <a:pt x="185" y="23"/>
                    <a:pt x="186" y="17"/>
                    <a:pt x="178" y="17"/>
                  </a:cubicBezTo>
                  <a:cubicBezTo>
                    <a:pt x="170" y="17"/>
                    <a:pt x="165" y="16"/>
                    <a:pt x="152" y="17"/>
                  </a:cubicBezTo>
                  <a:cubicBezTo>
                    <a:pt x="140" y="18"/>
                    <a:pt x="163" y="35"/>
                    <a:pt x="140" y="18"/>
                  </a:cubicBezTo>
                  <a:cubicBezTo>
                    <a:pt x="117" y="1"/>
                    <a:pt x="112" y="1"/>
                    <a:pt x="100" y="1"/>
                  </a:cubicBezTo>
                  <a:cubicBezTo>
                    <a:pt x="88" y="1"/>
                    <a:pt x="75" y="3"/>
                    <a:pt x="75" y="3"/>
                  </a:cubicBezTo>
                  <a:cubicBezTo>
                    <a:pt x="75" y="3"/>
                    <a:pt x="58" y="0"/>
                    <a:pt x="56" y="8"/>
                  </a:cubicBezTo>
                  <a:cubicBezTo>
                    <a:pt x="53" y="17"/>
                    <a:pt x="60" y="18"/>
                    <a:pt x="53" y="21"/>
                  </a:cubicBezTo>
                  <a:cubicBezTo>
                    <a:pt x="45" y="23"/>
                    <a:pt x="28" y="22"/>
                    <a:pt x="26" y="22"/>
                  </a:cubicBezTo>
                  <a:cubicBezTo>
                    <a:pt x="23" y="22"/>
                    <a:pt x="18" y="21"/>
                    <a:pt x="16" y="19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1" name="Freeform 132">
              <a:extLst>
                <a:ext uri="{FF2B5EF4-FFF2-40B4-BE49-F238E27FC236}">
                  <a16:creationId xmlns:a16="http://schemas.microsoft.com/office/drawing/2014/main" id="{419B20AF-866A-44A8-853D-3FC6E8C0B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213" y="1908175"/>
              <a:ext cx="11113" cy="23813"/>
            </a:xfrm>
            <a:custGeom>
              <a:avLst/>
              <a:gdLst>
                <a:gd name="T0" fmla="*/ 2 w 10"/>
                <a:gd name="T1" fmla="*/ 20 h 20"/>
                <a:gd name="T2" fmla="*/ 6 w 10"/>
                <a:gd name="T3" fmla="*/ 7 h 20"/>
                <a:gd name="T4" fmla="*/ 7 w 10"/>
                <a:gd name="T5" fmla="*/ 11 h 20"/>
                <a:gd name="T6" fmla="*/ 2 w 10"/>
                <a:gd name="T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0">
                  <a:moveTo>
                    <a:pt x="2" y="20"/>
                  </a:moveTo>
                  <a:cubicBezTo>
                    <a:pt x="0" y="18"/>
                    <a:pt x="3" y="5"/>
                    <a:pt x="6" y="7"/>
                  </a:cubicBezTo>
                  <a:cubicBezTo>
                    <a:pt x="10" y="0"/>
                    <a:pt x="8" y="7"/>
                    <a:pt x="7" y="11"/>
                  </a:cubicBezTo>
                  <a:cubicBezTo>
                    <a:pt x="6" y="14"/>
                    <a:pt x="5" y="18"/>
                    <a:pt x="2" y="2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2" name="Freeform 133">
              <a:extLst>
                <a:ext uri="{FF2B5EF4-FFF2-40B4-BE49-F238E27FC236}">
                  <a16:creationId xmlns:a16="http://schemas.microsoft.com/office/drawing/2014/main" id="{AF7C6BCF-092B-4893-A6DD-E1D2B4025E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8700" y="1370013"/>
              <a:ext cx="846138" cy="922338"/>
            </a:xfrm>
            <a:custGeom>
              <a:avLst/>
              <a:gdLst>
                <a:gd name="T0" fmla="*/ 255 w 748"/>
                <a:gd name="T1" fmla="*/ 792 h 816"/>
                <a:gd name="T2" fmla="*/ 225 w 748"/>
                <a:gd name="T3" fmla="*/ 758 h 816"/>
                <a:gd name="T4" fmla="*/ 209 w 748"/>
                <a:gd name="T5" fmla="*/ 729 h 816"/>
                <a:gd name="T6" fmla="*/ 180 w 748"/>
                <a:gd name="T7" fmla="*/ 720 h 816"/>
                <a:gd name="T8" fmla="*/ 157 w 748"/>
                <a:gd name="T9" fmla="*/ 697 h 816"/>
                <a:gd name="T10" fmla="*/ 131 w 748"/>
                <a:gd name="T11" fmla="*/ 688 h 816"/>
                <a:gd name="T12" fmla="*/ 103 w 748"/>
                <a:gd name="T13" fmla="*/ 697 h 816"/>
                <a:gd name="T14" fmla="*/ 82 w 748"/>
                <a:gd name="T15" fmla="*/ 701 h 816"/>
                <a:gd name="T16" fmla="*/ 56 w 748"/>
                <a:gd name="T17" fmla="*/ 703 h 816"/>
                <a:gd name="T18" fmla="*/ 33 w 748"/>
                <a:gd name="T19" fmla="*/ 721 h 816"/>
                <a:gd name="T20" fmla="*/ 26 w 748"/>
                <a:gd name="T21" fmla="*/ 685 h 816"/>
                <a:gd name="T22" fmla="*/ 50 w 748"/>
                <a:gd name="T23" fmla="*/ 560 h 816"/>
                <a:gd name="T24" fmla="*/ 44 w 748"/>
                <a:gd name="T25" fmla="*/ 491 h 816"/>
                <a:gd name="T26" fmla="*/ 44 w 748"/>
                <a:gd name="T27" fmla="*/ 451 h 816"/>
                <a:gd name="T28" fmla="*/ 22 w 748"/>
                <a:gd name="T29" fmla="*/ 426 h 816"/>
                <a:gd name="T30" fmla="*/ 11 w 748"/>
                <a:gd name="T31" fmla="*/ 417 h 816"/>
                <a:gd name="T32" fmla="*/ 32 w 748"/>
                <a:gd name="T33" fmla="*/ 382 h 816"/>
                <a:gd name="T34" fmla="*/ 247 w 748"/>
                <a:gd name="T35" fmla="*/ 279 h 816"/>
                <a:gd name="T36" fmla="*/ 309 w 748"/>
                <a:gd name="T37" fmla="*/ 240 h 816"/>
                <a:gd name="T38" fmla="*/ 507 w 748"/>
                <a:gd name="T39" fmla="*/ 83 h 816"/>
                <a:gd name="T40" fmla="*/ 543 w 748"/>
                <a:gd name="T41" fmla="*/ 14 h 816"/>
                <a:gd name="T42" fmla="*/ 669 w 748"/>
                <a:gd name="T43" fmla="*/ 479 h 816"/>
                <a:gd name="T44" fmla="*/ 694 w 748"/>
                <a:gd name="T45" fmla="*/ 748 h 816"/>
                <a:gd name="T46" fmla="*/ 454 w 748"/>
                <a:gd name="T47" fmla="*/ 767 h 816"/>
                <a:gd name="T48" fmla="*/ 413 w 748"/>
                <a:gd name="T49" fmla="*/ 775 h 816"/>
                <a:gd name="T50" fmla="*/ 376 w 748"/>
                <a:gd name="T51" fmla="*/ 773 h 816"/>
                <a:gd name="T52" fmla="*/ 329 w 748"/>
                <a:gd name="T53" fmla="*/ 758 h 816"/>
                <a:gd name="T54" fmla="*/ 310 w 748"/>
                <a:gd name="T55" fmla="*/ 781 h 816"/>
                <a:gd name="T56" fmla="*/ 287 w 748"/>
                <a:gd name="T57" fmla="*/ 803 h 816"/>
                <a:gd name="T58" fmla="*/ 300 w 748"/>
                <a:gd name="T59" fmla="*/ 788 h 816"/>
                <a:gd name="T60" fmla="*/ 314 w 748"/>
                <a:gd name="T61" fmla="*/ 754 h 816"/>
                <a:gd name="T62" fmla="*/ 351 w 748"/>
                <a:gd name="T63" fmla="*/ 768 h 816"/>
                <a:gd name="T64" fmla="*/ 379 w 748"/>
                <a:gd name="T65" fmla="*/ 761 h 816"/>
                <a:gd name="T66" fmla="*/ 422 w 748"/>
                <a:gd name="T67" fmla="*/ 764 h 816"/>
                <a:gd name="T68" fmla="*/ 456 w 748"/>
                <a:gd name="T69" fmla="*/ 745 h 816"/>
                <a:gd name="T70" fmla="*/ 685 w 748"/>
                <a:gd name="T71" fmla="*/ 746 h 816"/>
                <a:gd name="T72" fmla="*/ 660 w 748"/>
                <a:gd name="T73" fmla="*/ 480 h 816"/>
                <a:gd name="T74" fmla="*/ 538 w 748"/>
                <a:gd name="T75" fmla="*/ 22 h 816"/>
                <a:gd name="T76" fmla="*/ 478 w 748"/>
                <a:gd name="T77" fmla="*/ 92 h 816"/>
                <a:gd name="T78" fmla="*/ 307 w 748"/>
                <a:gd name="T79" fmla="*/ 258 h 816"/>
                <a:gd name="T80" fmla="*/ 251 w 748"/>
                <a:gd name="T81" fmla="*/ 309 h 816"/>
                <a:gd name="T82" fmla="*/ 28 w 748"/>
                <a:gd name="T83" fmla="*/ 391 h 816"/>
                <a:gd name="T84" fmla="*/ 28 w 748"/>
                <a:gd name="T85" fmla="*/ 416 h 816"/>
                <a:gd name="T86" fmla="*/ 47 w 748"/>
                <a:gd name="T87" fmla="*/ 433 h 816"/>
                <a:gd name="T88" fmla="*/ 56 w 748"/>
                <a:gd name="T89" fmla="*/ 479 h 816"/>
                <a:gd name="T90" fmla="*/ 55 w 748"/>
                <a:gd name="T91" fmla="*/ 535 h 816"/>
                <a:gd name="T92" fmla="*/ 42 w 748"/>
                <a:gd name="T93" fmla="*/ 673 h 816"/>
                <a:gd name="T94" fmla="*/ 41 w 748"/>
                <a:gd name="T95" fmla="*/ 691 h 816"/>
                <a:gd name="T96" fmla="*/ 72 w 748"/>
                <a:gd name="T97" fmla="*/ 693 h 816"/>
                <a:gd name="T98" fmla="*/ 101 w 748"/>
                <a:gd name="T99" fmla="*/ 688 h 816"/>
                <a:gd name="T100" fmla="*/ 124 w 748"/>
                <a:gd name="T101" fmla="*/ 684 h 816"/>
                <a:gd name="T102" fmla="*/ 150 w 748"/>
                <a:gd name="T103" fmla="*/ 684 h 816"/>
                <a:gd name="T104" fmla="*/ 183 w 748"/>
                <a:gd name="T105" fmla="*/ 711 h 816"/>
                <a:gd name="T106" fmla="*/ 210 w 748"/>
                <a:gd name="T107" fmla="*/ 717 h 816"/>
                <a:gd name="T108" fmla="*/ 223 w 748"/>
                <a:gd name="T109" fmla="*/ 743 h 816"/>
                <a:gd name="T110" fmla="*/ 243 w 748"/>
                <a:gd name="T111" fmla="*/ 764 h 816"/>
                <a:gd name="T112" fmla="*/ 272 w 748"/>
                <a:gd name="T113" fmla="*/ 798 h 816"/>
                <a:gd name="T114" fmla="*/ 114 w 748"/>
                <a:gd name="T115" fmla="*/ 683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48" h="816">
                  <a:moveTo>
                    <a:pt x="290" y="816"/>
                  </a:moveTo>
                  <a:cubicBezTo>
                    <a:pt x="288" y="816"/>
                    <a:pt x="286" y="814"/>
                    <a:pt x="284" y="812"/>
                  </a:cubicBezTo>
                  <a:cubicBezTo>
                    <a:pt x="284" y="812"/>
                    <a:pt x="283" y="812"/>
                    <a:pt x="283" y="812"/>
                  </a:cubicBezTo>
                  <a:cubicBezTo>
                    <a:pt x="281" y="813"/>
                    <a:pt x="277" y="813"/>
                    <a:pt x="273" y="810"/>
                  </a:cubicBezTo>
                  <a:cubicBezTo>
                    <a:pt x="273" y="810"/>
                    <a:pt x="272" y="809"/>
                    <a:pt x="271" y="808"/>
                  </a:cubicBezTo>
                  <a:cubicBezTo>
                    <a:pt x="269" y="807"/>
                    <a:pt x="267" y="806"/>
                    <a:pt x="265" y="804"/>
                  </a:cubicBezTo>
                  <a:cubicBezTo>
                    <a:pt x="263" y="802"/>
                    <a:pt x="263" y="799"/>
                    <a:pt x="262" y="798"/>
                  </a:cubicBezTo>
                  <a:cubicBezTo>
                    <a:pt x="262" y="797"/>
                    <a:pt x="262" y="796"/>
                    <a:pt x="262" y="796"/>
                  </a:cubicBezTo>
                  <a:cubicBezTo>
                    <a:pt x="261" y="795"/>
                    <a:pt x="257" y="792"/>
                    <a:pt x="255" y="792"/>
                  </a:cubicBezTo>
                  <a:cubicBezTo>
                    <a:pt x="255" y="792"/>
                    <a:pt x="253" y="793"/>
                    <a:pt x="251" y="792"/>
                  </a:cubicBezTo>
                  <a:cubicBezTo>
                    <a:pt x="248" y="791"/>
                    <a:pt x="245" y="788"/>
                    <a:pt x="243" y="784"/>
                  </a:cubicBezTo>
                  <a:cubicBezTo>
                    <a:pt x="241" y="784"/>
                    <a:pt x="239" y="783"/>
                    <a:pt x="238" y="781"/>
                  </a:cubicBezTo>
                  <a:cubicBezTo>
                    <a:pt x="237" y="780"/>
                    <a:pt x="236" y="779"/>
                    <a:pt x="237" y="776"/>
                  </a:cubicBezTo>
                  <a:cubicBezTo>
                    <a:pt x="237" y="775"/>
                    <a:pt x="237" y="775"/>
                    <a:pt x="238" y="774"/>
                  </a:cubicBezTo>
                  <a:cubicBezTo>
                    <a:pt x="235" y="771"/>
                    <a:pt x="235" y="770"/>
                    <a:pt x="234" y="767"/>
                  </a:cubicBezTo>
                  <a:cubicBezTo>
                    <a:pt x="233" y="767"/>
                    <a:pt x="232" y="767"/>
                    <a:pt x="232" y="767"/>
                  </a:cubicBezTo>
                  <a:cubicBezTo>
                    <a:pt x="226" y="767"/>
                    <a:pt x="225" y="762"/>
                    <a:pt x="225" y="760"/>
                  </a:cubicBezTo>
                  <a:cubicBezTo>
                    <a:pt x="225" y="759"/>
                    <a:pt x="225" y="759"/>
                    <a:pt x="225" y="758"/>
                  </a:cubicBezTo>
                  <a:cubicBezTo>
                    <a:pt x="225" y="758"/>
                    <a:pt x="224" y="758"/>
                    <a:pt x="224" y="758"/>
                  </a:cubicBezTo>
                  <a:cubicBezTo>
                    <a:pt x="223" y="758"/>
                    <a:pt x="223" y="758"/>
                    <a:pt x="223" y="758"/>
                  </a:cubicBezTo>
                  <a:cubicBezTo>
                    <a:pt x="222" y="758"/>
                    <a:pt x="220" y="758"/>
                    <a:pt x="219" y="757"/>
                  </a:cubicBezTo>
                  <a:cubicBezTo>
                    <a:pt x="217" y="756"/>
                    <a:pt x="215" y="753"/>
                    <a:pt x="217" y="749"/>
                  </a:cubicBezTo>
                  <a:cubicBezTo>
                    <a:pt x="215" y="747"/>
                    <a:pt x="214" y="745"/>
                    <a:pt x="214" y="744"/>
                  </a:cubicBezTo>
                  <a:cubicBezTo>
                    <a:pt x="213" y="741"/>
                    <a:pt x="213" y="740"/>
                    <a:pt x="213" y="739"/>
                  </a:cubicBezTo>
                  <a:cubicBezTo>
                    <a:pt x="213" y="738"/>
                    <a:pt x="212" y="736"/>
                    <a:pt x="212" y="736"/>
                  </a:cubicBezTo>
                  <a:cubicBezTo>
                    <a:pt x="210" y="734"/>
                    <a:pt x="209" y="731"/>
                    <a:pt x="209" y="730"/>
                  </a:cubicBezTo>
                  <a:cubicBezTo>
                    <a:pt x="209" y="729"/>
                    <a:pt x="209" y="729"/>
                    <a:pt x="209" y="729"/>
                  </a:cubicBezTo>
                  <a:cubicBezTo>
                    <a:pt x="208" y="729"/>
                    <a:pt x="208" y="729"/>
                    <a:pt x="208" y="728"/>
                  </a:cubicBezTo>
                  <a:cubicBezTo>
                    <a:pt x="207" y="729"/>
                    <a:pt x="203" y="728"/>
                    <a:pt x="202" y="727"/>
                  </a:cubicBezTo>
                  <a:cubicBezTo>
                    <a:pt x="202" y="726"/>
                    <a:pt x="202" y="726"/>
                    <a:pt x="202" y="726"/>
                  </a:cubicBezTo>
                  <a:cubicBezTo>
                    <a:pt x="201" y="727"/>
                    <a:pt x="199" y="727"/>
                    <a:pt x="197" y="727"/>
                  </a:cubicBezTo>
                  <a:cubicBezTo>
                    <a:pt x="197" y="727"/>
                    <a:pt x="197" y="727"/>
                    <a:pt x="197" y="727"/>
                  </a:cubicBezTo>
                  <a:cubicBezTo>
                    <a:pt x="195" y="727"/>
                    <a:pt x="193" y="726"/>
                    <a:pt x="192" y="725"/>
                  </a:cubicBezTo>
                  <a:cubicBezTo>
                    <a:pt x="191" y="725"/>
                    <a:pt x="191" y="725"/>
                    <a:pt x="191" y="725"/>
                  </a:cubicBezTo>
                  <a:cubicBezTo>
                    <a:pt x="189" y="726"/>
                    <a:pt x="186" y="727"/>
                    <a:pt x="184" y="726"/>
                  </a:cubicBezTo>
                  <a:cubicBezTo>
                    <a:pt x="182" y="725"/>
                    <a:pt x="180" y="723"/>
                    <a:pt x="180" y="720"/>
                  </a:cubicBezTo>
                  <a:cubicBezTo>
                    <a:pt x="180" y="720"/>
                    <a:pt x="179" y="719"/>
                    <a:pt x="179" y="719"/>
                  </a:cubicBezTo>
                  <a:cubicBezTo>
                    <a:pt x="178" y="718"/>
                    <a:pt x="178" y="718"/>
                    <a:pt x="178" y="718"/>
                  </a:cubicBezTo>
                  <a:cubicBezTo>
                    <a:pt x="176" y="718"/>
                    <a:pt x="175" y="716"/>
                    <a:pt x="175" y="715"/>
                  </a:cubicBezTo>
                  <a:cubicBezTo>
                    <a:pt x="174" y="713"/>
                    <a:pt x="174" y="712"/>
                    <a:pt x="174" y="711"/>
                  </a:cubicBezTo>
                  <a:cubicBezTo>
                    <a:pt x="173" y="709"/>
                    <a:pt x="171" y="707"/>
                    <a:pt x="169" y="706"/>
                  </a:cubicBezTo>
                  <a:cubicBezTo>
                    <a:pt x="168" y="705"/>
                    <a:pt x="166" y="703"/>
                    <a:pt x="165" y="702"/>
                  </a:cubicBezTo>
                  <a:cubicBezTo>
                    <a:pt x="164" y="701"/>
                    <a:pt x="163" y="700"/>
                    <a:pt x="162" y="699"/>
                  </a:cubicBezTo>
                  <a:cubicBezTo>
                    <a:pt x="161" y="700"/>
                    <a:pt x="160" y="699"/>
                    <a:pt x="159" y="699"/>
                  </a:cubicBezTo>
                  <a:cubicBezTo>
                    <a:pt x="158" y="698"/>
                    <a:pt x="158" y="698"/>
                    <a:pt x="157" y="697"/>
                  </a:cubicBezTo>
                  <a:cubicBezTo>
                    <a:pt x="154" y="693"/>
                    <a:pt x="154" y="693"/>
                    <a:pt x="154" y="693"/>
                  </a:cubicBezTo>
                  <a:cubicBezTo>
                    <a:pt x="153" y="693"/>
                    <a:pt x="153" y="693"/>
                    <a:pt x="153" y="693"/>
                  </a:cubicBezTo>
                  <a:cubicBezTo>
                    <a:pt x="153" y="693"/>
                    <a:pt x="152" y="693"/>
                    <a:pt x="151" y="693"/>
                  </a:cubicBezTo>
                  <a:cubicBezTo>
                    <a:pt x="149" y="694"/>
                    <a:pt x="147" y="694"/>
                    <a:pt x="145" y="694"/>
                  </a:cubicBezTo>
                  <a:cubicBezTo>
                    <a:pt x="143" y="694"/>
                    <a:pt x="142" y="694"/>
                    <a:pt x="141" y="694"/>
                  </a:cubicBezTo>
                  <a:cubicBezTo>
                    <a:pt x="140" y="694"/>
                    <a:pt x="139" y="694"/>
                    <a:pt x="137" y="694"/>
                  </a:cubicBezTo>
                  <a:cubicBezTo>
                    <a:pt x="136" y="693"/>
                    <a:pt x="136" y="693"/>
                    <a:pt x="135" y="693"/>
                  </a:cubicBezTo>
                  <a:cubicBezTo>
                    <a:pt x="133" y="693"/>
                    <a:pt x="133" y="693"/>
                    <a:pt x="132" y="693"/>
                  </a:cubicBezTo>
                  <a:cubicBezTo>
                    <a:pt x="131" y="688"/>
                    <a:pt x="131" y="688"/>
                    <a:pt x="131" y="688"/>
                  </a:cubicBezTo>
                  <a:cubicBezTo>
                    <a:pt x="131" y="693"/>
                    <a:pt x="131" y="693"/>
                    <a:pt x="131" y="693"/>
                  </a:cubicBezTo>
                  <a:cubicBezTo>
                    <a:pt x="130" y="693"/>
                    <a:pt x="128" y="693"/>
                    <a:pt x="127" y="693"/>
                  </a:cubicBezTo>
                  <a:cubicBezTo>
                    <a:pt x="126" y="693"/>
                    <a:pt x="126" y="693"/>
                    <a:pt x="126" y="693"/>
                  </a:cubicBezTo>
                  <a:cubicBezTo>
                    <a:pt x="122" y="693"/>
                    <a:pt x="121" y="693"/>
                    <a:pt x="120" y="692"/>
                  </a:cubicBezTo>
                  <a:cubicBezTo>
                    <a:pt x="119" y="692"/>
                    <a:pt x="119" y="692"/>
                    <a:pt x="119" y="692"/>
                  </a:cubicBezTo>
                  <a:cubicBezTo>
                    <a:pt x="118" y="692"/>
                    <a:pt x="117" y="692"/>
                    <a:pt x="116" y="692"/>
                  </a:cubicBezTo>
                  <a:cubicBezTo>
                    <a:pt x="116" y="693"/>
                    <a:pt x="116" y="694"/>
                    <a:pt x="115" y="694"/>
                  </a:cubicBezTo>
                  <a:cubicBezTo>
                    <a:pt x="113" y="697"/>
                    <a:pt x="110" y="697"/>
                    <a:pt x="109" y="697"/>
                  </a:cubicBezTo>
                  <a:cubicBezTo>
                    <a:pt x="106" y="697"/>
                    <a:pt x="105" y="697"/>
                    <a:pt x="103" y="697"/>
                  </a:cubicBezTo>
                  <a:cubicBezTo>
                    <a:pt x="101" y="697"/>
                    <a:pt x="101" y="697"/>
                    <a:pt x="101" y="697"/>
                  </a:cubicBezTo>
                  <a:cubicBezTo>
                    <a:pt x="100" y="697"/>
                    <a:pt x="100" y="697"/>
                    <a:pt x="99" y="697"/>
                  </a:cubicBezTo>
                  <a:cubicBezTo>
                    <a:pt x="98" y="698"/>
                    <a:pt x="98" y="698"/>
                    <a:pt x="98" y="698"/>
                  </a:cubicBezTo>
                  <a:cubicBezTo>
                    <a:pt x="97" y="698"/>
                    <a:pt x="94" y="699"/>
                    <a:pt x="93" y="699"/>
                  </a:cubicBezTo>
                  <a:cubicBezTo>
                    <a:pt x="92" y="699"/>
                    <a:pt x="91" y="698"/>
                    <a:pt x="90" y="698"/>
                  </a:cubicBezTo>
                  <a:cubicBezTo>
                    <a:pt x="90" y="698"/>
                    <a:pt x="90" y="699"/>
                    <a:pt x="89" y="699"/>
                  </a:cubicBezTo>
                  <a:cubicBezTo>
                    <a:pt x="87" y="700"/>
                    <a:pt x="85" y="701"/>
                    <a:pt x="84" y="701"/>
                  </a:cubicBezTo>
                  <a:cubicBezTo>
                    <a:pt x="84" y="701"/>
                    <a:pt x="84" y="701"/>
                    <a:pt x="83" y="701"/>
                  </a:cubicBezTo>
                  <a:cubicBezTo>
                    <a:pt x="83" y="701"/>
                    <a:pt x="83" y="701"/>
                    <a:pt x="82" y="701"/>
                  </a:cubicBezTo>
                  <a:cubicBezTo>
                    <a:pt x="82" y="701"/>
                    <a:pt x="81" y="702"/>
                    <a:pt x="81" y="702"/>
                  </a:cubicBezTo>
                  <a:cubicBezTo>
                    <a:pt x="80" y="702"/>
                    <a:pt x="80" y="702"/>
                    <a:pt x="80" y="702"/>
                  </a:cubicBezTo>
                  <a:cubicBezTo>
                    <a:pt x="79" y="703"/>
                    <a:pt x="77" y="703"/>
                    <a:pt x="75" y="703"/>
                  </a:cubicBezTo>
                  <a:cubicBezTo>
                    <a:pt x="73" y="703"/>
                    <a:pt x="71" y="703"/>
                    <a:pt x="70" y="702"/>
                  </a:cubicBezTo>
                  <a:cubicBezTo>
                    <a:pt x="69" y="702"/>
                    <a:pt x="69" y="702"/>
                    <a:pt x="68" y="702"/>
                  </a:cubicBezTo>
                  <a:cubicBezTo>
                    <a:pt x="67" y="702"/>
                    <a:pt x="65" y="701"/>
                    <a:pt x="63" y="701"/>
                  </a:cubicBezTo>
                  <a:cubicBezTo>
                    <a:pt x="63" y="701"/>
                    <a:pt x="63" y="701"/>
                    <a:pt x="62" y="701"/>
                  </a:cubicBezTo>
                  <a:cubicBezTo>
                    <a:pt x="62" y="701"/>
                    <a:pt x="61" y="702"/>
                    <a:pt x="61" y="702"/>
                  </a:cubicBezTo>
                  <a:cubicBezTo>
                    <a:pt x="60" y="702"/>
                    <a:pt x="58" y="703"/>
                    <a:pt x="56" y="703"/>
                  </a:cubicBezTo>
                  <a:cubicBezTo>
                    <a:pt x="56" y="703"/>
                    <a:pt x="54" y="703"/>
                    <a:pt x="54" y="703"/>
                  </a:cubicBezTo>
                  <a:cubicBezTo>
                    <a:pt x="51" y="702"/>
                    <a:pt x="50" y="701"/>
                    <a:pt x="49" y="700"/>
                  </a:cubicBezTo>
                  <a:cubicBezTo>
                    <a:pt x="48" y="700"/>
                    <a:pt x="47" y="701"/>
                    <a:pt x="46" y="701"/>
                  </a:cubicBezTo>
                  <a:cubicBezTo>
                    <a:pt x="45" y="701"/>
                    <a:pt x="44" y="701"/>
                    <a:pt x="43" y="701"/>
                  </a:cubicBezTo>
                  <a:cubicBezTo>
                    <a:pt x="43" y="701"/>
                    <a:pt x="43" y="702"/>
                    <a:pt x="42" y="702"/>
                  </a:cubicBezTo>
                  <a:cubicBezTo>
                    <a:pt x="42" y="704"/>
                    <a:pt x="42" y="704"/>
                    <a:pt x="42" y="704"/>
                  </a:cubicBezTo>
                  <a:cubicBezTo>
                    <a:pt x="42" y="705"/>
                    <a:pt x="41" y="706"/>
                    <a:pt x="41" y="707"/>
                  </a:cubicBezTo>
                  <a:cubicBezTo>
                    <a:pt x="40" y="711"/>
                    <a:pt x="39" y="715"/>
                    <a:pt x="37" y="718"/>
                  </a:cubicBezTo>
                  <a:cubicBezTo>
                    <a:pt x="35" y="720"/>
                    <a:pt x="34" y="720"/>
                    <a:pt x="33" y="721"/>
                  </a:cubicBezTo>
                  <a:cubicBezTo>
                    <a:pt x="33" y="721"/>
                    <a:pt x="33" y="722"/>
                    <a:pt x="33" y="722"/>
                  </a:cubicBezTo>
                  <a:cubicBezTo>
                    <a:pt x="33" y="724"/>
                    <a:pt x="33" y="727"/>
                    <a:pt x="30" y="729"/>
                  </a:cubicBezTo>
                  <a:cubicBezTo>
                    <a:pt x="29" y="730"/>
                    <a:pt x="27" y="731"/>
                    <a:pt x="25" y="730"/>
                  </a:cubicBezTo>
                  <a:cubicBezTo>
                    <a:pt x="25" y="730"/>
                    <a:pt x="24" y="730"/>
                    <a:pt x="24" y="730"/>
                  </a:cubicBezTo>
                  <a:cubicBezTo>
                    <a:pt x="21" y="729"/>
                    <a:pt x="20" y="728"/>
                    <a:pt x="20" y="725"/>
                  </a:cubicBezTo>
                  <a:cubicBezTo>
                    <a:pt x="20" y="722"/>
                    <a:pt x="20" y="722"/>
                    <a:pt x="20" y="722"/>
                  </a:cubicBezTo>
                  <a:cubicBezTo>
                    <a:pt x="20" y="716"/>
                    <a:pt x="20" y="710"/>
                    <a:pt x="22" y="704"/>
                  </a:cubicBezTo>
                  <a:cubicBezTo>
                    <a:pt x="23" y="701"/>
                    <a:pt x="24" y="699"/>
                    <a:pt x="24" y="696"/>
                  </a:cubicBezTo>
                  <a:cubicBezTo>
                    <a:pt x="24" y="692"/>
                    <a:pt x="25" y="689"/>
                    <a:pt x="26" y="685"/>
                  </a:cubicBezTo>
                  <a:cubicBezTo>
                    <a:pt x="27" y="683"/>
                    <a:pt x="28" y="680"/>
                    <a:pt x="29" y="678"/>
                  </a:cubicBezTo>
                  <a:cubicBezTo>
                    <a:pt x="31" y="675"/>
                    <a:pt x="32" y="673"/>
                    <a:pt x="33" y="670"/>
                  </a:cubicBezTo>
                  <a:cubicBezTo>
                    <a:pt x="34" y="667"/>
                    <a:pt x="36" y="664"/>
                    <a:pt x="37" y="662"/>
                  </a:cubicBezTo>
                  <a:cubicBezTo>
                    <a:pt x="38" y="660"/>
                    <a:pt x="39" y="659"/>
                    <a:pt x="40" y="657"/>
                  </a:cubicBezTo>
                  <a:cubicBezTo>
                    <a:pt x="52" y="630"/>
                    <a:pt x="56" y="608"/>
                    <a:pt x="54" y="585"/>
                  </a:cubicBezTo>
                  <a:cubicBezTo>
                    <a:pt x="54" y="583"/>
                    <a:pt x="54" y="581"/>
                    <a:pt x="54" y="579"/>
                  </a:cubicBezTo>
                  <a:cubicBezTo>
                    <a:pt x="54" y="577"/>
                    <a:pt x="54" y="575"/>
                    <a:pt x="54" y="573"/>
                  </a:cubicBezTo>
                  <a:cubicBezTo>
                    <a:pt x="53" y="571"/>
                    <a:pt x="53" y="569"/>
                    <a:pt x="52" y="567"/>
                  </a:cubicBezTo>
                  <a:cubicBezTo>
                    <a:pt x="51" y="565"/>
                    <a:pt x="50" y="562"/>
                    <a:pt x="50" y="560"/>
                  </a:cubicBezTo>
                  <a:cubicBezTo>
                    <a:pt x="49" y="557"/>
                    <a:pt x="49" y="555"/>
                    <a:pt x="49" y="552"/>
                  </a:cubicBezTo>
                  <a:cubicBezTo>
                    <a:pt x="48" y="547"/>
                    <a:pt x="47" y="542"/>
                    <a:pt x="46" y="538"/>
                  </a:cubicBezTo>
                  <a:cubicBezTo>
                    <a:pt x="45" y="535"/>
                    <a:pt x="44" y="533"/>
                    <a:pt x="43" y="531"/>
                  </a:cubicBezTo>
                  <a:cubicBezTo>
                    <a:pt x="42" y="530"/>
                    <a:pt x="41" y="529"/>
                    <a:pt x="39" y="527"/>
                  </a:cubicBezTo>
                  <a:cubicBezTo>
                    <a:pt x="38" y="527"/>
                    <a:pt x="36" y="526"/>
                    <a:pt x="35" y="525"/>
                  </a:cubicBezTo>
                  <a:cubicBezTo>
                    <a:pt x="32" y="523"/>
                    <a:pt x="29" y="517"/>
                    <a:pt x="30" y="513"/>
                  </a:cubicBezTo>
                  <a:cubicBezTo>
                    <a:pt x="30" y="511"/>
                    <a:pt x="30" y="510"/>
                    <a:pt x="31" y="509"/>
                  </a:cubicBezTo>
                  <a:cubicBezTo>
                    <a:pt x="35" y="500"/>
                    <a:pt x="36" y="499"/>
                    <a:pt x="36" y="499"/>
                  </a:cubicBezTo>
                  <a:cubicBezTo>
                    <a:pt x="39" y="496"/>
                    <a:pt x="42" y="493"/>
                    <a:pt x="44" y="491"/>
                  </a:cubicBezTo>
                  <a:cubicBezTo>
                    <a:pt x="45" y="489"/>
                    <a:pt x="46" y="487"/>
                    <a:pt x="46" y="485"/>
                  </a:cubicBezTo>
                  <a:cubicBezTo>
                    <a:pt x="44" y="484"/>
                    <a:pt x="43" y="482"/>
                    <a:pt x="43" y="481"/>
                  </a:cubicBezTo>
                  <a:cubicBezTo>
                    <a:pt x="42" y="478"/>
                    <a:pt x="45" y="475"/>
                    <a:pt x="47" y="473"/>
                  </a:cubicBezTo>
                  <a:cubicBezTo>
                    <a:pt x="47" y="473"/>
                    <a:pt x="48" y="472"/>
                    <a:pt x="48" y="472"/>
                  </a:cubicBezTo>
                  <a:cubicBezTo>
                    <a:pt x="48" y="472"/>
                    <a:pt x="49" y="471"/>
                    <a:pt x="49" y="471"/>
                  </a:cubicBezTo>
                  <a:cubicBezTo>
                    <a:pt x="48" y="469"/>
                    <a:pt x="47" y="468"/>
                    <a:pt x="47" y="466"/>
                  </a:cubicBezTo>
                  <a:cubicBezTo>
                    <a:pt x="47" y="463"/>
                    <a:pt x="48" y="461"/>
                    <a:pt x="49" y="460"/>
                  </a:cubicBezTo>
                  <a:cubicBezTo>
                    <a:pt x="50" y="459"/>
                    <a:pt x="50" y="458"/>
                    <a:pt x="47" y="455"/>
                  </a:cubicBezTo>
                  <a:cubicBezTo>
                    <a:pt x="46" y="454"/>
                    <a:pt x="45" y="452"/>
                    <a:pt x="44" y="451"/>
                  </a:cubicBezTo>
                  <a:cubicBezTo>
                    <a:pt x="43" y="448"/>
                    <a:pt x="42" y="446"/>
                    <a:pt x="42" y="443"/>
                  </a:cubicBezTo>
                  <a:cubicBezTo>
                    <a:pt x="41" y="441"/>
                    <a:pt x="41" y="440"/>
                    <a:pt x="40" y="438"/>
                  </a:cubicBezTo>
                  <a:cubicBezTo>
                    <a:pt x="40" y="438"/>
                    <a:pt x="40" y="438"/>
                    <a:pt x="40" y="438"/>
                  </a:cubicBezTo>
                  <a:cubicBezTo>
                    <a:pt x="38" y="440"/>
                    <a:pt x="36" y="440"/>
                    <a:pt x="35" y="440"/>
                  </a:cubicBezTo>
                  <a:cubicBezTo>
                    <a:pt x="32" y="440"/>
                    <a:pt x="30" y="438"/>
                    <a:pt x="29" y="437"/>
                  </a:cubicBezTo>
                  <a:cubicBezTo>
                    <a:pt x="29" y="436"/>
                    <a:pt x="28" y="436"/>
                    <a:pt x="28" y="435"/>
                  </a:cubicBezTo>
                  <a:cubicBezTo>
                    <a:pt x="26" y="434"/>
                    <a:pt x="24" y="432"/>
                    <a:pt x="24" y="431"/>
                  </a:cubicBezTo>
                  <a:cubicBezTo>
                    <a:pt x="23" y="430"/>
                    <a:pt x="23" y="429"/>
                    <a:pt x="23" y="428"/>
                  </a:cubicBezTo>
                  <a:cubicBezTo>
                    <a:pt x="23" y="427"/>
                    <a:pt x="22" y="427"/>
                    <a:pt x="22" y="426"/>
                  </a:cubicBezTo>
                  <a:cubicBezTo>
                    <a:pt x="21" y="425"/>
                    <a:pt x="21" y="424"/>
                    <a:pt x="21" y="423"/>
                  </a:cubicBezTo>
                  <a:cubicBezTo>
                    <a:pt x="21" y="422"/>
                    <a:pt x="20" y="421"/>
                    <a:pt x="20" y="420"/>
                  </a:cubicBezTo>
                  <a:cubicBezTo>
                    <a:pt x="19" y="419"/>
                    <a:pt x="19" y="418"/>
                    <a:pt x="19" y="417"/>
                  </a:cubicBezTo>
                  <a:cubicBezTo>
                    <a:pt x="19" y="417"/>
                    <a:pt x="18" y="416"/>
                    <a:pt x="17" y="415"/>
                  </a:cubicBezTo>
                  <a:cubicBezTo>
                    <a:pt x="16" y="414"/>
                    <a:pt x="15" y="412"/>
                    <a:pt x="15" y="410"/>
                  </a:cubicBezTo>
                  <a:cubicBezTo>
                    <a:pt x="14" y="409"/>
                    <a:pt x="14" y="409"/>
                    <a:pt x="14" y="409"/>
                  </a:cubicBezTo>
                  <a:cubicBezTo>
                    <a:pt x="14" y="409"/>
                    <a:pt x="14" y="409"/>
                    <a:pt x="14" y="409"/>
                  </a:cubicBezTo>
                  <a:cubicBezTo>
                    <a:pt x="14" y="411"/>
                    <a:pt x="14" y="414"/>
                    <a:pt x="11" y="417"/>
                  </a:cubicBezTo>
                  <a:cubicBezTo>
                    <a:pt x="11" y="417"/>
                    <a:pt x="11" y="417"/>
                    <a:pt x="11" y="417"/>
                  </a:cubicBezTo>
                  <a:cubicBezTo>
                    <a:pt x="11" y="417"/>
                    <a:pt x="11" y="418"/>
                    <a:pt x="11" y="419"/>
                  </a:cubicBezTo>
                  <a:cubicBezTo>
                    <a:pt x="11" y="421"/>
                    <a:pt x="11" y="423"/>
                    <a:pt x="10" y="426"/>
                  </a:cubicBezTo>
                  <a:cubicBezTo>
                    <a:pt x="9" y="428"/>
                    <a:pt x="7" y="429"/>
                    <a:pt x="5" y="428"/>
                  </a:cubicBezTo>
                  <a:cubicBezTo>
                    <a:pt x="3" y="428"/>
                    <a:pt x="1" y="426"/>
                    <a:pt x="1" y="424"/>
                  </a:cubicBezTo>
                  <a:cubicBezTo>
                    <a:pt x="0" y="414"/>
                    <a:pt x="2" y="408"/>
                    <a:pt x="5" y="399"/>
                  </a:cubicBezTo>
                  <a:cubicBezTo>
                    <a:pt x="6" y="398"/>
                    <a:pt x="6" y="396"/>
                    <a:pt x="6" y="395"/>
                  </a:cubicBezTo>
                  <a:cubicBezTo>
                    <a:pt x="7" y="390"/>
                    <a:pt x="9" y="383"/>
                    <a:pt x="18" y="382"/>
                  </a:cubicBezTo>
                  <a:cubicBezTo>
                    <a:pt x="21" y="382"/>
                    <a:pt x="25" y="382"/>
                    <a:pt x="28" y="382"/>
                  </a:cubicBezTo>
                  <a:cubicBezTo>
                    <a:pt x="29" y="382"/>
                    <a:pt x="31" y="382"/>
                    <a:pt x="32" y="382"/>
                  </a:cubicBezTo>
                  <a:cubicBezTo>
                    <a:pt x="83" y="382"/>
                    <a:pt x="83" y="382"/>
                    <a:pt x="83" y="382"/>
                  </a:cubicBezTo>
                  <a:cubicBezTo>
                    <a:pt x="137" y="382"/>
                    <a:pt x="190" y="382"/>
                    <a:pt x="244" y="382"/>
                  </a:cubicBezTo>
                  <a:cubicBezTo>
                    <a:pt x="244" y="376"/>
                    <a:pt x="243" y="370"/>
                    <a:pt x="243" y="364"/>
                  </a:cubicBezTo>
                  <a:cubicBezTo>
                    <a:pt x="243" y="362"/>
                    <a:pt x="243" y="362"/>
                    <a:pt x="243" y="362"/>
                  </a:cubicBezTo>
                  <a:cubicBezTo>
                    <a:pt x="243" y="357"/>
                    <a:pt x="243" y="352"/>
                    <a:pt x="243" y="346"/>
                  </a:cubicBezTo>
                  <a:cubicBezTo>
                    <a:pt x="243" y="334"/>
                    <a:pt x="243" y="322"/>
                    <a:pt x="242" y="310"/>
                  </a:cubicBezTo>
                  <a:cubicBezTo>
                    <a:pt x="241" y="309"/>
                    <a:pt x="241" y="307"/>
                    <a:pt x="240" y="306"/>
                  </a:cubicBezTo>
                  <a:cubicBezTo>
                    <a:pt x="239" y="302"/>
                    <a:pt x="238" y="299"/>
                    <a:pt x="239" y="295"/>
                  </a:cubicBezTo>
                  <a:cubicBezTo>
                    <a:pt x="240" y="288"/>
                    <a:pt x="243" y="283"/>
                    <a:pt x="247" y="279"/>
                  </a:cubicBezTo>
                  <a:cubicBezTo>
                    <a:pt x="251" y="273"/>
                    <a:pt x="258" y="269"/>
                    <a:pt x="265" y="265"/>
                  </a:cubicBezTo>
                  <a:cubicBezTo>
                    <a:pt x="267" y="264"/>
                    <a:pt x="269" y="263"/>
                    <a:pt x="271" y="261"/>
                  </a:cubicBezTo>
                  <a:cubicBezTo>
                    <a:pt x="276" y="258"/>
                    <a:pt x="280" y="257"/>
                    <a:pt x="286" y="256"/>
                  </a:cubicBezTo>
                  <a:cubicBezTo>
                    <a:pt x="290" y="255"/>
                    <a:pt x="293" y="254"/>
                    <a:pt x="297" y="252"/>
                  </a:cubicBezTo>
                  <a:cubicBezTo>
                    <a:pt x="299" y="251"/>
                    <a:pt x="299" y="251"/>
                    <a:pt x="299" y="251"/>
                  </a:cubicBezTo>
                  <a:cubicBezTo>
                    <a:pt x="300" y="250"/>
                    <a:pt x="302" y="249"/>
                    <a:pt x="304" y="249"/>
                  </a:cubicBezTo>
                  <a:cubicBezTo>
                    <a:pt x="306" y="249"/>
                    <a:pt x="309" y="248"/>
                    <a:pt x="309" y="247"/>
                  </a:cubicBezTo>
                  <a:cubicBezTo>
                    <a:pt x="309" y="247"/>
                    <a:pt x="309" y="245"/>
                    <a:pt x="309" y="243"/>
                  </a:cubicBezTo>
                  <a:cubicBezTo>
                    <a:pt x="309" y="242"/>
                    <a:pt x="309" y="241"/>
                    <a:pt x="309" y="240"/>
                  </a:cubicBezTo>
                  <a:cubicBezTo>
                    <a:pt x="312" y="163"/>
                    <a:pt x="312" y="163"/>
                    <a:pt x="312" y="163"/>
                  </a:cubicBezTo>
                  <a:cubicBezTo>
                    <a:pt x="313" y="143"/>
                    <a:pt x="314" y="123"/>
                    <a:pt x="315" y="103"/>
                  </a:cubicBezTo>
                  <a:cubicBezTo>
                    <a:pt x="315" y="99"/>
                    <a:pt x="315" y="99"/>
                    <a:pt x="315" y="99"/>
                  </a:cubicBezTo>
                  <a:cubicBezTo>
                    <a:pt x="315" y="97"/>
                    <a:pt x="315" y="95"/>
                    <a:pt x="315" y="93"/>
                  </a:cubicBezTo>
                  <a:cubicBezTo>
                    <a:pt x="315" y="92"/>
                    <a:pt x="315" y="92"/>
                    <a:pt x="315" y="92"/>
                  </a:cubicBezTo>
                  <a:cubicBezTo>
                    <a:pt x="316" y="87"/>
                    <a:pt x="317" y="84"/>
                    <a:pt x="324" y="83"/>
                  </a:cubicBezTo>
                  <a:cubicBezTo>
                    <a:pt x="329" y="83"/>
                    <a:pt x="333" y="83"/>
                    <a:pt x="338" y="83"/>
                  </a:cubicBezTo>
                  <a:cubicBezTo>
                    <a:pt x="340" y="83"/>
                    <a:pt x="343" y="83"/>
                    <a:pt x="345" y="83"/>
                  </a:cubicBezTo>
                  <a:cubicBezTo>
                    <a:pt x="507" y="83"/>
                    <a:pt x="507" y="83"/>
                    <a:pt x="507" y="83"/>
                  </a:cubicBezTo>
                  <a:cubicBezTo>
                    <a:pt x="507" y="83"/>
                    <a:pt x="508" y="83"/>
                    <a:pt x="509" y="83"/>
                  </a:cubicBezTo>
                  <a:cubicBezTo>
                    <a:pt x="511" y="83"/>
                    <a:pt x="512" y="83"/>
                    <a:pt x="513" y="83"/>
                  </a:cubicBezTo>
                  <a:cubicBezTo>
                    <a:pt x="514" y="81"/>
                    <a:pt x="513" y="74"/>
                    <a:pt x="513" y="71"/>
                  </a:cubicBezTo>
                  <a:cubicBezTo>
                    <a:pt x="513" y="69"/>
                    <a:pt x="513" y="68"/>
                    <a:pt x="513" y="67"/>
                  </a:cubicBezTo>
                  <a:cubicBezTo>
                    <a:pt x="515" y="32"/>
                    <a:pt x="515" y="32"/>
                    <a:pt x="515" y="32"/>
                  </a:cubicBezTo>
                  <a:cubicBezTo>
                    <a:pt x="515" y="23"/>
                    <a:pt x="515" y="14"/>
                    <a:pt x="516" y="5"/>
                  </a:cubicBezTo>
                  <a:cubicBezTo>
                    <a:pt x="516" y="3"/>
                    <a:pt x="517" y="2"/>
                    <a:pt x="518" y="1"/>
                  </a:cubicBezTo>
                  <a:cubicBezTo>
                    <a:pt x="520" y="0"/>
                    <a:pt x="522" y="0"/>
                    <a:pt x="523" y="1"/>
                  </a:cubicBezTo>
                  <a:cubicBezTo>
                    <a:pt x="543" y="14"/>
                    <a:pt x="543" y="14"/>
                    <a:pt x="543" y="14"/>
                  </a:cubicBezTo>
                  <a:cubicBezTo>
                    <a:pt x="585" y="41"/>
                    <a:pt x="628" y="69"/>
                    <a:pt x="670" y="97"/>
                  </a:cubicBezTo>
                  <a:cubicBezTo>
                    <a:pt x="695" y="114"/>
                    <a:pt x="720" y="131"/>
                    <a:pt x="745" y="148"/>
                  </a:cubicBezTo>
                  <a:cubicBezTo>
                    <a:pt x="747" y="149"/>
                    <a:pt x="748" y="151"/>
                    <a:pt x="747" y="153"/>
                  </a:cubicBezTo>
                  <a:cubicBezTo>
                    <a:pt x="746" y="155"/>
                    <a:pt x="745" y="157"/>
                    <a:pt x="743" y="157"/>
                  </a:cubicBezTo>
                  <a:cubicBezTo>
                    <a:pt x="643" y="157"/>
                    <a:pt x="643" y="157"/>
                    <a:pt x="643" y="157"/>
                  </a:cubicBezTo>
                  <a:cubicBezTo>
                    <a:pt x="645" y="185"/>
                    <a:pt x="647" y="214"/>
                    <a:pt x="650" y="243"/>
                  </a:cubicBezTo>
                  <a:cubicBezTo>
                    <a:pt x="651" y="260"/>
                    <a:pt x="652" y="277"/>
                    <a:pt x="654" y="294"/>
                  </a:cubicBezTo>
                  <a:cubicBezTo>
                    <a:pt x="655" y="307"/>
                    <a:pt x="655" y="307"/>
                    <a:pt x="655" y="307"/>
                  </a:cubicBezTo>
                  <a:cubicBezTo>
                    <a:pt x="659" y="364"/>
                    <a:pt x="664" y="422"/>
                    <a:pt x="669" y="479"/>
                  </a:cubicBezTo>
                  <a:cubicBezTo>
                    <a:pt x="673" y="529"/>
                    <a:pt x="677" y="579"/>
                    <a:pt x="681" y="629"/>
                  </a:cubicBezTo>
                  <a:cubicBezTo>
                    <a:pt x="686" y="691"/>
                    <a:pt x="686" y="691"/>
                    <a:pt x="686" y="691"/>
                  </a:cubicBezTo>
                  <a:cubicBezTo>
                    <a:pt x="686" y="691"/>
                    <a:pt x="686" y="692"/>
                    <a:pt x="686" y="693"/>
                  </a:cubicBezTo>
                  <a:cubicBezTo>
                    <a:pt x="686" y="693"/>
                    <a:pt x="686" y="695"/>
                    <a:pt x="687" y="695"/>
                  </a:cubicBezTo>
                  <a:cubicBezTo>
                    <a:pt x="687" y="696"/>
                    <a:pt x="689" y="697"/>
                    <a:pt x="691" y="698"/>
                  </a:cubicBezTo>
                  <a:cubicBezTo>
                    <a:pt x="693" y="699"/>
                    <a:pt x="696" y="701"/>
                    <a:pt x="698" y="703"/>
                  </a:cubicBezTo>
                  <a:cubicBezTo>
                    <a:pt x="702" y="709"/>
                    <a:pt x="700" y="717"/>
                    <a:pt x="699" y="723"/>
                  </a:cubicBezTo>
                  <a:cubicBezTo>
                    <a:pt x="698" y="725"/>
                    <a:pt x="698" y="725"/>
                    <a:pt x="698" y="725"/>
                  </a:cubicBezTo>
                  <a:cubicBezTo>
                    <a:pt x="697" y="733"/>
                    <a:pt x="695" y="740"/>
                    <a:pt x="694" y="748"/>
                  </a:cubicBezTo>
                  <a:cubicBezTo>
                    <a:pt x="692" y="758"/>
                    <a:pt x="692" y="758"/>
                    <a:pt x="692" y="758"/>
                  </a:cubicBezTo>
                  <a:cubicBezTo>
                    <a:pt x="691" y="763"/>
                    <a:pt x="689" y="766"/>
                    <a:pt x="686" y="766"/>
                  </a:cubicBezTo>
                  <a:cubicBezTo>
                    <a:pt x="623" y="766"/>
                    <a:pt x="623" y="766"/>
                    <a:pt x="623" y="766"/>
                  </a:cubicBezTo>
                  <a:cubicBezTo>
                    <a:pt x="615" y="766"/>
                    <a:pt x="607" y="766"/>
                    <a:pt x="599" y="766"/>
                  </a:cubicBezTo>
                  <a:cubicBezTo>
                    <a:pt x="595" y="766"/>
                    <a:pt x="595" y="766"/>
                    <a:pt x="595" y="766"/>
                  </a:cubicBezTo>
                  <a:cubicBezTo>
                    <a:pt x="581" y="766"/>
                    <a:pt x="568" y="766"/>
                    <a:pt x="554" y="766"/>
                  </a:cubicBezTo>
                  <a:cubicBezTo>
                    <a:pt x="521" y="766"/>
                    <a:pt x="488" y="766"/>
                    <a:pt x="456" y="766"/>
                  </a:cubicBezTo>
                  <a:cubicBezTo>
                    <a:pt x="455" y="766"/>
                    <a:pt x="455" y="766"/>
                    <a:pt x="455" y="766"/>
                  </a:cubicBezTo>
                  <a:cubicBezTo>
                    <a:pt x="455" y="766"/>
                    <a:pt x="454" y="767"/>
                    <a:pt x="454" y="767"/>
                  </a:cubicBezTo>
                  <a:cubicBezTo>
                    <a:pt x="452" y="770"/>
                    <a:pt x="448" y="770"/>
                    <a:pt x="445" y="770"/>
                  </a:cubicBezTo>
                  <a:cubicBezTo>
                    <a:pt x="443" y="770"/>
                    <a:pt x="443" y="770"/>
                    <a:pt x="443" y="770"/>
                  </a:cubicBezTo>
                  <a:cubicBezTo>
                    <a:pt x="441" y="770"/>
                    <a:pt x="441" y="770"/>
                    <a:pt x="441" y="770"/>
                  </a:cubicBezTo>
                  <a:cubicBezTo>
                    <a:pt x="438" y="770"/>
                    <a:pt x="435" y="770"/>
                    <a:pt x="433" y="771"/>
                  </a:cubicBezTo>
                  <a:cubicBezTo>
                    <a:pt x="430" y="773"/>
                    <a:pt x="428" y="774"/>
                    <a:pt x="425" y="774"/>
                  </a:cubicBezTo>
                  <a:cubicBezTo>
                    <a:pt x="424" y="774"/>
                    <a:pt x="423" y="774"/>
                    <a:pt x="422" y="773"/>
                  </a:cubicBezTo>
                  <a:cubicBezTo>
                    <a:pt x="420" y="773"/>
                    <a:pt x="419" y="774"/>
                    <a:pt x="418" y="774"/>
                  </a:cubicBezTo>
                  <a:cubicBezTo>
                    <a:pt x="417" y="774"/>
                    <a:pt x="415" y="775"/>
                    <a:pt x="414" y="775"/>
                  </a:cubicBezTo>
                  <a:cubicBezTo>
                    <a:pt x="413" y="775"/>
                    <a:pt x="413" y="775"/>
                    <a:pt x="413" y="775"/>
                  </a:cubicBezTo>
                  <a:cubicBezTo>
                    <a:pt x="409" y="774"/>
                    <a:pt x="406" y="773"/>
                    <a:pt x="404" y="772"/>
                  </a:cubicBezTo>
                  <a:cubicBezTo>
                    <a:pt x="403" y="772"/>
                    <a:pt x="402" y="772"/>
                    <a:pt x="401" y="771"/>
                  </a:cubicBezTo>
                  <a:cubicBezTo>
                    <a:pt x="398" y="770"/>
                    <a:pt x="395" y="770"/>
                    <a:pt x="391" y="770"/>
                  </a:cubicBezTo>
                  <a:cubicBezTo>
                    <a:pt x="388" y="770"/>
                    <a:pt x="388" y="770"/>
                    <a:pt x="388" y="770"/>
                  </a:cubicBezTo>
                  <a:cubicBezTo>
                    <a:pt x="386" y="770"/>
                    <a:pt x="385" y="770"/>
                    <a:pt x="384" y="770"/>
                  </a:cubicBezTo>
                  <a:cubicBezTo>
                    <a:pt x="383" y="770"/>
                    <a:pt x="382" y="770"/>
                    <a:pt x="381" y="771"/>
                  </a:cubicBezTo>
                  <a:cubicBezTo>
                    <a:pt x="380" y="771"/>
                    <a:pt x="379" y="771"/>
                    <a:pt x="379" y="771"/>
                  </a:cubicBezTo>
                  <a:cubicBezTo>
                    <a:pt x="378" y="771"/>
                    <a:pt x="378" y="771"/>
                    <a:pt x="377" y="770"/>
                  </a:cubicBezTo>
                  <a:cubicBezTo>
                    <a:pt x="376" y="771"/>
                    <a:pt x="376" y="772"/>
                    <a:pt x="376" y="773"/>
                  </a:cubicBezTo>
                  <a:cubicBezTo>
                    <a:pt x="375" y="775"/>
                    <a:pt x="373" y="776"/>
                    <a:pt x="371" y="777"/>
                  </a:cubicBezTo>
                  <a:cubicBezTo>
                    <a:pt x="371" y="778"/>
                    <a:pt x="370" y="778"/>
                    <a:pt x="370" y="778"/>
                  </a:cubicBezTo>
                  <a:cubicBezTo>
                    <a:pt x="370" y="778"/>
                    <a:pt x="366" y="790"/>
                    <a:pt x="362" y="790"/>
                  </a:cubicBezTo>
                  <a:cubicBezTo>
                    <a:pt x="359" y="791"/>
                    <a:pt x="357" y="789"/>
                    <a:pt x="353" y="783"/>
                  </a:cubicBezTo>
                  <a:cubicBezTo>
                    <a:pt x="351" y="780"/>
                    <a:pt x="348" y="778"/>
                    <a:pt x="345" y="775"/>
                  </a:cubicBezTo>
                  <a:cubicBezTo>
                    <a:pt x="342" y="773"/>
                    <a:pt x="342" y="773"/>
                    <a:pt x="342" y="773"/>
                  </a:cubicBezTo>
                  <a:cubicBezTo>
                    <a:pt x="339" y="771"/>
                    <a:pt x="335" y="768"/>
                    <a:pt x="332" y="763"/>
                  </a:cubicBezTo>
                  <a:cubicBezTo>
                    <a:pt x="332" y="763"/>
                    <a:pt x="331" y="762"/>
                    <a:pt x="331" y="761"/>
                  </a:cubicBezTo>
                  <a:cubicBezTo>
                    <a:pt x="330" y="759"/>
                    <a:pt x="329" y="758"/>
                    <a:pt x="329" y="758"/>
                  </a:cubicBezTo>
                  <a:cubicBezTo>
                    <a:pt x="327" y="759"/>
                    <a:pt x="326" y="759"/>
                    <a:pt x="325" y="760"/>
                  </a:cubicBezTo>
                  <a:cubicBezTo>
                    <a:pt x="325" y="760"/>
                    <a:pt x="324" y="760"/>
                    <a:pt x="324" y="760"/>
                  </a:cubicBezTo>
                  <a:cubicBezTo>
                    <a:pt x="323" y="760"/>
                    <a:pt x="323" y="761"/>
                    <a:pt x="322" y="761"/>
                  </a:cubicBezTo>
                  <a:cubicBezTo>
                    <a:pt x="321" y="762"/>
                    <a:pt x="319" y="764"/>
                    <a:pt x="317" y="764"/>
                  </a:cubicBezTo>
                  <a:cubicBezTo>
                    <a:pt x="316" y="765"/>
                    <a:pt x="316" y="766"/>
                    <a:pt x="315" y="767"/>
                  </a:cubicBezTo>
                  <a:cubicBezTo>
                    <a:pt x="315" y="767"/>
                    <a:pt x="314" y="768"/>
                    <a:pt x="314" y="769"/>
                  </a:cubicBezTo>
                  <a:cubicBezTo>
                    <a:pt x="313" y="770"/>
                    <a:pt x="313" y="772"/>
                    <a:pt x="312" y="774"/>
                  </a:cubicBezTo>
                  <a:cubicBezTo>
                    <a:pt x="312" y="775"/>
                    <a:pt x="311" y="776"/>
                    <a:pt x="311" y="778"/>
                  </a:cubicBezTo>
                  <a:cubicBezTo>
                    <a:pt x="311" y="778"/>
                    <a:pt x="311" y="780"/>
                    <a:pt x="310" y="781"/>
                  </a:cubicBezTo>
                  <a:cubicBezTo>
                    <a:pt x="310" y="783"/>
                    <a:pt x="310" y="785"/>
                    <a:pt x="309" y="787"/>
                  </a:cubicBezTo>
                  <a:cubicBezTo>
                    <a:pt x="310" y="788"/>
                    <a:pt x="311" y="789"/>
                    <a:pt x="311" y="789"/>
                  </a:cubicBezTo>
                  <a:cubicBezTo>
                    <a:pt x="313" y="794"/>
                    <a:pt x="309" y="802"/>
                    <a:pt x="309" y="802"/>
                  </a:cubicBezTo>
                  <a:cubicBezTo>
                    <a:pt x="307" y="806"/>
                    <a:pt x="305" y="807"/>
                    <a:pt x="303" y="808"/>
                  </a:cubicBezTo>
                  <a:cubicBezTo>
                    <a:pt x="302" y="808"/>
                    <a:pt x="302" y="809"/>
                    <a:pt x="301" y="809"/>
                  </a:cubicBezTo>
                  <a:cubicBezTo>
                    <a:pt x="300" y="812"/>
                    <a:pt x="297" y="812"/>
                    <a:pt x="295" y="813"/>
                  </a:cubicBezTo>
                  <a:cubicBezTo>
                    <a:pt x="294" y="815"/>
                    <a:pt x="292" y="816"/>
                    <a:pt x="290" y="816"/>
                  </a:cubicBezTo>
                  <a:close/>
                  <a:moveTo>
                    <a:pt x="284" y="803"/>
                  </a:moveTo>
                  <a:cubicBezTo>
                    <a:pt x="285" y="803"/>
                    <a:pt x="286" y="803"/>
                    <a:pt x="287" y="803"/>
                  </a:cubicBezTo>
                  <a:cubicBezTo>
                    <a:pt x="288" y="804"/>
                    <a:pt x="289" y="804"/>
                    <a:pt x="290" y="805"/>
                  </a:cubicBezTo>
                  <a:cubicBezTo>
                    <a:pt x="291" y="804"/>
                    <a:pt x="292" y="804"/>
                    <a:pt x="293" y="804"/>
                  </a:cubicBezTo>
                  <a:cubicBezTo>
                    <a:pt x="293" y="804"/>
                    <a:pt x="294" y="803"/>
                    <a:pt x="294" y="803"/>
                  </a:cubicBezTo>
                  <a:cubicBezTo>
                    <a:pt x="295" y="801"/>
                    <a:pt x="297" y="800"/>
                    <a:pt x="299" y="800"/>
                  </a:cubicBezTo>
                  <a:cubicBezTo>
                    <a:pt x="300" y="799"/>
                    <a:pt x="301" y="799"/>
                    <a:pt x="301" y="798"/>
                  </a:cubicBezTo>
                  <a:cubicBezTo>
                    <a:pt x="301" y="797"/>
                    <a:pt x="302" y="796"/>
                    <a:pt x="302" y="794"/>
                  </a:cubicBezTo>
                  <a:cubicBezTo>
                    <a:pt x="301" y="794"/>
                    <a:pt x="301" y="794"/>
                    <a:pt x="301" y="793"/>
                  </a:cubicBezTo>
                  <a:cubicBezTo>
                    <a:pt x="300" y="792"/>
                    <a:pt x="299" y="790"/>
                    <a:pt x="300" y="789"/>
                  </a:cubicBezTo>
                  <a:cubicBezTo>
                    <a:pt x="300" y="788"/>
                    <a:pt x="300" y="788"/>
                    <a:pt x="300" y="788"/>
                  </a:cubicBezTo>
                  <a:cubicBezTo>
                    <a:pt x="300" y="787"/>
                    <a:pt x="300" y="785"/>
                    <a:pt x="301" y="784"/>
                  </a:cubicBezTo>
                  <a:cubicBezTo>
                    <a:pt x="301" y="783"/>
                    <a:pt x="301" y="781"/>
                    <a:pt x="301" y="780"/>
                  </a:cubicBezTo>
                  <a:cubicBezTo>
                    <a:pt x="301" y="778"/>
                    <a:pt x="302" y="776"/>
                    <a:pt x="302" y="775"/>
                  </a:cubicBezTo>
                  <a:cubicBezTo>
                    <a:pt x="303" y="773"/>
                    <a:pt x="303" y="772"/>
                    <a:pt x="303" y="771"/>
                  </a:cubicBezTo>
                  <a:cubicBezTo>
                    <a:pt x="304" y="769"/>
                    <a:pt x="305" y="768"/>
                    <a:pt x="305" y="766"/>
                  </a:cubicBezTo>
                  <a:cubicBezTo>
                    <a:pt x="306" y="764"/>
                    <a:pt x="306" y="763"/>
                    <a:pt x="307" y="762"/>
                  </a:cubicBezTo>
                  <a:cubicBezTo>
                    <a:pt x="308" y="761"/>
                    <a:pt x="308" y="760"/>
                    <a:pt x="308" y="759"/>
                  </a:cubicBezTo>
                  <a:cubicBezTo>
                    <a:pt x="308" y="758"/>
                    <a:pt x="308" y="756"/>
                    <a:pt x="310" y="755"/>
                  </a:cubicBezTo>
                  <a:cubicBezTo>
                    <a:pt x="311" y="754"/>
                    <a:pt x="313" y="754"/>
                    <a:pt x="314" y="754"/>
                  </a:cubicBezTo>
                  <a:cubicBezTo>
                    <a:pt x="315" y="754"/>
                    <a:pt x="316" y="755"/>
                    <a:pt x="316" y="755"/>
                  </a:cubicBezTo>
                  <a:cubicBezTo>
                    <a:pt x="317" y="754"/>
                    <a:pt x="318" y="753"/>
                    <a:pt x="319" y="752"/>
                  </a:cubicBezTo>
                  <a:cubicBezTo>
                    <a:pt x="320" y="752"/>
                    <a:pt x="320" y="751"/>
                    <a:pt x="321" y="751"/>
                  </a:cubicBezTo>
                  <a:cubicBezTo>
                    <a:pt x="321" y="751"/>
                    <a:pt x="321" y="751"/>
                    <a:pt x="321" y="750"/>
                  </a:cubicBezTo>
                  <a:cubicBezTo>
                    <a:pt x="322" y="749"/>
                    <a:pt x="323" y="748"/>
                    <a:pt x="325" y="747"/>
                  </a:cubicBezTo>
                  <a:cubicBezTo>
                    <a:pt x="333" y="747"/>
                    <a:pt x="336" y="753"/>
                    <a:pt x="339" y="756"/>
                  </a:cubicBezTo>
                  <a:cubicBezTo>
                    <a:pt x="339" y="757"/>
                    <a:pt x="339" y="758"/>
                    <a:pt x="340" y="758"/>
                  </a:cubicBezTo>
                  <a:cubicBezTo>
                    <a:pt x="342" y="761"/>
                    <a:pt x="345" y="764"/>
                    <a:pt x="348" y="766"/>
                  </a:cubicBezTo>
                  <a:cubicBezTo>
                    <a:pt x="351" y="768"/>
                    <a:pt x="351" y="768"/>
                    <a:pt x="351" y="768"/>
                  </a:cubicBezTo>
                  <a:cubicBezTo>
                    <a:pt x="354" y="771"/>
                    <a:pt x="357" y="774"/>
                    <a:pt x="360" y="778"/>
                  </a:cubicBezTo>
                  <a:cubicBezTo>
                    <a:pt x="361" y="777"/>
                    <a:pt x="361" y="776"/>
                    <a:pt x="361" y="776"/>
                  </a:cubicBezTo>
                  <a:cubicBezTo>
                    <a:pt x="362" y="773"/>
                    <a:pt x="364" y="771"/>
                    <a:pt x="366" y="770"/>
                  </a:cubicBezTo>
                  <a:cubicBezTo>
                    <a:pt x="367" y="769"/>
                    <a:pt x="367" y="769"/>
                    <a:pt x="368" y="768"/>
                  </a:cubicBezTo>
                  <a:cubicBezTo>
                    <a:pt x="368" y="767"/>
                    <a:pt x="368" y="767"/>
                    <a:pt x="368" y="767"/>
                  </a:cubicBezTo>
                  <a:cubicBezTo>
                    <a:pt x="368" y="761"/>
                    <a:pt x="372" y="761"/>
                    <a:pt x="373" y="761"/>
                  </a:cubicBezTo>
                  <a:cubicBezTo>
                    <a:pt x="373" y="761"/>
                    <a:pt x="374" y="761"/>
                    <a:pt x="374" y="761"/>
                  </a:cubicBezTo>
                  <a:cubicBezTo>
                    <a:pt x="375" y="761"/>
                    <a:pt x="377" y="761"/>
                    <a:pt x="378" y="761"/>
                  </a:cubicBezTo>
                  <a:cubicBezTo>
                    <a:pt x="378" y="761"/>
                    <a:pt x="379" y="761"/>
                    <a:pt x="379" y="761"/>
                  </a:cubicBezTo>
                  <a:cubicBezTo>
                    <a:pt x="380" y="761"/>
                    <a:pt x="381" y="761"/>
                    <a:pt x="382" y="761"/>
                  </a:cubicBezTo>
                  <a:cubicBezTo>
                    <a:pt x="385" y="761"/>
                    <a:pt x="387" y="760"/>
                    <a:pt x="389" y="761"/>
                  </a:cubicBezTo>
                  <a:cubicBezTo>
                    <a:pt x="391" y="761"/>
                    <a:pt x="391" y="761"/>
                    <a:pt x="391" y="761"/>
                  </a:cubicBezTo>
                  <a:cubicBezTo>
                    <a:pt x="395" y="761"/>
                    <a:pt x="399" y="761"/>
                    <a:pt x="404" y="763"/>
                  </a:cubicBezTo>
                  <a:cubicBezTo>
                    <a:pt x="405" y="763"/>
                    <a:pt x="406" y="763"/>
                    <a:pt x="407" y="764"/>
                  </a:cubicBezTo>
                  <a:cubicBezTo>
                    <a:pt x="409" y="764"/>
                    <a:pt x="411" y="765"/>
                    <a:pt x="413" y="765"/>
                  </a:cubicBezTo>
                  <a:cubicBezTo>
                    <a:pt x="414" y="765"/>
                    <a:pt x="415" y="765"/>
                    <a:pt x="416" y="765"/>
                  </a:cubicBezTo>
                  <a:cubicBezTo>
                    <a:pt x="418" y="765"/>
                    <a:pt x="419" y="764"/>
                    <a:pt x="421" y="764"/>
                  </a:cubicBezTo>
                  <a:cubicBezTo>
                    <a:pt x="421" y="764"/>
                    <a:pt x="422" y="764"/>
                    <a:pt x="422" y="764"/>
                  </a:cubicBezTo>
                  <a:cubicBezTo>
                    <a:pt x="424" y="764"/>
                    <a:pt x="424" y="764"/>
                    <a:pt x="425" y="764"/>
                  </a:cubicBezTo>
                  <a:cubicBezTo>
                    <a:pt x="426" y="764"/>
                    <a:pt x="427" y="764"/>
                    <a:pt x="429" y="763"/>
                  </a:cubicBezTo>
                  <a:cubicBezTo>
                    <a:pt x="433" y="761"/>
                    <a:pt x="437" y="761"/>
                    <a:pt x="440" y="761"/>
                  </a:cubicBezTo>
                  <a:cubicBezTo>
                    <a:pt x="443" y="761"/>
                    <a:pt x="443" y="761"/>
                    <a:pt x="443" y="761"/>
                  </a:cubicBezTo>
                  <a:cubicBezTo>
                    <a:pt x="445" y="761"/>
                    <a:pt x="445" y="761"/>
                    <a:pt x="445" y="761"/>
                  </a:cubicBezTo>
                  <a:cubicBezTo>
                    <a:pt x="445" y="761"/>
                    <a:pt x="445" y="761"/>
                    <a:pt x="446" y="761"/>
                  </a:cubicBezTo>
                  <a:cubicBezTo>
                    <a:pt x="446" y="761"/>
                    <a:pt x="446" y="760"/>
                    <a:pt x="446" y="760"/>
                  </a:cubicBezTo>
                  <a:cubicBezTo>
                    <a:pt x="445" y="757"/>
                    <a:pt x="445" y="754"/>
                    <a:pt x="448" y="750"/>
                  </a:cubicBezTo>
                  <a:cubicBezTo>
                    <a:pt x="451" y="747"/>
                    <a:pt x="453" y="745"/>
                    <a:pt x="456" y="745"/>
                  </a:cubicBezTo>
                  <a:cubicBezTo>
                    <a:pt x="459" y="745"/>
                    <a:pt x="461" y="746"/>
                    <a:pt x="461" y="749"/>
                  </a:cubicBezTo>
                  <a:cubicBezTo>
                    <a:pt x="462" y="751"/>
                    <a:pt x="462" y="754"/>
                    <a:pt x="461" y="757"/>
                  </a:cubicBezTo>
                  <a:cubicBezTo>
                    <a:pt x="492" y="757"/>
                    <a:pt x="523" y="757"/>
                    <a:pt x="554" y="757"/>
                  </a:cubicBezTo>
                  <a:cubicBezTo>
                    <a:pt x="568" y="756"/>
                    <a:pt x="581" y="756"/>
                    <a:pt x="595" y="756"/>
                  </a:cubicBezTo>
                  <a:cubicBezTo>
                    <a:pt x="599" y="756"/>
                    <a:pt x="599" y="756"/>
                    <a:pt x="599" y="756"/>
                  </a:cubicBezTo>
                  <a:cubicBezTo>
                    <a:pt x="607" y="756"/>
                    <a:pt x="615" y="756"/>
                    <a:pt x="623" y="756"/>
                  </a:cubicBezTo>
                  <a:cubicBezTo>
                    <a:pt x="683" y="757"/>
                    <a:pt x="683" y="757"/>
                    <a:pt x="683" y="757"/>
                  </a:cubicBezTo>
                  <a:cubicBezTo>
                    <a:pt x="683" y="757"/>
                    <a:pt x="683" y="756"/>
                    <a:pt x="683" y="756"/>
                  </a:cubicBezTo>
                  <a:cubicBezTo>
                    <a:pt x="685" y="746"/>
                    <a:pt x="685" y="746"/>
                    <a:pt x="685" y="746"/>
                  </a:cubicBezTo>
                  <a:cubicBezTo>
                    <a:pt x="686" y="739"/>
                    <a:pt x="688" y="731"/>
                    <a:pt x="689" y="724"/>
                  </a:cubicBezTo>
                  <a:cubicBezTo>
                    <a:pt x="689" y="721"/>
                    <a:pt x="689" y="721"/>
                    <a:pt x="689" y="721"/>
                  </a:cubicBezTo>
                  <a:cubicBezTo>
                    <a:pt x="690" y="718"/>
                    <a:pt x="692" y="711"/>
                    <a:pt x="690" y="709"/>
                  </a:cubicBezTo>
                  <a:cubicBezTo>
                    <a:pt x="690" y="708"/>
                    <a:pt x="688" y="707"/>
                    <a:pt x="686" y="706"/>
                  </a:cubicBezTo>
                  <a:cubicBezTo>
                    <a:pt x="684" y="705"/>
                    <a:pt x="681" y="703"/>
                    <a:pt x="679" y="700"/>
                  </a:cubicBezTo>
                  <a:cubicBezTo>
                    <a:pt x="677" y="698"/>
                    <a:pt x="677" y="695"/>
                    <a:pt x="677" y="693"/>
                  </a:cubicBezTo>
                  <a:cubicBezTo>
                    <a:pt x="677" y="691"/>
                    <a:pt x="677" y="691"/>
                    <a:pt x="677" y="691"/>
                  </a:cubicBezTo>
                  <a:cubicBezTo>
                    <a:pt x="672" y="629"/>
                    <a:pt x="672" y="629"/>
                    <a:pt x="672" y="629"/>
                  </a:cubicBezTo>
                  <a:cubicBezTo>
                    <a:pt x="668" y="580"/>
                    <a:pt x="664" y="530"/>
                    <a:pt x="660" y="480"/>
                  </a:cubicBezTo>
                  <a:cubicBezTo>
                    <a:pt x="655" y="423"/>
                    <a:pt x="650" y="365"/>
                    <a:pt x="646" y="308"/>
                  </a:cubicBezTo>
                  <a:cubicBezTo>
                    <a:pt x="645" y="295"/>
                    <a:pt x="645" y="295"/>
                    <a:pt x="645" y="295"/>
                  </a:cubicBezTo>
                  <a:cubicBezTo>
                    <a:pt x="643" y="278"/>
                    <a:pt x="642" y="261"/>
                    <a:pt x="640" y="243"/>
                  </a:cubicBezTo>
                  <a:cubicBezTo>
                    <a:pt x="638" y="214"/>
                    <a:pt x="635" y="183"/>
                    <a:pt x="633" y="152"/>
                  </a:cubicBezTo>
                  <a:cubicBezTo>
                    <a:pt x="633" y="151"/>
                    <a:pt x="634" y="150"/>
                    <a:pt x="634" y="149"/>
                  </a:cubicBezTo>
                  <a:cubicBezTo>
                    <a:pt x="635" y="148"/>
                    <a:pt x="637" y="147"/>
                    <a:pt x="638" y="147"/>
                  </a:cubicBezTo>
                  <a:cubicBezTo>
                    <a:pt x="728" y="147"/>
                    <a:pt x="728" y="147"/>
                    <a:pt x="728" y="147"/>
                  </a:cubicBezTo>
                  <a:cubicBezTo>
                    <a:pt x="707" y="133"/>
                    <a:pt x="686" y="119"/>
                    <a:pt x="665" y="105"/>
                  </a:cubicBezTo>
                  <a:cubicBezTo>
                    <a:pt x="623" y="77"/>
                    <a:pt x="580" y="49"/>
                    <a:pt x="538" y="22"/>
                  </a:cubicBezTo>
                  <a:cubicBezTo>
                    <a:pt x="525" y="13"/>
                    <a:pt x="525" y="13"/>
                    <a:pt x="525" y="13"/>
                  </a:cubicBezTo>
                  <a:cubicBezTo>
                    <a:pt x="524" y="19"/>
                    <a:pt x="524" y="26"/>
                    <a:pt x="524" y="32"/>
                  </a:cubicBezTo>
                  <a:cubicBezTo>
                    <a:pt x="522" y="67"/>
                    <a:pt x="522" y="67"/>
                    <a:pt x="522" y="67"/>
                  </a:cubicBezTo>
                  <a:cubicBezTo>
                    <a:pt x="522" y="68"/>
                    <a:pt x="522" y="69"/>
                    <a:pt x="522" y="71"/>
                  </a:cubicBezTo>
                  <a:cubicBezTo>
                    <a:pt x="523" y="81"/>
                    <a:pt x="523" y="88"/>
                    <a:pt x="519" y="91"/>
                  </a:cubicBezTo>
                  <a:cubicBezTo>
                    <a:pt x="516" y="94"/>
                    <a:pt x="512" y="93"/>
                    <a:pt x="509" y="92"/>
                  </a:cubicBezTo>
                  <a:cubicBezTo>
                    <a:pt x="508" y="92"/>
                    <a:pt x="507" y="92"/>
                    <a:pt x="507" y="92"/>
                  </a:cubicBezTo>
                  <a:cubicBezTo>
                    <a:pt x="486" y="92"/>
                    <a:pt x="486" y="92"/>
                    <a:pt x="486" y="92"/>
                  </a:cubicBezTo>
                  <a:cubicBezTo>
                    <a:pt x="478" y="92"/>
                    <a:pt x="478" y="92"/>
                    <a:pt x="478" y="92"/>
                  </a:cubicBezTo>
                  <a:cubicBezTo>
                    <a:pt x="345" y="92"/>
                    <a:pt x="345" y="92"/>
                    <a:pt x="345" y="92"/>
                  </a:cubicBezTo>
                  <a:cubicBezTo>
                    <a:pt x="343" y="92"/>
                    <a:pt x="340" y="92"/>
                    <a:pt x="338" y="92"/>
                  </a:cubicBezTo>
                  <a:cubicBezTo>
                    <a:pt x="334" y="92"/>
                    <a:pt x="329" y="92"/>
                    <a:pt x="325" y="92"/>
                  </a:cubicBezTo>
                  <a:cubicBezTo>
                    <a:pt x="324" y="103"/>
                    <a:pt x="324" y="103"/>
                    <a:pt x="324" y="103"/>
                  </a:cubicBezTo>
                  <a:cubicBezTo>
                    <a:pt x="323" y="123"/>
                    <a:pt x="322" y="143"/>
                    <a:pt x="321" y="163"/>
                  </a:cubicBezTo>
                  <a:cubicBezTo>
                    <a:pt x="318" y="241"/>
                    <a:pt x="318" y="241"/>
                    <a:pt x="318" y="241"/>
                  </a:cubicBezTo>
                  <a:cubicBezTo>
                    <a:pt x="318" y="241"/>
                    <a:pt x="318" y="242"/>
                    <a:pt x="318" y="243"/>
                  </a:cubicBezTo>
                  <a:cubicBezTo>
                    <a:pt x="318" y="246"/>
                    <a:pt x="319" y="249"/>
                    <a:pt x="317" y="252"/>
                  </a:cubicBezTo>
                  <a:cubicBezTo>
                    <a:pt x="315" y="256"/>
                    <a:pt x="311" y="257"/>
                    <a:pt x="307" y="258"/>
                  </a:cubicBezTo>
                  <a:cubicBezTo>
                    <a:pt x="305" y="258"/>
                    <a:pt x="304" y="259"/>
                    <a:pt x="303" y="259"/>
                  </a:cubicBezTo>
                  <a:cubicBezTo>
                    <a:pt x="301" y="260"/>
                    <a:pt x="301" y="260"/>
                    <a:pt x="301" y="260"/>
                  </a:cubicBezTo>
                  <a:cubicBezTo>
                    <a:pt x="297" y="262"/>
                    <a:pt x="293" y="264"/>
                    <a:pt x="287" y="265"/>
                  </a:cubicBezTo>
                  <a:cubicBezTo>
                    <a:pt x="282" y="266"/>
                    <a:pt x="280" y="266"/>
                    <a:pt x="276" y="269"/>
                  </a:cubicBezTo>
                  <a:cubicBezTo>
                    <a:pt x="274" y="270"/>
                    <a:pt x="272" y="272"/>
                    <a:pt x="269" y="273"/>
                  </a:cubicBezTo>
                  <a:cubicBezTo>
                    <a:pt x="264" y="276"/>
                    <a:pt x="258" y="280"/>
                    <a:pt x="254" y="284"/>
                  </a:cubicBezTo>
                  <a:cubicBezTo>
                    <a:pt x="251" y="288"/>
                    <a:pt x="248" y="292"/>
                    <a:pt x="248" y="296"/>
                  </a:cubicBezTo>
                  <a:cubicBezTo>
                    <a:pt x="248" y="298"/>
                    <a:pt x="249" y="300"/>
                    <a:pt x="249" y="303"/>
                  </a:cubicBezTo>
                  <a:cubicBezTo>
                    <a:pt x="250" y="305"/>
                    <a:pt x="251" y="307"/>
                    <a:pt x="251" y="309"/>
                  </a:cubicBezTo>
                  <a:cubicBezTo>
                    <a:pt x="253" y="321"/>
                    <a:pt x="253" y="334"/>
                    <a:pt x="252" y="346"/>
                  </a:cubicBezTo>
                  <a:cubicBezTo>
                    <a:pt x="252" y="352"/>
                    <a:pt x="252" y="357"/>
                    <a:pt x="252" y="362"/>
                  </a:cubicBezTo>
                  <a:cubicBezTo>
                    <a:pt x="253" y="364"/>
                    <a:pt x="253" y="364"/>
                    <a:pt x="253" y="364"/>
                  </a:cubicBezTo>
                  <a:cubicBezTo>
                    <a:pt x="253" y="372"/>
                    <a:pt x="253" y="379"/>
                    <a:pt x="253" y="387"/>
                  </a:cubicBezTo>
                  <a:cubicBezTo>
                    <a:pt x="253" y="388"/>
                    <a:pt x="253" y="389"/>
                    <a:pt x="252" y="390"/>
                  </a:cubicBezTo>
                  <a:cubicBezTo>
                    <a:pt x="251" y="391"/>
                    <a:pt x="250" y="392"/>
                    <a:pt x="248" y="391"/>
                  </a:cubicBezTo>
                  <a:cubicBezTo>
                    <a:pt x="193" y="391"/>
                    <a:pt x="138" y="391"/>
                    <a:pt x="83" y="391"/>
                  </a:cubicBezTo>
                  <a:cubicBezTo>
                    <a:pt x="32" y="391"/>
                    <a:pt x="32" y="391"/>
                    <a:pt x="32" y="391"/>
                  </a:cubicBezTo>
                  <a:cubicBezTo>
                    <a:pt x="31" y="391"/>
                    <a:pt x="29" y="391"/>
                    <a:pt x="28" y="391"/>
                  </a:cubicBezTo>
                  <a:cubicBezTo>
                    <a:pt x="25" y="391"/>
                    <a:pt x="22" y="391"/>
                    <a:pt x="19" y="391"/>
                  </a:cubicBezTo>
                  <a:cubicBezTo>
                    <a:pt x="17" y="391"/>
                    <a:pt x="17" y="392"/>
                    <a:pt x="16" y="394"/>
                  </a:cubicBezTo>
                  <a:cubicBezTo>
                    <a:pt x="17" y="395"/>
                    <a:pt x="17" y="395"/>
                    <a:pt x="18" y="395"/>
                  </a:cubicBezTo>
                  <a:cubicBezTo>
                    <a:pt x="20" y="397"/>
                    <a:pt x="21" y="400"/>
                    <a:pt x="22" y="403"/>
                  </a:cubicBezTo>
                  <a:cubicBezTo>
                    <a:pt x="22" y="403"/>
                    <a:pt x="22" y="404"/>
                    <a:pt x="22" y="404"/>
                  </a:cubicBezTo>
                  <a:cubicBezTo>
                    <a:pt x="23" y="407"/>
                    <a:pt x="23" y="407"/>
                    <a:pt x="23" y="407"/>
                  </a:cubicBezTo>
                  <a:cubicBezTo>
                    <a:pt x="23" y="408"/>
                    <a:pt x="24" y="409"/>
                    <a:pt x="24" y="410"/>
                  </a:cubicBezTo>
                  <a:cubicBezTo>
                    <a:pt x="25" y="410"/>
                    <a:pt x="26" y="411"/>
                    <a:pt x="27" y="412"/>
                  </a:cubicBezTo>
                  <a:cubicBezTo>
                    <a:pt x="28" y="414"/>
                    <a:pt x="28" y="415"/>
                    <a:pt x="28" y="416"/>
                  </a:cubicBezTo>
                  <a:cubicBezTo>
                    <a:pt x="29" y="417"/>
                    <a:pt x="29" y="418"/>
                    <a:pt x="30" y="420"/>
                  </a:cubicBezTo>
                  <a:cubicBezTo>
                    <a:pt x="30" y="420"/>
                    <a:pt x="30" y="421"/>
                    <a:pt x="30" y="421"/>
                  </a:cubicBezTo>
                  <a:cubicBezTo>
                    <a:pt x="31" y="422"/>
                    <a:pt x="32" y="423"/>
                    <a:pt x="33" y="424"/>
                  </a:cubicBezTo>
                  <a:cubicBezTo>
                    <a:pt x="33" y="424"/>
                    <a:pt x="33" y="423"/>
                    <a:pt x="34" y="423"/>
                  </a:cubicBezTo>
                  <a:cubicBezTo>
                    <a:pt x="35" y="421"/>
                    <a:pt x="38" y="421"/>
                    <a:pt x="40" y="422"/>
                  </a:cubicBezTo>
                  <a:cubicBezTo>
                    <a:pt x="41" y="422"/>
                    <a:pt x="42" y="424"/>
                    <a:pt x="43" y="425"/>
                  </a:cubicBezTo>
                  <a:cubicBezTo>
                    <a:pt x="44" y="425"/>
                    <a:pt x="44" y="425"/>
                    <a:pt x="45" y="425"/>
                  </a:cubicBezTo>
                  <a:cubicBezTo>
                    <a:pt x="47" y="426"/>
                    <a:pt x="48" y="428"/>
                    <a:pt x="48" y="430"/>
                  </a:cubicBezTo>
                  <a:cubicBezTo>
                    <a:pt x="48" y="431"/>
                    <a:pt x="48" y="432"/>
                    <a:pt x="47" y="433"/>
                  </a:cubicBezTo>
                  <a:cubicBezTo>
                    <a:pt x="48" y="434"/>
                    <a:pt x="48" y="434"/>
                    <a:pt x="48" y="434"/>
                  </a:cubicBezTo>
                  <a:cubicBezTo>
                    <a:pt x="49" y="436"/>
                    <a:pt x="50" y="438"/>
                    <a:pt x="50" y="441"/>
                  </a:cubicBezTo>
                  <a:cubicBezTo>
                    <a:pt x="51" y="443"/>
                    <a:pt x="52" y="445"/>
                    <a:pt x="52" y="446"/>
                  </a:cubicBezTo>
                  <a:cubicBezTo>
                    <a:pt x="53" y="447"/>
                    <a:pt x="54" y="448"/>
                    <a:pt x="55" y="449"/>
                  </a:cubicBezTo>
                  <a:cubicBezTo>
                    <a:pt x="57" y="453"/>
                    <a:pt x="61" y="458"/>
                    <a:pt x="57" y="465"/>
                  </a:cubicBezTo>
                  <a:cubicBezTo>
                    <a:pt x="57" y="466"/>
                    <a:pt x="57" y="466"/>
                    <a:pt x="57" y="466"/>
                  </a:cubicBezTo>
                  <a:cubicBezTo>
                    <a:pt x="57" y="467"/>
                    <a:pt x="58" y="468"/>
                    <a:pt x="58" y="469"/>
                  </a:cubicBezTo>
                  <a:cubicBezTo>
                    <a:pt x="58" y="473"/>
                    <a:pt x="57" y="476"/>
                    <a:pt x="55" y="478"/>
                  </a:cubicBezTo>
                  <a:cubicBezTo>
                    <a:pt x="56" y="478"/>
                    <a:pt x="56" y="479"/>
                    <a:pt x="56" y="479"/>
                  </a:cubicBezTo>
                  <a:cubicBezTo>
                    <a:pt x="56" y="480"/>
                    <a:pt x="56" y="480"/>
                    <a:pt x="56" y="481"/>
                  </a:cubicBezTo>
                  <a:cubicBezTo>
                    <a:pt x="56" y="481"/>
                    <a:pt x="56" y="482"/>
                    <a:pt x="56" y="483"/>
                  </a:cubicBezTo>
                  <a:cubicBezTo>
                    <a:pt x="55" y="487"/>
                    <a:pt x="54" y="491"/>
                    <a:pt x="51" y="496"/>
                  </a:cubicBezTo>
                  <a:cubicBezTo>
                    <a:pt x="49" y="499"/>
                    <a:pt x="46" y="502"/>
                    <a:pt x="43" y="506"/>
                  </a:cubicBezTo>
                  <a:cubicBezTo>
                    <a:pt x="43" y="506"/>
                    <a:pt x="41" y="510"/>
                    <a:pt x="39" y="514"/>
                  </a:cubicBezTo>
                  <a:cubicBezTo>
                    <a:pt x="39" y="515"/>
                    <a:pt x="40" y="517"/>
                    <a:pt x="41" y="518"/>
                  </a:cubicBezTo>
                  <a:cubicBezTo>
                    <a:pt x="42" y="518"/>
                    <a:pt x="43" y="519"/>
                    <a:pt x="44" y="520"/>
                  </a:cubicBezTo>
                  <a:cubicBezTo>
                    <a:pt x="46" y="521"/>
                    <a:pt x="49" y="523"/>
                    <a:pt x="51" y="526"/>
                  </a:cubicBezTo>
                  <a:cubicBezTo>
                    <a:pt x="53" y="529"/>
                    <a:pt x="54" y="533"/>
                    <a:pt x="55" y="535"/>
                  </a:cubicBezTo>
                  <a:cubicBezTo>
                    <a:pt x="57" y="540"/>
                    <a:pt x="57" y="546"/>
                    <a:pt x="58" y="551"/>
                  </a:cubicBezTo>
                  <a:cubicBezTo>
                    <a:pt x="58" y="553"/>
                    <a:pt x="59" y="556"/>
                    <a:pt x="59" y="558"/>
                  </a:cubicBezTo>
                  <a:cubicBezTo>
                    <a:pt x="59" y="560"/>
                    <a:pt x="60" y="562"/>
                    <a:pt x="61" y="564"/>
                  </a:cubicBezTo>
                  <a:cubicBezTo>
                    <a:pt x="61" y="566"/>
                    <a:pt x="62" y="569"/>
                    <a:pt x="63" y="571"/>
                  </a:cubicBezTo>
                  <a:cubicBezTo>
                    <a:pt x="63" y="574"/>
                    <a:pt x="63" y="577"/>
                    <a:pt x="63" y="580"/>
                  </a:cubicBezTo>
                  <a:cubicBezTo>
                    <a:pt x="63" y="581"/>
                    <a:pt x="63" y="583"/>
                    <a:pt x="63" y="584"/>
                  </a:cubicBezTo>
                  <a:cubicBezTo>
                    <a:pt x="65" y="609"/>
                    <a:pt x="61" y="632"/>
                    <a:pt x="48" y="661"/>
                  </a:cubicBezTo>
                  <a:cubicBezTo>
                    <a:pt x="47" y="663"/>
                    <a:pt x="46" y="665"/>
                    <a:pt x="45" y="667"/>
                  </a:cubicBezTo>
                  <a:cubicBezTo>
                    <a:pt x="44" y="669"/>
                    <a:pt x="42" y="671"/>
                    <a:pt x="42" y="673"/>
                  </a:cubicBezTo>
                  <a:cubicBezTo>
                    <a:pt x="41" y="676"/>
                    <a:pt x="39" y="679"/>
                    <a:pt x="38" y="682"/>
                  </a:cubicBezTo>
                  <a:cubicBezTo>
                    <a:pt x="37" y="684"/>
                    <a:pt x="36" y="686"/>
                    <a:pt x="35" y="689"/>
                  </a:cubicBezTo>
                  <a:cubicBezTo>
                    <a:pt x="34" y="691"/>
                    <a:pt x="34" y="694"/>
                    <a:pt x="33" y="697"/>
                  </a:cubicBezTo>
                  <a:cubicBezTo>
                    <a:pt x="33" y="700"/>
                    <a:pt x="32" y="704"/>
                    <a:pt x="31" y="707"/>
                  </a:cubicBezTo>
                  <a:cubicBezTo>
                    <a:pt x="30" y="708"/>
                    <a:pt x="30" y="710"/>
                    <a:pt x="30" y="712"/>
                  </a:cubicBezTo>
                  <a:cubicBezTo>
                    <a:pt x="31" y="710"/>
                    <a:pt x="32" y="707"/>
                    <a:pt x="32" y="705"/>
                  </a:cubicBezTo>
                  <a:cubicBezTo>
                    <a:pt x="32" y="704"/>
                    <a:pt x="33" y="702"/>
                    <a:pt x="33" y="701"/>
                  </a:cubicBezTo>
                  <a:cubicBezTo>
                    <a:pt x="34" y="699"/>
                    <a:pt x="34" y="699"/>
                    <a:pt x="34" y="699"/>
                  </a:cubicBezTo>
                  <a:cubicBezTo>
                    <a:pt x="34" y="697"/>
                    <a:pt x="36" y="693"/>
                    <a:pt x="41" y="691"/>
                  </a:cubicBezTo>
                  <a:cubicBezTo>
                    <a:pt x="42" y="691"/>
                    <a:pt x="43" y="691"/>
                    <a:pt x="44" y="691"/>
                  </a:cubicBezTo>
                  <a:cubicBezTo>
                    <a:pt x="45" y="691"/>
                    <a:pt x="45" y="691"/>
                    <a:pt x="46" y="690"/>
                  </a:cubicBezTo>
                  <a:cubicBezTo>
                    <a:pt x="47" y="690"/>
                    <a:pt x="48" y="690"/>
                    <a:pt x="49" y="690"/>
                  </a:cubicBezTo>
                  <a:cubicBezTo>
                    <a:pt x="53" y="690"/>
                    <a:pt x="55" y="692"/>
                    <a:pt x="55" y="693"/>
                  </a:cubicBezTo>
                  <a:cubicBezTo>
                    <a:pt x="56" y="694"/>
                    <a:pt x="57" y="693"/>
                    <a:pt x="58" y="693"/>
                  </a:cubicBezTo>
                  <a:cubicBezTo>
                    <a:pt x="59" y="693"/>
                    <a:pt x="60" y="692"/>
                    <a:pt x="62" y="692"/>
                  </a:cubicBezTo>
                  <a:cubicBezTo>
                    <a:pt x="62" y="692"/>
                    <a:pt x="63" y="692"/>
                    <a:pt x="63" y="692"/>
                  </a:cubicBezTo>
                  <a:cubicBezTo>
                    <a:pt x="65" y="692"/>
                    <a:pt x="68" y="692"/>
                    <a:pt x="69" y="693"/>
                  </a:cubicBezTo>
                  <a:cubicBezTo>
                    <a:pt x="70" y="693"/>
                    <a:pt x="71" y="693"/>
                    <a:pt x="72" y="693"/>
                  </a:cubicBezTo>
                  <a:cubicBezTo>
                    <a:pt x="74" y="694"/>
                    <a:pt x="75" y="694"/>
                    <a:pt x="76" y="694"/>
                  </a:cubicBezTo>
                  <a:cubicBezTo>
                    <a:pt x="77" y="692"/>
                    <a:pt x="78" y="692"/>
                    <a:pt x="79" y="692"/>
                  </a:cubicBezTo>
                  <a:cubicBezTo>
                    <a:pt x="80" y="691"/>
                    <a:pt x="81" y="691"/>
                    <a:pt x="82" y="692"/>
                  </a:cubicBezTo>
                  <a:cubicBezTo>
                    <a:pt x="83" y="692"/>
                    <a:pt x="83" y="691"/>
                    <a:pt x="83" y="691"/>
                  </a:cubicBezTo>
                  <a:cubicBezTo>
                    <a:pt x="85" y="690"/>
                    <a:pt x="87" y="687"/>
                    <a:pt x="90" y="687"/>
                  </a:cubicBezTo>
                  <a:cubicBezTo>
                    <a:pt x="92" y="687"/>
                    <a:pt x="94" y="688"/>
                    <a:pt x="95" y="689"/>
                  </a:cubicBezTo>
                  <a:cubicBezTo>
                    <a:pt x="95" y="689"/>
                    <a:pt x="95" y="689"/>
                    <a:pt x="95" y="689"/>
                  </a:cubicBezTo>
                  <a:cubicBezTo>
                    <a:pt x="96" y="689"/>
                    <a:pt x="96" y="688"/>
                    <a:pt x="97" y="688"/>
                  </a:cubicBezTo>
                  <a:cubicBezTo>
                    <a:pt x="98" y="688"/>
                    <a:pt x="100" y="688"/>
                    <a:pt x="101" y="688"/>
                  </a:cubicBezTo>
                  <a:cubicBezTo>
                    <a:pt x="103" y="688"/>
                    <a:pt x="103" y="688"/>
                    <a:pt x="103" y="688"/>
                  </a:cubicBezTo>
                  <a:cubicBezTo>
                    <a:pt x="104" y="688"/>
                    <a:pt x="105" y="688"/>
                    <a:pt x="106" y="688"/>
                  </a:cubicBezTo>
                  <a:cubicBezTo>
                    <a:pt x="106" y="688"/>
                    <a:pt x="106" y="688"/>
                    <a:pt x="106" y="688"/>
                  </a:cubicBezTo>
                  <a:cubicBezTo>
                    <a:pt x="106" y="687"/>
                    <a:pt x="106" y="687"/>
                    <a:pt x="107" y="686"/>
                  </a:cubicBezTo>
                  <a:cubicBezTo>
                    <a:pt x="107" y="685"/>
                    <a:pt x="108" y="682"/>
                    <a:pt x="112" y="682"/>
                  </a:cubicBezTo>
                  <a:cubicBezTo>
                    <a:pt x="113" y="682"/>
                    <a:pt x="114" y="682"/>
                    <a:pt x="114" y="683"/>
                  </a:cubicBezTo>
                  <a:cubicBezTo>
                    <a:pt x="116" y="681"/>
                    <a:pt x="118" y="680"/>
                    <a:pt x="119" y="680"/>
                  </a:cubicBezTo>
                  <a:cubicBezTo>
                    <a:pt x="119" y="680"/>
                    <a:pt x="120" y="681"/>
                    <a:pt x="121" y="681"/>
                  </a:cubicBezTo>
                  <a:cubicBezTo>
                    <a:pt x="123" y="681"/>
                    <a:pt x="124" y="683"/>
                    <a:pt x="124" y="684"/>
                  </a:cubicBezTo>
                  <a:cubicBezTo>
                    <a:pt x="125" y="683"/>
                    <a:pt x="126" y="683"/>
                    <a:pt x="128" y="684"/>
                  </a:cubicBezTo>
                  <a:cubicBezTo>
                    <a:pt x="128" y="684"/>
                    <a:pt x="129" y="684"/>
                    <a:pt x="130" y="684"/>
                  </a:cubicBezTo>
                  <a:cubicBezTo>
                    <a:pt x="130" y="684"/>
                    <a:pt x="131" y="684"/>
                    <a:pt x="131" y="684"/>
                  </a:cubicBezTo>
                  <a:cubicBezTo>
                    <a:pt x="132" y="684"/>
                    <a:pt x="133" y="684"/>
                    <a:pt x="134" y="684"/>
                  </a:cubicBezTo>
                  <a:cubicBezTo>
                    <a:pt x="134" y="684"/>
                    <a:pt x="135" y="684"/>
                    <a:pt x="135" y="684"/>
                  </a:cubicBezTo>
                  <a:cubicBezTo>
                    <a:pt x="136" y="684"/>
                    <a:pt x="137" y="684"/>
                    <a:pt x="138" y="684"/>
                  </a:cubicBezTo>
                  <a:cubicBezTo>
                    <a:pt x="139" y="684"/>
                    <a:pt x="140" y="684"/>
                    <a:pt x="141" y="684"/>
                  </a:cubicBezTo>
                  <a:cubicBezTo>
                    <a:pt x="142" y="684"/>
                    <a:pt x="143" y="684"/>
                    <a:pt x="144" y="684"/>
                  </a:cubicBezTo>
                  <a:cubicBezTo>
                    <a:pt x="146" y="684"/>
                    <a:pt x="148" y="684"/>
                    <a:pt x="150" y="684"/>
                  </a:cubicBezTo>
                  <a:cubicBezTo>
                    <a:pt x="150" y="684"/>
                    <a:pt x="152" y="683"/>
                    <a:pt x="155" y="683"/>
                  </a:cubicBezTo>
                  <a:cubicBezTo>
                    <a:pt x="156" y="684"/>
                    <a:pt x="158" y="684"/>
                    <a:pt x="159" y="685"/>
                  </a:cubicBezTo>
                  <a:cubicBezTo>
                    <a:pt x="160" y="685"/>
                    <a:pt x="161" y="685"/>
                    <a:pt x="161" y="686"/>
                  </a:cubicBezTo>
                  <a:cubicBezTo>
                    <a:pt x="163" y="690"/>
                    <a:pt x="163" y="690"/>
                    <a:pt x="163" y="690"/>
                  </a:cubicBezTo>
                  <a:cubicBezTo>
                    <a:pt x="164" y="690"/>
                    <a:pt x="165" y="690"/>
                    <a:pt x="166" y="690"/>
                  </a:cubicBezTo>
                  <a:cubicBezTo>
                    <a:pt x="168" y="692"/>
                    <a:pt x="170" y="694"/>
                    <a:pt x="172" y="696"/>
                  </a:cubicBezTo>
                  <a:cubicBezTo>
                    <a:pt x="173" y="697"/>
                    <a:pt x="174" y="698"/>
                    <a:pt x="175" y="699"/>
                  </a:cubicBezTo>
                  <a:cubicBezTo>
                    <a:pt x="179" y="702"/>
                    <a:pt x="182" y="705"/>
                    <a:pt x="183" y="708"/>
                  </a:cubicBezTo>
                  <a:cubicBezTo>
                    <a:pt x="183" y="709"/>
                    <a:pt x="183" y="710"/>
                    <a:pt x="183" y="711"/>
                  </a:cubicBezTo>
                  <a:cubicBezTo>
                    <a:pt x="183" y="711"/>
                    <a:pt x="184" y="711"/>
                    <a:pt x="184" y="711"/>
                  </a:cubicBezTo>
                  <a:cubicBezTo>
                    <a:pt x="186" y="712"/>
                    <a:pt x="187" y="714"/>
                    <a:pt x="188" y="715"/>
                  </a:cubicBezTo>
                  <a:cubicBezTo>
                    <a:pt x="190" y="714"/>
                    <a:pt x="191" y="714"/>
                    <a:pt x="192" y="714"/>
                  </a:cubicBezTo>
                  <a:cubicBezTo>
                    <a:pt x="195" y="714"/>
                    <a:pt x="197" y="714"/>
                    <a:pt x="197" y="715"/>
                  </a:cubicBezTo>
                  <a:cubicBezTo>
                    <a:pt x="198" y="716"/>
                    <a:pt x="199" y="717"/>
                    <a:pt x="199" y="717"/>
                  </a:cubicBezTo>
                  <a:cubicBezTo>
                    <a:pt x="199" y="717"/>
                    <a:pt x="199" y="717"/>
                    <a:pt x="199" y="717"/>
                  </a:cubicBezTo>
                  <a:cubicBezTo>
                    <a:pt x="200" y="717"/>
                    <a:pt x="202" y="716"/>
                    <a:pt x="204" y="716"/>
                  </a:cubicBezTo>
                  <a:cubicBezTo>
                    <a:pt x="205" y="716"/>
                    <a:pt x="206" y="715"/>
                    <a:pt x="206" y="715"/>
                  </a:cubicBezTo>
                  <a:cubicBezTo>
                    <a:pt x="208" y="715"/>
                    <a:pt x="209" y="716"/>
                    <a:pt x="210" y="717"/>
                  </a:cubicBezTo>
                  <a:cubicBezTo>
                    <a:pt x="211" y="717"/>
                    <a:pt x="211" y="718"/>
                    <a:pt x="211" y="719"/>
                  </a:cubicBezTo>
                  <a:cubicBezTo>
                    <a:pt x="211" y="719"/>
                    <a:pt x="211" y="719"/>
                    <a:pt x="211" y="719"/>
                  </a:cubicBezTo>
                  <a:cubicBezTo>
                    <a:pt x="212" y="720"/>
                    <a:pt x="212" y="720"/>
                    <a:pt x="213" y="721"/>
                  </a:cubicBezTo>
                  <a:cubicBezTo>
                    <a:pt x="214" y="721"/>
                    <a:pt x="216" y="722"/>
                    <a:pt x="217" y="725"/>
                  </a:cubicBezTo>
                  <a:cubicBezTo>
                    <a:pt x="218" y="726"/>
                    <a:pt x="218" y="727"/>
                    <a:pt x="218" y="728"/>
                  </a:cubicBezTo>
                  <a:cubicBezTo>
                    <a:pt x="218" y="729"/>
                    <a:pt x="218" y="729"/>
                    <a:pt x="219" y="729"/>
                  </a:cubicBezTo>
                  <a:cubicBezTo>
                    <a:pt x="221" y="731"/>
                    <a:pt x="222" y="734"/>
                    <a:pt x="222" y="737"/>
                  </a:cubicBezTo>
                  <a:cubicBezTo>
                    <a:pt x="222" y="738"/>
                    <a:pt x="222" y="739"/>
                    <a:pt x="223" y="739"/>
                  </a:cubicBezTo>
                  <a:cubicBezTo>
                    <a:pt x="223" y="740"/>
                    <a:pt x="223" y="742"/>
                    <a:pt x="223" y="743"/>
                  </a:cubicBezTo>
                  <a:cubicBezTo>
                    <a:pt x="226" y="745"/>
                    <a:pt x="226" y="747"/>
                    <a:pt x="226" y="749"/>
                  </a:cubicBezTo>
                  <a:cubicBezTo>
                    <a:pt x="226" y="749"/>
                    <a:pt x="226" y="749"/>
                    <a:pt x="226" y="749"/>
                  </a:cubicBezTo>
                  <a:cubicBezTo>
                    <a:pt x="226" y="749"/>
                    <a:pt x="226" y="749"/>
                    <a:pt x="227" y="749"/>
                  </a:cubicBezTo>
                  <a:cubicBezTo>
                    <a:pt x="232" y="751"/>
                    <a:pt x="233" y="754"/>
                    <a:pt x="234" y="757"/>
                  </a:cubicBezTo>
                  <a:cubicBezTo>
                    <a:pt x="234" y="757"/>
                    <a:pt x="234" y="757"/>
                    <a:pt x="234" y="757"/>
                  </a:cubicBezTo>
                  <a:cubicBezTo>
                    <a:pt x="234" y="757"/>
                    <a:pt x="235" y="757"/>
                    <a:pt x="235" y="757"/>
                  </a:cubicBezTo>
                  <a:cubicBezTo>
                    <a:pt x="236" y="757"/>
                    <a:pt x="236" y="757"/>
                    <a:pt x="237" y="757"/>
                  </a:cubicBezTo>
                  <a:cubicBezTo>
                    <a:pt x="241" y="757"/>
                    <a:pt x="242" y="761"/>
                    <a:pt x="243" y="763"/>
                  </a:cubicBezTo>
                  <a:cubicBezTo>
                    <a:pt x="243" y="764"/>
                    <a:pt x="243" y="764"/>
                    <a:pt x="243" y="764"/>
                  </a:cubicBezTo>
                  <a:cubicBezTo>
                    <a:pt x="244" y="767"/>
                    <a:pt x="244" y="767"/>
                    <a:pt x="246" y="769"/>
                  </a:cubicBezTo>
                  <a:cubicBezTo>
                    <a:pt x="247" y="770"/>
                    <a:pt x="250" y="772"/>
                    <a:pt x="249" y="776"/>
                  </a:cubicBezTo>
                  <a:cubicBezTo>
                    <a:pt x="252" y="778"/>
                    <a:pt x="252" y="780"/>
                    <a:pt x="252" y="782"/>
                  </a:cubicBezTo>
                  <a:cubicBezTo>
                    <a:pt x="252" y="782"/>
                    <a:pt x="253" y="782"/>
                    <a:pt x="254" y="783"/>
                  </a:cubicBezTo>
                  <a:cubicBezTo>
                    <a:pt x="254" y="783"/>
                    <a:pt x="255" y="782"/>
                    <a:pt x="256" y="782"/>
                  </a:cubicBezTo>
                  <a:cubicBezTo>
                    <a:pt x="256" y="782"/>
                    <a:pt x="257" y="782"/>
                    <a:pt x="258" y="783"/>
                  </a:cubicBezTo>
                  <a:cubicBezTo>
                    <a:pt x="261" y="783"/>
                    <a:pt x="267" y="788"/>
                    <a:pt x="269" y="790"/>
                  </a:cubicBezTo>
                  <a:cubicBezTo>
                    <a:pt x="271" y="792"/>
                    <a:pt x="271" y="794"/>
                    <a:pt x="271" y="796"/>
                  </a:cubicBezTo>
                  <a:cubicBezTo>
                    <a:pt x="272" y="797"/>
                    <a:pt x="272" y="798"/>
                    <a:pt x="272" y="798"/>
                  </a:cubicBezTo>
                  <a:cubicBezTo>
                    <a:pt x="273" y="799"/>
                    <a:pt x="274" y="800"/>
                    <a:pt x="276" y="801"/>
                  </a:cubicBezTo>
                  <a:cubicBezTo>
                    <a:pt x="277" y="801"/>
                    <a:pt x="278" y="802"/>
                    <a:pt x="279" y="803"/>
                  </a:cubicBezTo>
                  <a:cubicBezTo>
                    <a:pt x="280" y="803"/>
                    <a:pt x="280" y="804"/>
                    <a:pt x="280" y="804"/>
                  </a:cubicBezTo>
                  <a:cubicBezTo>
                    <a:pt x="282" y="803"/>
                    <a:pt x="283" y="803"/>
                    <a:pt x="284" y="803"/>
                  </a:cubicBezTo>
                  <a:close/>
                  <a:moveTo>
                    <a:pt x="114" y="684"/>
                  </a:moveTo>
                  <a:cubicBezTo>
                    <a:pt x="117" y="687"/>
                    <a:pt x="117" y="687"/>
                    <a:pt x="117" y="687"/>
                  </a:cubicBezTo>
                  <a:cubicBezTo>
                    <a:pt x="115" y="684"/>
                    <a:pt x="115" y="684"/>
                    <a:pt x="115" y="684"/>
                  </a:cubicBezTo>
                  <a:cubicBezTo>
                    <a:pt x="115" y="684"/>
                    <a:pt x="115" y="683"/>
                    <a:pt x="115" y="683"/>
                  </a:cubicBezTo>
                  <a:cubicBezTo>
                    <a:pt x="115" y="683"/>
                    <a:pt x="115" y="683"/>
                    <a:pt x="114" y="683"/>
                  </a:cubicBezTo>
                  <a:cubicBezTo>
                    <a:pt x="114" y="683"/>
                    <a:pt x="114" y="684"/>
                    <a:pt x="114" y="68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3" name="Freeform 134">
              <a:extLst>
                <a:ext uri="{FF2B5EF4-FFF2-40B4-BE49-F238E27FC236}">
                  <a16:creationId xmlns:a16="http://schemas.microsoft.com/office/drawing/2014/main" id="{62F1FFF9-0FD8-49EE-A426-8BF75DD2B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463" y="1376363"/>
              <a:ext cx="835025" cy="912813"/>
            </a:xfrm>
            <a:custGeom>
              <a:avLst/>
              <a:gdLst>
                <a:gd name="T0" fmla="*/ 513 w 738"/>
                <a:gd name="T1" fmla="*/ 62 h 808"/>
                <a:gd name="T2" fmla="*/ 493 w 738"/>
                <a:gd name="T3" fmla="*/ 83 h 808"/>
                <a:gd name="T4" fmla="*/ 384 w 738"/>
                <a:gd name="T5" fmla="*/ 83 h 808"/>
                <a:gd name="T6" fmla="*/ 315 w 738"/>
                <a:gd name="T7" fmla="*/ 88 h 808"/>
                <a:gd name="T8" fmla="*/ 309 w 738"/>
                <a:gd name="T9" fmla="*/ 226 h 808"/>
                <a:gd name="T10" fmla="*/ 296 w 738"/>
                <a:gd name="T11" fmla="*/ 250 h 808"/>
                <a:gd name="T12" fmla="*/ 245 w 738"/>
                <a:gd name="T13" fmla="*/ 277 h 808"/>
                <a:gd name="T14" fmla="*/ 243 w 738"/>
                <a:gd name="T15" fmla="*/ 357 h 808"/>
                <a:gd name="T16" fmla="*/ 27 w 738"/>
                <a:gd name="T17" fmla="*/ 382 h 808"/>
                <a:gd name="T18" fmla="*/ 1 w 738"/>
                <a:gd name="T19" fmla="*/ 419 h 808"/>
                <a:gd name="T20" fmla="*/ 6 w 738"/>
                <a:gd name="T21" fmla="*/ 398 h 808"/>
                <a:gd name="T22" fmla="*/ 16 w 738"/>
                <a:gd name="T23" fmla="*/ 408 h 808"/>
                <a:gd name="T24" fmla="*/ 21 w 738"/>
                <a:gd name="T25" fmla="*/ 417 h 808"/>
                <a:gd name="T26" fmla="*/ 23 w 738"/>
                <a:gd name="T27" fmla="*/ 424 h 808"/>
                <a:gd name="T28" fmla="*/ 33 w 738"/>
                <a:gd name="T29" fmla="*/ 421 h 808"/>
                <a:gd name="T30" fmla="*/ 36 w 738"/>
                <a:gd name="T31" fmla="*/ 426 h 808"/>
                <a:gd name="T32" fmla="*/ 43 w 738"/>
                <a:gd name="T33" fmla="*/ 444 h 808"/>
                <a:gd name="T34" fmla="*/ 48 w 738"/>
                <a:gd name="T35" fmla="*/ 465 h 808"/>
                <a:gd name="T36" fmla="*/ 46 w 738"/>
                <a:gd name="T37" fmla="*/ 475 h 808"/>
                <a:gd name="T38" fmla="*/ 35 w 738"/>
                <a:gd name="T39" fmla="*/ 497 h 808"/>
                <a:gd name="T40" fmla="*/ 42 w 738"/>
                <a:gd name="T41" fmla="*/ 524 h 808"/>
                <a:gd name="T42" fmla="*/ 53 w 738"/>
                <a:gd name="T43" fmla="*/ 567 h 808"/>
                <a:gd name="T44" fmla="*/ 32 w 738"/>
                <a:gd name="T45" fmla="*/ 667 h 808"/>
                <a:gd name="T46" fmla="*/ 20 w 738"/>
                <a:gd name="T47" fmla="*/ 721 h 808"/>
                <a:gd name="T48" fmla="*/ 23 w 738"/>
                <a:gd name="T49" fmla="*/ 714 h 808"/>
                <a:gd name="T50" fmla="*/ 37 w 738"/>
                <a:gd name="T51" fmla="*/ 691 h 808"/>
                <a:gd name="T52" fmla="*/ 50 w 738"/>
                <a:gd name="T53" fmla="*/ 693 h 808"/>
                <a:gd name="T54" fmla="*/ 70 w 738"/>
                <a:gd name="T55" fmla="*/ 694 h 808"/>
                <a:gd name="T56" fmla="*/ 77 w 738"/>
                <a:gd name="T57" fmla="*/ 691 h 808"/>
                <a:gd name="T58" fmla="*/ 88 w 738"/>
                <a:gd name="T59" fmla="*/ 689 h 808"/>
                <a:gd name="T60" fmla="*/ 107 w 738"/>
                <a:gd name="T61" fmla="*/ 686 h 808"/>
                <a:gd name="T62" fmla="*/ 112 w 738"/>
                <a:gd name="T63" fmla="*/ 682 h 808"/>
                <a:gd name="T64" fmla="*/ 121 w 738"/>
                <a:gd name="T65" fmla="*/ 683 h 808"/>
                <a:gd name="T66" fmla="*/ 136 w 738"/>
                <a:gd name="T67" fmla="*/ 684 h 808"/>
                <a:gd name="T68" fmla="*/ 152 w 738"/>
                <a:gd name="T69" fmla="*/ 684 h 808"/>
                <a:gd name="T70" fmla="*/ 163 w 738"/>
                <a:gd name="T71" fmla="*/ 694 h 808"/>
                <a:gd name="T72" fmla="*/ 176 w 738"/>
                <a:gd name="T73" fmla="*/ 710 h 808"/>
                <a:gd name="T74" fmla="*/ 188 w 738"/>
                <a:gd name="T75" fmla="*/ 713 h 808"/>
                <a:gd name="T76" fmla="*/ 202 w 738"/>
                <a:gd name="T77" fmla="*/ 716 h 808"/>
                <a:gd name="T78" fmla="*/ 208 w 738"/>
                <a:gd name="T79" fmla="*/ 721 h 808"/>
                <a:gd name="T80" fmla="*/ 215 w 738"/>
                <a:gd name="T81" fmla="*/ 741 h 808"/>
                <a:gd name="T82" fmla="*/ 221 w 738"/>
                <a:gd name="T83" fmla="*/ 749 h 808"/>
                <a:gd name="T84" fmla="*/ 233 w 738"/>
                <a:gd name="T85" fmla="*/ 759 h 808"/>
                <a:gd name="T86" fmla="*/ 236 w 738"/>
                <a:gd name="T87" fmla="*/ 772 h 808"/>
                <a:gd name="T88" fmla="*/ 252 w 738"/>
                <a:gd name="T89" fmla="*/ 782 h 808"/>
                <a:gd name="T90" fmla="*/ 271 w 738"/>
                <a:gd name="T91" fmla="*/ 802 h 808"/>
                <a:gd name="T92" fmla="*/ 292 w 738"/>
                <a:gd name="T93" fmla="*/ 801 h 808"/>
                <a:gd name="T94" fmla="*/ 299 w 738"/>
                <a:gd name="T95" fmla="*/ 785 h 808"/>
                <a:gd name="T96" fmla="*/ 305 w 738"/>
                <a:gd name="T97" fmla="*/ 762 h 808"/>
                <a:gd name="T98" fmla="*/ 320 w 738"/>
                <a:gd name="T99" fmla="*/ 747 h 808"/>
                <a:gd name="T100" fmla="*/ 351 w 738"/>
                <a:gd name="T101" fmla="*/ 775 h 808"/>
                <a:gd name="T102" fmla="*/ 367 w 738"/>
                <a:gd name="T103" fmla="*/ 765 h 808"/>
                <a:gd name="T104" fmla="*/ 375 w 738"/>
                <a:gd name="T105" fmla="*/ 761 h 808"/>
                <a:gd name="T106" fmla="*/ 408 w 738"/>
                <a:gd name="T107" fmla="*/ 765 h 808"/>
                <a:gd name="T108" fmla="*/ 437 w 738"/>
                <a:gd name="T109" fmla="*/ 760 h 808"/>
                <a:gd name="T110" fmla="*/ 446 w 738"/>
                <a:gd name="T111" fmla="*/ 748 h 808"/>
                <a:gd name="T112" fmla="*/ 590 w 738"/>
                <a:gd name="T113" fmla="*/ 756 h 808"/>
                <a:gd name="T114" fmla="*/ 681 w 738"/>
                <a:gd name="T115" fmla="*/ 757 h 808"/>
                <a:gd name="T116" fmla="*/ 689 w 738"/>
                <a:gd name="T117" fmla="*/ 701 h 808"/>
                <a:gd name="T118" fmla="*/ 659 w 738"/>
                <a:gd name="T119" fmla="*/ 475 h 808"/>
                <a:gd name="T120" fmla="*/ 738 w 738"/>
                <a:gd name="T121" fmla="*/ 147 h 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38" h="808">
                  <a:moveTo>
                    <a:pt x="515" y="0"/>
                  </a:moveTo>
                  <a:cubicBezTo>
                    <a:pt x="515" y="14"/>
                    <a:pt x="514" y="28"/>
                    <a:pt x="513" y="42"/>
                  </a:cubicBezTo>
                  <a:cubicBezTo>
                    <a:pt x="513" y="49"/>
                    <a:pt x="513" y="55"/>
                    <a:pt x="513" y="62"/>
                  </a:cubicBezTo>
                  <a:cubicBezTo>
                    <a:pt x="513" y="66"/>
                    <a:pt x="514" y="80"/>
                    <a:pt x="511" y="83"/>
                  </a:cubicBezTo>
                  <a:cubicBezTo>
                    <a:pt x="510" y="84"/>
                    <a:pt x="503" y="83"/>
                    <a:pt x="502" y="83"/>
                  </a:cubicBezTo>
                  <a:cubicBezTo>
                    <a:pt x="499" y="83"/>
                    <a:pt x="496" y="83"/>
                    <a:pt x="493" y="83"/>
                  </a:cubicBezTo>
                  <a:cubicBezTo>
                    <a:pt x="489" y="83"/>
                    <a:pt x="485" y="83"/>
                    <a:pt x="481" y="83"/>
                  </a:cubicBezTo>
                  <a:cubicBezTo>
                    <a:pt x="473" y="83"/>
                    <a:pt x="465" y="83"/>
                    <a:pt x="458" y="83"/>
                  </a:cubicBezTo>
                  <a:cubicBezTo>
                    <a:pt x="433" y="83"/>
                    <a:pt x="408" y="83"/>
                    <a:pt x="384" y="83"/>
                  </a:cubicBezTo>
                  <a:cubicBezTo>
                    <a:pt x="369" y="83"/>
                    <a:pt x="355" y="83"/>
                    <a:pt x="340" y="83"/>
                  </a:cubicBezTo>
                  <a:cubicBezTo>
                    <a:pt x="333" y="83"/>
                    <a:pt x="326" y="82"/>
                    <a:pt x="319" y="83"/>
                  </a:cubicBezTo>
                  <a:cubicBezTo>
                    <a:pt x="315" y="83"/>
                    <a:pt x="315" y="84"/>
                    <a:pt x="315" y="88"/>
                  </a:cubicBezTo>
                  <a:cubicBezTo>
                    <a:pt x="315" y="92"/>
                    <a:pt x="315" y="95"/>
                    <a:pt x="315" y="98"/>
                  </a:cubicBezTo>
                  <a:cubicBezTo>
                    <a:pt x="313" y="118"/>
                    <a:pt x="313" y="138"/>
                    <a:pt x="312" y="158"/>
                  </a:cubicBezTo>
                  <a:cubicBezTo>
                    <a:pt x="311" y="181"/>
                    <a:pt x="310" y="203"/>
                    <a:pt x="309" y="226"/>
                  </a:cubicBezTo>
                  <a:cubicBezTo>
                    <a:pt x="309" y="229"/>
                    <a:pt x="309" y="232"/>
                    <a:pt x="308" y="236"/>
                  </a:cubicBezTo>
                  <a:cubicBezTo>
                    <a:pt x="308" y="238"/>
                    <a:pt x="309" y="243"/>
                    <a:pt x="308" y="245"/>
                  </a:cubicBezTo>
                  <a:cubicBezTo>
                    <a:pt x="307" y="248"/>
                    <a:pt x="299" y="248"/>
                    <a:pt x="296" y="250"/>
                  </a:cubicBezTo>
                  <a:cubicBezTo>
                    <a:pt x="291" y="252"/>
                    <a:pt x="287" y="255"/>
                    <a:pt x="282" y="255"/>
                  </a:cubicBezTo>
                  <a:cubicBezTo>
                    <a:pt x="276" y="256"/>
                    <a:pt x="273" y="257"/>
                    <a:pt x="268" y="260"/>
                  </a:cubicBezTo>
                  <a:cubicBezTo>
                    <a:pt x="261" y="265"/>
                    <a:pt x="251" y="270"/>
                    <a:pt x="245" y="277"/>
                  </a:cubicBezTo>
                  <a:cubicBezTo>
                    <a:pt x="242" y="281"/>
                    <a:pt x="239" y="285"/>
                    <a:pt x="238" y="290"/>
                  </a:cubicBezTo>
                  <a:cubicBezTo>
                    <a:pt x="238" y="295"/>
                    <a:pt x="241" y="300"/>
                    <a:pt x="241" y="305"/>
                  </a:cubicBezTo>
                  <a:cubicBezTo>
                    <a:pt x="244" y="322"/>
                    <a:pt x="242" y="340"/>
                    <a:pt x="243" y="357"/>
                  </a:cubicBezTo>
                  <a:cubicBezTo>
                    <a:pt x="243" y="366"/>
                    <a:pt x="243" y="374"/>
                    <a:pt x="243" y="382"/>
                  </a:cubicBezTo>
                  <a:cubicBezTo>
                    <a:pt x="188" y="382"/>
                    <a:pt x="133" y="382"/>
                    <a:pt x="78" y="382"/>
                  </a:cubicBezTo>
                  <a:cubicBezTo>
                    <a:pt x="61" y="382"/>
                    <a:pt x="44" y="382"/>
                    <a:pt x="27" y="382"/>
                  </a:cubicBezTo>
                  <a:cubicBezTo>
                    <a:pt x="23" y="382"/>
                    <a:pt x="18" y="381"/>
                    <a:pt x="13" y="382"/>
                  </a:cubicBezTo>
                  <a:cubicBezTo>
                    <a:pt x="6" y="382"/>
                    <a:pt x="7" y="390"/>
                    <a:pt x="5" y="396"/>
                  </a:cubicBezTo>
                  <a:cubicBezTo>
                    <a:pt x="1" y="404"/>
                    <a:pt x="0" y="410"/>
                    <a:pt x="1" y="419"/>
                  </a:cubicBezTo>
                  <a:cubicBezTo>
                    <a:pt x="2" y="415"/>
                    <a:pt x="1" y="411"/>
                    <a:pt x="3" y="409"/>
                  </a:cubicBezTo>
                  <a:cubicBezTo>
                    <a:pt x="5" y="407"/>
                    <a:pt x="4" y="404"/>
                    <a:pt x="4" y="402"/>
                  </a:cubicBezTo>
                  <a:cubicBezTo>
                    <a:pt x="5" y="401"/>
                    <a:pt x="5" y="400"/>
                    <a:pt x="6" y="398"/>
                  </a:cubicBezTo>
                  <a:cubicBezTo>
                    <a:pt x="8" y="396"/>
                    <a:pt x="8" y="393"/>
                    <a:pt x="10" y="394"/>
                  </a:cubicBezTo>
                  <a:cubicBezTo>
                    <a:pt x="12" y="395"/>
                    <a:pt x="12" y="400"/>
                    <a:pt x="13" y="401"/>
                  </a:cubicBezTo>
                  <a:cubicBezTo>
                    <a:pt x="14" y="403"/>
                    <a:pt x="15" y="406"/>
                    <a:pt x="16" y="408"/>
                  </a:cubicBezTo>
                  <a:cubicBezTo>
                    <a:pt x="16" y="408"/>
                    <a:pt x="17" y="408"/>
                    <a:pt x="18" y="410"/>
                  </a:cubicBezTo>
                  <a:cubicBezTo>
                    <a:pt x="19" y="411"/>
                    <a:pt x="19" y="412"/>
                    <a:pt x="19" y="413"/>
                  </a:cubicBezTo>
                  <a:cubicBezTo>
                    <a:pt x="20" y="414"/>
                    <a:pt x="20" y="415"/>
                    <a:pt x="21" y="417"/>
                  </a:cubicBezTo>
                  <a:cubicBezTo>
                    <a:pt x="21" y="417"/>
                    <a:pt x="21" y="418"/>
                    <a:pt x="21" y="419"/>
                  </a:cubicBezTo>
                  <a:cubicBezTo>
                    <a:pt x="22" y="420"/>
                    <a:pt x="23" y="420"/>
                    <a:pt x="23" y="420"/>
                  </a:cubicBezTo>
                  <a:cubicBezTo>
                    <a:pt x="24" y="422"/>
                    <a:pt x="23" y="424"/>
                    <a:pt x="23" y="424"/>
                  </a:cubicBezTo>
                  <a:cubicBezTo>
                    <a:pt x="23" y="425"/>
                    <a:pt x="25" y="426"/>
                    <a:pt x="26" y="427"/>
                  </a:cubicBezTo>
                  <a:cubicBezTo>
                    <a:pt x="28" y="429"/>
                    <a:pt x="30" y="433"/>
                    <a:pt x="31" y="430"/>
                  </a:cubicBezTo>
                  <a:cubicBezTo>
                    <a:pt x="32" y="428"/>
                    <a:pt x="30" y="420"/>
                    <a:pt x="33" y="421"/>
                  </a:cubicBezTo>
                  <a:cubicBezTo>
                    <a:pt x="35" y="422"/>
                    <a:pt x="33" y="424"/>
                    <a:pt x="35" y="425"/>
                  </a:cubicBezTo>
                  <a:cubicBezTo>
                    <a:pt x="36" y="425"/>
                    <a:pt x="38" y="425"/>
                    <a:pt x="39" y="425"/>
                  </a:cubicBezTo>
                  <a:cubicBezTo>
                    <a:pt x="39" y="425"/>
                    <a:pt x="36" y="426"/>
                    <a:pt x="36" y="426"/>
                  </a:cubicBezTo>
                  <a:cubicBezTo>
                    <a:pt x="36" y="427"/>
                    <a:pt x="37" y="426"/>
                    <a:pt x="37" y="427"/>
                  </a:cubicBezTo>
                  <a:cubicBezTo>
                    <a:pt x="37" y="427"/>
                    <a:pt x="38" y="430"/>
                    <a:pt x="39" y="431"/>
                  </a:cubicBezTo>
                  <a:cubicBezTo>
                    <a:pt x="41" y="435"/>
                    <a:pt x="41" y="440"/>
                    <a:pt x="43" y="444"/>
                  </a:cubicBezTo>
                  <a:cubicBezTo>
                    <a:pt x="46" y="449"/>
                    <a:pt x="52" y="452"/>
                    <a:pt x="48" y="458"/>
                  </a:cubicBezTo>
                  <a:cubicBezTo>
                    <a:pt x="47" y="460"/>
                    <a:pt x="47" y="458"/>
                    <a:pt x="47" y="461"/>
                  </a:cubicBezTo>
                  <a:cubicBezTo>
                    <a:pt x="47" y="462"/>
                    <a:pt x="48" y="463"/>
                    <a:pt x="48" y="465"/>
                  </a:cubicBezTo>
                  <a:cubicBezTo>
                    <a:pt x="49" y="467"/>
                    <a:pt x="48" y="468"/>
                    <a:pt x="46" y="470"/>
                  </a:cubicBezTo>
                  <a:cubicBezTo>
                    <a:pt x="45" y="472"/>
                    <a:pt x="40" y="475"/>
                    <a:pt x="43" y="476"/>
                  </a:cubicBezTo>
                  <a:cubicBezTo>
                    <a:pt x="44" y="476"/>
                    <a:pt x="43" y="473"/>
                    <a:pt x="46" y="475"/>
                  </a:cubicBezTo>
                  <a:cubicBezTo>
                    <a:pt x="47" y="476"/>
                    <a:pt x="44" y="477"/>
                    <a:pt x="47" y="477"/>
                  </a:cubicBezTo>
                  <a:cubicBezTo>
                    <a:pt x="46" y="481"/>
                    <a:pt x="45" y="484"/>
                    <a:pt x="42" y="488"/>
                  </a:cubicBezTo>
                  <a:cubicBezTo>
                    <a:pt x="40" y="492"/>
                    <a:pt x="37" y="495"/>
                    <a:pt x="35" y="497"/>
                  </a:cubicBezTo>
                  <a:cubicBezTo>
                    <a:pt x="34" y="498"/>
                    <a:pt x="30" y="507"/>
                    <a:pt x="30" y="507"/>
                  </a:cubicBezTo>
                  <a:cubicBezTo>
                    <a:pt x="28" y="508"/>
                    <a:pt x="31" y="515"/>
                    <a:pt x="33" y="516"/>
                  </a:cubicBezTo>
                  <a:cubicBezTo>
                    <a:pt x="36" y="519"/>
                    <a:pt x="40" y="520"/>
                    <a:pt x="42" y="524"/>
                  </a:cubicBezTo>
                  <a:cubicBezTo>
                    <a:pt x="44" y="526"/>
                    <a:pt x="45" y="529"/>
                    <a:pt x="45" y="531"/>
                  </a:cubicBezTo>
                  <a:cubicBezTo>
                    <a:pt x="48" y="539"/>
                    <a:pt x="48" y="546"/>
                    <a:pt x="49" y="554"/>
                  </a:cubicBezTo>
                  <a:cubicBezTo>
                    <a:pt x="50" y="558"/>
                    <a:pt x="52" y="563"/>
                    <a:pt x="53" y="567"/>
                  </a:cubicBezTo>
                  <a:cubicBezTo>
                    <a:pt x="54" y="571"/>
                    <a:pt x="53" y="575"/>
                    <a:pt x="54" y="579"/>
                  </a:cubicBezTo>
                  <a:cubicBezTo>
                    <a:pt x="56" y="606"/>
                    <a:pt x="50" y="630"/>
                    <a:pt x="39" y="654"/>
                  </a:cubicBezTo>
                  <a:cubicBezTo>
                    <a:pt x="37" y="658"/>
                    <a:pt x="34" y="662"/>
                    <a:pt x="32" y="667"/>
                  </a:cubicBezTo>
                  <a:cubicBezTo>
                    <a:pt x="30" y="672"/>
                    <a:pt x="28" y="677"/>
                    <a:pt x="26" y="682"/>
                  </a:cubicBezTo>
                  <a:cubicBezTo>
                    <a:pt x="23" y="688"/>
                    <a:pt x="24" y="694"/>
                    <a:pt x="22" y="700"/>
                  </a:cubicBezTo>
                  <a:cubicBezTo>
                    <a:pt x="19" y="707"/>
                    <a:pt x="20" y="713"/>
                    <a:pt x="20" y="721"/>
                  </a:cubicBezTo>
                  <a:cubicBezTo>
                    <a:pt x="20" y="720"/>
                    <a:pt x="21" y="719"/>
                    <a:pt x="21" y="719"/>
                  </a:cubicBezTo>
                  <a:cubicBezTo>
                    <a:pt x="21" y="719"/>
                    <a:pt x="22" y="720"/>
                    <a:pt x="22" y="721"/>
                  </a:cubicBezTo>
                  <a:cubicBezTo>
                    <a:pt x="24" y="719"/>
                    <a:pt x="22" y="717"/>
                    <a:pt x="23" y="714"/>
                  </a:cubicBezTo>
                  <a:cubicBezTo>
                    <a:pt x="24" y="711"/>
                    <a:pt x="26" y="712"/>
                    <a:pt x="28" y="710"/>
                  </a:cubicBezTo>
                  <a:cubicBezTo>
                    <a:pt x="31" y="707"/>
                    <a:pt x="31" y="701"/>
                    <a:pt x="33" y="697"/>
                  </a:cubicBezTo>
                  <a:cubicBezTo>
                    <a:pt x="34" y="694"/>
                    <a:pt x="34" y="692"/>
                    <a:pt x="37" y="691"/>
                  </a:cubicBezTo>
                  <a:cubicBezTo>
                    <a:pt x="38" y="691"/>
                    <a:pt x="39" y="692"/>
                    <a:pt x="40" y="691"/>
                  </a:cubicBezTo>
                  <a:cubicBezTo>
                    <a:pt x="41" y="691"/>
                    <a:pt x="42" y="690"/>
                    <a:pt x="42" y="690"/>
                  </a:cubicBezTo>
                  <a:cubicBezTo>
                    <a:pt x="47" y="688"/>
                    <a:pt x="46" y="692"/>
                    <a:pt x="50" y="693"/>
                  </a:cubicBezTo>
                  <a:cubicBezTo>
                    <a:pt x="52" y="694"/>
                    <a:pt x="55" y="692"/>
                    <a:pt x="57" y="692"/>
                  </a:cubicBezTo>
                  <a:cubicBezTo>
                    <a:pt x="59" y="692"/>
                    <a:pt x="62" y="692"/>
                    <a:pt x="64" y="692"/>
                  </a:cubicBezTo>
                  <a:cubicBezTo>
                    <a:pt x="66" y="693"/>
                    <a:pt x="68" y="694"/>
                    <a:pt x="70" y="694"/>
                  </a:cubicBezTo>
                  <a:cubicBezTo>
                    <a:pt x="72" y="694"/>
                    <a:pt x="73" y="693"/>
                    <a:pt x="75" y="692"/>
                  </a:cubicBezTo>
                  <a:cubicBezTo>
                    <a:pt x="75" y="692"/>
                    <a:pt x="75" y="691"/>
                    <a:pt x="75" y="691"/>
                  </a:cubicBezTo>
                  <a:cubicBezTo>
                    <a:pt x="76" y="691"/>
                    <a:pt x="77" y="691"/>
                    <a:pt x="77" y="691"/>
                  </a:cubicBezTo>
                  <a:cubicBezTo>
                    <a:pt x="79" y="691"/>
                    <a:pt x="80" y="691"/>
                    <a:pt x="82" y="690"/>
                  </a:cubicBezTo>
                  <a:cubicBezTo>
                    <a:pt x="83" y="689"/>
                    <a:pt x="83" y="687"/>
                    <a:pt x="85" y="687"/>
                  </a:cubicBezTo>
                  <a:cubicBezTo>
                    <a:pt x="87" y="687"/>
                    <a:pt x="87" y="689"/>
                    <a:pt x="88" y="689"/>
                  </a:cubicBezTo>
                  <a:cubicBezTo>
                    <a:pt x="89" y="689"/>
                    <a:pt x="92" y="688"/>
                    <a:pt x="93" y="688"/>
                  </a:cubicBezTo>
                  <a:cubicBezTo>
                    <a:pt x="96" y="687"/>
                    <a:pt x="99" y="688"/>
                    <a:pt x="102" y="687"/>
                  </a:cubicBezTo>
                  <a:cubicBezTo>
                    <a:pt x="104" y="687"/>
                    <a:pt x="106" y="687"/>
                    <a:pt x="107" y="686"/>
                  </a:cubicBezTo>
                  <a:cubicBezTo>
                    <a:pt x="108" y="684"/>
                    <a:pt x="105" y="684"/>
                    <a:pt x="106" y="683"/>
                  </a:cubicBezTo>
                  <a:cubicBezTo>
                    <a:pt x="107" y="680"/>
                    <a:pt x="107" y="683"/>
                    <a:pt x="109" y="683"/>
                  </a:cubicBezTo>
                  <a:cubicBezTo>
                    <a:pt x="111" y="683"/>
                    <a:pt x="110" y="683"/>
                    <a:pt x="112" y="682"/>
                  </a:cubicBezTo>
                  <a:cubicBezTo>
                    <a:pt x="114" y="681"/>
                    <a:pt x="112" y="680"/>
                    <a:pt x="115" y="680"/>
                  </a:cubicBezTo>
                  <a:cubicBezTo>
                    <a:pt x="115" y="680"/>
                    <a:pt x="116" y="683"/>
                    <a:pt x="117" y="683"/>
                  </a:cubicBezTo>
                  <a:cubicBezTo>
                    <a:pt x="118" y="684"/>
                    <a:pt x="120" y="683"/>
                    <a:pt x="121" y="683"/>
                  </a:cubicBezTo>
                  <a:cubicBezTo>
                    <a:pt x="122" y="683"/>
                    <a:pt x="124" y="683"/>
                    <a:pt x="125" y="683"/>
                  </a:cubicBezTo>
                  <a:cubicBezTo>
                    <a:pt x="127" y="683"/>
                    <a:pt x="128" y="684"/>
                    <a:pt x="130" y="684"/>
                  </a:cubicBezTo>
                  <a:cubicBezTo>
                    <a:pt x="132" y="684"/>
                    <a:pt x="134" y="684"/>
                    <a:pt x="136" y="684"/>
                  </a:cubicBezTo>
                  <a:cubicBezTo>
                    <a:pt x="139" y="684"/>
                    <a:pt x="142" y="684"/>
                    <a:pt x="145" y="684"/>
                  </a:cubicBezTo>
                  <a:cubicBezTo>
                    <a:pt x="147" y="683"/>
                    <a:pt x="147" y="683"/>
                    <a:pt x="149" y="683"/>
                  </a:cubicBezTo>
                  <a:cubicBezTo>
                    <a:pt x="150" y="683"/>
                    <a:pt x="151" y="683"/>
                    <a:pt x="152" y="684"/>
                  </a:cubicBezTo>
                  <a:cubicBezTo>
                    <a:pt x="156" y="690"/>
                    <a:pt x="156" y="690"/>
                    <a:pt x="156" y="690"/>
                  </a:cubicBezTo>
                  <a:cubicBezTo>
                    <a:pt x="157" y="690"/>
                    <a:pt x="158" y="689"/>
                    <a:pt x="159" y="689"/>
                  </a:cubicBezTo>
                  <a:cubicBezTo>
                    <a:pt x="160" y="690"/>
                    <a:pt x="162" y="692"/>
                    <a:pt x="163" y="694"/>
                  </a:cubicBezTo>
                  <a:cubicBezTo>
                    <a:pt x="166" y="697"/>
                    <a:pt x="173" y="702"/>
                    <a:pt x="173" y="704"/>
                  </a:cubicBezTo>
                  <a:cubicBezTo>
                    <a:pt x="174" y="705"/>
                    <a:pt x="173" y="707"/>
                    <a:pt x="174" y="708"/>
                  </a:cubicBezTo>
                  <a:cubicBezTo>
                    <a:pt x="175" y="710"/>
                    <a:pt x="174" y="709"/>
                    <a:pt x="176" y="710"/>
                  </a:cubicBezTo>
                  <a:cubicBezTo>
                    <a:pt x="177" y="711"/>
                    <a:pt x="179" y="712"/>
                    <a:pt x="179" y="713"/>
                  </a:cubicBezTo>
                  <a:cubicBezTo>
                    <a:pt x="180" y="714"/>
                    <a:pt x="179" y="716"/>
                    <a:pt x="181" y="717"/>
                  </a:cubicBezTo>
                  <a:cubicBezTo>
                    <a:pt x="182" y="717"/>
                    <a:pt x="187" y="713"/>
                    <a:pt x="188" y="713"/>
                  </a:cubicBezTo>
                  <a:cubicBezTo>
                    <a:pt x="191" y="713"/>
                    <a:pt x="187" y="718"/>
                    <a:pt x="192" y="717"/>
                  </a:cubicBezTo>
                  <a:cubicBezTo>
                    <a:pt x="195" y="717"/>
                    <a:pt x="197" y="715"/>
                    <a:pt x="201" y="716"/>
                  </a:cubicBezTo>
                  <a:cubicBezTo>
                    <a:pt x="202" y="716"/>
                    <a:pt x="201" y="714"/>
                    <a:pt x="202" y="716"/>
                  </a:cubicBezTo>
                  <a:cubicBezTo>
                    <a:pt x="202" y="717"/>
                    <a:pt x="200" y="717"/>
                    <a:pt x="201" y="719"/>
                  </a:cubicBezTo>
                  <a:cubicBezTo>
                    <a:pt x="202" y="720"/>
                    <a:pt x="203" y="717"/>
                    <a:pt x="205" y="719"/>
                  </a:cubicBezTo>
                  <a:cubicBezTo>
                    <a:pt x="206" y="720"/>
                    <a:pt x="207" y="720"/>
                    <a:pt x="208" y="721"/>
                  </a:cubicBezTo>
                  <a:cubicBezTo>
                    <a:pt x="209" y="724"/>
                    <a:pt x="208" y="726"/>
                    <a:pt x="211" y="728"/>
                  </a:cubicBezTo>
                  <a:cubicBezTo>
                    <a:pt x="212" y="729"/>
                    <a:pt x="212" y="734"/>
                    <a:pt x="213" y="736"/>
                  </a:cubicBezTo>
                  <a:cubicBezTo>
                    <a:pt x="214" y="738"/>
                    <a:pt x="213" y="739"/>
                    <a:pt x="215" y="741"/>
                  </a:cubicBezTo>
                  <a:cubicBezTo>
                    <a:pt x="217" y="743"/>
                    <a:pt x="216" y="743"/>
                    <a:pt x="217" y="745"/>
                  </a:cubicBezTo>
                  <a:cubicBezTo>
                    <a:pt x="217" y="746"/>
                    <a:pt x="215" y="747"/>
                    <a:pt x="217" y="748"/>
                  </a:cubicBezTo>
                  <a:cubicBezTo>
                    <a:pt x="217" y="749"/>
                    <a:pt x="220" y="748"/>
                    <a:pt x="221" y="749"/>
                  </a:cubicBezTo>
                  <a:cubicBezTo>
                    <a:pt x="225" y="750"/>
                    <a:pt x="224" y="751"/>
                    <a:pt x="224" y="754"/>
                  </a:cubicBezTo>
                  <a:cubicBezTo>
                    <a:pt x="225" y="757"/>
                    <a:pt x="225" y="757"/>
                    <a:pt x="229" y="757"/>
                  </a:cubicBezTo>
                  <a:cubicBezTo>
                    <a:pt x="232" y="757"/>
                    <a:pt x="232" y="756"/>
                    <a:pt x="233" y="759"/>
                  </a:cubicBezTo>
                  <a:cubicBezTo>
                    <a:pt x="234" y="763"/>
                    <a:pt x="234" y="764"/>
                    <a:pt x="237" y="767"/>
                  </a:cubicBezTo>
                  <a:cubicBezTo>
                    <a:pt x="238" y="768"/>
                    <a:pt x="240" y="769"/>
                    <a:pt x="239" y="770"/>
                  </a:cubicBezTo>
                  <a:cubicBezTo>
                    <a:pt x="239" y="772"/>
                    <a:pt x="237" y="771"/>
                    <a:pt x="236" y="772"/>
                  </a:cubicBezTo>
                  <a:cubicBezTo>
                    <a:pt x="236" y="776"/>
                    <a:pt x="243" y="773"/>
                    <a:pt x="243" y="777"/>
                  </a:cubicBezTo>
                  <a:cubicBezTo>
                    <a:pt x="243" y="779"/>
                    <a:pt x="245" y="782"/>
                    <a:pt x="248" y="783"/>
                  </a:cubicBezTo>
                  <a:cubicBezTo>
                    <a:pt x="249" y="783"/>
                    <a:pt x="250" y="782"/>
                    <a:pt x="252" y="782"/>
                  </a:cubicBezTo>
                  <a:cubicBezTo>
                    <a:pt x="253" y="783"/>
                    <a:pt x="259" y="786"/>
                    <a:pt x="260" y="788"/>
                  </a:cubicBezTo>
                  <a:cubicBezTo>
                    <a:pt x="263" y="790"/>
                    <a:pt x="261" y="794"/>
                    <a:pt x="263" y="796"/>
                  </a:cubicBezTo>
                  <a:cubicBezTo>
                    <a:pt x="266" y="798"/>
                    <a:pt x="269" y="800"/>
                    <a:pt x="271" y="802"/>
                  </a:cubicBezTo>
                  <a:cubicBezTo>
                    <a:pt x="276" y="805"/>
                    <a:pt x="277" y="802"/>
                    <a:pt x="281" y="803"/>
                  </a:cubicBezTo>
                  <a:cubicBezTo>
                    <a:pt x="282" y="803"/>
                    <a:pt x="286" y="808"/>
                    <a:pt x="286" y="805"/>
                  </a:cubicBezTo>
                  <a:cubicBezTo>
                    <a:pt x="287" y="803"/>
                    <a:pt x="291" y="804"/>
                    <a:pt x="292" y="801"/>
                  </a:cubicBezTo>
                  <a:cubicBezTo>
                    <a:pt x="294" y="798"/>
                    <a:pt x="298" y="799"/>
                    <a:pt x="300" y="795"/>
                  </a:cubicBezTo>
                  <a:cubicBezTo>
                    <a:pt x="301" y="794"/>
                    <a:pt x="303" y="788"/>
                    <a:pt x="302" y="786"/>
                  </a:cubicBezTo>
                  <a:cubicBezTo>
                    <a:pt x="301" y="785"/>
                    <a:pt x="299" y="786"/>
                    <a:pt x="299" y="785"/>
                  </a:cubicBezTo>
                  <a:cubicBezTo>
                    <a:pt x="299" y="783"/>
                    <a:pt x="299" y="782"/>
                    <a:pt x="300" y="781"/>
                  </a:cubicBezTo>
                  <a:cubicBezTo>
                    <a:pt x="301" y="778"/>
                    <a:pt x="301" y="774"/>
                    <a:pt x="302" y="771"/>
                  </a:cubicBezTo>
                  <a:cubicBezTo>
                    <a:pt x="303" y="768"/>
                    <a:pt x="304" y="765"/>
                    <a:pt x="305" y="762"/>
                  </a:cubicBezTo>
                  <a:cubicBezTo>
                    <a:pt x="305" y="759"/>
                    <a:pt x="309" y="757"/>
                    <a:pt x="308" y="754"/>
                  </a:cubicBezTo>
                  <a:cubicBezTo>
                    <a:pt x="314" y="755"/>
                    <a:pt x="313" y="753"/>
                    <a:pt x="317" y="751"/>
                  </a:cubicBezTo>
                  <a:cubicBezTo>
                    <a:pt x="318" y="750"/>
                    <a:pt x="322" y="750"/>
                    <a:pt x="320" y="747"/>
                  </a:cubicBezTo>
                  <a:cubicBezTo>
                    <a:pt x="327" y="746"/>
                    <a:pt x="328" y="752"/>
                    <a:pt x="331" y="756"/>
                  </a:cubicBezTo>
                  <a:cubicBezTo>
                    <a:pt x="334" y="760"/>
                    <a:pt x="338" y="763"/>
                    <a:pt x="343" y="767"/>
                  </a:cubicBezTo>
                  <a:cubicBezTo>
                    <a:pt x="346" y="770"/>
                    <a:pt x="349" y="772"/>
                    <a:pt x="351" y="775"/>
                  </a:cubicBezTo>
                  <a:cubicBezTo>
                    <a:pt x="352" y="777"/>
                    <a:pt x="355" y="781"/>
                    <a:pt x="356" y="781"/>
                  </a:cubicBezTo>
                  <a:cubicBezTo>
                    <a:pt x="356" y="781"/>
                    <a:pt x="360" y="773"/>
                    <a:pt x="361" y="772"/>
                  </a:cubicBezTo>
                  <a:cubicBezTo>
                    <a:pt x="361" y="769"/>
                    <a:pt x="365" y="768"/>
                    <a:pt x="367" y="765"/>
                  </a:cubicBezTo>
                  <a:cubicBezTo>
                    <a:pt x="367" y="765"/>
                    <a:pt x="367" y="764"/>
                    <a:pt x="367" y="763"/>
                  </a:cubicBezTo>
                  <a:cubicBezTo>
                    <a:pt x="368" y="760"/>
                    <a:pt x="367" y="761"/>
                    <a:pt x="370" y="761"/>
                  </a:cubicBezTo>
                  <a:cubicBezTo>
                    <a:pt x="371" y="760"/>
                    <a:pt x="373" y="761"/>
                    <a:pt x="375" y="761"/>
                  </a:cubicBezTo>
                  <a:cubicBezTo>
                    <a:pt x="378" y="761"/>
                    <a:pt x="381" y="760"/>
                    <a:pt x="384" y="760"/>
                  </a:cubicBezTo>
                  <a:cubicBezTo>
                    <a:pt x="389" y="760"/>
                    <a:pt x="393" y="760"/>
                    <a:pt x="397" y="762"/>
                  </a:cubicBezTo>
                  <a:cubicBezTo>
                    <a:pt x="401" y="763"/>
                    <a:pt x="404" y="765"/>
                    <a:pt x="408" y="765"/>
                  </a:cubicBezTo>
                  <a:cubicBezTo>
                    <a:pt x="411" y="765"/>
                    <a:pt x="414" y="764"/>
                    <a:pt x="417" y="764"/>
                  </a:cubicBezTo>
                  <a:cubicBezTo>
                    <a:pt x="422" y="764"/>
                    <a:pt x="422" y="764"/>
                    <a:pt x="426" y="762"/>
                  </a:cubicBezTo>
                  <a:cubicBezTo>
                    <a:pt x="430" y="761"/>
                    <a:pt x="433" y="761"/>
                    <a:pt x="437" y="760"/>
                  </a:cubicBezTo>
                  <a:cubicBezTo>
                    <a:pt x="439" y="760"/>
                    <a:pt x="446" y="761"/>
                    <a:pt x="446" y="758"/>
                  </a:cubicBezTo>
                  <a:cubicBezTo>
                    <a:pt x="446" y="757"/>
                    <a:pt x="445" y="756"/>
                    <a:pt x="445" y="754"/>
                  </a:cubicBezTo>
                  <a:cubicBezTo>
                    <a:pt x="445" y="752"/>
                    <a:pt x="444" y="750"/>
                    <a:pt x="446" y="748"/>
                  </a:cubicBezTo>
                  <a:cubicBezTo>
                    <a:pt x="447" y="747"/>
                    <a:pt x="451" y="742"/>
                    <a:pt x="452" y="745"/>
                  </a:cubicBezTo>
                  <a:cubicBezTo>
                    <a:pt x="453" y="748"/>
                    <a:pt x="451" y="753"/>
                    <a:pt x="451" y="756"/>
                  </a:cubicBezTo>
                  <a:cubicBezTo>
                    <a:pt x="497" y="757"/>
                    <a:pt x="543" y="756"/>
                    <a:pt x="590" y="756"/>
                  </a:cubicBezTo>
                  <a:cubicBezTo>
                    <a:pt x="605" y="756"/>
                    <a:pt x="620" y="756"/>
                    <a:pt x="635" y="756"/>
                  </a:cubicBezTo>
                  <a:cubicBezTo>
                    <a:pt x="646" y="756"/>
                    <a:pt x="657" y="756"/>
                    <a:pt x="668" y="756"/>
                  </a:cubicBezTo>
                  <a:cubicBezTo>
                    <a:pt x="672" y="756"/>
                    <a:pt x="677" y="757"/>
                    <a:pt x="681" y="757"/>
                  </a:cubicBezTo>
                  <a:cubicBezTo>
                    <a:pt x="682" y="757"/>
                    <a:pt x="682" y="753"/>
                    <a:pt x="682" y="752"/>
                  </a:cubicBezTo>
                  <a:cubicBezTo>
                    <a:pt x="684" y="741"/>
                    <a:pt x="686" y="730"/>
                    <a:pt x="689" y="720"/>
                  </a:cubicBezTo>
                  <a:cubicBezTo>
                    <a:pt x="690" y="715"/>
                    <a:pt x="692" y="705"/>
                    <a:pt x="689" y="701"/>
                  </a:cubicBezTo>
                  <a:cubicBezTo>
                    <a:pt x="686" y="698"/>
                    <a:pt x="680" y="696"/>
                    <a:pt x="678" y="693"/>
                  </a:cubicBezTo>
                  <a:cubicBezTo>
                    <a:pt x="676" y="691"/>
                    <a:pt x="677" y="688"/>
                    <a:pt x="677" y="686"/>
                  </a:cubicBezTo>
                  <a:cubicBezTo>
                    <a:pt x="671" y="616"/>
                    <a:pt x="665" y="545"/>
                    <a:pt x="659" y="475"/>
                  </a:cubicBezTo>
                  <a:cubicBezTo>
                    <a:pt x="654" y="413"/>
                    <a:pt x="649" y="351"/>
                    <a:pt x="644" y="289"/>
                  </a:cubicBezTo>
                  <a:cubicBezTo>
                    <a:pt x="640" y="242"/>
                    <a:pt x="636" y="194"/>
                    <a:pt x="633" y="147"/>
                  </a:cubicBezTo>
                  <a:cubicBezTo>
                    <a:pt x="668" y="147"/>
                    <a:pt x="703" y="147"/>
                    <a:pt x="738" y="147"/>
                  </a:cubicBezTo>
                  <a:cubicBezTo>
                    <a:pt x="713" y="130"/>
                    <a:pt x="688" y="113"/>
                    <a:pt x="663" y="96"/>
                  </a:cubicBezTo>
                  <a:cubicBezTo>
                    <a:pt x="614" y="63"/>
                    <a:pt x="565" y="32"/>
                    <a:pt x="515" y="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4" name="Freeform 135">
              <a:extLst>
                <a:ext uri="{FF2B5EF4-FFF2-40B4-BE49-F238E27FC236}">
                  <a16:creationId xmlns:a16="http://schemas.microsoft.com/office/drawing/2014/main" id="{1F9DDBA8-882F-42CC-9F53-6098B518F5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8263" y="1536700"/>
              <a:ext cx="1136650" cy="1087438"/>
            </a:xfrm>
            <a:custGeom>
              <a:avLst/>
              <a:gdLst>
                <a:gd name="T0" fmla="*/ 275 w 1005"/>
                <a:gd name="T1" fmla="*/ 947 h 963"/>
                <a:gd name="T2" fmla="*/ 232 w 1005"/>
                <a:gd name="T3" fmla="*/ 915 h 963"/>
                <a:gd name="T4" fmla="*/ 215 w 1005"/>
                <a:gd name="T5" fmla="*/ 894 h 963"/>
                <a:gd name="T6" fmla="*/ 198 w 1005"/>
                <a:gd name="T7" fmla="*/ 831 h 963"/>
                <a:gd name="T8" fmla="*/ 145 w 1005"/>
                <a:gd name="T9" fmla="*/ 840 h 963"/>
                <a:gd name="T10" fmla="*/ 105 w 1005"/>
                <a:gd name="T11" fmla="*/ 843 h 963"/>
                <a:gd name="T12" fmla="*/ 74 w 1005"/>
                <a:gd name="T13" fmla="*/ 835 h 963"/>
                <a:gd name="T14" fmla="*/ 46 w 1005"/>
                <a:gd name="T15" fmla="*/ 793 h 963"/>
                <a:gd name="T16" fmla="*/ 33 w 1005"/>
                <a:gd name="T17" fmla="*/ 758 h 963"/>
                <a:gd name="T18" fmla="*/ 13 w 1005"/>
                <a:gd name="T19" fmla="*/ 711 h 963"/>
                <a:gd name="T20" fmla="*/ 7 w 1005"/>
                <a:gd name="T21" fmla="*/ 657 h 963"/>
                <a:gd name="T22" fmla="*/ 26 w 1005"/>
                <a:gd name="T23" fmla="*/ 636 h 963"/>
                <a:gd name="T24" fmla="*/ 94 w 1005"/>
                <a:gd name="T25" fmla="*/ 621 h 963"/>
                <a:gd name="T26" fmla="*/ 171 w 1005"/>
                <a:gd name="T27" fmla="*/ 610 h 963"/>
                <a:gd name="T28" fmla="*/ 413 w 1005"/>
                <a:gd name="T29" fmla="*/ 560 h 963"/>
                <a:gd name="T30" fmla="*/ 627 w 1005"/>
                <a:gd name="T31" fmla="*/ 112 h 963"/>
                <a:gd name="T32" fmla="*/ 857 w 1005"/>
                <a:gd name="T33" fmla="*/ 302 h 963"/>
                <a:gd name="T34" fmla="*/ 934 w 1005"/>
                <a:gd name="T35" fmla="*/ 329 h 963"/>
                <a:gd name="T36" fmla="*/ 952 w 1005"/>
                <a:gd name="T37" fmla="*/ 385 h 963"/>
                <a:gd name="T38" fmla="*/ 1001 w 1005"/>
                <a:gd name="T39" fmla="*/ 529 h 963"/>
                <a:gd name="T40" fmla="*/ 962 w 1005"/>
                <a:gd name="T41" fmla="*/ 616 h 963"/>
                <a:gd name="T42" fmla="*/ 817 w 1005"/>
                <a:gd name="T43" fmla="*/ 638 h 963"/>
                <a:gd name="T44" fmla="*/ 725 w 1005"/>
                <a:gd name="T45" fmla="*/ 650 h 963"/>
                <a:gd name="T46" fmla="*/ 626 w 1005"/>
                <a:gd name="T47" fmla="*/ 696 h 963"/>
                <a:gd name="T48" fmla="*/ 550 w 1005"/>
                <a:gd name="T49" fmla="*/ 736 h 963"/>
                <a:gd name="T50" fmla="*/ 499 w 1005"/>
                <a:gd name="T51" fmla="*/ 753 h 963"/>
                <a:gd name="T52" fmla="*/ 479 w 1005"/>
                <a:gd name="T53" fmla="*/ 810 h 963"/>
                <a:gd name="T54" fmla="*/ 447 w 1005"/>
                <a:gd name="T55" fmla="*/ 843 h 963"/>
                <a:gd name="T56" fmla="*/ 414 w 1005"/>
                <a:gd name="T57" fmla="*/ 902 h 963"/>
                <a:gd name="T58" fmla="*/ 386 w 1005"/>
                <a:gd name="T59" fmla="*/ 952 h 963"/>
                <a:gd name="T60" fmla="*/ 350 w 1005"/>
                <a:gd name="T61" fmla="*/ 937 h 963"/>
                <a:gd name="T62" fmla="*/ 374 w 1005"/>
                <a:gd name="T63" fmla="*/ 950 h 963"/>
                <a:gd name="T64" fmla="*/ 405 w 1005"/>
                <a:gd name="T65" fmla="*/ 908 h 963"/>
                <a:gd name="T66" fmla="*/ 417 w 1005"/>
                <a:gd name="T67" fmla="*/ 859 h 963"/>
                <a:gd name="T68" fmla="*/ 465 w 1005"/>
                <a:gd name="T69" fmla="*/ 819 h 963"/>
                <a:gd name="T70" fmla="*/ 478 w 1005"/>
                <a:gd name="T71" fmla="*/ 773 h 963"/>
                <a:gd name="T72" fmla="*/ 510 w 1005"/>
                <a:gd name="T73" fmla="*/ 746 h 963"/>
                <a:gd name="T74" fmla="*/ 555 w 1005"/>
                <a:gd name="T75" fmla="*/ 726 h 963"/>
                <a:gd name="T76" fmla="*/ 631 w 1005"/>
                <a:gd name="T77" fmla="*/ 675 h 963"/>
                <a:gd name="T78" fmla="*/ 752 w 1005"/>
                <a:gd name="T79" fmla="*/ 645 h 963"/>
                <a:gd name="T80" fmla="*/ 865 w 1005"/>
                <a:gd name="T81" fmla="*/ 621 h 963"/>
                <a:gd name="T82" fmla="*/ 973 w 1005"/>
                <a:gd name="T83" fmla="*/ 595 h 963"/>
                <a:gd name="T84" fmla="*/ 993 w 1005"/>
                <a:gd name="T85" fmla="*/ 518 h 963"/>
                <a:gd name="T86" fmla="*/ 928 w 1005"/>
                <a:gd name="T87" fmla="*/ 380 h 963"/>
                <a:gd name="T88" fmla="*/ 888 w 1005"/>
                <a:gd name="T89" fmla="*/ 325 h 963"/>
                <a:gd name="T90" fmla="*/ 828 w 1005"/>
                <a:gd name="T91" fmla="*/ 287 h 963"/>
                <a:gd name="T92" fmla="*/ 376 w 1005"/>
                <a:gd name="T93" fmla="*/ 95 h 963"/>
                <a:gd name="T94" fmla="*/ 412 w 1005"/>
                <a:gd name="T95" fmla="*/ 619 h 963"/>
                <a:gd name="T96" fmla="*/ 119 w 1005"/>
                <a:gd name="T97" fmla="*/ 623 h 963"/>
                <a:gd name="T98" fmla="*/ 57 w 1005"/>
                <a:gd name="T99" fmla="*/ 614 h 963"/>
                <a:gd name="T100" fmla="*/ 27 w 1005"/>
                <a:gd name="T101" fmla="*/ 662 h 963"/>
                <a:gd name="T102" fmla="*/ 23 w 1005"/>
                <a:gd name="T103" fmla="*/ 710 h 963"/>
                <a:gd name="T104" fmla="*/ 50 w 1005"/>
                <a:gd name="T105" fmla="*/ 762 h 963"/>
                <a:gd name="T106" fmla="*/ 59 w 1005"/>
                <a:gd name="T107" fmla="*/ 806 h 963"/>
                <a:gd name="T108" fmla="*/ 88 w 1005"/>
                <a:gd name="T109" fmla="*/ 826 h 963"/>
                <a:gd name="T110" fmla="*/ 120 w 1005"/>
                <a:gd name="T111" fmla="*/ 821 h 963"/>
                <a:gd name="T112" fmla="*/ 174 w 1005"/>
                <a:gd name="T113" fmla="*/ 818 h 963"/>
                <a:gd name="T114" fmla="*/ 213 w 1005"/>
                <a:gd name="T115" fmla="*/ 853 h 963"/>
                <a:gd name="T116" fmla="*/ 227 w 1005"/>
                <a:gd name="T117" fmla="*/ 893 h 963"/>
                <a:gd name="T118" fmla="*/ 254 w 1005"/>
                <a:gd name="T119" fmla="*/ 940 h 963"/>
                <a:gd name="T120" fmla="*/ 296 w 1005"/>
                <a:gd name="T121" fmla="*/ 941 h 963"/>
                <a:gd name="T122" fmla="*/ 349 w 1005"/>
                <a:gd name="T123" fmla="*/ 920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05" h="963">
                  <a:moveTo>
                    <a:pt x="316" y="963"/>
                  </a:moveTo>
                  <a:cubicBezTo>
                    <a:pt x="314" y="963"/>
                    <a:pt x="312" y="962"/>
                    <a:pt x="311" y="961"/>
                  </a:cubicBezTo>
                  <a:cubicBezTo>
                    <a:pt x="309" y="960"/>
                    <a:pt x="309" y="959"/>
                    <a:pt x="308" y="958"/>
                  </a:cubicBezTo>
                  <a:cubicBezTo>
                    <a:pt x="308" y="958"/>
                    <a:pt x="306" y="957"/>
                    <a:pt x="306" y="957"/>
                  </a:cubicBezTo>
                  <a:cubicBezTo>
                    <a:pt x="304" y="957"/>
                    <a:pt x="302" y="957"/>
                    <a:pt x="300" y="956"/>
                  </a:cubicBezTo>
                  <a:cubicBezTo>
                    <a:pt x="299" y="956"/>
                    <a:pt x="298" y="956"/>
                    <a:pt x="297" y="956"/>
                  </a:cubicBezTo>
                  <a:cubicBezTo>
                    <a:pt x="295" y="955"/>
                    <a:pt x="292" y="954"/>
                    <a:pt x="291" y="952"/>
                  </a:cubicBezTo>
                  <a:cubicBezTo>
                    <a:pt x="290" y="951"/>
                    <a:pt x="290" y="950"/>
                    <a:pt x="290" y="950"/>
                  </a:cubicBezTo>
                  <a:cubicBezTo>
                    <a:pt x="289" y="950"/>
                    <a:pt x="288" y="949"/>
                    <a:pt x="287" y="948"/>
                  </a:cubicBezTo>
                  <a:cubicBezTo>
                    <a:pt x="286" y="948"/>
                    <a:pt x="285" y="946"/>
                    <a:pt x="285" y="944"/>
                  </a:cubicBezTo>
                  <a:cubicBezTo>
                    <a:pt x="283" y="945"/>
                    <a:pt x="282" y="945"/>
                    <a:pt x="280" y="945"/>
                  </a:cubicBezTo>
                  <a:cubicBezTo>
                    <a:pt x="280" y="945"/>
                    <a:pt x="279" y="944"/>
                    <a:pt x="279" y="944"/>
                  </a:cubicBezTo>
                  <a:cubicBezTo>
                    <a:pt x="279" y="944"/>
                    <a:pt x="279" y="944"/>
                    <a:pt x="278" y="944"/>
                  </a:cubicBezTo>
                  <a:cubicBezTo>
                    <a:pt x="278" y="944"/>
                    <a:pt x="278" y="945"/>
                    <a:pt x="278" y="945"/>
                  </a:cubicBezTo>
                  <a:cubicBezTo>
                    <a:pt x="276" y="945"/>
                    <a:pt x="275" y="947"/>
                    <a:pt x="275" y="947"/>
                  </a:cubicBezTo>
                  <a:cubicBezTo>
                    <a:pt x="275" y="947"/>
                    <a:pt x="275" y="947"/>
                    <a:pt x="275" y="947"/>
                  </a:cubicBezTo>
                  <a:cubicBezTo>
                    <a:pt x="275" y="948"/>
                    <a:pt x="275" y="949"/>
                    <a:pt x="275" y="950"/>
                  </a:cubicBezTo>
                  <a:cubicBezTo>
                    <a:pt x="274" y="952"/>
                    <a:pt x="272" y="954"/>
                    <a:pt x="272" y="955"/>
                  </a:cubicBezTo>
                  <a:cubicBezTo>
                    <a:pt x="269" y="957"/>
                    <a:pt x="266" y="960"/>
                    <a:pt x="262" y="961"/>
                  </a:cubicBezTo>
                  <a:cubicBezTo>
                    <a:pt x="260" y="961"/>
                    <a:pt x="259" y="962"/>
                    <a:pt x="258" y="962"/>
                  </a:cubicBezTo>
                  <a:cubicBezTo>
                    <a:pt x="257" y="962"/>
                    <a:pt x="254" y="961"/>
                    <a:pt x="254" y="959"/>
                  </a:cubicBezTo>
                  <a:cubicBezTo>
                    <a:pt x="252" y="957"/>
                    <a:pt x="253" y="954"/>
                    <a:pt x="254" y="953"/>
                  </a:cubicBezTo>
                  <a:cubicBezTo>
                    <a:pt x="254" y="952"/>
                    <a:pt x="254" y="952"/>
                    <a:pt x="254" y="952"/>
                  </a:cubicBezTo>
                  <a:cubicBezTo>
                    <a:pt x="254" y="951"/>
                    <a:pt x="254" y="950"/>
                    <a:pt x="252" y="949"/>
                  </a:cubicBezTo>
                  <a:cubicBezTo>
                    <a:pt x="252" y="950"/>
                    <a:pt x="247" y="950"/>
                    <a:pt x="245" y="945"/>
                  </a:cubicBezTo>
                  <a:cubicBezTo>
                    <a:pt x="245" y="945"/>
                    <a:pt x="245" y="945"/>
                    <a:pt x="245" y="945"/>
                  </a:cubicBezTo>
                  <a:cubicBezTo>
                    <a:pt x="243" y="945"/>
                    <a:pt x="240" y="945"/>
                    <a:pt x="237" y="940"/>
                  </a:cubicBezTo>
                  <a:cubicBezTo>
                    <a:pt x="237" y="939"/>
                    <a:pt x="237" y="939"/>
                    <a:pt x="237" y="939"/>
                  </a:cubicBezTo>
                  <a:cubicBezTo>
                    <a:pt x="235" y="936"/>
                    <a:pt x="234" y="933"/>
                    <a:pt x="234" y="929"/>
                  </a:cubicBezTo>
                  <a:cubicBezTo>
                    <a:pt x="234" y="927"/>
                    <a:pt x="234" y="926"/>
                    <a:pt x="234" y="924"/>
                  </a:cubicBezTo>
                  <a:cubicBezTo>
                    <a:pt x="234" y="923"/>
                    <a:pt x="234" y="922"/>
                    <a:pt x="234" y="921"/>
                  </a:cubicBezTo>
                  <a:cubicBezTo>
                    <a:pt x="233" y="920"/>
                    <a:pt x="232" y="918"/>
                    <a:pt x="232" y="915"/>
                  </a:cubicBezTo>
                  <a:cubicBezTo>
                    <a:pt x="232" y="913"/>
                    <a:pt x="233" y="912"/>
                    <a:pt x="234" y="911"/>
                  </a:cubicBezTo>
                  <a:cubicBezTo>
                    <a:pt x="234" y="910"/>
                    <a:pt x="234" y="910"/>
                    <a:pt x="234" y="909"/>
                  </a:cubicBezTo>
                  <a:cubicBezTo>
                    <a:pt x="234" y="907"/>
                    <a:pt x="234" y="905"/>
                    <a:pt x="234" y="905"/>
                  </a:cubicBezTo>
                  <a:cubicBezTo>
                    <a:pt x="233" y="904"/>
                    <a:pt x="232" y="904"/>
                    <a:pt x="232" y="904"/>
                  </a:cubicBezTo>
                  <a:cubicBezTo>
                    <a:pt x="231" y="905"/>
                    <a:pt x="231" y="905"/>
                    <a:pt x="230" y="905"/>
                  </a:cubicBezTo>
                  <a:cubicBezTo>
                    <a:pt x="230" y="905"/>
                    <a:pt x="230" y="905"/>
                    <a:pt x="230" y="905"/>
                  </a:cubicBezTo>
                  <a:cubicBezTo>
                    <a:pt x="229" y="905"/>
                    <a:pt x="229" y="905"/>
                    <a:pt x="229" y="906"/>
                  </a:cubicBezTo>
                  <a:cubicBezTo>
                    <a:pt x="226" y="910"/>
                    <a:pt x="223" y="910"/>
                    <a:pt x="221" y="910"/>
                  </a:cubicBezTo>
                  <a:cubicBezTo>
                    <a:pt x="220" y="910"/>
                    <a:pt x="220" y="910"/>
                    <a:pt x="219" y="910"/>
                  </a:cubicBezTo>
                  <a:cubicBezTo>
                    <a:pt x="219" y="910"/>
                    <a:pt x="219" y="910"/>
                    <a:pt x="218" y="910"/>
                  </a:cubicBezTo>
                  <a:cubicBezTo>
                    <a:pt x="218" y="910"/>
                    <a:pt x="217" y="910"/>
                    <a:pt x="216" y="910"/>
                  </a:cubicBezTo>
                  <a:cubicBezTo>
                    <a:pt x="214" y="910"/>
                    <a:pt x="212" y="909"/>
                    <a:pt x="211" y="908"/>
                  </a:cubicBezTo>
                  <a:cubicBezTo>
                    <a:pt x="210" y="906"/>
                    <a:pt x="210" y="903"/>
                    <a:pt x="211" y="902"/>
                  </a:cubicBezTo>
                  <a:cubicBezTo>
                    <a:pt x="211" y="900"/>
                    <a:pt x="213" y="898"/>
                    <a:pt x="214" y="897"/>
                  </a:cubicBezTo>
                  <a:cubicBezTo>
                    <a:pt x="214" y="896"/>
                    <a:pt x="214" y="896"/>
                    <a:pt x="214" y="896"/>
                  </a:cubicBezTo>
                  <a:cubicBezTo>
                    <a:pt x="215" y="896"/>
                    <a:pt x="215" y="895"/>
                    <a:pt x="215" y="894"/>
                  </a:cubicBezTo>
                  <a:cubicBezTo>
                    <a:pt x="216" y="892"/>
                    <a:pt x="217" y="892"/>
                    <a:pt x="218" y="891"/>
                  </a:cubicBezTo>
                  <a:cubicBezTo>
                    <a:pt x="218" y="891"/>
                    <a:pt x="218" y="891"/>
                    <a:pt x="218" y="890"/>
                  </a:cubicBezTo>
                  <a:cubicBezTo>
                    <a:pt x="219" y="889"/>
                    <a:pt x="219" y="888"/>
                    <a:pt x="220" y="887"/>
                  </a:cubicBezTo>
                  <a:cubicBezTo>
                    <a:pt x="221" y="885"/>
                    <a:pt x="222" y="885"/>
                    <a:pt x="223" y="885"/>
                  </a:cubicBezTo>
                  <a:cubicBezTo>
                    <a:pt x="223" y="883"/>
                    <a:pt x="225" y="881"/>
                    <a:pt x="227" y="880"/>
                  </a:cubicBezTo>
                  <a:cubicBezTo>
                    <a:pt x="226" y="880"/>
                    <a:pt x="226" y="880"/>
                    <a:pt x="226" y="880"/>
                  </a:cubicBezTo>
                  <a:cubicBezTo>
                    <a:pt x="224" y="880"/>
                    <a:pt x="223" y="879"/>
                    <a:pt x="222" y="878"/>
                  </a:cubicBezTo>
                  <a:cubicBezTo>
                    <a:pt x="216" y="878"/>
                    <a:pt x="213" y="871"/>
                    <a:pt x="211" y="867"/>
                  </a:cubicBezTo>
                  <a:cubicBezTo>
                    <a:pt x="211" y="867"/>
                    <a:pt x="211" y="867"/>
                    <a:pt x="211" y="867"/>
                  </a:cubicBezTo>
                  <a:cubicBezTo>
                    <a:pt x="210" y="867"/>
                    <a:pt x="210" y="867"/>
                    <a:pt x="210" y="867"/>
                  </a:cubicBezTo>
                  <a:cubicBezTo>
                    <a:pt x="210" y="867"/>
                    <a:pt x="204" y="865"/>
                    <a:pt x="203" y="862"/>
                  </a:cubicBezTo>
                  <a:cubicBezTo>
                    <a:pt x="201" y="859"/>
                    <a:pt x="202" y="855"/>
                    <a:pt x="204" y="850"/>
                  </a:cubicBezTo>
                  <a:cubicBezTo>
                    <a:pt x="204" y="848"/>
                    <a:pt x="205" y="847"/>
                    <a:pt x="205" y="847"/>
                  </a:cubicBezTo>
                  <a:cubicBezTo>
                    <a:pt x="205" y="844"/>
                    <a:pt x="205" y="842"/>
                    <a:pt x="205" y="841"/>
                  </a:cubicBezTo>
                  <a:cubicBezTo>
                    <a:pt x="203" y="841"/>
                    <a:pt x="198" y="841"/>
                    <a:pt x="198" y="834"/>
                  </a:cubicBezTo>
                  <a:cubicBezTo>
                    <a:pt x="198" y="833"/>
                    <a:pt x="198" y="832"/>
                    <a:pt x="198" y="831"/>
                  </a:cubicBezTo>
                  <a:cubicBezTo>
                    <a:pt x="198" y="831"/>
                    <a:pt x="197" y="830"/>
                    <a:pt x="197" y="830"/>
                  </a:cubicBezTo>
                  <a:cubicBezTo>
                    <a:pt x="192" y="825"/>
                    <a:pt x="194" y="821"/>
                    <a:pt x="195" y="819"/>
                  </a:cubicBezTo>
                  <a:cubicBezTo>
                    <a:pt x="196" y="818"/>
                    <a:pt x="196" y="818"/>
                    <a:pt x="196" y="818"/>
                  </a:cubicBezTo>
                  <a:cubicBezTo>
                    <a:pt x="195" y="817"/>
                    <a:pt x="192" y="815"/>
                    <a:pt x="185" y="812"/>
                  </a:cubicBezTo>
                  <a:cubicBezTo>
                    <a:pt x="184" y="812"/>
                    <a:pt x="183" y="812"/>
                    <a:pt x="182" y="812"/>
                  </a:cubicBezTo>
                  <a:cubicBezTo>
                    <a:pt x="183" y="813"/>
                    <a:pt x="184" y="814"/>
                    <a:pt x="184" y="816"/>
                  </a:cubicBezTo>
                  <a:cubicBezTo>
                    <a:pt x="185" y="821"/>
                    <a:pt x="181" y="826"/>
                    <a:pt x="176" y="827"/>
                  </a:cubicBezTo>
                  <a:cubicBezTo>
                    <a:pt x="175" y="827"/>
                    <a:pt x="174" y="827"/>
                    <a:pt x="174" y="827"/>
                  </a:cubicBezTo>
                  <a:cubicBezTo>
                    <a:pt x="174" y="827"/>
                    <a:pt x="173" y="827"/>
                    <a:pt x="172" y="827"/>
                  </a:cubicBezTo>
                  <a:cubicBezTo>
                    <a:pt x="172" y="827"/>
                    <a:pt x="171" y="828"/>
                    <a:pt x="171" y="828"/>
                  </a:cubicBezTo>
                  <a:cubicBezTo>
                    <a:pt x="171" y="828"/>
                    <a:pt x="170" y="829"/>
                    <a:pt x="169" y="830"/>
                  </a:cubicBezTo>
                  <a:cubicBezTo>
                    <a:pt x="167" y="831"/>
                    <a:pt x="166" y="831"/>
                    <a:pt x="164" y="831"/>
                  </a:cubicBezTo>
                  <a:cubicBezTo>
                    <a:pt x="163" y="832"/>
                    <a:pt x="162" y="832"/>
                    <a:pt x="161" y="833"/>
                  </a:cubicBezTo>
                  <a:cubicBezTo>
                    <a:pt x="161" y="833"/>
                    <a:pt x="161" y="833"/>
                    <a:pt x="161" y="833"/>
                  </a:cubicBezTo>
                  <a:cubicBezTo>
                    <a:pt x="161" y="835"/>
                    <a:pt x="161" y="838"/>
                    <a:pt x="158" y="840"/>
                  </a:cubicBezTo>
                  <a:cubicBezTo>
                    <a:pt x="154" y="843"/>
                    <a:pt x="148" y="841"/>
                    <a:pt x="145" y="840"/>
                  </a:cubicBezTo>
                  <a:cubicBezTo>
                    <a:pt x="143" y="839"/>
                    <a:pt x="141" y="838"/>
                    <a:pt x="138" y="837"/>
                  </a:cubicBezTo>
                  <a:cubicBezTo>
                    <a:pt x="137" y="837"/>
                    <a:pt x="136" y="836"/>
                    <a:pt x="135" y="835"/>
                  </a:cubicBezTo>
                  <a:cubicBezTo>
                    <a:pt x="134" y="835"/>
                    <a:pt x="133" y="834"/>
                    <a:pt x="132" y="834"/>
                  </a:cubicBezTo>
                  <a:cubicBezTo>
                    <a:pt x="131" y="833"/>
                    <a:pt x="129" y="832"/>
                    <a:pt x="128" y="832"/>
                  </a:cubicBezTo>
                  <a:cubicBezTo>
                    <a:pt x="126" y="832"/>
                    <a:pt x="124" y="831"/>
                    <a:pt x="122" y="831"/>
                  </a:cubicBezTo>
                  <a:cubicBezTo>
                    <a:pt x="122" y="831"/>
                    <a:pt x="122" y="831"/>
                    <a:pt x="121" y="831"/>
                  </a:cubicBezTo>
                  <a:cubicBezTo>
                    <a:pt x="121" y="831"/>
                    <a:pt x="120" y="831"/>
                    <a:pt x="119" y="831"/>
                  </a:cubicBezTo>
                  <a:cubicBezTo>
                    <a:pt x="119" y="831"/>
                    <a:pt x="119" y="831"/>
                    <a:pt x="118" y="831"/>
                  </a:cubicBezTo>
                  <a:cubicBezTo>
                    <a:pt x="118" y="831"/>
                    <a:pt x="118" y="832"/>
                    <a:pt x="118" y="832"/>
                  </a:cubicBezTo>
                  <a:cubicBezTo>
                    <a:pt x="117" y="832"/>
                    <a:pt x="116" y="833"/>
                    <a:pt x="115" y="833"/>
                  </a:cubicBezTo>
                  <a:cubicBezTo>
                    <a:pt x="115" y="833"/>
                    <a:pt x="114" y="834"/>
                    <a:pt x="113" y="834"/>
                  </a:cubicBezTo>
                  <a:cubicBezTo>
                    <a:pt x="112" y="835"/>
                    <a:pt x="111" y="835"/>
                    <a:pt x="110" y="835"/>
                  </a:cubicBezTo>
                  <a:cubicBezTo>
                    <a:pt x="110" y="835"/>
                    <a:pt x="110" y="835"/>
                    <a:pt x="110" y="835"/>
                  </a:cubicBezTo>
                  <a:cubicBezTo>
                    <a:pt x="110" y="836"/>
                    <a:pt x="110" y="837"/>
                    <a:pt x="109" y="838"/>
                  </a:cubicBezTo>
                  <a:cubicBezTo>
                    <a:pt x="108" y="839"/>
                    <a:pt x="107" y="840"/>
                    <a:pt x="106" y="841"/>
                  </a:cubicBezTo>
                  <a:cubicBezTo>
                    <a:pt x="106" y="842"/>
                    <a:pt x="106" y="842"/>
                    <a:pt x="105" y="843"/>
                  </a:cubicBezTo>
                  <a:cubicBezTo>
                    <a:pt x="104" y="844"/>
                    <a:pt x="104" y="845"/>
                    <a:pt x="103" y="845"/>
                  </a:cubicBezTo>
                  <a:cubicBezTo>
                    <a:pt x="102" y="846"/>
                    <a:pt x="102" y="846"/>
                    <a:pt x="102" y="846"/>
                  </a:cubicBezTo>
                  <a:cubicBezTo>
                    <a:pt x="102" y="846"/>
                    <a:pt x="101" y="847"/>
                    <a:pt x="101" y="847"/>
                  </a:cubicBezTo>
                  <a:cubicBezTo>
                    <a:pt x="100" y="848"/>
                    <a:pt x="98" y="850"/>
                    <a:pt x="95" y="850"/>
                  </a:cubicBezTo>
                  <a:cubicBezTo>
                    <a:pt x="93" y="850"/>
                    <a:pt x="90" y="849"/>
                    <a:pt x="88" y="847"/>
                  </a:cubicBezTo>
                  <a:cubicBezTo>
                    <a:pt x="88" y="846"/>
                    <a:pt x="85" y="841"/>
                    <a:pt x="84" y="839"/>
                  </a:cubicBezTo>
                  <a:cubicBezTo>
                    <a:pt x="84" y="837"/>
                    <a:pt x="84" y="836"/>
                    <a:pt x="84" y="835"/>
                  </a:cubicBezTo>
                  <a:cubicBezTo>
                    <a:pt x="84" y="835"/>
                    <a:pt x="84" y="835"/>
                    <a:pt x="84" y="835"/>
                  </a:cubicBezTo>
                  <a:cubicBezTo>
                    <a:pt x="83" y="834"/>
                    <a:pt x="82" y="834"/>
                    <a:pt x="81" y="833"/>
                  </a:cubicBezTo>
                  <a:cubicBezTo>
                    <a:pt x="80" y="831"/>
                    <a:pt x="79" y="830"/>
                    <a:pt x="79" y="830"/>
                  </a:cubicBezTo>
                  <a:cubicBezTo>
                    <a:pt x="79" y="829"/>
                    <a:pt x="79" y="829"/>
                    <a:pt x="79" y="830"/>
                  </a:cubicBezTo>
                  <a:cubicBezTo>
                    <a:pt x="78" y="825"/>
                    <a:pt x="78" y="825"/>
                    <a:pt x="78" y="825"/>
                  </a:cubicBezTo>
                  <a:cubicBezTo>
                    <a:pt x="78" y="830"/>
                    <a:pt x="78" y="830"/>
                    <a:pt x="78" y="830"/>
                  </a:cubicBezTo>
                  <a:cubicBezTo>
                    <a:pt x="78" y="830"/>
                    <a:pt x="77" y="830"/>
                    <a:pt x="77" y="831"/>
                  </a:cubicBezTo>
                  <a:cubicBezTo>
                    <a:pt x="76" y="832"/>
                    <a:pt x="76" y="833"/>
                    <a:pt x="75" y="834"/>
                  </a:cubicBezTo>
                  <a:cubicBezTo>
                    <a:pt x="74" y="835"/>
                    <a:pt x="74" y="835"/>
                    <a:pt x="74" y="835"/>
                  </a:cubicBezTo>
                  <a:cubicBezTo>
                    <a:pt x="71" y="838"/>
                    <a:pt x="67" y="844"/>
                    <a:pt x="61" y="844"/>
                  </a:cubicBezTo>
                  <a:cubicBezTo>
                    <a:pt x="59" y="844"/>
                    <a:pt x="56" y="843"/>
                    <a:pt x="53" y="840"/>
                  </a:cubicBezTo>
                  <a:cubicBezTo>
                    <a:pt x="52" y="839"/>
                    <a:pt x="52" y="838"/>
                    <a:pt x="51" y="838"/>
                  </a:cubicBezTo>
                  <a:cubicBezTo>
                    <a:pt x="51" y="837"/>
                    <a:pt x="51" y="837"/>
                    <a:pt x="51" y="836"/>
                  </a:cubicBezTo>
                  <a:cubicBezTo>
                    <a:pt x="51" y="836"/>
                    <a:pt x="51" y="836"/>
                    <a:pt x="51" y="836"/>
                  </a:cubicBezTo>
                  <a:cubicBezTo>
                    <a:pt x="49" y="836"/>
                    <a:pt x="48" y="835"/>
                    <a:pt x="47" y="834"/>
                  </a:cubicBezTo>
                  <a:cubicBezTo>
                    <a:pt x="44" y="833"/>
                    <a:pt x="43" y="831"/>
                    <a:pt x="42" y="829"/>
                  </a:cubicBezTo>
                  <a:cubicBezTo>
                    <a:pt x="42" y="826"/>
                    <a:pt x="43" y="823"/>
                    <a:pt x="45" y="822"/>
                  </a:cubicBezTo>
                  <a:cubicBezTo>
                    <a:pt x="45" y="821"/>
                    <a:pt x="45" y="821"/>
                    <a:pt x="46" y="820"/>
                  </a:cubicBezTo>
                  <a:cubicBezTo>
                    <a:pt x="45" y="819"/>
                    <a:pt x="45" y="817"/>
                    <a:pt x="46" y="815"/>
                  </a:cubicBezTo>
                  <a:cubicBezTo>
                    <a:pt x="46" y="813"/>
                    <a:pt x="48" y="811"/>
                    <a:pt x="50" y="811"/>
                  </a:cubicBezTo>
                  <a:cubicBezTo>
                    <a:pt x="50" y="811"/>
                    <a:pt x="50" y="810"/>
                    <a:pt x="50" y="810"/>
                  </a:cubicBezTo>
                  <a:cubicBezTo>
                    <a:pt x="50" y="810"/>
                    <a:pt x="50" y="810"/>
                    <a:pt x="49" y="810"/>
                  </a:cubicBezTo>
                  <a:cubicBezTo>
                    <a:pt x="46" y="808"/>
                    <a:pt x="45" y="805"/>
                    <a:pt x="47" y="801"/>
                  </a:cubicBezTo>
                  <a:cubicBezTo>
                    <a:pt x="47" y="800"/>
                    <a:pt x="47" y="799"/>
                    <a:pt x="46" y="799"/>
                  </a:cubicBezTo>
                  <a:cubicBezTo>
                    <a:pt x="46" y="798"/>
                    <a:pt x="45" y="796"/>
                    <a:pt x="46" y="793"/>
                  </a:cubicBezTo>
                  <a:cubicBezTo>
                    <a:pt x="47" y="791"/>
                    <a:pt x="48" y="790"/>
                    <a:pt x="49" y="789"/>
                  </a:cubicBezTo>
                  <a:cubicBezTo>
                    <a:pt x="49" y="789"/>
                    <a:pt x="49" y="788"/>
                    <a:pt x="49" y="787"/>
                  </a:cubicBezTo>
                  <a:cubicBezTo>
                    <a:pt x="48" y="786"/>
                    <a:pt x="48" y="784"/>
                    <a:pt x="48" y="783"/>
                  </a:cubicBezTo>
                  <a:cubicBezTo>
                    <a:pt x="48" y="782"/>
                    <a:pt x="48" y="781"/>
                    <a:pt x="48" y="781"/>
                  </a:cubicBezTo>
                  <a:cubicBezTo>
                    <a:pt x="48" y="780"/>
                    <a:pt x="48" y="779"/>
                    <a:pt x="49" y="779"/>
                  </a:cubicBezTo>
                  <a:cubicBezTo>
                    <a:pt x="48" y="777"/>
                    <a:pt x="48" y="775"/>
                    <a:pt x="48" y="774"/>
                  </a:cubicBezTo>
                  <a:cubicBezTo>
                    <a:pt x="47" y="773"/>
                    <a:pt x="47" y="773"/>
                    <a:pt x="46" y="772"/>
                  </a:cubicBezTo>
                  <a:cubicBezTo>
                    <a:pt x="45" y="771"/>
                    <a:pt x="45" y="771"/>
                    <a:pt x="45" y="771"/>
                  </a:cubicBezTo>
                  <a:cubicBezTo>
                    <a:pt x="44" y="770"/>
                    <a:pt x="43" y="770"/>
                    <a:pt x="42" y="768"/>
                  </a:cubicBezTo>
                  <a:cubicBezTo>
                    <a:pt x="41" y="767"/>
                    <a:pt x="41" y="766"/>
                    <a:pt x="41" y="765"/>
                  </a:cubicBezTo>
                  <a:cubicBezTo>
                    <a:pt x="41" y="765"/>
                    <a:pt x="40" y="764"/>
                    <a:pt x="40" y="763"/>
                  </a:cubicBezTo>
                  <a:cubicBezTo>
                    <a:pt x="39" y="761"/>
                    <a:pt x="40" y="759"/>
                    <a:pt x="40" y="758"/>
                  </a:cubicBezTo>
                  <a:cubicBezTo>
                    <a:pt x="40" y="758"/>
                    <a:pt x="39" y="757"/>
                    <a:pt x="39" y="756"/>
                  </a:cubicBezTo>
                  <a:cubicBezTo>
                    <a:pt x="38" y="756"/>
                    <a:pt x="38" y="755"/>
                    <a:pt x="38" y="755"/>
                  </a:cubicBezTo>
                  <a:cubicBezTo>
                    <a:pt x="37" y="755"/>
                    <a:pt x="37" y="755"/>
                    <a:pt x="36" y="755"/>
                  </a:cubicBezTo>
                  <a:cubicBezTo>
                    <a:pt x="35" y="756"/>
                    <a:pt x="34" y="757"/>
                    <a:pt x="33" y="758"/>
                  </a:cubicBezTo>
                  <a:cubicBezTo>
                    <a:pt x="32" y="758"/>
                    <a:pt x="32" y="758"/>
                    <a:pt x="32" y="758"/>
                  </a:cubicBezTo>
                  <a:cubicBezTo>
                    <a:pt x="31" y="759"/>
                    <a:pt x="30" y="759"/>
                    <a:pt x="29" y="759"/>
                  </a:cubicBezTo>
                  <a:cubicBezTo>
                    <a:pt x="29" y="759"/>
                    <a:pt x="29" y="759"/>
                    <a:pt x="29" y="759"/>
                  </a:cubicBezTo>
                  <a:cubicBezTo>
                    <a:pt x="28" y="759"/>
                    <a:pt x="26" y="758"/>
                    <a:pt x="25" y="757"/>
                  </a:cubicBezTo>
                  <a:cubicBezTo>
                    <a:pt x="22" y="754"/>
                    <a:pt x="22" y="754"/>
                    <a:pt x="21" y="753"/>
                  </a:cubicBezTo>
                  <a:cubicBezTo>
                    <a:pt x="21" y="753"/>
                    <a:pt x="21" y="753"/>
                    <a:pt x="21" y="752"/>
                  </a:cubicBezTo>
                  <a:cubicBezTo>
                    <a:pt x="20" y="750"/>
                    <a:pt x="20" y="748"/>
                    <a:pt x="20" y="747"/>
                  </a:cubicBezTo>
                  <a:cubicBezTo>
                    <a:pt x="19" y="745"/>
                    <a:pt x="19" y="745"/>
                    <a:pt x="19" y="745"/>
                  </a:cubicBezTo>
                  <a:cubicBezTo>
                    <a:pt x="17" y="744"/>
                    <a:pt x="16" y="743"/>
                    <a:pt x="14" y="740"/>
                  </a:cubicBezTo>
                  <a:cubicBezTo>
                    <a:pt x="13" y="739"/>
                    <a:pt x="13" y="739"/>
                    <a:pt x="13" y="739"/>
                  </a:cubicBezTo>
                  <a:cubicBezTo>
                    <a:pt x="10" y="734"/>
                    <a:pt x="8" y="731"/>
                    <a:pt x="9" y="728"/>
                  </a:cubicBezTo>
                  <a:cubicBezTo>
                    <a:pt x="10" y="726"/>
                    <a:pt x="12" y="724"/>
                    <a:pt x="15" y="723"/>
                  </a:cubicBezTo>
                  <a:cubicBezTo>
                    <a:pt x="15" y="723"/>
                    <a:pt x="16" y="723"/>
                    <a:pt x="16" y="722"/>
                  </a:cubicBezTo>
                  <a:cubicBezTo>
                    <a:pt x="17" y="721"/>
                    <a:pt x="18" y="720"/>
                    <a:pt x="18" y="719"/>
                  </a:cubicBezTo>
                  <a:cubicBezTo>
                    <a:pt x="17" y="719"/>
                    <a:pt x="17" y="718"/>
                    <a:pt x="17" y="718"/>
                  </a:cubicBezTo>
                  <a:cubicBezTo>
                    <a:pt x="15" y="716"/>
                    <a:pt x="14" y="714"/>
                    <a:pt x="13" y="711"/>
                  </a:cubicBezTo>
                  <a:cubicBezTo>
                    <a:pt x="13" y="708"/>
                    <a:pt x="14" y="706"/>
                    <a:pt x="15" y="704"/>
                  </a:cubicBezTo>
                  <a:cubicBezTo>
                    <a:pt x="15" y="703"/>
                    <a:pt x="15" y="703"/>
                    <a:pt x="15" y="702"/>
                  </a:cubicBezTo>
                  <a:cubicBezTo>
                    <a:pt x="15" y="701"/>
                    <a:pt x="15" y="699"/>
                    <a:pt x="14" y="697"/>
                  </a:cubicBezTo>
                  <a:cubicBezTo>
                    <a:pt x="14" y="697"/>
                    <a:pt x="13" y="697"/>
                    <a:pt x="12" y="696"/>
                  </a:cubicBezTo>
                  <a:cubicBezTo>
                    <a:pt x="10" y="694"/>
                    <a:pt x="9" y="692"/>
                    <a:pt x="9" y="690"/>
                  </a:cubicBezTo>
                  <a:cubicBezTo>
                    <a:pt x="8" y="690"/>
                    <a:pt x="8" y="690"/>
                    <a:pt x="8" y="690"/>
                  </a:cubicBezTo>
                  <a:cubicBezTo>
                    <a:pt x="7" y="690"/>
                    <a:pt x="4" y="689"/>
                    <a:pt x="3" y="686"/>
                  </a:cubicBezTo>
                  <a:cubicBezTo>
                    <a:pt x="2" y="683"/>
                    <a:pt x="1" y="677"/>
                    <a:pt x="2" y="674"/>
                  </a:cubicBezTo>
                  <a:cubicBezTo>
                    <a:pt x="3" y="673"/>
                    <a:pt x="3" y="672"/>
                    <a:pt x="4" y="672"/>
                  </a:cubicBezTo>
                  <a:cubicBezTo>
                    <a:pt x="4" y="671"/>
                    <a:pt x="5" y="671"/>
                    <a:pt x="5" y="670"/>
                  </a:cubicBezTo>
                  <a:cubicBezTo>
                    <a:pt x="5" y="670"/>
                    <a:pt x="5" y="670"/>
                    <a:pt x="5" y="669"/>
                  </a:cubicBezTo>
                  <a:cubicBezTo>
                    <a:pt x="5" y="669"/>
                    <a:pt x="5" y="669"/>
                    <a:pt x="5" y="668"/>
                  </a:cubicBezTo>
                  <a:cubicBezTo>
                    <a:pt x="4" y="667"/>
                    <a:pt x="3" y="666"/>
                    <a:pt x="2" y="665"/>
                  </a:cubicBezTo>
                  <a:cubicBezTo>
                    <a:pt x="1" y="664"/>
                    <a:pt x="0" y="662"/>
                    <a:pt x="1" y="660"/>
                  </a:cubicBezTo>
                  <a:cubicBezTo>
                    <a:pt x="2" y="658"/>
                    <a:pt x="3" y="657"/>
                    <a:pt x="5" y="657"/>
                  </a:cubicBezTo>
                  <a:cubicBezTo>
                    <a:pt x="6" y="657"/>
                    <a:pt x="6" y="657"/>
                    <a:pt x="7" y="657"/>
                  </a:cubicBezTo>
                  <a:cubicBezTo>
                    <a:pt x="8" y="657"/>
                    <a:pt x="9" y="657"/>
                    <a:pt x="10" y="657"/>
                  </a:cubicBezTo>
                  <a:cubicBezTo>
                    <a:pt x="12" y="657"/>
                    <a:pt x="13" y="657"/>
                    <a:pt x="14" y="658"/>
                  </a:cubicBezTo>
                  <a:cubicBezTo>
                    <a:pt x="15" y="658"/>
                    <a:pt x="15" y="658"/>
                    <a:pt x="15" y="658"/>
                  </a:cubicBezTo>
                  <a:cubicBezTo>
                    <a:pt x="15" y="658"/>
                    <a:pt x="16" y="658"/>
                    <a:pt x="16" y="657"/>
                  </a:cubicBezTo>
                  <a:cubicBezTo>
                    <a:pt x="17" y="657"/>
                    <a:pt x="19" y="657"/>
                    <a:pt x="20" y="657"/>
                  </a:cubicBezTo>
                  <a:cubicBezTo>
                    <a:pt x="20" y="657"/>
                    <a:pt x="20" y="657"/>
                    <a:pt x="20" y="657"/>
                  </a:cubicBezTo>
                  <a:cubicBezTo>
                    <a:pt x="20" y="657"/>
                    <a:pt x="20" y="656"/>
                    <a:pt x="20" y="656"/>
                  </a:cubicBezTo>
                  <a:cubicBezTo>
                    <a:pt x="21" y="655"/>
                    <a:pt x="22" y="654"/>
                    <a:pt x="23" y="654"/>
                  </a:cubicBezTo>
                  <a:cubicBezTo>
                    <a:pt x="24" y="653"/>
                    <a:pt x="24" y="653"/>
                    <a:pt x="25" y="653"/>
                  </a:cubicBezTo>
                  <a:cubicBezTo>
                    <a:pt x="26" y="652"/>
                    <a:pt x="27" y="651"/>
                    <a:pt x="27" y="651"/>
                  </a:cubicBezTo>
                  <a:cubicBezTo>
                    <a:pt x="27" y="650"/>
                    <a:pt x="27" y="648"/>
                    <a:pt x="28" y="647"/>
                  </a:cubicBezTo>
                  <a:cubicBezTo>
                    <a:pt x="28" y="647"/>
                    <a:pt x="28" y="647"/>
                    <a:pt x="28" y="646"/>
                  </a:cubicBezTo>
                  <a:cubicBezTo>
                    <a:pt x="28" y="646"/>
                    <a:pt x="28" y="646"/>
                    <a:pt x="28" y="646"/>
                  </a:cubicBezTo>
                  <a:cubicBezTo>
                    <a:pt x="27" y="644"/>
                    <a:pt x="27" y="644"/>
                    <a:pt x="27" y="644"/>
                  </a:cubicBezTo>
                  <a:cubicBezTo>
                    <a:pt x="26" y="643"/>
                    <a:pt x="26" y="642"/>
                    <a:pt x="26" y="641"/>
                  </a:cubicBezTo>
                  <a:cubicBezTo>
                    <a:pt x="26" y="639"/>
                    <a:pt x="26" y="638"/>
                    <a:pt x="26" y="636"/>
                  </a:cubicBezTo>
                  <a:cubicBezTo>
                    <a:pt x="28" y="630"/>
                    <a:pt x="29" y="623"/>
                    <a:pt x="32" y="616"/>
                  </a:cubicBezTo>
                  <a:cubicBezTo>
                    <a:pt x="33" y="610"/>
                    <a:pt x="33" y="610"/>
                    <a:pt x="33" y="610"/>
                  </a:cubicBezTo>
                  <a:cubicBezTo>
                    <a:pt x="34" y="608"/>
                    <a:pt x="35" y="607"/>
                    <a:pt x="37" y="606"/>
                  </a:cubicBezTo>
                  <a:cubicBezTo>
                    <a:pt x="46" y="605"/>
                    <a:pt x="46" y="605"/>
                    <a:pt x="46" y="605"/>
                  </a:cubicBezTo>
                  <a:cubicBezTo>
                    <a:pt x="46" y="605"/>
                    <a:pt x="46" y="605"/>
                    <a:pt x="47" y="604"/>
                  </a:cubicBezTo>
                  <a:cubicBezTo>
                    <a:pt x="47" y="604"/>
                    <a:pt x="47" y="604"/>
                    <a:pt x="47" y="603"/>
                  </a:cubicBezTo>
                  <a:cubicBezTo>
                    <a:pt x="48" y="602"/>
                    <a:pt x="49" y="601"/>
                    <a:pt x="51" y="600"/>
                  </a:cubicBezTo>
                  <a:cubicBezTo>
                    <a:pt x="59" y="600"/>
                    <a:pt x="62" y="605"/>
                    <a:pt x="65" y="609"/>
                  </a:cubicBezTo>
                  <a:cubicBezTo>
                    <a:pt x="65" y="610"/>
                    <a:pt x="66" y="611"/>
                    <a:pt x="66" y="612"/>
                  </a:cubicBezTo>
                  <a:cubicBezTo>
                    <a:pt x="69" y="615"/>
                    <a:pt x="72" y="618"/>
                    <a:pt x="76" y="620"/>
                  </a:cubicBezTo>
                  <a:cubicBezTo>
                    <a:pt x="77" y="621"/>
                    <a:pt x="78" y="622"/>
                    <a:pt x="79" y="623"/>
                  </a:cubicBezTo>
                  <a:cubicBezTo>
                    <a:pt x="83" y="626"/>
                    <a:pt x="84" y="628"/>
                    <a:pt x="86" y="631"/>
                  </a:cubicBezTo>
                  <a:cubicBezTo>
                    <a:pt x="86" y="630"/>
                    <a:pt x="87" y="630"/>
                    <a:pt x="87" y="630"/>
                  </a:cubicBezTo>
                  <a:cubicBezTo>
                    <a:pt x="87" y="629"/>
                    <a:pt x="87" y="627"/>
                    <a:pt x="88" y="626"/>
                  </a:cubicBezTo>
                  <a:cubicBezTo>
                    <a:pt x="90" y="624"/>
                    <a:pt x="91" y="623"/>
                    <a:pt x="92" y="622"/>
                  </a:cubicBezTo>
                  <a:cubicBezTo>
                    <a:pt x="94" y="622"/>
                    <a:pt x="94" y="621"/>
                    <a:pt x="94" y="621"/>
                  </a:cubicBezTo>
                  <a:cubicBezTo>
                    <a:pt x="94" y="620"/>
                    <a:pt x="94" y="620"/>
                    <a:pt x="94" y="620"/>
                  </a:cubicBezTo>
                  <a:cubicBezTo>
                    <a:pt x="94" y="615"/>
                    <a:pt x="97" y="614"/>
                    <a:pt x="99" y="614"/>
                  </a:cubicBezTo>
                  <a:cubicBezTo>
                    <a:pt x="99" y="614"/>
                    <a:pt x="100" y="614"/>
                    <a:pt x="101" y="614"/>
                  </a:cubicBezTo>
                  <a:cubicBezTo>
                    <a:pt x="101" y="614"/>
                    <a:pt x="101" y="614"/>
                    <a:pt x="102" y="614"/>
                  </a:cubicBezTo>
                  <a:cubicBezTo>
                    <a:pt x="104" y="614"/>
                    <a:pt x="105" y="614"/>
                    <a:pt x="107" y="614"/>
                  </a:cubicBezTo>
                  <a:cubicBezTo>
                    <a:pt x="109" y="614"/>
                    <a:pt x="111" y="614"/>
                    <a:pt x="113" y="614"/>
                  </a:cubicBezTo>
                  <a:cubicBezTo>
                    <a:pt x="118" y="614"/>
                    <a:pt x="118" y="614"/>
                    <a:pt x="118" y="614"/>
                  </a:cubicBezTo>
                  <a:cubicBezTo>
                    <a:pt x="118" y="614"/>
                    <a:pt x="118" y="614"/>
                    <a:pt x="118" y="614"/>
                  </a:cubicBezTo>
                  <a:cubicBezTo>
                    <a:pt x="123" y="614"/>
                    <a:pt x="127" y="615"/>
                    <a:pt x="131" y="616"/>
                  </a:cubicBezTo>
                  <a:cubicBezTo>
                    <a:pt x="134" y="617"/>
                    <a:pt x="137" y="619"/>
                    <a:pt x="140" y="618"/>
                  </a:cubicBezTo>
                  <a:cubicBezTo>
                    <a:pt x="145" y="618"/>
                    <a:pt x="147" y="617"/>
                    <a:pt x="151" y="618"/>
                  </a:cubicBezTo>
                  <a:cubicBezTo>
                    <a:pt x="152" y="618"/>
                    <a:pt x="153" y="618"/>
                    <a:pt x="154" y="617"/>
                  </a:cubicBezTo>
                  <a:cubicBezTo>
                    <a:pt x="155" y="616"/>
                    <a:pt x="156" y="616"/>
                    <a:pt x="157" y="615"/>
                  </a:cubicBezTo>
                  <a:cubicBezTo>
                    <a:pt x="160" y="614"/>
                    <a:pt x="165" y="614"/>
                    <a:pt x="168" y="614"/>
                  </a:cubicBezTo>
                  <a:cubicBezTo>
                    <a:pt x="169" y="614"/>
                    <a:pt x="170" y="614"/>
                    <a:pt x="172" y="614"/>
                  </a:cubicBezTo>
                  <a:cubicBezTo>
                    <a:pt x="171" y="613"/>
                    <a:pt x="171" y="611"/>
                    <a:pt x="171" y="610"/>
                  </a:cubicBezTo>
                  <a:cubicBezTo>
                    <a:pt x="171" y="607"/>
                    <a:pt x="173" y="604"/>
                    <a:pt x="175" y="602"/>
                  </a:cubicBezTo>
                  <a:cubicBezTo>
                    <a:pt x="176" y="600"/>
                    <a:pt x="179" y="598"/>
                    <a:pt x="182" y="598"/>
                  </a:cubicBezTo>
                  <a:cubicBezTo>
                    <a:pt x="183" y="598"/>
                    <a:pt x="185" y="599"/>
                    <a:pt x="186" y="600"/>
                  </a:cubicBezTo>
                  <a:cubicBezTo>
                    <a:pt x="187" y="601"/>
                    <a:pt x="188" y="602"/>
                    <a:pt x="188" y="604"/>
                  </a:cubicBezTo>
                  <a:cubicBezTo>
                    <a:pt x="188" y="606"/>
                    <a:pt x="187" y="608"/>
                    <a:pt x="187" y="610"/>
                  </a:cubicBezTo>
                  <a:cubicBezTo>
                    <a:pt x="220" y="610"/>
                    <a:pt x="254" y="610"/>
                    <a:pt x="287" y="610"/>
                  </a:cubicBezTo>
                  <a:cubicBezTo>
                    <a:pt x="318" y="610"/>
                    <a:pt x="350" y="610"/>
                    <a:pt x="381" y="610"/>
                  </a:cubicBezTo>
                  <a:cubicBezTo>
                    <a:pt x="388" y="610"/>
                    <a:pt x="396" y="610"/>
                    <a:pt x="403" y="610"/>
                  </a:cubicBezTo>
                  <a:cubicBezTo>
                    <a:pt x="409" y="610"/>
                    <a:pt x="409" y="610"/>
                    <a:pt x="409" y="610"/>
                  </a:cubicBezTo>
                  <a:cubicBezTo>
                    <a:pt x="410" y="607"/>
                    <a:pt x="410" y="603"/>
                    <a:pt x="411" y="596"/>
                  </a:cubicBezTo>
                  <a:cubicBezTo>
                    <a:pt x="412" y="594"/>
                    <a:pt x="412" y="593"/>
                    <a:pt x="412" y="593"/>
                  </a:cubicBezTo>
                  <a:cubicBezTo>
                    <a:pt x="412" y="590"/>
                    <a:pt x="413" y="587"/>
                    <a:pt x="414" y="585"/>
                  </a:cubicBezTo>
                  <a:cubicBezTo>
                    <a:pt x="415" y="579"/>
                    <a:pt x="416" y="574"/>
                    <a:pt x="416" y="570"/>
                  </a:cubicBezTo>
                  <a:cubicBezTo>
                    <a:pt x="416" y="569"/>
                    <a:pt x="416" y="568"/>
                    <a:pt x="416" y="567"/>
                  </a:cubicBezTo>
                  <a:cubicBezTo>
                    <a:pt x="417" y="565"/>
                    <a:pt x="417" y="562"/>
                    <a:pt x="416" y="562"/>
                  </a:cubicBezTo>
                  <a:cubicBezTo>
                    <a:pt x="416" y="561"/>
                    <a:pt x="414" y="560"/>
                    <a:pt x="413" y="560"/>
                  </a:cubicBezTo>
                  <a:cubicBezTo>
                    <a:pt x="412" y="559"/>
                    <a:pt x="412" y="559"/>
                    <a:pt x="411" y="558"/>
                  </a:cubicBezTo>
                  <a:cubicBezTo>
                    <a:pt x="411" y="558"/>
                    <a:pt x="410" y="558"/>
                    <a:pt x="410" y="557"/>
                  </a:cubicBezTo>
                  <a:cubicBezTo>
                    <a:pt x="407" y="556"/>
                    <a:pt x="404" y="554"/>
                    <a:pt x="403" y="549"/>
                  </a:cubicBezTo>
                  <a:cubicBezTo>
                    <a:pt x="402" y="535"/>
                    <a:pt x="402" y="535"/>
                    <a:pt x="402" y="535"/>
                  </a:cubicBezTo>
                  <a:cubicBezTo>
                    <a:pt x="401" y="522"/>
                    <a:pt x="400" y="510"/>
                    <a:pt x="399" y="497"/>
                  </a:cubicBezTo>
                  <a:cubicBezTo>
                    <a:pt x="392" y="405"/>
                    <a:pt x="392" y="405"/>
                    <a:pt x="392" y="405"/>
                  </a:cubicBezTo>
                  <a:cubicBezTo>
                    <a:pt x="388" y="365"/>
                    <a:pt x="385" y="324"/>
                    <a:pt x="381" y="283"/>
                  </a:cubicBezTo>
                  <a:cubicBezTo>
                    <a:pt x="378" y="244"/>
                    <a:pt x="375" y="204"/>
                    <a:pt x="372" y="165"/>
                  </a:cubicBezTo>
                  <a:cubicBezTo>
                    <a:pt x="370" y="142"/>
                    <a:pt x="368" y="119"/>
                    <a:pt x="366" y="96"/>
                  </a:cubicBezTo>
                  <a:cubicBezTo>
                    <a:pt x="366" y="87"/>
                    <a:pt x="365" y="78"/>
                    <a:pt x="364" y="69"/>
                  </a:cubicBezTo>
                  <a:cubicBezTo>
                    <a:pt x="362" y="48"/>
                    <a:pt x="361" y="26"/>
                    <a:pt x="359" y="5"/>
                  </a:cubicBezTo>
                  <a:cubicBezTo>
                    <a:pt x="359" y="4"/>
                    <a:pt x="360" y="3"/>
                    <a:pt x="360" y="2"/>
                  </a:cubicBezTo>
                  <a:cubicBezTo>
                    <a:pt x="361" y="1"/>
                    <a:pt x="363" y="0"/>
                    <a:pt x="364" y="0"/>
                  </a:cubicBezTo>
                  <a:cubicBezTo>
                    <a:pt x="469" y="0"/>
                    <a:pt x="469" y="0"/>
                    <a:pt x="469" y="0"/>
                  </a:cubicBezTo>
                  <a:cubicBezTo>
                    <a:pt x="469" y="0"/>
                    <a:pt x="470" y="1"/>
                    <a:pt x="471" y="1"/>
                  </a:cubicBezTo>
                  <a:cubicBezTo>
                    <a:pt x="524" y="38"/>
                    <a:pt x="576" y="75"/>
                    <a:pt x="627" y="112"/>
                  </a:cubicBezTo>
                  <a:cubicBezTo>
                    <a:pt x="661" y="136"/>
                    <a:pt x="695" y="162"/>
                    <a:pt x="729" y="188"/>
                  </a:cubicBezTo>
                  <a:cubicBezTo>
                    <a:pt x="747" y="202"/>
                    <a:pt x="766" y="214"/>
                    <a:pt x="781" y="225"/>
                  </a:cubicBezTo>
                  <a:cubicBezTo>
                    <a:pt x="789" y="230"/>
                    <a:pt x="796" y="235"/>
                    <a:pt x="804" y="240"/>
                  </a:cubicBezTo>
                  <a:cubicBezTo>
                    <a:pt x="805" y="241"/>
                    <a:pt x="806" y="241"/>
                    <a:pt x="808" y="242"/>
                  </a:cubicBezTo>
                  <a:cubicBezTo>
                    <a:pt x="815" y="246"/>
                    <a:pt x="823" y="251"/>
                    <a:pt x="824" y="259"/>
                  </a:cubicBezTo>
                  <a:cubicBezTo>
                    <a:pt x="824" y="262"/>
                    <a:pt x="823" y="265"/>
                    <a:pt x="822" y="268"/>
                  </a:cubicBezTo>
                  <a:cubicBezTo>
                    <a:pt x="822" y="270"/>
                    <a:pt x="821" y="272"/>
                    <a:pt x="821" y="274"/>
                  </a:cubicBezTo>
                  <a:cubicBezTo>
                    <a:pt x="822" y="273"/>
                    <a:pt x="823" y="273"/>
                    <a:pt x="823" y="273"/>
                  </a:cubicBezTo>
                  <a:cubicBezTo>
                    <a:pt x="824" y="273"/>
                    <a:pt x="825" y="273"/>
                    <a:pt x="825" y="273"/>
                  </a:cubicBezTo>
                  <a:cubicBezTo>
                    <a:pt x="829" y="274"/>
                    <a:pt x="831" y="277"/>
                    <a:pt x="832" y="278"/>
                  </a:cubicBezTo>
                  <a:cubicBezTo>
                    <a:pt x="832" y="279"/>
                    <a:pt x="832" y="279"/>
                    <a:pt x="833" y="279"/>
                  </a:cubicBezTo>
                  <a:cubicBezTo>
                    <a:pt x="834" y="280"/>
                    <a:pt x="836" y="281"/>
                    <a:pt x="837" y="281"/>
                  </a:cubicBezTo>
                  <a:cubicBezTo>
                    <a:pt x="842" y="282"/>
                    <a:pt x="847" y="284"/>
                    <a:pt x="850" y="289"/>
                  </a:cubicBezTo>
                  <a:cubicBezTo>
                    <a:pt x="852" y="291"/>
                    <a:pt x="852" y="294"/>
                    <a:pt x="851" y="296"/>
                  </a:cubicBezTo>
                  <a:cubicBezTo>
                    <a:pt x="851" y="296"/>
                    <a:pt x="851" y="297"/>
                    <a:pt x="851" y="297"/>
                  </a:cubicBezTo>
                  <a:cubicBezTo>
                    <a:pt x="852" y="298"/>
                    <a:pt x="855" y="301"/>
                    <a:pt x="857" y="302"/>
                  </a:cubicBezTo>
                  <a:cubicBezTo>
                    <a:pt x="858" y="302"/>
                    <a:pt x="858" y="302"/>
                    <a:pt x="858" y="302"/>
                  </a:cubicBezTo>
                  <a:cubicBezTo>
                    <a:pt x="862" y="302"/>
                    <a:pt x="863" y="304"/>
                    <a:pt x="864" y="305"/>
                  </a:cubicBezTo>
                  <a:cubicBezTo>
                    <a:pt x="864" y="305"/>
                    <a:pt x="864" y="304"/>
                    <a:pt x="865" y="304"/>
                  </a:cubicBezTo>
                  <a:cubicBezTo>
                    <a:pt x="865" y="304"/>
                    <a:pt x="865" y="304"/>
                    <a:pt x="865" y="304"/>
                  </a:cubicBezTo>
                  <a:cubicBezTo>
                    <a:pt x="867" y="304"/>
                    <a:pt x="869" y="305"/>
                    <a:pt x="870" y="306"/>
                  </a:cubicBezTo>
                  <a:cubicBezTo>
                    <a:pt x="870" y="306"/>
                    <a:pt x="871" y="306"/>
                    <a:pt x="871" y="306"/>
                  </a:cubicBezTo>
                  <a:cubicBezTo>
                    <a:pt x="871" y="306"/>
                    <a:pt x="871" y="306"/>
                    <a:pt x="871" y="306"/>
                  </a:cubicBezTo>
                  <a:cubicBezTo>
                    <a:pt x="872" y="305"/>
                    <a:pt x="873" y="304"/>
                    <a:pt x="876" y="304"/>
                  </a:cubicBezTo>
                  <a:cubicBezTo>
                    <a:pt x="881" y="302"/>
                    <a:pt x="887" y="307"/>
                    <a:pt x="891" y="311"/>
                  </a:cubicBezTo>
                  <a:cubicBezTo>
                    <a:pt x="892" y="313"/>
                    <a:pt x="892" y="315"/>
                    <a:pt x="893" y="316"/>
                  </a:cubicBezTo>
                  <a:cubicBezTo>
                    <a:pt x="893" y="317"/>
                    <a:pt x="894" y="318"/>
                    <a:pt x="894" y="318"/>
                  </a:cubicBezTo>
                  <a:cubicBezTo>
                    <a:pt x="895" y="319"/>
                    <a:pt x="897" y="319"/>
                    <a:pt x="899" y="320"/>
                  </a:cubicBezTo>
                  <a:cubicBezTo>
                    <a:pt x="901" y="320"/>
                    <a:pt x="901" y="320"/>
                    <a:pt x="901" y="320"/>
                  </a:cubicBezTo>
                  <a:cubicBezTo>
                    <a:pt x="904" y="321"/>
                    <a:pt x="908" y="322"/>
                    <a:pt x="912" y="322"/>
                  </a:cubicBezTo>
                  <a:cubicBezTo>
                    <a:pt x="915" y="322"/>
                    <a:pt x="918" y="323"/>
                    <a:pt x="921" y="323"/>
                  </a:cubicBezTo>
                  <a:cubicBezTo>
                    <a:pt x="926" y="324"/>
                    <a:pt x="930" y="327"/>
                    <a:pt x="934" y="329"/>
                  </a:cubicBezTo>
                  <a:cubicBezTo>
                    <a:pt x="935" y="330"/>
                    <a:pt x="936" y="331"/>
                    <a:pt x="938" y="332"/>
                  </a:cubicBezTo>
                  <a:cubicBezTo>
                    <a:pt x="938" y="332"/>
                    <a:pt x="939" y="332"/>
                    <a:pt x="939" y="332"/>
                  </a:cubicBezTo>
                  <a:cubicBezTo>
                    <a:pt x="944" y="335"/>
                    <a:pt x="945" y="337"/>
                    <a:pt x="944" y="342"/>
                  </a:cubicBezTo>
                  <a:cubicBezTo>
                    <a:pt x="944" y="344"/>
                    <a:pt x="944" y="346"/>
                    <a:pt x="944" y="348"/>
                  </a:cubicBezTo>
                  <a:cubicBezTo>
                    <a:pt x="944" y="349"/>
                    <a:pt x="944" y="350"/>
                    <a:pt x="944" y="351"/>
                  </a:cubicBezTo>
                  <a:cubicBezTo>
                    <a:pt x="943" y="354"/>
                    <a:pt x="944" y="354"/>
                    <a:pt x="945" y="357"/>
                  </a:cubicBezTo>
                  <a:cubicBezTo>
                    <a:pt x="946" y="360"/>
                    <a:pt x="948" y="365"/>
                    <a:pt x="945" y="369"/>
                  </a:cubicBezTo>
                  <a:cubicBezTo>
                    <a:pt x="944" y="370"/>
                    <a:pt x="943" y="371"/>
                    <a:pt x="942" y="372"/>
                  </a:cubicBezTo>
                  <a:cubicBezTo>
                    <a:pt x="942" y="373"/>
                    <a:pt x="942" y="374"/>
                    <a:pt x="941" y="375"/>
                  </a:cubicBezTo>
                  <a:cubicBezTo>
                    <a:pt x="941" y="377"/>
                    <a:pt x="939" y="378"/>
                    <a:pt x="938" y="379"/>
                  </a:cubicBezTo>
                  <a:cubicBezTo>
                    <a:pt x="938" y="379"/>
                    <a:pt x="938" y="379"/>
                    <a:pt x="938" y="380"/>
                  </a:cubicBezTo>
                  <a:cubicBezTo>
                    <a:pt x="938" y="380"/>
                    <a:pt x="939" y="380"/>
                    <a:pt x="939" y="381"/>
                  </a:cubicBezTo>
                  <a:cubicBezTo>
                    <a:pt x="940" y="381"/>
                    <a:pt x="941" y="382"/>
                    <a:pt x="942" y="382"/>
                  </a:cubicBezTo>
                  <a:cubicBezTo>
                    <a:pt x="943" y="383"/>
                    <a:pt x="944" y="384"/>
                    <a:pt x="945" y="385"/>
                  </a:cubicBezTo>
                  <a:cubicBezTo>
                    <a:pt x="945" y="385"/>
                    <a:pt x="946" y="386"/>
                    <a:pt x="946" y="386"/>
                  </a:cubicBezTo>
                  <a:cubicBezTo>
                    <a:pt x="948" y="386"/>
                    <a:pt x="950" y="386"/>
                    <a:pt x="952" y="385"/>
                  </a:cubicBezTo>
                  <a:cubicBezTo>
                    <a:pt x="954" y="385"/>
                    <a:pt x="954" y="385"/>
                    <a:pt x="954" y="385"/>
                  </a:cubicBezTo>
                  <a:cubicBezTo>
                    <a:pt x="960" y="384"/>
                    <a:pt x="965" y="383"/>
                    <a:pt x="971" y="381"/>
                  </a:cubicBezTo>
                  <a:cubicBezTo>
                    <a:pt x="981" y="380"/>
                    <a:pt x="990" y="378"/>
                    <a:pt x="999" y="376"/>
                  </a:cubicBezTo>
                  <a:cubicBezTo>
                    <a:pt x="1000" y="376"/>
                    <a:pt x="1002" y="376"/>
                    <a:pt x="1003" y="377"/>
                  </a:cubicBezTo>
                  <a:cubicBezTo>
                    <a:pt x="1004" y="378"/>
                    <a:pt x="1005" y="379"/>
                    <a:pt x="1005" y="381"/>
                  </a:cubicBezTo>
                  <a:cubicBezTo>
                    <a:pt x="1004" y="400"/>
                    <a:pt x="1004" y="420"/>
                    <a:pt x="1004" y="439"/>
                  </a:cubicBezTo>
                  <a:cubicBezTo>
                    <a:pt x="1004" y="469"/>
                    <a:pt x="1004" y="469"/>
                    <a:pt x="1004" y="469"/>
                  </a:cubicBezTo>
                  <a:cubicBezTo>
                    <a:pt x="1004" y="473"/>
                    <a:pt x="1004" y="477"/>
                    <a:pt x="1004" y="481"/>
                  </a:cubicBezTo>
                  <a:cubicBezTo>
                    <a:pt x="1004" y="485"/>
                    <a:pt x="1004" y="490"/>
                    <a:pt x="1004" y="494"/>
                  </a:cubicBezTo>
                  <a:cubicBezTo>
                    <a:pt x="1004" y="504"/>
                    <a:pt x="1004" y="504"/>
                    <a:pt x="1004" y="504"/>
                  </a:cubicBezTo>
                  <a:cubicBezTo>
                    <a:pt x="1004" y="505"/>
                    <a:pt x="1004" y="506"/>
                    <a:pt x="1004" y="507"/>
                  </a:cubicBezTo>
                  <a:cubicBezTo>
                    <a:pt x="1004" y="511"/>
                    <a:pt x="1005" y="515"/>
                    <a:pt x="1003" y="519"/>
                  </a:cubicBezTo>
                  <a:cubicBezTo>
                    <a:pt x="1003" y="520"/>
                    <a:pt x="1002" y="521"/>
                    <a:pt x="1002" y="522"/>
                  </a:cubicBezTo>
                  <a:cubicBezTo>
                    <a:pt x="1002" y="522"/>
                    <a:pt x="1002" y="522"/>
                    <a:pt x="1002" y="522"/>
                  </a:cubicBezTo>
                  <a:cubicBezTo>
                    <a:pt x="1002" y="523"/>
                    <a:pt x="1002" y="524"/>
                    <a:pt x="1002" y="525"/>
                  </a:cubicBezTo>
                  <a:cubicBezTo>
                    <a:pt x="1002" y="527"/>
                    <a:pt x="1001" y="528"/>
                    <a:pt x="1001" y="529"/>
                  </a:cubicBezTo>
                  <a:cubicBezTo>
                    <a:pt x="1001" y="531"/>
                    <a:pt x="1000" y="533"/>
                    <a:pt x="1000" y="536"/>
                  </a:cubicBezTo>
                  <a:cubicBezTo>
                    <a:pt x="1000" y="537"/>
                    <a:pt x="1001" y="538"/>
                    <a:pt x="1001" y="540"/>
                  </a:cubicBezTo>
                  <a:cubicBezTo>
                    <a:pt x="1001" y="549"/>
                    <a:pt x="1002" y="557"/>
                    <a:pt x="998" y="561"/>
                  </a:cubicBezTo>
                  <a:cubicBezTo>
                    <a:pt x="997" y="562"/>
                    <a:pt x="995" y="563"/>
                    <a:pt x="994" y="564"/>
                  </a:cubicBezTo>
                  <a:cubicBezTo>
                    <a:pt x="993" y="564"/>
                    <a:pt x="993" y="564"/>
                    <a:pt x="992" y="565"/>
                  </a:cubicBezTo>
                  <a:cubicBezTo>
                    <a:pt x="992" y="566"/>
                    <a:pt x="991" y="567"/>
                    <a:pt x="991" y="569"/>
                  </a:cubicBezTo>
                  <a:cubicBezTo>
                    <a:pt x="990" y="571"/>
                    <a:pt x="990" y="572"/>
                    <a:pt x="989" y="574"/>
                  </a:cubicBezTo>
                  <a:cubicBezTo>
                    <a:pt x="988" y="577"/>
                    <a:pt x="987" y="578"/>
                    <a:pt x="987" y="580"/>
                  </a:cubicBezTo>
                  <a:cubicBezTo>
                    <a:pt x="987" y="584"/>
                    <a:pt x="987" y="585"/>
                    <a:pt x="985" y="588"/>
                  </a:cubicBezTo>
                  <a:cubicBezTo>
                    <a:pt x="984" y="589"/>
                    <a:pt x="984" y="589"/>
                    <a:pt x="984" y="589"/>
                  </a:cubicBezTo>
                  <a:cubicBezTo>
                    <a:pt x="983" y="590"/>
                    <a:pt x="983" y="591"/>
                    <a:pt x="983" y="594"/>
                  </a:cubicBezTo>
                  <a:cubicBezTo>
                    <a:pt x="983" y="595"/>
                    <a:pt x="983" y="596"/>
                    <a:pt x="982" y="597"/>
                  </a:cubicBezTo>
                  <a:cubicBezTo>
                    <a:pt x="981" y="605"/>
                    <a:pt x="977" y="607"/>
                    <a:pt x="971" y="609"/>
                  </a:cubicBezTo>
                  <a:cubicBezTo>
                    <a:pt x="969" y="609"/>
                    <a:pt x="969" y="609"/>
                    <a:pt x="968" y="611"/>
                  </a:cubicBezTo>
                  <a:cubicBezTo>
                    <a:pt x="967" y="611"/>
                    <a:pt x="967" y="612"/>
                    <a:pt x="966" y="613"/>
                  </a:cubicBezTo>
                  <a:cubicBezTo>
                    <a:pt x="965" y="614"/>
                    <a:pt x="963" y="615"/>
                    <a:pt x="962" y="616"/>
                  </a:cubicBezTo>
                  <a:cubicBezTo>
                    <a:pt x="961" y="616"/>
                    <a:pt x="960" y="617"/>
                    <a:pt x="960" y="617"/>
                  </a:cubicBezTo>
                  <a:cubicBezTo>
                    <a:pt x="960" y="618"/>
                    <a:pt x="960" y="618"/>
                    <a:pt x="960" y="618"/>
                  </a:cubicBezTo>
                  <a:cubicBezTo>
                    <a:pt x="960" y="619"/>
                    <a:pt x="960" y="620"/>
                    <a:pt x="960" y="621"/>
                  </a:cubicBezTo>
                  <a:cubicBezTo>
                    <a:pt x="958" y="627"/>
                    <a:pt x="954" y="628"/>
                    <a:pt x="952" y="628"/>
                  </a:cubicBezTo>
                  <a:cubicBezTo>
                    <a:pt x="951" y="628"/>
                    <a:pt x="950" y="627"/>
                    <a:pt x="948" y="627"/>
                  </a:cubicBezTo>
                  <a:cubicBezTo>
                    <a:pt x="948" y="627"/>
                    <a:pt x="947" y="627"/>
                    <a:pt x="947" y="627"/>
                  </a:cubicBezTo>
                  <a:cubicBezTo>
                    <a:pt x="943" y="626"/>
                    <a:pt x="939" y="626"/>
                    <a:pt x="935" y="625"/>
                  </a:cubicBezTo>
                  <a:cubicBezTo>
                    <a:pt x="934" y="625"/>
                    <a:pt x="933" y="625"/>
                    <a:pt x="932" y="624"/>
                  </a:cubicBezTo>
                  <a:cubicBezTo>
                    <a:pt x="931" y="624"/>
                    <a:pt x="930" y="624"/>
                    <a:pt x="929" y="624"/>
                  </a:cubicBezTo>
                  <a:cubicBezTo>
                    <a:pt x="927" y="628"/>
                    <a:pt x="924" y="630"/>
                    <a:pt x="918" y="629"/>
                  </a:cubicBezTo>
                  <a:cubicBezTo>
                    <a:pt x="917" y="629"/>
                    <a:pt x="916" y="629"/>
                    <a:pt x="916" y="629"/>
                  </a:cubicBezTo>
                  <a:cubicBezTo>
                    <a:pt x="899" y="629"/>
                    <a:pt x="884" y="630"/>
                    <a:pt x="868" y="630"/>
                  </a:cubicBezTo>
                  <a:cubicBezTo>
                    <a:pt x="865" y="631"/>
                    <a:pt x="865" y="631"/>
                    <a:pt x="865" y="631"/>
                  </a:cubicBezTo>
                  <a:cubicBezTo>
                    <a:pt x="857" y="631"/>
                    <a:pt x="848" y="631"/>
                    <a:pt x="840" y="632"/>
                  </a:cubicBezTo>
                  <a:cubicBezTo>
                    <a:pt x="829" y="632"/>
                    <a:pt x="829" y="632"/>
                    <a:pt x="829" y="632"/>
                  </a:cubicBezTo>
                  <a:cubicBezTo>
                    <a:pt x="823" y="633"/>
                    <a:pt x="822" y="634"/>
                    <a:pt x="817" y="638"/>
                  </a:cubicBezTo>
                  <a:cubicBezTo>
                    <a:pt x="816" y="639"/>
                    <a:pt x="816" y="639"/>
                    <a:pt x="816" y="639"/>
                  </a:cubicBezTo>
                  <a:cubicBezTo>
                    <a:pt x="816" y="640"/>
                    <a:pt x="815" y="641"/>
                    <a:pt x="814" y="642"/>
                  </a:cubicBezTo>
                  <a:cubicBezTo>
                    <a:pt x="810" y="646"/>
                    <a:pt x="806" y="651"/>
                    <a:pt x="802" y="652"/>
                  </a:cubicBezTo>
                  <a:cubicBezTo>
                    <a:pt x="797" y="653"/>
                    <a:pt x="791" y="654"/>
                    <a:pt x="786" y="654"/>
                  </a:cubicBezTo>
                  <a:cubicBezTo>
                    <a:pt x="784" y="654"/>
                    <a:pt x="784" y="654"/>
                    <a:pt x="784" y="654"/>
                  </a:cubicBezTo>
                  <a:cubicBezTo>
                    <a:pt x="784" y="654"/>
                    <a:pt x="784" y="655"/>
                    <a:pt x="783" y="655"/>
                  </a:cubicBezTo>
                  <a:cubicBezTo>
                    <a:pt x="781" y="655"/>
                    <a:pt x="778" y="654"/>
                    <a:pt x="776" y="653"/>
                  </a:cubicBezTo>
                  <a:cubicBezTo>
                    <a:pt x="775" y="652"/>
                    <a:pt x="773" y="652"/>
                    <a:pt x="772" y="652"/>
                  </a:cubicBezTo>
                  <a:cubicBezTo>
                    <a:pt x="771" y="652"/>
                    <a:pt x="770" y="652"/>
                    <a:pt x="770" y="652"/>
                  </a:cubicBezTo>
                  <a:cubicBezTo>
                    <a:pt x="767" y="653"/>
                    <a:pt x="765" y="653"/>
                    <a:pt x="761" y="653"/>
                  </a:cubicBezTo>
                  <a:cubicBezTo>
                    <a:pt x="761" y="653"/>
                    <a:pt x="761" y="653"/>
                    <a:pt x="761" y="652"/>
                  </a:cubicBezTo>
                  <a:cubicBezTo>
                    <a:pt x="761" y="654"/>
                    <a:pt x="760" y="655"/>
                    <a:pt x="759" y="656"/>
                  </a:cubicBezTo>
                  <a:cubicBezTo>
                    <a:pt x="758" y="657"/>
                    <a:pt x="756" y="657"/>
                    <a:pt x="755" y="656"/>
                  </a:cubicBezTo>
                  <a:cubicBezTo>
                    <a:pt x="751" y="655"/>
                    <a:pt x="751" y="655"/>
                    <a:pt x="751" y="655"/>
                  </a:cubicBezTo>
                  <a:cubicBezTo>
                    <a:pt x="745" y="653"/>
                    <a:pt x="741" y="651"/>
                    <a:pt x="736" y="650"/>
                  </a:cubicBezTo>
                  <a:cubicBezTo>
                    <a:pt x="731" y="649"/>
                    <a:pt x="729" y="649"/>
                    <a:pt x="725" y="650"/>
                  </a:cubicBezTo>
                  <a:cubicBezTo>
                    <a:pt x="721" y="650"/>
                    <a:pt x="719" y="650"/>
                    <a:pt x="717" y="650"/>
                  </a:cubicBezTo>
                  <a:cubicBezTo>
                    <a:pt x="714" y="649"/>
                    <a:pt x="713" y="647"/>
                    <a:pt x="713" y="645"/>
                  </a:cubicBezTo>
                  <a:cubicBezTo>
                    <a:pt x="712" y="645"/>
                    <a:pt x="708" y="645"/>
                    <a:pt x="706" y="646"/>
                  </a:cubicBezTo>
                  <a:cubicBezTo>
                    <a:pt x="702" y="646"/>
                    <a:pt x="701" y="645"/>
                    <a:pt x="697" y="649"/>
                  </a:cubicBezTo>
                  <a:cubicBezTo>
                    <a:pt x="697" y="649"/>
                    <a:pt x="696" y="650"/>
                    <a:pt x="695" y="651"/>
                  </a:cubicBezTo>
                  <a:cubicBezTo>
                    <a:pt x="694" y="652"/>
                    <a:pt x="693" y="653"/>
                    <a:pt x="692" y="654"/>
                  </a:cubicBezTo>
                  <a:cubicBezTo>
                    <a:pt x="687" y="659"/>
                    <a:pt x="682" y="664"/>
                    <a:pt x="675" y="665"/>
                  </a:cubicBezTo>
                  <a:cubicBezTo>
                    <a:pt x="669" y="667"/>
                    <a:pt x="662" y="670"/>
                    <a:pt x="655" y="675"/>
                  </a:cubicBezTo>
                  <a:cubicBezTo>
                    <a:pt x="651" y="677"/>
                    <a:pt x="651" y="677"/>
                    <a:pt x="651" y="677"/>
                  </a:cubicBezTo>
                  <a:cubicBezTo>
                    <a:pt x="649" y="678"/>
                    <a:pt x="648" y="680"/>
                    <a:pt x="645" y="681"/>
                  </a:cubicBezTo>
                  <a:cubicBezTo>
                    <a:pt x="642" y="683"/>
                    <a:pt x="639" y="683"/>
                    <a:pt x="637" y="684"/>
                  </a:cubicBezTo>
                  <a:cubicBezTo>
                    <a:pt x="636" y="684"/>
                    <a:pt x="634" y="684"/>
                    <a:pt x="633" y="684"/>
                  </a:cubicBezTo>
                  <a:cubicBezTo>
                    <a:pt x="631" y="685"/>
                    <a:pt x="631" y="685"/>
                    <a:pt x="631" y="685"/>
                  </a:cubicBezTo>
                  <a:cubicBezTo>
                    <a:pt x="628" y="686"/>
                    <a:pt x="628" y="686"/>
                    <a:pt x="628" y="686"/>
                  </a:cubicBezTo>
                  <a:cubicBezTo>
                    <a:pt x="627" y="689"/>
                    <a:pt x="627" y="689"/>
                    <a:pt x="627" y="689"/>
                  </a:cubicBezTo>
                  <a:cubicBezTo>
                    <a:pt x="627" y="692"/>
                    <a:pt x="626" y="694"/>
                    <a:pt x="626" y="696"/>
                  </a:cubicBezTo>
                  <a:cubicBezTo>
                    <a:pt x="625" y="702"/>
                    <a:pt x="622" y="705"/>
                    <a:pt x="617" y="705"/>
                  </a:cubicBezTo>
                  <a:cubicBezTo>
                    <a:pt x="613" y="705"/>
                    <a:pt x="608" y="703"/>
                    <a:pt x="605" y="701"/>
                  </a:cubicBezTo>
                  <a:cubicBezTo>
                    <a:pt x="604" y="701"/>
                    <a:pt x="603" y="700"/>
                    <a:pt x="603" y="700"/>
                  </a:cubicBezTo>
                  <a:cubicBezTo>
                    <a:pt x="599" y="698"/>
                    <a:pt x="595" y="697"/>
                    <a:pt x="592" y="698"/>
                  </a:cubicBezTo>
                  <a:cubicBezTo>
                    <a:pt x="590" y="699"/>
                    <a:pt x="587" y="701"/>
                    <a:pt x="585" y="704"/>
                  </a:cubicBezTo>
                  <a:cubicBezTo>
                    <a:pt x="583" y="706"/>
                    <a:pt x="580" y="708"/>
                    <a:pt x="577" y="710"/>
                  </a:cubicBezTo>
                  <a:cubicBezTo>
                    <a:pt x="575" y="711"/>
                    <a:pt x="575" y="712"/>
                    <a:pt x="574" y="714"/>
                  </a:cubicBezTo>
                  <a:cubicBezTo>
                    <a:pt x="574" y="715"/>
                    <a:pt x="573" y="716"/>
                    <a:pt x="573" y="717"/>
                  </a:cubicBezTo>
                  <a:cubicBezTo>
                    <a:pt x="572" y="720"/>
                    <a:pt x="571" y="722"/>
                    <a:pt x="571" y="725"/>
                  </a:cubicBezTo>
                  <a:cubicBezTo>
                    <a:pt x="571" y="725"/>
                    <a:pt x="571" y="726"/>
                    <a:pt x="571" y="726"/>
                  </a:cubicBezTo>
                  <a:cubicBezTo>
                    <a:pt x="572" y="728"/>
                    <a:pt x="572" y="730"/>
                    <a:pt x="572" y="732"/>
                  </a:cubicBezTo>
                  <a:cubicBezTo>
                    <a:pt x="571" y="737"/>
                    <a:pt x="566" y="739"/>
                    <a:pt x="562" y="738"/>
                  </a:cubicBezTo>
                  <a:cubicBezTo>
                    <a:pt x="561" y="739"/>
                    <a:pt x="559" y="740"/>
                    <a:pt x="558" y="740"/>
                  </a:cubicBezTo>
                  <a:cubicBezTo>
                    <a:pt x="555" y="740"/>
                    <a:pt x="554" y="738"/>
                    <a:pt x="553" y="736"/>
                  </a:cubicBezTo>
                  <a:cubicBezTo>
                    <a:pt x="553" y="736"/>
                    <a:pt x="552" y="736"/>
                    <a:pt x="552" y="736"/>
                  </a:cubicBezTo>
                  <a:cubicBezTo>
                    <a:pt x="552" y="736"/>
                    <a:pt x="551" y="736"/>
                    <a:pt x="550" y="736"/>
                  </a:cubicBezTo>
                  <a:cubicBezTo>
                    <a:pt x="550" y="737"/>
                    <a:pt x="550" y="737"/>
                    <a:pt x="550" y="737"/>
                  </a:cubicBezTo>
                  <a:cubicBezTo>
                    <a:pt x="549" y="744"/>
                    <a:pt x="550" y="750"/>
                    <a:pt x="551" y="756"/>
                  </a:cubicBezTo>
                  <a:cubicBezTo>
                    <a:pt x="551" y="757"/>
                    <a:pt x="551" y="758"/>
                    <a:pt x="550" y="759"/>
                  </a:cubicBezTo>
                  <a:cubicBezTo>
                    <a:pt x="549" y="760"/>
                    <a:pt x="548" y="761"/>
                    <a:pt x="546" y="761"/>
                  </a:cubicBezTo>
                  <a:cubicBezTo>
                    <a:pt x="541" y="761"/>
                    <a:pt x="541" y="761"/>
                    <a:pt x="541" y="761"/>
                  </a:cubicBezTo>
                  <a:cubicBezTo>
                    <a:pt x="540" y="761"/>
                    <a:pt x="539" y="761"/>
                    <a:pt x="539" y="761"/>
                  </a:cubicBezTo>
                  <a:cubicBezTo>
                    <a:pt x="539" y="762"/>
                    <a:pt x="539" y="765"/>
                    <a:pt x="538" y="767"/>
                  </a:cubicBezTo>
                  <a:cubicBezTo>
                    <a:pt x="536" y="768"/>
                    <a:pt x="534" y="769"/>
                    <a:pt x="532" y="768"/>
                  </a:cubicBezTo>
                  <a:cubicBezTo>
                    <a:pt x="531" y="768"/>
                    <a:pt x="530" y="768"/>
                    <a:pt x="530" y="768"/>
                  </a:cubicBezTo>
                  <a:cubicBezTo>
                    <a:pt x="528" y="768"/>
                    <a:pt x="526" y="767"/>
                    <a:pt x="524" y="766"/>
                  </a:cubicBezTo>
                  <a:cubicBezTo>
                    <a:pt x="522" y="765"/>
                    <a:pt x="521" y="764"/>
                    <a:pt x="520" y="763"/>
                  </a:cubicBezTo>
                  <a:cubicBezTo>
                    <a:pt x="519" y="762"/>
                    <a:pt x="518" y="762"/>
                    <a:pt x="517" y="761"/>
                  </a:cubicBezTo>
                  <a:cubicBezTo>
                    <a:pt x="515" y="760"/>
                    <a:pt x="513" y="759"/>
                    <a:pt x="512" y="758"/>
                  </a:cubicBezTo>
                  <a:cubicBezTo>
                    <a:pt x="510" y="756"/>
                    <a:pt x="508" y="755"/>
                    <a:pt x="506" y="755"/>
                  </a:cubicBezTo>
                  <a:cubicBezTo>
                    <a:pt x="504" y="755"/>
                    <a:pt x="504" y="755"/>
                    <a:pt x="504" y="755"/>
                  </a:cubicBezTo>
                  <a:cubicBezTo>
                    <a:pt x="503" y="755"/>
                    <a:pt x="500" y="754"/>
                    <a:pt x="499" y="753"/>
                  </a:cubicBezTo>
                  <a:cubicBezTo>
                    <a:pt x="499" y="753"/>
                    <a:pt x="498" y="754"/>
                    <a:pt x="498" y="755"/>
                  </a:cubicBezTo>
                  <a:cubicBezTo>
                    <a:pt x="497" y="756"/>
                    <a:pt x="497" y="757"/>
                    <a:pt x="496" y="758"/>
                  </a:cubicBezTo>
                  <a:cubicBezTo>
                    <a:pt x="495" y="759"/>
                    <a:pt x="493" y="760"/>
                    <a:pt x="492" y="761"/>
                  </a:cubicBezTo>
                  <a:cubicBezTo>
                    <a:pt x="492" y="761"/>
                    <a:pt x="491" y="761"/>
                    <a:pt x="491" y="761"/>
                  </a:cubicBezTo>
                  <a:cubicBezTo>
                    <a:pt x="491" y="762"/>
                    <a:pt x="491" y="762"/>
                    <a:pt x="491" y="763"/>
                  </a:cubicBezTo>
                  <a:cubicBezTo>
                    <a:pt x="491" y="766"/>
                    <a:pt x="489" y="767"/>
                    <a:pt x="488" y="767"/>
                  </a:cubicBezTo>
                  <a:cubicBezTo>
                    <a:pt x="488" y="768"/>
                    <a:pt x="487" y="768"/>
                    <a:pt x="486" y="768"/>
                  </a:cubicBezTo>
                  <a:cubicBezTo>
                    <a:pt x="486" y="768"/>
                    <a:pt x="486" y="769"/>
                    <a:pt x="486" y="769"/>
                  </a:cubicBezTo>
                  <a:cubicBezTo>
                    <a:pt x="487" y="770"/>
                    <a:pt x="487" y="770"/>
                    <a:pt x="487" y="770"/>
                  </a:cubicBezTo>
                  <a:cubicBezTo>
                    <a:pt x="490" y="775"/>
                    <a:pt x="492" y="779"/>
                    <a:pt x="492" y="785"/>
                  </a:cubicBezTo>
                  <a:cubicBezTo>
                    <a:pt x="492" y="796"/>
                    <a:pt x="486" y="798"/>
                    <a:pt x="483" y="798"/>
                  </a:cubicBezTo>
                  <a:cubicBezTo>
                    <a:pt x="480" y="798"/>
                    <a:pt x="479" y="797"/>
                    <a:pt x="478" y="796"/>
                  </a:cubicBezTo>
                  <a:cubicBezTo>
                    <a:pt x="478" y="796"/>
                    <a:pt x="478" y="796"/>
                    <a:pt x="477" y="796"/>
                  </a:cubicBezTo>
                  <a:cubicBezTo>
                    <a:pt x="478" y="797"/>
                    <a:pt x="478" y="797"/>
                    <a:pt x="478" y="797"/>
                  </a:cubicBezTo>
                  <a:cubicBezTo>
                    <a:pt x="482" y="802"/>
                    <a:pt x="481" y="805"/>
                    <a:pt x="479" y="809"/>
                  </a:cubicBezTo>
                  <a:cubicBezTo>
                    <a:pt x="479" y="810"/>
                    <a:pt x="479" y="810"/>
                    <a:pt x="479" y="810"/>
                  </a:cubicBezTo>
                  <a:cubicBezTo>
                    <a:pt x="478" y="810"/>
                    <a:pt x="478" y="811"/>
                    <a:pt x="478" y="811"/>
                  </a:cubicBezTo>
                  <a:cubicBezTo>
                    <a:pt x="478" y="811"/>
                    <a:pt x="478" y="811"/>
                    <a:pt x="478" y="812"/>
                  </a:cubicBezTo>
                  <a:cubicBezTo>
                    <a:pt x="478" y="812"/>
                    <a:pt x="478" y="813"/>
                    <a:pt x="479" y="813"/>
                  </a:cubicBezTo>
                  <a:cubicBezTo>
                    <a:pt x="480" y="815"/>
                    <a:pt x="482" y="819"/>
                    <a:pt x="479" y="822"/>
                  </a:cubicBezTo>
                  <a:cubicBezTo>
                    <a:pt x="477" y="825"/>
                    <a:pt x="475" y="825"/>
                    <a:pt x="473" y="824"/>
                  </a:cubicBezTo>
                  <a:cubicBezTo>
                    <a:pt x="473" y="825"/>
                    <a:pt x="472" y="826"/>
                    <a:pt x="471" y="827"/>
                  </a:cubicBezTo>
                  <a:cubicBezTo>
                    <a:pt x="470" y="827"/>
                    <a:pt x="470" y="827"/>
                    <a:pt x="470" y="827"/>
                  </a:cubicBezTo>
                  <a:cubicBezTo>
                    <a:pt x="470" y="828"/>
                    <a:pt x="470" y="831"/>
                    <a:pt x="468" y="833"/>
                  </a:cubicBezTo>
                  <a:cubicBezTo>
                    <a:pt x="467" y="835"/>
                    <a:pt x="466" y="835"/>
                    <a:pt x="465" y="836"/>
                  </a:cubicBezTo>
                  <a:cubicBezTo>
                    <a:pt x="464" y="837"/>
                    <a:pt x="463" y="838"/>
                    <a:pt x="462" y="838"/>
                  </a:cubicBezTo>
                  <a:cubicBezTo>
                    <a:pt x="462" y="838"/>
                    <a:pt x="462" y="838"/>
                    <a:pt x="462" y="838"/>
                  </a:cubicBezTo>
                  <a:cubicBezTo>
                    <a:pt x="462" y="839"/>
                    <a:pt x="460" y="840"/>
                    <a:pt x="458" y="841"/>
                  </a:cubicBezTo>
                  <a:cubicBezTo>
                    <a:pt x="456" y="842"/>
                    <a:pt x="454" y="843"/>
                    <a:pt x="454" y="843"/>
                  </a:cubicBezTo>
                  <a:cubicBezTo>
                    <a:pt x="453" y="843"/>
                    <a:pt x="452" y="844"/>
                    <a:pt x="451" y="844"/>
                  </a:cubicBezTo>
                  <a:cubicBezTo>
                    <a:pt x="450" y="844"/>
                    <a:pt x="448" y="843"/>
                    <a:pt x="448" y="843"/>
                  </a:cubicBezTo>
                  <a:cubicBezTo>
                    <a:pt x="448" y="843"/>
                    <a:pt x="447" y="843"/>
                    <a:pt x="447" y="843"/>
                  </a:cubicBezTo>
                  <a:cubicBezTo>
                    <a:pt x="446" y="843"/>
                    <a:pt x="446" y="843"/>
                    <a:pt x="445" y="843"/>
                  </a:cubicBezTo>
                  <a:cubicBezTo>
                    <a:pt x="444" y="844"/>
                    <a:pt x="443" y="844"/>
                    <a:pt x="441" y="844"/>
                  </a:cubicBezTo>
                  <a:cubicBezTo>
                    <a:pt x="437" y="845"/>
                    <a:pt x="433" y="845"/>
                    <a:pt x="430" y="848"/>
                  </a:cubicBezTo>
                  <a:cubicBezTo>
                    <a:pt x="429" y="849"/>
                    <a:pt x="427" y="850"/>
                    <a:pt x="426" y="852"/>
                  </a:cubicBezTo>
                  <a:cubicBezTo>
                    <a:pt x="428" y="855"/>
                    <a:pt x="427" y="858"/>
                    <a:pt x="426" y="861"/>
                  </a:cubicBezTo>
                  <a:cubicBezTo>
                    <a:pt x="426" y="861"/>
                    <a:pt x="427" y="861"/>
                    <a:pt x="427" y="861"/>
                  </a:cubicBezTo>
                  <a:cubicBezTo>
                    <a:pt x="429" y="863"/>
                    <a:pt x="430" y="866"/>
                    <a:pt x="430" y="869"/>
                  </a:cubicBezTo>
                  <a:cubicBezTo>
                    <a:pt x="430" y="870"/>
                    <a:pt x="430" y="872"/>
                    <a:pt x="430" y="874"/>
                  </a:cubicBezTo>
                  <a:cubicBezTo>
                    <a:pt x="430" y="876"/>
                    <a:pt x="430" y="876"/>
                    <a:pt x="430" y="876"/>
                  </a:cubicBezTo>
                  <a:cubicBezTo>
                    <a:pt x="430" y="877"/>
                    <a:pt x="429" y="879"/>
                    <a:pt x="427" y="880"/>
                  </a:cubicBezTo>
                  <a:cubicBezTo>
                    <a:pt x="427" y="880"/>
                    <a:pt x="427" y="880"/>
                    <a:pt x="427" y="880"/>
                  </a:cubicBezTo>
                  <a:cubicBezTo>
                    <a:pt x="427" y="881"/>
                    <a:pt x="427" y="882"/>
                    <a:pt x="427" y="882"/>
                  </a:cubicBezTo>
                  <a:cubicBezTo>
                    <a:pt x="427" y="884"/>
                    <a:pt x="428" y="887"/>
                    <a:pt x="427" y="889"/>
                  </a:cubicBezTo>
                  <a:cubicBezTo>
                    <a:pt x="426" y="891"/>
                    <a:pt x="425" y="892"/>
                    <a:pt x="424" y="892"/>
                  </a:cubicBezTo>
                  <a:cubicBezTo>
                    <a:pt x="424" y="894"/>
                    <a:pt x="424" y="895"/>
                    <a:pt x="423" y="897"/>
                  </a:cubicBezTo>
                  <a:cubicBezTo>
                    <a:pt x="420" y="901"/>
                    <a:pt x="417" y="901"/>
                    <a:pt x="414" y="902"/>
                  </a:cubicBezTo>
                  <a:cubicBezTo>
                    <a:pt x="414" y="902"/>
                    <a:pt x="413" y="902"/>
                    <a:pt x="413" y="902"/>
                  </a:cubicBezTo>
                  <a:cubicBezTo>
                    <a:pt x="413" y="902"/>
                    <a:pt x="413" y="902"/>
                    <a:pt x="413" y="902"/>
                  </a:cubicBezTo>
                  <a:cubicBezTo>
                    <a:pt x="415" y="904"/>
                    <a:pt x="415" y="907"/>
                    <a:pt x="416" y="909"/>
                  </a:cubicBezTo>
                  <a:cubicBezTo>
                    <a:pt x="416" y="909"/>
                    <a:pt x="416" y="909"/>
                    <a:pt x="416" y="910"/>
                  </a:cubicBezTo>
                  <a:cubicBezTo>
                    <a:pt x="417" y="914"/>
                    <a:pt x="416" y="916"/>
                    <a:pt x="415" y="919"/>
                  </a:cubicBezTo>
                  <a:cubicBezTo>
                    <a:pt x="414" y="921"/>
                    <a:pt x="414" y="923"/>
                    <a:pt x="414" y="925"/>
                  </a:cubicBezTo>
                  <a:cubicBezTo>
                    <a:pt x="413" y="926"/>
                    <a:pt x="413" y="928"/>
                    <a:pt x="413" y="929"/>
                  </a:cubicBezTo>
                  <a:cubicBezTo>
                    <a:pt x="413" y="930"/>
                    <a:pt x="413" y="932"/>
                    <a:pt x="413" y="933"/>
                  </a:cubicBezTo>
                  <a:cubicBezTo>
                    <a:pt x="412" y="935"/>
                    <a:pt x="412" y="936"/>
                    <a:pt x="411" y="938"/>
                  </a:cubicBezTo>
                  <a:cubicBezTo>
                    <a:pt x="411" y="938"/>
                    <a:pt x="410" y="939"/>
                    <a:pt x="410" y="939"/>
                  </a:cubicBezTo>
                  <a:cubicBezTo>
                    <a:pt x="410" y="941"/>
                    <a:pt x="409" y="943"/>
                    <a:pt x="408" y="943"/>
                  </a:cubicBezTo>
                  <a:cubicBezTo>
                    <a:pt x="407" y="944"/>
                    <a:pt x="405" y="944"/>
                    <a:pt x="403" y="943"/>
                  </a:cubicBezTo>
                  <a:cubicBezTo>
                    <a:pt x="401" y="942"/>
                    <a:pt x="399" y="943"/>
                    <a:pt x="396" y="944"/>
                  </a:cubicBezTo>
                  <a:cubicBezTo>
                    <a:pt x="395" y="944"/>
                    <a:pt x="393" y="945"/>
                    <a:pt x="392" y="945"/>
                  </a:cubicBezTo>
                  <a:cubicBezTo>
                    <a:pt x="390" y="945"/>
                    <a:pt x="389" y="946"/>
                    <a:pt x="388" y="946"/>
                  </a:cubicBezTo>
                  <a:cubicBezTo>
                    <a:pt x="388" y="949"/>
                    <a:pt x="388" y="951"/>
                    <a:pt x="386" y="952"/>
                  </a:cubicBezTo>
                  <a:cubicBezTo>
                    <a:pt x="385" y="954"/>
                    <a:pt x="383" y="954"/>
                    <a:pt x="382" y="954"/>
                  </a:cubicBezTo>
                  <a:cubicBezTo>
                    <a:pt x="382" y="956"/>
                    <a:pt x="381" y="957"/>
                    <a:pt x="380" y="958"/>
                  </a:cubicBezTo>
                  <a:cubicBezTo>
                    <a:pt x="377" y="960"/>
                    <a:pt x="375" y="960"/>
                    <a:pt x="373" y="960"/>
                  </a:cubicBezTo>
                  <a:cubicBezTo>
                    <a:pt x="369" y="960"/>
                    <a:pt x="366" y="958"/>
                    <a:pt x="363" y="957"/>
                  </a:cubicBezTo>
                  <a:cubicBezTo>
                    <a:pt x="360" y="955"/>
                    <a:pt x="358" y="952"/>
                    <a:pt x="358" y="949"/>
                  </a:cubicBezTo>
                  <a:cubicBezTo>
                    <a:pt x="358" y="945"/>
                    <a:pt x="360" y="944"/>
                    <a:pt x="361" y="943"/>
                  </a:cubicBezTo>
                  <a:cubicBezTo>
                    <a:pt x="362" y="942"/>
                    <a:pt x="362" y="942"/>
                    <a:pt x="362" y="941"/>
                  </a:cubicBezTo>
                  <a:cubicBezTo>
                    <a:pt x="361" y="940"/>
                    <a:pt x="361" y="940"/>
                    <a:pt x="361" y="939"/>
                  </a:cubicBezTo>
                  <a:cubicBezTo>
                    <a:pt x="360" y="938"/>
                    <a:pt x="360" y="938"/>
                    <a:pt x="359" y="938"/>
                  </a:cubicBezTo>
                  <a:cubicBezTo>
                    <a:pt x="359" y="936"/>
                    <a:pt x="357" y="934"/>
                    <a:pt x="359" y="927"/>
                  </a:cubicBezTo>
                  <a:cubicBezTo>
                    <a:pt x="359" y="927"/>
                    <a:pt x="359" y="927"/>
                    <a:pt x="359" y="927"/>
                  </a:cubicBezTo>
                  <a:cubicBezTo>
                    <a:pt x="359" y="927"/>
                    <a:pt x="359" y="927"/>
                    <a:pt x="359" y="927"/>
                  </a:cubicBezTo>
                  <a:cubicBezTo>
                    <a:pt x="359" y="927"/>
                    <a:pt x="358" y="927"/>
                    <a:pt x="357" y="927"/>
                  </a:cubicBezTo>
                  <a:cubicBezTo>
                    <a:pt x="358" y="929"/>
                    <a:pt x="358" y="931"/>
                    <a:pt x="357" y="933"/>
                  </a:cubicBezTo>
                  <a:cubicBezTo>
                    <a:pt x="356" y="935"/>
                    <a:pt x="355" y="936"/>
                    <a:pt x="352" y="937"/>
                  </a:cubicBezTo>
                  <a:cubicBezTo>
                    <a:pt x="352" y="937"/>
                    <a:pt x="351" y="937"/>
                    <a:pt x="350" y="937"/>
                  </a:cubicBezTo>
                  <a:cubicBezTo>
                    <a:pt x="347" y="937"/>
                    <a:pt x="342" y="934"/>
                    <a:pt x="341" y="933"/>
                  </a:cubicBezTo>
                  <a:cubicBezTo>
                    <a:pt x="341" y="934"/>
                    <a:pt x="341" y="935"/>
                    <a:pt x="340" y="935"/>
                  </a:cubicBezTo>
                  <a:cubicBezTo>
                    <a:pt x="341" y="936"/>
                    <a:pt x="342" y="937"/>
                    <a:pt x="342" y="938"/>
                  </a:cubicBezTo>
                  <a:cubicBezTo>
                    <a:pt x="343" y="941"/>
                    <a:pt x="342" y="945"/>
                    <a:pt x="341" y="947"/>
                  </a:cubicBezTo>
                  <a:cubicBezTo>
                    <a:pt x="340" y="948"/>
                    <a:pt x="338" y="950"/>
                    <a:pt x="335" y="950"/>
                  </a:cubicBezTo>
                  <a:cubicBezTo>
                    <a:pt x="333" y="950"/>
                    <a:pt x="331" y="949"/>
                    <a:pt x="330" y="949"/>
                  </a:cubicBezTo>
                  <a:cubicBezTo>
                    <a:pt x="329" y="949"/>
                    <a:pt x="328" y="949"/>
                    <a:pt x="328" y="949"/>
                  </a:cubicBezTo>
                  <a:cubicBezTo>
                    <a:pt x="328" y="949"/>
                    <a:pt x="327" y="949"/>
                    <a:pt x="326" y="949"/>
                  </a:cubicBezTo>
                  <a:cubicBezTo>
                    <a:pt x="325" y="949"/>
                    <a:pt x="323" y="949"/>
                    <a:pt x="322" y="949"/>
                  </a:cubicBezTo>
                  <a:cubicBezTo>
                    <a:pt x="322" y="950"/>
                    <a:pt x="322" y="950"/>
                    <a:pt x="322" y="950"/>
                  </a:cubicBezTo>
                  <a:cubicBezTo>
                    <a:pt x="323" y="950"/>
                    <a:pt x="323" y="951"/>
                    <a:pt x="324" y="953"/>
                  </a:cubicBezTo>
                  <a:cubicBezTo>
                    <a:pt x="324" y="956"/>
                    <a:pt x="323" y="958"/>
                    <a:pt x="322" y="960"/>
                  </a:cubicBezTo>
                  <a:cubicBezTo>
                    <a:pt x="320" y="962"/>
                    <a:pt x="318" y="963"/>
                    <a:pt x="316" y="963"/>
                  </a:cubicBezTo>
                  <a:close/>
                  <a:moveTo>
                    <a:pt x="369" y="949"/>
                  </a:moveTo>
                  <a:cubicBezTo>
                    <a:pt x="370" y="950"/>
                    <a:pt x="371" y="950"/>
                    <a:pt x="373" y="950"/>
                  </a:cubicBezTo>
                  <a:cubicBezTo>
                    <a:pt x="373" y="950"/>
                    <a:pt x="373" y="950"/>
                    <a:pt x="374" y="950"/>
                  </a:cubicBezTo>
                  <a:cubicBezTo>
                    <a:pt x="374" y="950"/>
                    <a:pt x="374" y="950"/>
                    <a:pt x="374" y="950"/>
                  </a:cubicBezTo>
                  <a:cubicBezTo>
                    <a:pt x="374" y="949"/>
                    <a:pt x="375" y="947"/>
                    <a:pt x="377" y="945"/>
                  </a:cubicBezTo>
                  <a:cubicBezTo>
                    <a:pt x="377" y="945"/>
                    <a:pt x="378" y="945"/>
                    <a:pt x="378" y="945"/>
                  </a:cubicBezTo>
                  <a:cubicBezTo>
                    <a:pt x="379" y="944"/>
                    <a:pt x="379" y="943"/>
                    <a:pt x="379" y="942"/>
                  </a:cubicBezTo>
                  <a:cubicBezTo>
                    <a:pt x="382" y="938"/>
                    <a:pt x="387" y="937"/>
                    <a:pt x="390" y="936"/>
                  </a:cubicBezTo>
                  <a:cubicBezTo>
                    <a:pt x="391" y="936"/>
                    <a:pt x="392" y="936"/>
                    <a:pt x="393" y="935"/>
                  </a:cubicBezTo>
                  <a:cubicBezTo>
                    <a:pt x="396" y="934"/>
                    <a:pt x="399" y="933"/>
                    <a:pt x="403" y="934"/>
                  </a:cubicBezTo>
                  <a:cubicBezTo>
                    <a:pt x="403" y="933"/>
                    <a:pt x="403" y="933"/>
                    <a:pt x="403" y="933"/>
                  </a:cubicBezTo>
                  <a:cubicBezTo>
                    <a:pt x="403" y="932"/>
                    <a:pt x="404" y="932"/>
                    <a:pt x="404" y="931"/>
                  </a:cubicBezTo>
                  <a:cubicBezTo>
                    <a:pt x="404" y="929"/>
                    <a:pt x="403" y="928"/>
                    <a:pt x="404" y="927"/>
                  </a:cubicBezTo>
                  <a:cubicBezTo>
                    <a:pt x="404" y="926"/>
                    <a:pt x="404" y="924"/>
                    <a:pt x="405" y="923"/>
                  </a:cubicBezTo>
                  <a:cubicBezTo>
                    <a:pt x="405" y="921"/>
                    <a:pt x="406" y="919"/>
                    <a:pt x="406" y="917"/>
                  </a:cubicBezTo>
                  <a:cubicBezTo>
                    <a:pt x="407" y="914"/>
                    <a:pt x="407" y="914"/>
                    <a:pt x="407" y="912"/>
                  </a:cubicBezTo>
                  <a:cubicBezTo>
                    <a:pt x="407" y="912"/>
                    <a:pt x="407" y="911"/>
                    <a:pt x="406" y="910"/>
                  </a:cubicBezTo>
                  <a:cubicBezTo>
                    <a:pt x="406" y="910"/>
                    <a:pt x="406" y="909"/>
                    <a:pt x="406" y="909"/>
                  </a:cubicBezTo>
                  <a:cubicBezTo>
                    <a:pt x="406" y="909"/>
                    <a:pt x="405" y="909"/>
                    <a:pt x="405" y="908"/>
                  </a:cubicBezTo>
                  <a:cubicBezTo>
                    <a:pt x="404" y="907"/>
                    <a:pt x="404" y="906"/>
                    <a:pt x="404" y="904"/>
                  </a:cubicBezTo>
                  <a:cubicBezTo>
                    <a:pt x="404" y="903"/>
                    <a:pt x="404" y="903"/>
                    <a:pt x="404" y="902"/>
                  </a:cubicBezTo>
                  <a:cubicBezTo>
                    <a:pt x="403" y="900"/>
                    <a:pt x="403" y="895"/>
                    <a:pt x="410" y="893"/>
                  </a:cubicBezTo>
                  <a:cubicBezTo>
                    <a:pt x="411" y="893"/>
                    <a:pt x="412" y="893"/>
                    <a:pt x="413" y="892"/>
                  </a:cubicBezTo>
                  <a:cubicBezTo>
                    <a:pt x="414" y="892"/>
                    <a:pt x="414" y="892"/>
                    <a:pt x="415" y="892"/>
                  </a:cubicBezTo>
                  <a:cubicBezTo>
                    <a:pt x="415" y="891"/>
                    <a:pt x="415" y="889"/>
                    <a:pt x="416" y="888"/>
                  </a:cubicBezTo>
                  <a:cubicBezTo>
                    <a:pt x="417" y="886"/>
                    <a:pt x="418" y="886"/>
                    <a:pt x="418" y="885"/>
                  </a:cubicBezTo>
                  <a:cubicBezTo>
                    <a:pt x="418" y="885"/>
                    <a:pt x="418" y="885"/>
                    <a:pt x="418" y="885"/>
                  </a:cubicBezTo>
                  <a:cubicBezTo>
                    <a:pt x="418" y="885"/>
                    <a:pt x="418" y="884"/>
                    <a:pt x="418" y="884"/>
                  </a:cubicBezTo>
                  <a:cubicBezTo>
                    <a:pt x="418" y="881"/>
                    <a:pt x="417" y="877"/>
                    <a:pt x="420" y="874"/>
                  </a:cubicBezTo>
                  <a:cubicBezTo>
                    <a:pt x="420" y="874"/>
                    <a:pt x="420" y="874"/>
                    <a:pt x="421" y="874"/>
                  </a:cubicBezTo>
                  <a:cubicBezTo>
                    <a:pt x="421" y="874"/>
                    <a:pt x="421" y="873"/>
                    <a:pt x="421" y="873"/>
                  </a:cubicBezTo>
                  <a:cubicBezTo>
                    <a:pt x="421" y="872"/>
                    <a:pt x="421" y="871"/>
                    <a:pt x="421" y="870"/>
                  </a:cubicBezTo>
                  <a:cubicBezTo>
                    <a:pt x="421" y="870"/>
                    <a:pt x="421" y="869"/>
                    <a:pt x="421" y="869"/>
                  </a:cubicBezTo>
                  <a:cubicBezTo>
                    <a:pt x="416" y="868"/>
                    <a:pt x="416" y="863"/>
                    <a:pt x="416" y="863"/>
                  </a:cubicBezTo>
                  <a:cubicBezTo>
                    <a:pt x="416" y="861"/>
                    <a:pt x="417" y="860"/>
                    <a:pt x="417" y="859"/>
                  </a:cubicBezTo>
                  <a:cubicBezTo>
                    <a:pt x="417" y="858"/>
                    <a:pt x="418" y="857"/>
                    <a:pt x="418" y="856"/>
                  </a:cubicBezTo>
                  <a:cubicBezTo>
                    <a:pt x="418" y="856"/>
                    <a:pt x="417" y="856"/>
                    <a:pt x="417" y="856"/>
                  </a:cubicBezTo>
                  <a:cubicBezTo>
                    <a:pt x="415" y="856"/>
                    <a:pt x="413" y="855"/>
                    <a:pt x="411" y="853"/>
                  </a:cubicBezTo>
                  <a:cubicBezTo>
                    <a:pt x="410" y="852"/>
                    <a:pt x="409" y="850"/>
                    <a:pt x="410" y="848"/>
                  </a:cubicBezTo>
                  <a:cubicBezTo>
                    <a:pt x="411" y="847"/>
                    <a:pt x="412" y="846"/>
                    <a:pt x="414" y="846"/>
                  </a:cubicBezTo>
                  <a:cubicBezTo>
                    <a:pt x="418" y="846"/>
                    <a:pt x="421" y="844"/>
                    <a:pt x="424" y="841"/>
                  </a:cubicBezTo>
                  <a:cubicBezTo>
                    <a:pt x="429" y="837"/>
                    <a:pt x="435" y="836"/>
                    <a:pt x="440" y="835"/>
                  </a:cubicBezTo>
                  <a:cubicBezTo>
                    <a:pt x="441" y="835"/>
                    <a:pt x="442" y="835"/>
                    <a:pt x="443" y="834"/>
                  </a:cubicBezTo>
                  <a:cubicBezTo>
                    <a:pt x="444" y="834"/>
                    <a:pt x="444" y="834"/>
                    <a:pt x="444" y="834"/>
                  </a:cubicBezTo>
                  <a:cubicBezTo>
                    <a:pt x="446" y="834"/>
                    <a:pt x="448" y="833"/>
                    <a:pt x="450" y="834"/>
                  </a:cubicBezTo>
                  <a:cubicBezTo>
                    <a:pt x="451" y="834"/>
                    <a:pt x="451" y="834"/>
                    <a:pt x="451" y="834"/>
                  </a:cubicBezTo>
                  <a:cubicBezTo>
                    <a:pt x="452" y="834"/>
                    <a:pt x="453" y="833"/>
                    <a:pt x="453" y="833"/>
                  </a:cubicBezTo>
                  <a:cubicBezTo>
                    <a:pt x="455" y="832"/>
                    <a:pt x="456" y="831"/>
                    <a:pt x="457" y="831"/>
                  </a:cubicBezTo>
                  <a:cubicBezTo>
                    <a:pt x="458" y="829"/>
                    <a:pt x="459" y="828"/>
                    <a:pt x="461" y="827"/>
                  </a:cubicBezTo>
                  <a:cubicBezTo>
                    <a:pt x="461" y="826"/>
                    <a:pt x="461" y="825"/>
                    <a:pt x="461" y="823"/>
                  </a:cubicBezTo>
                  <a:cubicBezTo>
                    <a:pt x="462" y="821"/>
                    <a:pt x="464" y="820"/>
                    <a:pt x="465" y="819"/>
                  </a:cubicBezTo>
                  <a:cubicBezTo>
                    <a:pt x="466" y="819"/>
                    <a:pt x="466" y="819"/>
                    <a:pt x="466" y="819"/>
                  </a:cubicBezTo>
                  <a:cubicBezTo>
                    <a:pt x="466" y="816"/>
                    <a:pt x="468" y="814"/>
                    <a:pt x="469" y="814"/>
                  </a:cubicBezTo>
                  <a:cubicBezTo>
                    <a:pt x="468" y="810"/>
                    <a:pt x="469" y="808"/>
                    <a:pt x="470" y="806"/>
                  </a:cubicBezTo>
                  <a:cubicBezTo>
                    <a:pt x="470" y="806"/>
                    <a:pt x="471" y="805"/>
                    <a:pt x="471" y="805"/>
                  </a:cubicBezTo>
                  <a:cubicBezTo>
                    <a:pt x="471" y="804"/>
                    <a:pt x="471" y="804"/>
                    <a:pt x="471" y="804"/>
                  </a:cubicBezTo>
                  <a:cubicBezTo>
                    <a:pt x="471" y="804"/>
                    <a:pt x="471" y="803"/>
                    <a:pt x="471" y="803"/>
                  </a:cubicBezTo>
                  <a:cubicBezTo>
                    <a:pt x="470" y="802"/>
                    <a:pt x="470" y="802"/>
                    <a:pt x="469" y="801"/>
                  </a:cubicBezTo>
                  <a:cubicBezTo>
                    <a:pt x="467" y="799"/>
                    <a:pt x="466" y="797"/>
                    <a:pt x="466" y="792"/>
                  </a:cubicBezTo>
                  <a:cubicBezTo>
                    <a:pt x="467" y="791"/>
                    <a:pt x="467" y="790"/>
                    <a:pt x="468" y="789"/>
                  </a:cubicBezTo>
                  <a:cubicBezTo>
                    <a:pt x="470" y="788"/>
                    <a:pt x="471" y="788"/>
                    <a:pt x="472" y="788"/>
                  </a:cubicBezTo>
                  <a:cubicBezTo>
                    <a:pt x="473" y="788"/>
                    <a:pt x="474" y="788"/>
                    <a:pt x="474" y="788"/>
                  </a:cubicBezTo>
                  <a:cubicBezTo>
                    <a:pt x="475" y="787"/>
                    <a:pt x="476" y="787"/>
                    <a:pt x="478" y="787"/>
                  </a:cubicBezTo>
                  <a:cubicBezTo>
                    <a:pt x="480" y="786"/>
                    <a:pt x="482" y="787"/>
                    <a:pt x="483" y="788"/>
                  </a:cubicBezTo>
                  <a:cubicBezTo>
                    <a:pt x="483" y="788"/>
                    <a:pt x="483" y="787"/>
                    <a:pt x="483" y="785"/>
                  </a:cubicBezTo>
                  <a:cubicBezTo>
                    <a:pt x="483" y="781"/>
                    <a:pt x="482" y="779"/>
                    <a:pt x="479" y="775"/>
                  </a:cubicBezTo>
                  <a:cubicBezTo>
                    <a:pt x="478" y="773"/>
                    <a:pt x="478" y="773"/>
                    <a:pt x="478" y="773"/>
                  </a:cubicBezTo>
                  <a:cubicBezTo>
                    <a:pt x="477" y="771"/>
                    <a:pt x="475" y="768"/>
                    <a:pt x="475" y="764"/>
                  </a:cubicBezTo>
                  <a:cubicBezTo>
                    <a:pt x="476" y="763"/>
                    <a:pt x="477" y="761"/>
                    <a:pt x="479" y="760"/>
                  </a:cubicBezTo>
                  <a:cubicBezTo>
                    <a:pt x="480" y="759"/>
                    <a:pt x="480" y="759"/>
                    <a:pt x="481" y="759"/>
                  </a:cubicBezTo>
                  <a:cubicBezTo>
                    <a:pt x="482" y="756"/>
                    <a:pt x="485" y="754"/>
                    <a:pt x="487" y="753"/>
                  </a:cubicBezTo>
                  <a:cubicBezTo>
                    <a:pt x="488" y="752"/>
                    <a:pt x="488" y="752"/>
                    <a:pt x="489" y="752"/>
                  </a:cubicBezTo>
                  <a:cubicBezTo>
                    <a:pt x="489" y="751"/>
                    <a:pt x="490" y="750"/>
                    <a:pt x="490" y="750"/>
                  </a:cubicBezTo>
                  <a:cubicBezTo>
                    <a:pt x="491" y="748"/>
                    <a:pt x="492" y="746"/>
                    <a:pt x="495" y="745"/>
                  </a:cubicBezTo>
                  <a:cubicBezTo>
                    <a:pt x="495" y="745"/>
                    <a:pt x="495" y="744"/>
                    <a:pt x="496" y="744"/>
                  </a:cubicBezTo>
                  <a:cubicBezTo>
                    <a:pt x="496" y="744"/>
                    <a:pt x="497" y="744"/>
                    <a:pt x="497" y="743"/>
                  </a:cubicBezTo>
                  <a:cubicBezTo>
                    <a:pt x="497" y="743"/>
                    <a:pt x="497" y="743"/>
                    <a:pt x="497" y="742"/>
                  </a:cubicBezTo>
                  <a:cubicBezTo>
                    <a:pt x="497" y="742"/>
                    <a:pt x="498" y="741"/>
                    <a:pt x="498" y="741"/>
                  </a:cubicBezTo>
                  <a:cubicBezTo>
                    <a:pt x="499" y="739"/>
                    <a:pt x="500" y="738"/>
                    <a:pt x="502" y="738"/>
                  </a:cubicBezTo>
                  <a:cubicBezTo>
                    <a:pt x="503" y="738"/>
                    <a:pt x="505" y="738"/>
                    <a:pt x="506" y="739"/>
                  </a:cubicBezTo>
                  <a:cubicBezTo>
                    <a:pt x="506" y="740"/>
                    <a:pt x="507" y="741"/>
                    <a:pt x="507" y="741"/>
                  </a:cubicBezTo>
                  <a:cubicBezTo>
                    <a:pt x="509" y="742"/>
                    <a:pt x="510" y="744"/>
                    <a:pt x="510" y="746"/>
                  </a:cubicBezTo>
                  <a:cubicBezTo>
                    <a:pt x="510" y="746"/>
                    <a:pt x="510" y="746"/>
                    <a:pt x="510" y="746"/>
                  </a:cubicBezTo>
                  <a:cubicBezTo>
                    <a:pt x="513" y="747"/>
                    <a:pt x="516" y="749"/>
                    <a:pt x="517" y="750"/>
                  </a:cubicBezTo>
                  <a:cubicBezTo>
                    <a:pt x="519" y="751"/>
                    <a:pt x="520" y="752"/>
                    <a:pt x="521" y="753"/>
                  </a:cubicBezTo>
                  <a:cubicBezTo>
                    <a:pt x="523" y="754"/>
                    <a:pt x="524" y="755"/>
                    <a:pt x="526" y="756"/>
                  </a:cubicBezTo>
                  <a:cubicBezTo>
                    <a:pt x="526" y="757"/>
                    <a:pt x="527" y="757"/>
                    <a:pt x="528" y="758"/>
                  </a:cubicBezTo>
                  <a:cubicBezTo>
                    <a:pt x="529" y="758"/>
                    <a:pt x="529" y="758"/>
                    <a:pt x="530" y="758"/>
                  </a:cubicBezTo>
                  <a:cubicBezTo>
                    <a:pt x="530" y="758"/>
                    <a:pt x="530" y="758"/>
                    <a:pt x="530" y="758"/>
                  </a:cubicBezTo>
                  <a:cubicBezTo>
                    <a:pt x="530" y="756"/>
                    <a:pt x="531" y="754"/>
                    <a:pt x="533" y="753"/>
                  </a:cubicBezTo>
                  <a:cubicBezTo>
                    <a:pt x="535" y="752"/>
                    <a:pt x="537" y="752"/>
                    <a:pt x="541" y="752"/>
                  </a:cubicBezTo>
                  <a:cubicBezTo>
                    <a:pt x="541" y="747"/>
                    <a:pt x="540" y="742"/>
                    <a:pt x="541" y="737"/>
                  </a:cubicBezTo>
                  <a:cubicBezTo>
                    <a:pt x="541" y="736"/>
                    <a:pt x="541" y="735"/>
                    <a:pt x="541" y="734"/>
                  </a:cubicBezTo>
                  <a:cubicBezTo>
                    <a:pt x="540" y="732"/>
                    <a:pt x="540" y="730"/>
                    <a:pt x="541" y="729"/>
                  </a:cubicBezTo>
                  <a:cubicBezTo>
                    <a:pt x="540" y="728"/>
                    <a:pt x="541" y="727"/>
                    <a:pt x="542" y="726"/>
                  </a:cubicBezTo>
                  <a:cubicBezTo>
                    <a:pt x="543" y="725"/>
                    <a:pt x="544" y="724"/>
                    <a:pt x="546" y="724"/>
                  </a:cubicBezTo>
                  <a:cubicBezTo>
                    <a:pt x="546" y="724"/>
                    <a:pt x="547" y="724"/>
                    <a:pt x="548" y="725"/>
                  </a:cubicBezTo>
                  <a:cubicBezTo>
                    <a:pt x="549" y="725"/>
                    <a:pt x="550" y="726"/>
                    <a:pt x="551" y="726"/>
                  </a:cubicBezTo>
                  <a:cubicBezTo>
                    <a:pt x="552" y="726"/>
                    <a:pt x="554" y="726"/>
                    <a:pt x="555" y="726"/>
                  </a:cubicBezTo>
                  <a:cubicBezTo>
                    <a:pt x="556" y="727"/>
                    <a:pt x="558" y="728"/>
                    <a:pt x="559" y="729"/>
                  </a:cubicBezTo>
                  <a:cubicBezTo>
                    <a:pt x="560" y="729"/>
                    <a:pt x="561" y="729"/>
                    <a:pt x="562" y="729"/>
                  </a:cubicBezTo>
                  <a:cubicBezTo>
                    <a:pt x="562" y="729"/>
                    <a:pt x="562" y="729"/>
                    <a:pt x="562" y="728"/>
                  </a:cubicBezTo>
                  <a:cubicBezTo>
                    <a:pt x="562" y="727"/>
                    <a:pt x="562" y="725"/>
                    <a:pt x="562" y="724"/>
                  </a:cubicBezTo>
                  <a:cubicBezTo>
                    <a:pt x="562" y="720"/>
                    <a:pt x="563" y="717"/>
                    <a:pt x="564" y="714"/>
                  </a:cubicBezTo>
                  <a:cubicBezTo>
                    <a:pt x="565" y="713"/>
                    <a:pt x="565" y="712"/>
                    <a:pt x="565" y="712"/>
                  </a:cubicBezTo>
                  <a:cubicBezTo>
                    <a:pt x="566" y="708"/>
                    <a:pt x="567" y="705"/>
                    <a:pt x="572" y="702"/>
                  </a:cubicBezTo>
                  <a:cubicBezTo>
                    <a:pt x="575" y="700"/>
                    <a:pt x="577" y="699"/>
                    <a:pt x="579" y="697"/>
                  </a:cubicBezTo>
                  <a:cubicBezTo>
                    <a:pt x="582" y="694"/>
                    <a:pt x="584" y="692"/>
                    <a:pt x="588" y="690"/>
                  </a:cubicBezTo>
                  <a:cubicBezTo>
                    <a:pt x="593" y="687"/>
                    <a:pt x="600" y="689"/>
                    <a:pt x="606" y="691"/>
                  </a:cubicBezTo>
                  <a:cubicBezTo>
                    <a:pt x="607" y="692"/>
                    <a:pt x="608" y="692"/>
                    <a:pt x="609" y="693"/>
                  </a:cubicBezTo>
                  <a:cubicBezTo>
                    <a:pt x="611" y="694"/>
                    <a:pt x="615" y="696"/>
                    <a:pt x="617" y="696"/>
                  </a:cubicBezTo>
                  <a:cubicBezTo>
                    <a:pt x="617" y="692"/>
                    <a:pt x="618" y="689"/>
                    <a:pt x="618" y="687"/>
                  </a:cubicBezTo>
                  <a:cubicBezTo>
                    <a:pt x="619" y="684"/>
                    <a:pt x="619" y="684"/>
                    <a:pt x="619" y="684"/>
                  </a:cubicBezTo>
                  <a:cubicBezTo>
                    <a:pt x="621" y="678"/>
                    <a:pt x="626" y="677"/>
                    <a:pt x="629" y="676"/>
                  </a:cubicBezTo>
                  <a:cubicBezTo>
                    <a:pt x="631" y="675"/>
                    <a:pt x="631" y="675"/>
                    <a:pt x="631" y="675"/>
                  </a:cubicBezTo>
                  <a:cubicBezTo>
                    <a:pt x="632" y="675"/>
                    <a:pt x="634" y="675"/>
                    <a:pt x="635" y="675"/>
                  </a:cubicBezTo>
                  <a:cubicBezTo>
                    <a:pt x="637" y="674"/>
                    <a:pt x="639" y="674"/>
                    <a:pt x="641" y="673"/>
                  </a:cubicBezTo>
                  <a:cubicBezTo>
                    <a:pt x="643" y="672"/>
                    <a:pt x="644" y="671"/>
                    <a:pt x="646" y="669"/>
                  </a:cubicBezTo>
                  <a:cubicBezTo>
                    <a:pt x="650" y="667"/>
                    <a:pt x="650" y="667"/>
                    <a:pt x="650" y="667"/>
                  </a:cubicBezTo>
                  <a:cubicBezTo>
                    <a:pt x="658" y="662"/>
                    <a:pt x="665" y="658"/>
                    <a:pt x="673" y="656"/>
                  </a:cubicBezTo>
                  <a:cubicBezTo>
                    <a:pt x="678" y="655"/>
                    <a:pt x="681" y="652"/>
                    <a:pt x="685" y="648"/>
                  </a:cubicBezTo>
                  <a:cubicBezTo>
                    <a:pt x="687" y="646"/>
                    <a:pt x="688" y="645"/>
                    <a:pt x="689" y="644"/>
                  </a:cubicBezTo>
                  <a:cubicBezTo>
                    <a:pt x="690" y="643"/>
                    <a:pt x="690" y="643"/>
                    <a:pt x="691" y="642"/>
                  </a:cubicBezTo>
                  <a:cubicBezTo>
                    <a:pt x="693" y="640"/>
                    <a:pt x="696" y="637"/>
                    <a:pt x="702" y="637"/>
                  </a:cubicBezTo>
                  <a:cubicBezTo>
                    <a:pt x="702" y="637"/>
                    <a:pt x="703" y="637"/>
                    <a:pt x="705" y="636"/>
                  </a:cubicBezTo>
                  <a:cubicBezTo>
                    <a:pt x="707" y="636"/>
                    <a:pt x="709" y="636"/>
                    <a:pt x="712" y="636"/>
                  </a:cubicBezTo>
                  <a:cubicBezTo>
                    <a:pt x="715" y="636"/>
                    <a:pt x="717" y="636"/>
                    <a:pt x="718" y="637"/>
                  </a:cubicBezTo>
                  <a:cubicBezTo>
                    <a:pt x="720" y="638"/>
                    <a:pt x="721" y="640"/>
                    <a:pt x="721" y="641"/>
                  </a:cubicBezTo>
                  <a:cubicBezTo>
                    <a:pt x="722" y="641"/>
                    <a:pt x="722" y="641"/>
                    <a:pt x="723" y="641"/>
                  </a:cubicBezTo>
                  <a:cubicBezTo>
                    <a:pt x="728" y="639"/>
                    <a:pt x="732" y="640"/>
                    <a:pt x="737" y="641"/>
                  </a:cubicBezTo>
                  <a:cubicBezTo>
                    <a:pt x="742" y="642"/>
                    <a:pt x="747" y="644"/>
                    <a:pt x="752" y="645"/>
                  </a:cubicBezTo>
                  <a:cubicBezTo>
                    <a:pt x="752" y="644"/>
                    <a:pt x="752" y="644"/>
                    <a:pt x="753" y="643"/>
                  </a:cubicBezTo>
                  <a:cubicBezTo>
                    <a:pt x="754" y="642"/>
                    <a:pt x="756" y="642"/>
                    <a:pt x="757" y="642"/>
                  </a:cubicBezTo>
                  <a:cubicBezTo>
                    <a:pt x="758" y="642"/>
                    <a:pt x="759" y="643"/>
                    <a:pt x="761" y="643"/>
                  </a:cubicBezTo>
                  <a:cubicBezTo>
                    <a:pt x="762" y="643"/>
                    <a:pt x="762" y="643"/>
                    <a:pt x="763" y="644"/>
                  </a:cubicBezTo>
                  <a:cubicBezTo>
                    <a:pt x="765" y="644"/>
                    <a:pt x="765" y="644"/>
                    <a:pt x="767" y="643"/>
                  </a:cubicBezTo>
                  <a:cubicBezTo>
                    <a:pt x="768" y="643"/>
                    <a:pt x="769" y="643"/>
                    <a:pt x="771" y="643"/>
                  </a:cubicBezTo>
                  <a:cubicBezTo>
                    <a:pt x="775" y="642"/>
                    <a:pt x="777" y="643"/>
                    <a:pt x="780" y="644"/>
                  </a:cubicBezTo>
                  <a:cubicBezTo>
                    <a:pt x="781" y="645"/>
                    <a:pt x="782" y="645"/>
                    <a:pt x="783" y="645"/>
                  </a:cubicBezTo>
                  <a:cubicBezTo>
                    <a:pt x="785" y="645"/>
                    <a:pt x="785" y="645"/>
                    <a:pt x="785" y="645"/>
                  </a:cubicBezTo>
                  <a:cubicBezTo>
                    <a:pt x="789" y="645"/>
                    <a:pt x="795" y="644"/>
                    <a:pt x="799" y="643"/>
                  </a:cubicBezTo>
                  <a:cubicBezTo>
                    <a:pt x="801" y="643"/>
                    <a:pt x="805" y="638"/>
                    <a:pt x="807" y="636"/>
                  </a:cubicBezTo>
                  <a:cubicBezTo>
                    <a:pt x="808" y="635"/>
                    <a:pt x="809" y="634"/>
                    <a:pt x="810" y="633"/>
                  </a:cubicBezTo>
                  <a:cubicBezTo>
                    <a:pt x="811" y="632"/>
                    <a:pt x="811" y="632"/>
                    <a:pt x="811" y="632"/>
                  </a:cubicBezTo>
                  <a:cubicBezTo>
                    <a:pt x="816" y="627"/>
                    <a:pt x="820" y="624"/>
                    <a:pt x="828" y="623"/>
                  </a:cubicBezTo>
                  <a:cubicBezTo>
                    <a:pt x="839" y="623"/>
                    <a:pt x="839" y="623"/>
                    <a:pt x="839" y="623"/>
                  </a:cubicBezTo>
                  <a:cubicBezTo>
                    <a:pt x="848" y="622"/>
                    <a:pt x="856" y="622"/>
                    <a:pt x="865" y="621"/>
                  </a:cubicBezTo>
                  <a:cubicBezTo>
                    <a:pt x="868" y="621"/>
                    <a:pt x="868" y="621"/>
                    <a:pt x="868" y="621"/>
                  </a:cubicBezTo>
                  <a:cubicBezTo>
                    <a:pt x="883" y="620"/>
                    <a:pt x="900" y="619"/>
                    <a:pt x="916" y="620"/>
                  </a:cubicBezTo>
                  <a:cubicBezTo>
                    <a:pt x="917" y="620"/>
                    <a:pt x="918" y="620"/>
                    <a:pt x="919" y="620"/>
                  </a:cubicBezTo>
                  <a:cubicBezTo>
                    <a:pt x="919" y="620"/>
                    <a:pt x="919" y="620"/>
                    <a:pt x="920" y="620"/>
                  </a:cubicBezTo>
                  <a:cubicBezTo>
                    <a:pt x="920" y="617"/>
                    <a:pt x="923" y="614"/>
                    <a:pt x="927" y="614"/>
                  </a:cubicBezTo>
                  <a:cubicBezTo>
                    <a:pt x="930" y="614"/>
                    <a:pt x="932" y="615"/>
                    <a:pt x="934" y="615"/>
                  </a:cubicBezTo>
                  <a:cubicBezTo>
                    <a:pt x="935" y="616"/>
                    <a:pt x="935" y="616"/>
                    <a:pt x="936" y="616"/>
                  </a:cubicBezTo>
                  <a:cubicBezTo>
                    <a:pt x="940" y="616"/>
                    <a:pt x="944" y="617"/>
                    <a:pt x="948" y="618"/>
                  </a:cubicBezTo>
                  <a:cubicBezTo>
                    <a:pt x="949" y="618"/>
                    <a:pt x="950" y="618"/>
                    <a:pt x="950" y="618"/>
                  </a:cubicBezTo>
                  <a:cubicBezTo>
                    <a:pt x="950" y="618"/>
                    <a:pt x="950" y="618"/>
                    <a:pt x="950" y="618"/>
                  </a:cubicBezTo>
                  <a:cubicBezTo>
                    <a:pt x="950" y="616"/>
                    <a:pt x="950" y="614"/>
                    <a:pt x="952" y="612"/>
                  </a:cubicBezTo>
                  <a:cubicBezTo>
                    <a:pt x="954" y="610"/>
                    <a:pt x="955" y="609"/>
                    <a:pt x="957" y="608"/>
                  </a:cubicBezTo>
                  <a:cubicBezTo>
                    <a:pt x="958" y="607"/>
                    <a:pt x="959" y="607"/>
                    <a:pt x="959" y="606"/>
                  </a:cubicBezTo>
                  <a:cubicBezTo>
                    <a:pt x="960" y="606"/>
                    <a:pt x="960" y="605"/>
                    <a:pt x="961" y="605"/>
                  </a:cubicBezTo>
                  <a:cubicBezTo>
                    <a:pt x="962" y="603"/>
                    <a:pt x="964" y="601"/>
                    <a:pt x="968" y="600"/>
                  </a:cubicBezTo>
                  <a:cubicBezTo>
                    <a:pt x="973" y="598"/>
                    <a:pt x="973" y="598"/>
                    <a:pt x="973" y="595"/>
                  </a:cubicBezTo>
                  <a:cubicBezTo>
                    <a:pt x="974" y="594"/>
                    <a:pt x="974" y="593"/>
                    <a:pt x="974" y="593"/>
                  </a:cubicBezTo>
                  <a:cubicBezTo>
                    <a:pt x="974" y="590"/>
                    <a:pt x="974" y="586"/>
                    <a:pt x="977" y="583"/>
                  </a:cubicBezTo>
                  <a:cubicBezTo>
                    <a:pt x="978" y="582"/>
                    <a:pt x="978" y="582"/>
                    <a:pt x="978" y="582"/>
                  </a:cubicBezTo>
                  <a:cubicBezTo>
                    <a:pt x="978" y="582"/>
                    <a:pt x="978" y="582"/>
                    <a:pt x="978" y="582"/>
                  </a:cubicBezTo>
                  <a:cubicBezTo>
                    <a:pt x="978" y="581"/>
                    <a:pt x="978" y="581"/>
                    <a:pt x="978" y="581"/>
                  </a:cubicBezTo>
                  <a:cubicBezTo>
                    <a:pt x="978" y="576"/>
                    <a:pt x="979" y="573"/>
                    <a:pt x="980" y="570"/>
                  </a:cubicBezTo>
                  <a:cubicBezTo>
                    <a:pt x="981" y="569"/>
                    <a:pt x="981" y="568"/>
                    <a:pt x="982" y="566"/>
                  </a:cubicBezTo>
                  <a:cubicBezTo>
                    <a:pt x="983" y="564"/>
                    <a:pt x="983" y="562"/>
                    <a:pt x="984" y="560"/>
                  </a:cubicBezTo>
                  <a:cubicBezTo>
                    <a:pt x="986" y="558"/>
                    <a:pt x="988" y="556"/>
                    <a:pt x="990" y="555"/>
                  </a:cubicBezTo>
                  <a:cubicBezTo>
                    <a:pt x="990" y="555"/>
                    <a:pt x="991" y="555"/>
                    <a:pt x="991" y="555"/>
                  </a:cubicBezTo>
                  <a:cubicBezTo>
                    <a:pt x="992" y="553"/>
                    <a:pt x="992" y="544"/>
                    <a:pt x="991" y="541"/>
                  </a:cubicBezTo>
                  <a:cubicBezTo>
                    <a:pt x="991" y="539"/>
                    <a:pt x="991" y="537"/>
                    <a:pt x="991" y="536"/>
                  </a:cubicBezTo>
                  <a:cubicBezTo>
                    <a:pt x="991" y="533"/>
                    <a:pt x="992" y="530"/>
                    <a:pt x="992" y="528"/>
                  </a:cubicBezTo>
                  <a:cubicBezTo>
                    <a:pt x="992" y="527"/>
                    <a:pt x="992" y="525"/>
                    <a:pt x="992" y="524"/>
                  </a:cubicBezTo>
                  <a:cubicBezTo>
                    <a:pt x="992" y="524"/>
                    <a:pt x="992" y="523"/>
                    <a:pt x="992" y="523"/>
                  </a:cubicBezTo>
                  <a:cubicBezTo>
                    <a:pt x="992" y="522"/>
                    <a:pt x="992" y="520"/>
                    <a:pt x="993" y="518"/>
                  </a:cubicBezTo>
                  <a:cubicBezTo>
                    <a:pt x="993" y="517"/>
                    <a:pt x="994" y="516"/>
                    <a:pt x="995" y="515"/>
                  </a:cubicBezTo>
                  <a:cubicBezTo>
                    <a:pt x="995" y="513"/>
                    <a:pt x="995" y="511"/>
                    <a:pt x="995" y="508"/>
                  </a:cubicBezTo>
                  <a:cubicBezTo>
                    <a:pt x="995" y="507"/>
                    <a:pt x="995" y="505"/>
                    <a:pt x="995" y="504"/>
                  </a:cubicBezTo>
                  <a:cubicBezTo>
                    <a:pt x="995" y="494"/>
                    <a:pt x="995" y="494"/>
                    <a:pt x="995" y="494"/>
                  </a:cubicBezTo>
                  <a:cubicBezTo>
                    <a:pt x="995" y="489"/>
                    <a:pt x="995" y="485"/>
                    <a:pt x="995" y="481"/>
                  </a:cubicBezTo>
                  <a:cubicBezTo>
                    <a:pt x="995" y="477"/>
                    <a:pt x="995" y="473"/>
                    <a:pt x="995" y="469"/>
                  </a:cubicBezTo>
                  <a:cubicBezTo>
                    <a:pt x="995" y="439"/>
                    <a:pt x="995" y="439"/>
                    <a:pt x="995" y="439"/>
                  </a:cubicBezTo>
                  <a:cubicBezTo>
                    <a:pt x="995" y="421"/>
                    <a:pt x="995" y="404"/>
                    <a:pt x="995" y="386"/>
                  </a:cubicBezTo>
                  <a:cubicBezTo>
                    <a:pt x="988" y="388"/>
                    <a:pt x="980" y="389"/>
                    <a:pt x="973" y="390"/>
                  </a:cubicBezTo>
                  <a:cubicBezTo>
                    <a:pt x="967" y="392"/>
                    <a:pt x="961" y="393"/>
                    <a:pt x="956" y="394"/>
                  </a:cubicBezTo>
                  <a:cubicBezTo>
                    <a:pt x="954" y="394"/>
                    <a:pt x="954" y="394"/>
                    <a:pt x="954" y="394"/>
                  </a:cubicBezTo>
                  <a:cubicBezTo>
                    <a:pt x="951" y="395"/>
                    <a:pt x="946" y="396"/>
                    <a:pt x="943" y="395"/>
                  </a:cubicBezTo>
                  <a:cubicBezTo>
                    <a:pt x="941" y="394"/>
                    <a:pt x="939" y="392"/>
                    <a:pt x="938" y="391"/>
                  </a:cubicBezTo>
                  <a:cubicBezTo>
                    <a:pt x="937" y="391"/>
                    <a:pt x="937" y="390"/>
                    <a:pt x="937" y="390"/>
                  </a:cubicBezTo>
                  <a:cubicBezTo>
                    <a:pt x="936" y="389"/>
                    <a:pt x="936" y="389"/>
                    <a:pt x="935" y="389"/>
                  </a:cubicBezTo>
                  <a:cubicBezTo>
                    <a:pt x="932" y="388"/>
                    <a:pt x="928" y="385"/>
                    <a:pt x="928" y="380"/>
                  </a:cubicBezTo>
                  <a:cubicBezTo>
                    <a:pt x="928" y="376"/>
                    <a:pt x="930" y="374"/>
                    <a:pt x="932" y="372"/>
                  </a:cubicBezTo>
                  <a:cubicBezTo>
                    <a:pt x="932" y="372"/>
                    <a:pt x="933" y="371"/>
                    <a:pt x="933" y="371"/>
                  </a:cubicBezTo>
                  <a:cubicBezTo>
                    <a:pt x="933" y="370"/>
                    <a:pt x="933" y="368"/>
                    <a:pt x="934" y="366"/>
                  </a:cubicBezTo>
                  <a:cubicBezTo>
                    <a:pt x="935" y="365"/>
                    <a:pt x="936" y="364"/>
                    <a:pt x="937" y="364"/>
                  </a:cubicBezTo>
                  <a:cubicBezTo>
                    <a:pt x="937" y="363"/>
                    <a:pt x="937" y="361"/>
                    <a:pt x="936" y="361"/>
                  </a:cubicBezTo>
                  <a:cubicBezTo>
                    <a:pt x="935" y="357"/>
                    <a:pt x="934" y="355"/>
                    <a:pt x="934" y="351"/>
                  </a:cubicBezTo>
                  <a:cubicBezTo>
                    <a:pt x="934" y="350"/>
                    <a:pt x="935" y="348"/>
                    <a:pt x="935" y="347"/>
                  </a:cubicBezTo>
                  <a:cubicBezTo>
                    <a:pt x="935" y="345"/>
                    <a:pt x="935" y="343"/>
                    <a:pt x="935" y="341"/>
                  </a:cubicBezTo>
                  <a:cubicBezTo>
                    <a:pt x="935" y="341"/>
                    <a:pt x="935" y="341"/>
                    <a:pt x="935" y="341"/>
                  </a:cubicBezTo>
                  <a:cubicBezTo>
                    <a:pt x="934" y="340"/>
                    <a:pt x="934" y="340"/>
                    <a:pt x="933" y="340"/>
                  </a:cubicBezTo>
                  <a:cubicBezTo>
                    <a:pt x="932" y="339"/>
                    <a:pt x="930" y="338"/>
                    <a:pt x="929" y="337"/>
                  </a:cubicBezTo>
                  <a:cubicBezTo>
                    <a:pt x="926" y="335"/>
                    <a:pt x="923" y="333"/>
                    <a:pt x="919" y="332"/>
                  </a:cubicBezTo>
                  <a:cubicBezTo>
                    <a:pt x="916" y="332"/>
                    <a:pt x="914" y="332"/>
                    <a:pt x="911" y="331"/>
                  </a:cubicBezTo>
                  <a:cubicBezTo>
                    <a:pt x="907" y="331"/>
                    <a:pt x="902" y="330"/>
                    <a:pt x="898" y="329"/>
                  </a:cubicBezTo>
                  <a:cubicBezTo>
                    <a:pt x="897" y="329"/>
                    <a:pt x="897" y="329"/>
                    <a:pt x="897" y="329"/>
                  </a:cubicBezTo>
                  <a:cubicBezTo>
                    <a:pt x="893" y="328"/>
                    <a:pt x="890" y="327"/>
                    <a:pt x="888" y="325"/>
                  </a:cubicBezTo>
                  <a:cubicBezTo>
                    <a:pt x="886" y="323"/>
                    <a:pt x="885" y="321"/>
                    <a:pt x="884" y="319"/>
                  </a:cubicBezTo>
                  <a:cubicBezTo>
                    <a:pt x="884" y="319"/>
                    <a:pt x="884" y="317"/>
                    <a:pt x="883" y="317"/>
                  </a:cubicBezTo>
                  <a:cubicBezTo>
                    <a:pt x="880" y="313"/>
                    <a:pt x="879" y="312"/>
                    <a:pt x="878" y="312"/>
                  </a:cubicBezTo>
                  <a:cubicBezTo>
                    <a:pt x="878" y="312"/>
                    <a:pt x="878" y="313"/>
                    <a:pt x="878" y="313"/>
                  </a:cubicBezTo>
                  <a:cubicBezTo>
                    <a:pt x="877" y="314"/>
                    <a:pt x="875" y="316"/>
                    <a:pt x="872" y="316"/>
                  </a:cubicBezTo>
                  <a:cubicBezTo>
                    <a:pt x="871" y="316"/>
                    <a:pt x="870" y="316"/>
                    <a:pt x="869" y="316"/>
                  </a:cubicBezTo>
                  <a:cubicBezTo>
                    <a:pt x="868" y="315"/>
                    <a:pt x="867" y="315"/>
                    <a:pt x="866" y="314"/>
                  </a:cubicBezTo>
                  <a:cubicBezTo>
                    <a:pt x="866" y="314"/>
                    <a:pt x="866" y="314"/>
                    <a:pt x="866" y="314"/>
                  </a:cubicBezTo>
                  <a:cubicBezTo>
                    <a:pt x="865" y="315"/>
                    <a:pt x="862" y="316"/>
                    <a:pt x="860" y="315"/>
                  </a:cubicBezTo>
                  <a:cubicBezTo>
                    <a:pt x="858" y="315"/>
                    <a:pt x="857" y="313"/>
                    <a:pt x="856" y="311"/>
                  </a:cubicBezTo>
                  <a:cubicBezTo>
                    <a:pt x="856" y="311"/>
                    <a:pt x="855" y="311"/>
                    <a:pt x="854" y="311"/>
                  </a:cubicBezTo>
                  <a:cubicBezTo>
                    <a:pt x="851" y="309"/>
                    <a:pt x="844" y="304"/>
                    <a:pt x="843" y="300"/>
                  </a:cubicBezTo>
                  <a:cubicBezTo>
                    <a:pt x="842" y="298"/>
                    <a:pt x="842" y="296"/>
                    <a:pt x="842" y="295"/>
                  </a:cubicBezTo>
                  <a:cubicBezTo>
                    <a:pt x="842" y="294"/>
                    <a:pt x="842" y="293"/>
                    <a:pt x="842" y="293"/>
                  </a:cubicBezTo>
                  <a:cubicBezTo>
                    <a:pt x="841" y="292"/>
                    <a:pt x="839" y="291"/>
                    <a:pt x="835" y="290"/>
                  </a:cubicBezTo>
                  <a:cubicBezTo>
                    <a:pt x="833" y="289"/>
                    <a:pt x="830" y="289"/>
                    <a:pt x="828" y="287"/>
                  </a:cubicBezTo>
                  <a:cubicBezTo>
                    <a:pt x="826" y="286"/>
                    <a:pt x="825" y="284"/>
                    <a:pt x="824" y="283"/>
                  </a:cubicBezTo>
                  <a:cubicBezTo>
                    <a:pt x="823" y="283"/>
                    <a:pt x="822" y="283"/>
                    <a:pt x="822" y="283"/>
                  </a:cubicBezTo>
                  <a:cubicBezTo>
                    <a:pt x="821" y="283"/>
                    <a:pt x="820" y="283"/>
                    <a:pt x="819" y="283"/>
                  </a:cubicBezTo>
                  <a:cubicBezTo>
                    <a:pt x="819" y="283"/>
                    <a:pt x="819" y="283"/>
                    <a:pt x="819" y="283"/>
                  </a:cubicBezTo>
                  <a:cubicBezTo>
                    <a:pt x="818" y="283"/>
                    <a:pt x="814" y="283"/>
                    <a:pt x="813" y="277"/>
                  </a:cubicBezTo>
                  <a:cubicBezTo>
                    <a:pt x="812" y="273"/>
                    <a:pt x="813" y="270"/>
                    <a:pt x="813" y="266"/>
                  </a:cubicBezTo>
                  <a:cubicBezTo>
                    <a:pt x="814" y="264"/>
                    <a:pt x="815" y="262"/>
                    <a:pt x="814" y="260"/>
                  </a:cubicBezTo>
                  <a:cubicBezTo>
                    <a:pt x="814" y="257"/>
                    <a:pt x="808" y="253"/>
                    <a:pt x="803" y="250"/>
                  </a:cubicBezTo>
                  <a:cubicBezTo>
                    <a:pt x="801" y="249"/>
                    <a:pt x="800" y="248"/>
                    <a:pt x="798" y="247"/>
                  </a:cubicBezTo>
                  <a:cubicBezTo>
                    <a:pt x="791" y="242"/>
                    <a:pt x="784" y="237"/>
                    <a:pt x="776" y="232"/>
                  </a:cubicBezTo>
                  <a:cubicBezTo>
                    <a:pt x="760" y="222"/>
                    <a:pt x="742" y="209"/>
                    <a:pt x="724" y="195"/>
                  </a:cubicBezTo>
                  <a:cubicBezTo>
                    <a:pt x="689" y="169"/>
                    <a:pt x="655" y="144"/>
                    <a:pt x="622" y="119"/>
                  </a:cubicBezTo>
                  <a:cubicBezTo>
                    <a:pt x="571" y="83"/>
                    <a:pt x="520" y="46"/>
                    <a:pt x="467" y="10"/>
                  </a:cubicBezTo>
                  <a:cubicBezTo>
                    <a:pt x="369" y="10"/>
                    <a:pt x="369" y="10"/>
                    <a:pt x="369" y="10"/>
                  </a:cubicBezTo>
                  <a:cubicBezTo>
                    <a:pt x="370" y="29"/>
                    <a:pt x="372" y="49"/>
                    <a:pt x="373" y="68"/>
                  </a:cubicBezTo>
                  <a:cubicBezTo>
                    <a:pt x="374" y="77"/>
                    <a:pt x="375" y="86"/>
                    <a:pt x="376" y="95"/>
                  </a:cubicBezTo>
                  <a:cubicBezTo>
                    <a:pt x="377" y="118"/>
                    <a:pt x="379" y="141"/>
                    <a:pt x="381" y="164"/>
                  </a:cubicBezTo>
                  <a:cubicBezTo>
                    <a:pt x="384" y="204"/>
                    <a:pt x="387" y="243"/>
                    <a:pt x="391" y="283"/>
                  </a:cubicBezTo>
                  <a:cubicBezTo>
                    <a:pt x="394" y="323"/>
                    <a:pt x="397" y="364"/>
                    <a:pt x="401" y="405"/>
                  </a:cubicBezTo>
                  <a:cubicBezTo>
                    <a:pt x="408" y="496"/>
                    <a:pt x="408" y="496"/>
                    <a:pt x="408" y="496"/>
                  </a:cubicBezTo>
                  <a:cubicBezTo>
                    <a:pt x="409" y="509"/>
                    <a:pt x="410" y="522"/>
                    <a:pt x="411" y="534"/>
                  </a:cubicBezTo>
                  <a:cubicBezTo>
                    <a:pt x="413" y="549"/>
                    <a:pt x="413" y="549"/>
                    <a:pt x="413" y="549"/>
                  </a:cubicBezTo>
                  <a:cubicBezTo>
                    <a:pt x="413" y="548"/>
                    <a:pt x="414" y="549"/>
                    <a:pt x="415" y="549"/>
                  </a:cubicBezTo>
                  <a:cubicBezTo>
                    <a:pt x="415" y="550"/>
                    <a:pt x="416" y="550"/>
                    <a:pt x="416" y="551"/>
                  </a:cubicBezTo>
                  <a:cubicBezTo>
                    <a:pt x="417" y="551"/>
                    <a:pt x="417" y="551"/>
                    <a:pt x="418" y="552"/>
                  </a:cubicBezTo>
                  <a:cubicBezTo>
                    <a:pt x="420" y="553"/>
                    <a:pt x="422" y="554"/>
                    <a:pt x="424" y="556"/>
                  </a:cubicBezTo>
                  <a:cubicBezTo>
                    <a:pt x="426" y="560"/>
                    <a:pt x="426" y="564"/>
                    <a:pt x="426" y="567"/>
                  </a:cubicBezTo>
                  <a:cubicBezTo>
                    <a:pt x="426" y="568"/>
                    <a:pt x="426" y="569"/>
                    <a:pt x="426" y="570"/>
                  </a:cubicBezTo>
                  <a:cubicBezTo>
                    <a:pt x="426" y="575"/>
                    <a:pt x="424" y="581"/>
                    <a:pt x="423" y="587"/>
                  </a:cubicBezTo>
                  <a:cubicBezTo>
                    <a:pt x="422" y="589"/>
                    <a:pt x="421" y="592"/>
                    <a:pt x="421" y="595"/>
                  </a:cubicBezTo>
                  <a:cubicBezTo>
                    <a:pt x="421" y="595"/>
                    <a:pt x="421" y="596"/>
                    <a:pt x="421" y="598"/>
                  </a:cubicBezTo>
                  <a:cubicBezTo>
                    <a:pt x="418" y="614"/>
                    <a:pt x="417" y="619"/>
                    <a:pt x="412" y="619"/>
                  </a:cubicBezTo>
                  <a:cubicBezTo>
                    <a:pt x="403" y="619"/>
                    <a:pt x="403" y="619"/>
                    <a:pt x="403" y="619"/>
                  </a:cubicBezTo>
                  <a:cubicBezTo>
                    <a:pt x="396" y="619"/>
                    <a:pt x="388" y="619"/>
                    <a:pt x="381" y="619"/>
                  </a:cubicBezTo>
                  <a:cubicBezTo>
                    <a:pt x="350" y="619"/>
                    <a:pt x="318" y="619"/>
                    <a:pt x="287" y="619"/>
                  </a:cubicBezTo>
                  <a:cubicBezTo>
                    <a:pt x="252" y="619"/>
                    <a:pt x="217" y="619"/>
                    <a:pt x="182" y="619"/>
                  </a:cubicBezTo>
                  <a:cubicBezTo>
                    <a:pt x="181" y="619"/>
                    <a:pt x="181" y="619"/>
                    <a:pt x="180" y="619"/>
                  </a:cubicBezTo>
                  <a:cubicBezTo>
                    <a:pt x="180" y="619"/>
                    <a:pt x="180" y="619"/>
                    <a:pt x="180" y="620"/>
                  </a:cubicBezTo>
                  <a:cubicBezTo>
                    <a:pt x="178" y="622"/>
                    <a:pt x="175" y="623"/>
                    <a:pt x="173" y="623"/>
                  </a:cubicBezTo>
                  <a:cubicBezTo>
                    <a:pt x="171" y="623"/>
                    <a:pt x="170" y="623"/>
                    <a:pt x="168" y="623"/>
                  </a:cubicBezTo>
                  <a:cubicBezTo>
                    <a:pt x="165" y="623"/>
                    <a:pt x="162" y="623"/>
                    <a:pt x="160" y="624"/>
                  </a:cubicBezTo>
                  <a:cubicBezTo>
                    <a:pt x="159" y="624"/>
                    <a:pt x="159" y="625"/>
                    <a:pt x="158" y="625"/>
                  </a:cubicBezTo>
                  <a:cubicBezTo>
                    <a:pt x="157" y="626"/>
                    <a:pt x="155" y="627"/>
                    <a:pt x="152" y="627"/>
                  </a:cubicBezTo>
                  <a:cubicBezTo>
                    <a:pt x="151" y="627"/>
                    <a:pt x="150" y="627"/>
                    <a:pt x="150" y="627"/>
                  </a:cubicBezTo>
                  <a:cubicBezTo>
                    <a:pt x="147" y="627"/>
                    <a:pt x="145" y="627"/>
                    <a:pt x="142" y="627"/>
                  </a:cubicBezTo>
                  <a:cubicBezTo>
                    <a:pt x="141" y="627"/>
                    <a:pt x="140" y="627"/>
                    <a:pt x="139" y="627"/>
                  </a:cubicBezTo>
                  <a:cubicBezTo>
                    <a:pt x="135" y="627"/>
                    <a:pt x="131" y="626"/>
                    <a:pt x="128" y="625"/>
                  </a:cubicBezTo>
                  <a:cubicBezTo>
                    <a:pt x="125" y="624"/>
                    <a:pt x="122" y="623"/>
                    <a:pt x="119" y="623"/>
                  </a:cubicBezTo>
                  <a:cubicBezTo>
                    <a:pt x="113" y="623"/>
                    <a:pt x="113" y="623"/>
                    <a:pt x="113" y="623"/>
                  </a:cubicBezTo>
                  <a:cubicBezTo>
                    <a:pt x="112" y="623"/>
                    <a:pt x="110" y="623"/>
                    <a:pt x="108" y="623"/>
                  </a:cubicBezTo>
                  <a:cubicBezTo>
                    <a:pt x="106" y="624"/>
                    <a:pt x="105" y="624"/>
                    <a:pt x="103" y="624"/>
                  </a:cubicBezTo>
                  <a:cubicBezTo>
                    <a:pt x="102" y="627"/>
                    <a:pt x="99" y="629"/>
                    <a:pt x="97" y="630"/>
                  </a:cubicBezTo>
                  <a:cubicBezTo>
                    <a:pt x="97" y="631"/>
                    <a:pt x="96" y="631"/>
                    <a:pt x="96" y="631"/>
                  </a:cubicBezTo>
                  <a:cubicBezTo>
                    <a:pt x="96" y="632"/>
                    <a:pt x="96" y="632"/>
                    <a:pt x="96" y="632"/>
                  </a:cubicBezTo>
                  <a:cubicBezTo>
                    <a:pt x="95" y="633"/>
                    <a:pt x="95" y="634"/>
                    <a:pt x="95" y="635"/>
                  </a:cubicBezTo>
                  <a:cubicBezTo>
                    <a:pt x="94" y="636"/>
                    <a:pt x="93" y="637"/>
                    <a:pt x="93" y="638"/>
                  </a:cubicBezTo>
                  <a:cubicBezTo>
                    <a:pt x="93" y="638"/>
                    <a:pt x="92" y="638"/>
                    <a:pt x="92" y="638"/>
                  </a:cubicBezTo>
                  <a:cubicBezTo>
                    <a:pt x="91" y="642"/>
                    <a:pt x="88" y="643"/>
                    <a:pt x="86" y="643"/>
                  </a:cubicBezTo>
                  <a:cubicBezTo>
                    <a:pt x="83" y="643"/>
                    <a:pt x="81" y="640"/>
                    <a:pt x="80" y="638"/>
                  </a:cubicBezTo>
                  <a:cubicBezTo>
                    <a:pt x="79" y="637"/>
                    <a:pt x="79" y="637"/>
                    <a:pt x="79" y="637"/>
                  </a:cubicBezTo>
                  <a:cubicBezTo>
                    <a:pt x="77" y="634"/>
                    <a:pt x="76" y="633"/>
                    <a:pt x="73" y="630"/>
                  </a:cubicBezTo>
                  <a:cubicBezTo>
                    <a:pt x="72" y="629"/>
                    <a:pt x="71" y="629"/>
                    <a:pt x="70" y="628"/>
                  </a:cubicBezTo>
                  <a:cubicBezTo>
                    <a:pt x="66" y="625"/>
                    <a:pt x="62" y="621"/>
                    <a:pt x="59" y="617"/>
                  </a:cubicBezTo>
                  <a:cubicBezTo>
                    <a:pt x="58" y="616"/>
                    <a:pt x="57" y="615"/>
                    <a:pt x="57" y="614"/>
                  </a:cubicBezTo>
                  <a:cubicBezTo>
                    <a:pt x="56" y="612"/>
                    <a:pt x="55" y="611"/>
                    <a:pt x="55" y="611"/>
                  </a:cubicBezTo>
                  <a:cubicBezTo>
                    <a:pt x="53" y="612"/>
                    <a:pt x="52" y="612"/>
                    <a:pt x="51" y="613"/>
                  </a:cubicBezTo>
                  <a:cubicBezTo>
                    <a:pt x="50" y="613"/>
                    <a:pt x="50" y="613"/>
                    <a:pt x="50" y="613"/>
                  </a:cubicBezTo>
                  <a:cubicBezTo>
                    <a:pt x="49" y="613"/>
                    <a:pt x="49" y="614"/>
                    <a:pt x="48" y="614"/>
                  </a:cubicBezTo>
                  <a:cubicBezTo>
                    <a:pt x="42" y="615"/>
                    <a:pt x="42" y="615"/>
                    <a:pt x="42" y="615"/>
                  </a:cubicBezTo>
                  <a:cubicBezTo>
                    <a:pt x="41" y="619"/>
                    <a:pt x="41" y="619"/>
                    <a:pt x="41" y="619"/>
                  </a:cubicBezTo>
                  <a:cubicBezTo>
                    <a:pt x="41" y="619"/>
                    <a:pt x="41" y="619"/>
                    <a:pt x="41" y="620"/>
                  </a:cubicBezTo>
                  <a:cubicBezTo>
                    <a:pt x="38" y="625"/>
                    <a:pt x="37" y="632"/>
                    <a:pt x="36" y="637"/>
                  </a:cubicBezTo>
                  <a:cubicBezTo>
                    <a:pt x="35" y="638"/>
                    <a:pt x="35" y="639"/>
                    <a:pt x="35" y="640"/>
                  </a:cubicBezTo>
                  <a:cubicBezTo>
                    <a:pt x="36" y="642"/>
                    <a:pt x="36" y="642"/>
                    <a:pt x="36" y="642"/>
                  </a:cubicBezTo>
                  <a:cubicBezTo>
                    <a:pt x="38" y="644"/>
                    <a:pt x="37" y="646"/>
                    <a:pt x="37" y="647"/>
                  </a:cubicBezTo>
                  <a:cubicBezTo>
                    <a:pt x="37" y="648"/>
                    <a:pt x="37" y="649"/>
                    <a:pt x="37" y="650"/>
                  </a:cubicBezTo>
                  <a:cubicBezTo>
                    <a:pt x="36" y="651"/>
                    <a:pt x="36" y="651"/>
                    <a:pt x="36" y="651"/>
                  </a:cubicBezTo>
                  <a:cubicBezTo>
                    <a:pt x="36" y="657"/>
                    <a:pt x="32" y="659"/>
                    <a:pt x="30" y="661"/>
                  </a:cubicBezTo>
                  <a:cubicBezTo>
                    <a:pt x="29" y="661"/>
                    <a:pt x="29" y="661"/>
                    <a:pt x="28" y="661"/>
                  </a:cubicBezTo>
                  <a:cubicBezTo>
                    <a:pt x="28" y="662"/>
                    <a:pt x="28" y="662"/>
                    <a:pt x="27" y="662"/>
                  </a:cubicBezTo>
                  <a:cubicBezTo>
                    <a:pt x="26" y="663"/>
                    <a:pt x="25" y="665"/>
                    <a:pt x="24" y="665"/>
                  </a:cubicBezTo>
                  <a:cubicBezTo>
                    <a:pt x="23" y="666"/>
                    <a:pt x="21" y="666"/>
                    <a:pt x="20" y="666"/>
                  </a:cubicBezTo>
                  <a:cubicBezTo>
                    <a:pt x="20" y="666"/>
                    <a:pt x="20" y="666"/>
                    <a:pt x="20" y="666"/>
                  </a:cubicBezTo>
                  <a:cubicBezTo>
                    <a:pt x="19" y="667"/>
                    <a:pt x="17" y="668"/>
                    <a:pt x="15" y="668"/>
                  </a:cubicBezTo>
                  <a:cubicBezTo>
                    <a:pt x="15" y="668"/>
                    <a:pt x="15" y="669"/>
                    <a:pt x="15" y="669"/>
                  </a:cubicBezTo>
                  <a:cubicBezTo>
                    <a:pt x="15" y="672"/>
                    <a:pt x="14" y="673"/>
                    <a:pt x="13" y="674"/>
                  </a:cubicBezTo>
                  <a:cubicBezTo>
                    <a:pt x="13" y="674"/>
                    <a:pt x="13" y="674"/>
                    <a:pt x="13" y="674"/>
                  </a:cubicBezTo>
                  <a:cubicBezTo>
                    <a:pt x="13" y="675"/>
                    <a:pt x="13" y="676"/>
                    <a:pt x="12" y="677"/>
                  </a:cubicBezTo>
                  <a:cubicBezTo>
                    <a:pt x="12" y="678"/>
                    <a:pt x="12" y="678"/>
                    <a:pt x="11" y="679"/>
                  </a:cubicBezTo>
                  <a:cubicBezTo>
                    <a:pt x="11" y="680"/>
                    <a:pt x="11" y="681"/>
                    <a:pt x="11" y="681"/>
                  </a:cubicBezTo>
                  <a:cubicBezTo>
                    <a:pt x="13" y="682"/>
                    <a:pt x="14" y="682"/>
                    <a:pt x="15" y="684"/>
                  </a:cubicBezTo>
                  <a:cubicBezTo>
                    <a:pt x="17" y="685"/>
                    <a:pt x="18" y="687"/>
                    <a:pt x="18" y="688"/>
                  </a:cubicBezTo>
                  <a:cubicBezTo>
                    <a:pt x="19" y="689"/>
                    <a:pt x="21" y="690"/>
                    <a:pt x="23" y="693"/>
                  </a:cubicBezTo>
                  <a:cubicBezTo>
                    <a:pt x="24" y="696"/>
                    <a:pt x="25" y="699"/>
                    <a:pt x="25" y="702"/>
                  </a:cubicBezTo>
                  <a:cubicBezTo>
                    <a:pt x="24" y="704"/>
                    <a:pt x="24" y="706"/>
                    <a:pt x="23" y="708"/>
                  </a:cubicBezTo>
                  <a:cubicBezTo>
                    <a:pt x="23" y="709"/>
                    <a:pt x="23" y="710"/>
                    <a:pt x="23" y="710"/>
                  </a:cubicBezTo>
                  <a:cubicBezTo>
                    <a:pt x="23" y="710"/>
                    <a:pt x="23" y="711"/>
                    <a:pt x="24" y="712"/>
                  </a:cubicBezTo>
                  <a:cubicBezTo>
                    <a:pt x="25" y="713"/>
                    <a:pt x="26" y="714"/>
                    <a:pt x="27" y="717"/>
                  </a:cubicBezTo>
                  <a:cubicBezTo>
                    <a:pt x="28" y="722"/>
                    <a:pt x="25" y="726"/>
                    <a:pt x="23" y="729"/>
                  </a:cubicBezTo>
                  <a:cubicBezTo>
                    <a:pt x="22" y="730"/>
                    <a:pt x="21" y="730"/>
                    <a:pt x="19" y="731"/>
                  </a:cubicBezTo>
                  <a:cubicBezTo>
                    <a:pt x="20" y="732"/>
                    <a:pt x="20" y="733"/>
                    <a:pt x="21" y="733"/>
                  </a:cubicBezTo>
                  <a:cubicBezTo>
                    <a:pt x="21" y="734"/>
                    <a:pt x="22" y="735"/>
                    <a:pt x="22" y="735"/>
                  </a:cubicBezTo>
                  <a:cubicBezTo>
                    <a:pt x="23" y="736"/>
                    <a:pt x="23" y="737"/>
                    <a:pt x="25" y="738"/>
                  </a:cubicBezTo>
                  <a:cubicBezTo>
                    <a:pt x="26" y="739"/>
                    <a:pt x="26" y="739"/>
                    <a:pt x="26" y="739"/>
                  </a:cubicBezTo>
                  <a:cubicBezTo>
                    <a:pt x="30" y="742"/>
                    <a:pt x="30" y="745"/>
                    <a:pt x="30" y="747"/>
                  </a:cubicBezTo>
                  <a:cubicBezTo>
                    <a:pt x="31" y="745"/>
                    <a:pt x="35" y="743"/>
                    <a:pt x="38" y="745"/>
                  </a:cubicBezTo>
                  <a:cubicBezTo>
                    <a:pt x="38" y="745"/>
                    <a:pt x="39" y="745"/>
                    <a:pt x="39" y="745"/>
                  </a:cubicBezTo>
                  <a:cubicBezTo>
                    <a:pt x="40" y="745"/>
                    <a:pt x="41" y="745"/>
                    <a:pt x="41" y="746"/>
                  </a:cubicBezTo>
                  <a:cubicBezTo>
                    <a:pt x="43" y="747"/>
                    <a:pt x="45" y="748"/>
                    <a:pt x="46" y="750"/>
                  </a:cubicBezTo>
                  <a:cubicBezTo>
                    <a:pt x="49" y="754"/>
                    <a:pt x="49" y="755"/>
                    <a:pt x="50" y="757"/>
                  </a:cubicBezTo>
                  <a:cubicBezTo>
                    <a:pt x="50" y="758"/>
                    <a:pt x="50" y="759"/>
                    <a:pt x="49" y="760"/>
                  </a:cubicBezTo>
                  <a:cubicBezTo>
                    <a:pt x="50" y="761"/>
                    <a:pt x="50" y="761"/>
                    <a:pt x="50" y="762"/>
                  </a:cubicBezTo>
                  <a:cubicBezTo>
                    <a:pt x="51" y="763"/>
                    <a:pt x="51" y="763"/>
                    <a:pt x="51" y="764"/>
                  </a:cubicBezTo>
                  <a:cubicBezTo>
                    <a:pt x="51" y="764"/>
                    <a:pt x="51" y="764"/>
                    <a:pt x="51" y="765"/>
                  </a:cubicBezTo>
                  <a:cubicBezTo>
                    <a:pt x="52" y="765"/>
                    <a:pt x="52" y="765"/>
                    <a:pt x="52" y="765"/>
                  </a:cubicBezTo>
                  <a:cubicBezTo>
                    <a:pt x="54" y="766"/>
                    <a:pt x="56" y="768"/>
                    <a:pt x="56" y="771"/>
                  </a:cubicBezTo>
                  <a:cubicBezTo>
                    <a:pt x="57" y="772"/>
                    <a:pt x="58" y="772"/>
                    <a:pt x="58" y="773"/>
                  </a:cubicBezTo>
                  <a:cubicBezTo>
                    <a:pt x="61" y="776"/>
                    <a:pt x="59" y="780"/>
                    <a:pt x="59" y="781"/>
                  </a:cubicBezTo>
                  <a:cubicBezTo>
                    <a:pt x="58" y="782"/>
                    <a:pt x="58" y="783"/>
                    <a:pt x="57" y="783"/>
                  </a:cubicBezTo>
                  <a:cubicBezTo>
                    <a:pt x="57" y="783"/>
                    <a:pt x="57" y="783"/>
                    <a:pt x="57" y="783"/>
                  </a:cubicBezTo>
                  <a:cubicBezTo>
                    <a:pt x="57" y="783"/>
                    <a:pt x="58" y="784"/>
                    <a:pt x="58" y="785"/>
                  </a:cubicBezTo>
                  <a:cubicBezTo>
                    <a:pt x="58" y="788"/>
                    <a:pt x="59" y="791"/>
                    <a:pt x="58" y="794"/>
                  </a:cubicBezTo>
                  <a:cubicBezTo>
                    <a:pt x="57" y="795"/>
                    <a:pt x="56" y="796"/>
                    <a:pt x="55" y="797"/>
                  </a:cubicBezTo>
                  <a:cubicBezTo>
                    <a:pt x="56" y="797"/>
                    <a:pt x="56" y="797"/>
                    <a:pt x="56" y="798"/>
                  </a:cubicBezTo>
                  <a:cubicBezTo>
                    <a:pt x="56" y="799"/>
                    <a:pt x="56" y="801"/>
                    <a:pt x="56" y="802"/>
                  </a:cubicBezTo>
                  <a:cubicBezTo>
                    <a:pt x="56" y="802"/>
                    <a:pt x="56" y="802"/>
                    <a:pt x="56" y="803"/>
                  </a:cubicBezTo>
                  <a:cubicBezTo>
                    <a:pt x="56" y="803"/>
                    <a:pt x="57" y="803"/>
                    <a:pt x="57" y="804"/>
                  </a:cubicBezTo>
                  <a:cubicBezTo>
                    <a:pt x="58" y="804"/>
                    <a:pt x="58" y="805"/>
                    <a:pt x="59" y="806"/>
                  </a:cubicBezTo>
                  <a:cubicBezTo>
                    <a:pt x="60" y="809"/>
                    <a:pt x="58" y="816"/>
                    <a:pt x="57" y="818"/>
                  </a:cubicBezTo>
                  <a:cubicBezTo>
                    <a:pt x="56" y="818"/>
                    <a:pt x="55" y="819"/>
                    <a:pt x="55" y="819"/>
                  </a:cubicBezTo>
                  <a:cubicBezTo>
                    <a:pt x="55" y="820"/>
                    <a:pt x="55" y="822"/>
                    <a:pt x="54" y="824"/>
                  </a:cubicBezTo>
                  <a:cubicBezTo>
                    <a:pt x="54" y="825"/>
                    <a:pt x="53" y="826"/>
                    <a:pt x="52" y="827"/>
                  </a:cubicBezTo>
                  <a:cubicBezTo>
                    <a:pt x="53" y="827"/>
                    <a:pt x="53" y="827"/>
                    <a:pt x="53" y="827"/>
                  </a:cubicBezTo>
                  <a:cubicBezTo>
                    <a:pt x="55" y="828"/>
                    <a:pt x="55" y="828"/>
                    <a:pt x="55" y="828"/>
                  </a:cubicBezTo>
                  <a:cubicBezTo>
                    <a:pt x="57" y="829"/>
                    <a:pt x="59" y="831"/>
                    <a:pt x="60" y="833"/>
                  </a:cubicBezTo>
                  <a:cubicBezTo>
                    <a:pt x="60" y="833"/>
                    <a:pt x="60" y="834"/>
                    <a:pt x="60" y="834"/>
                  </a:cubicBezTo>
                  <a:cubicBezTo>
                    <a:pt x="60" y="834"/>
                    <a:pt x="61" y="835"/>
                    <a:pt x="61" y="835"/>
                  </a:cubicBezTo>
                  <a:cubicBezTo>
                    <a:pt x="62" y="835"/>
                    <a:pt x="64" y="833"/>
                    <a:pt x="67" y="829"/>
                  </a:cubicBezTo>
                  <a:cubicBezTo>
                    <a:pt x="68" y="828"/>
                    <a:pt x="68" y="828"/>
                    <a:pt x="68" y="828"/>
                  </a:cubicBezTo>
                  <a:cubicBezTo>
                    <a:pt x="68" y="827"/>
                    <a:pt x="69" y="827"/>
                    <a:pt x="69" y="826"/>
                  </a:cubicBezTo>
                  <a:cubicBezTo>
                    <a:pt x="70" y="824"/>
                    <a:pt x="72" y="821"/>
                    <a:pt x="77" y="820"/>
                  </a:cubicBezTo>
                  <a:cubicBezTo>
                    <a:pt x="78" y="820"/>
                    <a:pt x="79" y="820"/>
                    <a:pt x="79" y="820"/>
                  </a:cubicBezTo>
                  <a:cubicBezTo>
                    <a:pt x="84" y="820"/>
                    <a:pt x="86" y="823"/>
                    <a:pt x="87" y="825"/>
                  </a:cubicBezTo>
                  <a:cubicBezTo>
                    <a:pt x="87" y="825"/>
                    <a:pt x="87" y="826"/>
                    <a:pt x="88" y="826"/>
                  </a:cubicBezTo>
                  <a:cubicBezTo>
                    <a:pt x="88" y="826"/>
                    <a:pt x="88" y="826"/>
                    <a:pt x="89" y="827"/>
                  </a:cubicBezTo>
                  <a:cubicBezTo>
                    <a:pt x="90" y="828"/>
                    <a:pt x="93" y="829"/>
                    <a:pt x="94" y="832"/>
                  </a:cubicBezTo>
                  <a:cubicBezTo>
                    <a:pt x="94" y="834"/>
                    <a:pt x="94" y="836"/>
                    <a:pt x="94" y="837"/>
                  </a:cubicBezTo>
                  <a:cubicBezTo>
                    <a:pt x="94" y="838"/>
                    <a:pt x="95" y="839"/>
                    <a:pt x="95" y="840"/>
                  </a:cubicBezTo>
                  <a:cubicBezTo>
                    <a:pt x="96" y="839"/>
                    <a:pt x="96" y="839"/>
                    <a:pt x="97" y="838"/>
                  </a:cubicBezTo>
                  <a:cubicBezTo>
                    <a:pt x="97" y="838"/>
                    <a:pt x="97" y="838"/>
                    <a:pt x="98" y="837"/>
                  </a:cubicBezTo>
                  <a:cubicBezTo>
                    <a:pt x="98" y="837"/>
                    <a:pt x="98" y="836"/>
                    <a:pt x="99" y="835"/>
                  </a:cubicBezTo>
                  <a:cubicBezTo>
                    <a:pt x="100" y="834"/>
                    <a:pt x="101" y="833"/>
                    <a:pt x="101" y="833"/>
                  </a:cubicBezTo>
                  <a:cubicBezTo>
                    <a:pt x="101" y="831"/>
                    <a:pt x="102" y="829"/>
                    <a:pt x="104" y="828"/>
                  </a:cubicBezTo>
                  <a:cubicBezTo>
                    <a:pt x="105" y="827"/>
                    <a:pt x="106" y="827"/>
                    <a:pt x="108" y="826"/>
                  </a:cubicBezTo>
                  <a:cubicBezTo>
                    <a:pt x="108" y="826"/>
                    <a:pt x="108" y="826"/>
                    <a:pt x="108" y="826"/>
                  </a:cubicBezTo>
                  <a:cubicBezTo>
                    <a:pt x="109" y="826"/>
                    <a:pt x="110" y="825"/>
                    <a:pt x="111" y="824"/>
                  </a:cubicBezTo>
                  <a:cubicBezTo>
                    <a:pt x="111" y="824"/>
                    <a:pt x="112" y="824"/>
                    <a:pt x="113" y="824"/>
                  </a:cubicBezTo>
                  <a:cubicBezTo>
                    <a:pt x="113" y="823"/>
                    <a:pt x="114" y="821"/>
                    <a:pt x="116" y="821"/>
                  </a:cubicBezTo>
                  <a:cubicBezTo>
                    <a:pt x="116" y="820"/>
                    <a:pt x="117" y="820"/>
                    <a:pt x="118" y="820"/>
                  </a:cubicBezTo>
                  <a:cubicBezTo>
                    <a:pt x="118" y="820"/>
                    <a:pt x="119" y="821"/>
                    <a:pt x="120" y="821"/>
                  </a:cubicBezTo>
                  <a:cubicBezTo>
                    <a:pt x="120" y="821"/>
                    <a:pt x="120" y="821"/>
                    <a:pt x="121" y="821"/>
                  </a:cubicBezTo>
                  <a:cubicBezTo>
                    <a:pt x="122" y="821"/>
                    <a:pt x="124" y="821"/>
                    <a:pt x="125" y="822"/>
                  </a:cubicBezTo>
                  <a:cubicBezTo>
                    <a:pt x="126" y="822"/>
                    <a:pt x="128" y="823"/>
                    <a:pt x="128" y="823"/>
                  </a:cubicBezTo>
                  <a:cubicBezTo>
                    <a:pt x="132" y="823"/>
                    <a:pt x="134" y="824"/>
                    <a:pt x="137" y="826"/>
                  </a:cubicBezTo>
                  <a:cubicBezTo>
                    <a:pt x="138" y="826"/>
                    <a:pt x="138" y="827"/>
                    <a:pt x="139" y="827"/>
                  </a:cubicBezTo>
                  <a:cubicBezTo>
                    <a:pt x="140" y="828"/>
                    <a:pt x="142" y="828"/>
                    <a:pt x="143" y="829"/>
                  </a:cubicBezTo>
                  <a:cubicBezTo>
                    <a:pt x="144" y="830"/>
                    <a:pt x="146" y="831"/>
                    <a:pt x="148" y="831"/>
                  </a:cubicBezTo>
                  <a:cubicBezTo>
                    <a:pt x="149" y="832"/>
                    <a:pt x="151" y="832"/>
                    <a:pt x="152" y="832"/>
                  </a:cubicBezTo>
                  <a:cubicBezTo>
                    <a:pt x="152" y="831"/>
                    <a:pt x="153" y="828"/>
                    <a:pt x="155" y="826"/>
                  </a:cubicBezTo>
                  <a:cubicBezTo>
                    <a:pt x="157" y="824"/>
                    <a:pt x="160" y="823"/>
                    <a:pt x="162" y="823"/>
                  </a:cubicBezTo>
                  <a:cubicBezTo>
                    <a:pt x="163" y="822"/>
                    <a:pt x="163" y="822"/>
                    <a:pt x="164" y="822"/>
                  </a:cubicBezTo>
                  <a:cubicBezTo>
                    <a:pt x="165" y="821"/>
                    <a:pt x="166" y="819"/>
                    <a:pt x="168" y="819"/>
                  </a:cubicBezTo>
                  <a:cubicBezTo>
                    <a:pt x="169" y="818"/>
                    <a:pt x="171" y="818"/>
                    <a:pt x="172" y="818"/>
                  </a:cubicBezTo>
                  <a:cubicBezTo>
                    <a:pt x="172" y="818"/>
                    <a:pt x="173" y="818"/>
                    <a:pt x="173" y="818"/>
                  </a:cubicBezTo>
                  <a:cubicBezTo>
                    <a:pt x="175" y="823"/>
                    <a:pt x="175" y="823"/>
                    <a:pt x="175" y="823"/>
                  </a:cubicBezTo>
                  <a:cubicBezTo>
                    <a:pt x="174" y="818"/>
                    <a:pt x="174" y="818"/>
                    <a:pt x="174" y="818"/>
                  </a:cubicBezTo>
                  <a:cubicBezTo>
                    <a:pt x="174" y="818"/>
                    <a:pt x="175" y="818"/>
                    <a:pt x="175" y="818"/>
                  </a:cubicBezTo>
                  <a:cubicBezTo>
                    <a:pt x="175" y="817"/>
                    <a:pt x="174" y="817"/>
                    <a:pt x="174" y="817"/>
                  </a:cubicBezTo>
                  <a:cubicBezTo>
                    <a:pt x="173" y="816"/>
                    <a:pt x="171" y="815"/>
                    <a:pt x="170" y="813"/>
                  </a:cubicBezTo>
                  <a:cubicBezTo>
                    <a:pt x="170" y="812"/>
                    <a:pt x="168" y="809"/>
                    <a:pt x="171" y="805"/>
                  </a:cubicBezTo>
                  <a:cubicBezTo>
                    <a:pt x="172" y="805"/>
                    <a:pt x="172" y="805"/>
                    <a:pt x="172" y="805"/>
                  </a:cubicBezTo>
                  <a:cubicBezTo>
                    <a:pt x="174" y="803"/>
                    <a:pt x="178" y="802"/>
                    <a:pt x="178" y="802"/>
                  </a:cubicBezTo>
                  <a:cubicBezTo>
                    <a:pt x="179" y="802"/>
                    <a:pt x="181" y="802"/>
                    <a:pt x="182" y="803"/>
                  </a:cubicBezTo>
                  <a:cubicBezTo>
                    <a:pt x="182" y="802"/>
                    <a:pt x="182" y="802"/>
                    <a:pt x="182" y="802"/>
                  </a:cubicBezTo>
                  <a:cubicBezTo>
                    <a:pt x="184" y="803"/>
                    <a:pt x="186" y="803"/>
                    <a:pt x="187" y="803"/>
                  </a:cubicBezTo>
                  <a:cubicBezTo>
                    <a:pt x="200" y="807"/>
                    <a:pt x="206" y="812"/>
                    <a:pt x="205" y="818"/>
                  </a:cubicBezTo>
                  <a:cubicBezTo>
                    <a:pt x="205" y="821"/>
                    <a:pt x="204" y="822"/>
                    <a:pt x="203" y="823"/>
                  </a:cubicBezTo>
                  <a:cubicBezTo>
                    <a:pt x="205" y="824"/>
                    <a:pt x="207" y="825"/>
                    <a:pt x="208" y="828"/>
                  </a:cubicBezTo>
                  <a:cubicBezTo>
                    <a:pt x="208" y="829"/>
                    <a:pt x="208" y="831"/>
                    <a:pt x="208" y="832"/>
                  </a:cubicBezTo>
                  <a:cubicBezTo>
                    <a:pt x="209" y="832"/>
                    <a:pt x="210" y="833"/>
                    <a:pt x="211" y="834"/>
                  </a:cubicBezTo>
                  <a:cubicBezTo>
                    <a:pt x="214" y="838"/>
                    <a:pt x="215" y="842"/>
                    <a:pt x="214" y="848"/>
                  </a:cubicBezTo>
                  <a:cubicBezTo>
                    <a:pt x="214" y="849"/>
                    <a:pt x="213" y="851"/>
                    <a:pt x="213" y="853"/>
                  </a:cubicBezTo>
                  <a:cubicBezTo>
                    <a:pt x="212" y="854"/>
                    <a:pt x="212" y="856"/>
                    <a:pt x="212" y="857"/>
                  </a:cubicBezTo>
                  <a:cubicBezTo>
                    <a:pt x="213" y="857"/>
                    <a:pt x="214" y="857"/>
                    <a:pt x="215" y="857"/>
                  </a:cubicBezTo>
                  <a:cubicBezTo>
                    <a:pt x="218" y="858"/>
                    <a:pt x="219" y="860"/>
                    <a:pt x="220" y="863"/>
                  </a:cubicBezTo>
                  <a:cubicBezTo>
                    <a:pt x="220" y="864"/>
                    <a:pt x="221" y="867"/>
                    <a:pt x="222" y="868"/>
                  </a:cubicBezTo>
                  <a:cubicBezTo>
                    <a:pt x="223" y="867"/>
                    <a:pt x="224" y="867"/>
                    <a:pt x="226" y="867"/>
                  </a:cubicBezTo>
                  <a:cubicBezTo>
                    <a:pt x="227" y="868"/>
                    <a:pt x="228" y="869"/>
                    <a:pt x="229" y="870"/>
                  </a:cubicBezTo>
                  <a:cubicBezTo>
                    <a:pt x="229" y="871"/>
                    <a:pt x="229" y="871"/>
                    <a:pt x="229" y="872"/>
                  </a:cubicBezTo>
                  <a:cubicBezTo>
                    <a:pt x="230" y="872"/>
                    <a:pt x="230" y="872"/>
                    <a:pt x="231" y="872"/>
                  </a:cubicBezTo>
                  <a:cubicBezTo>
                    <a:pt x="233" y="873"/>
                    <a:pt x="236" y="874"/>
                    <a:pt x="238" y="876"/>
                  </a:cubicBezTo>
                  <a:cubicBezTo>
                    <a:pt x="239" y="877"/>
                    <a:pt x="239" y="879"/>
                    <a:pt x="239" y="880"/>
                  </a:cubicBezTo>
                  <a:cubicBezTo>
                    <a:pt x="239" y="881"/>
                    <a:pt x="239" y="881"/>
                    <a:pt x="239" y="881"/>
                  </a:cubicBezTo>
                  <a:cubicBezTo>
                    <a:pt x="240" y="885"/>
                    <a:pt x="239" y="886"/>
                    <a:pt x="238" y="887"/>
                  </a:cubicBezTo>
                  <a:cubicBezTo>
                    <a:pt x="238" y="888"/>
                    <a:pt x="236" y="890"/>
                    <a:pt x="233" y="890"/>
                  </a:cubicBezTo>
                  <a:cubicBezTo>
                    <a:pt x="233" y="890"/>
                    <a:pt x="232" y="890"/>
                    <a:pt x="231" y="890"/>
                  </a:cubicBezTo>
                  <a:cubicBezTo>
                    <a:pt x="231" y="890"/>
                    <a:pt x="231" y="890"/>
                    <a:pt x="231" y="891"/>
                  </a:cubicBezTo>
                  <a:cubicBezTo>
                    <a:pt x="230" y="892"/>
                    <a:pt x="228" y="893"/>
                    <a:pt x="227" y="893"/>
                  </a:cubicBezTo>
                  <a:cubicBezTo>
                    <a:pt x="227" y="893"/>
                    <a:pt x="227" y="893"/>
                    <a:pt x="227" y="893"/>
                  </a:cubicBezTo>
                  <a:cubicBezTo>
                    <a:pt x="227" y="894"/>
                    <a:pt x="227" y="895"/>
                    <a:pt x="226" y="896"/>
                  </a:cubicBezTo>
                  <a:cubicBezTo>
                    <a:pt x="227" y="896"/>
                    <a:pt x="228" y="895"/>
                    <a:pt x="229" y="895"/>
                  </a:cubicBezTo>
                  <a:cubicBezTo>
                    <a:pt x="231" y="895"/>
                    <a:pt x="231" y="895"/>
                    <a:pt x="231" y="895"/>
                  </a:cubicBezTo>
                  <a:cubicBezTo>
                    <a:pt x="235" y="895"/>
                    <a:pt x="238" y="896"/>
                    <a:pt x="241" y="899"/>
                  </a:cubicBezTo>
                  <a:cubicBezTo>
                    <a:pt x="244" y="902"/>
                    <a:pt x="244" y="907"/>
                    <a:pt x="243" y="910"/>
                  </a:cubicBezTo>
                  <a:cubicBezTo>
                    <a:pt x="243" y="912"/>
                    <a:pt x="243" y="912"/>
                    <a:pt x="243" y="912"/>
                  </a:cubicBezTo>
                  <a:cubicBezTo>
                    <a:pt x="243" y="914"/>
                    <a:pt x="242" y="915"/>
                    <a:pt x="242" y="916"/>
                  </a:cubicBezTo>
                  <a:cubicBezTo>
                    <a:pt x="242" y="916"/>
                    <a:pt x="242" y="917"/>
                    <a:pt x="242" y="918"/>
                  </a:cubicBezTo>
                  <a:cubicBezTo>
                    <a:pt x="243" y="920"/>
                    <a:pt x="243" y="922"/>
                    <a:pt x="243" y="925"/>
                  </a:cubicBezTo>
                  <a:cubicBezTo>
                    <a:pt x="243" y="926"/>
                    <a:pt x="243" y="927"/>
                    <a:pt x="243" y="928"/>
                  </a:cubicBezTo>
                  <a:cubicBezTo>
                    <a:pt x="243" y="931"/>
                    <a:pt x="244" y="932"/>
                    <a:pt x="245" y="935"/>
                  </a:cubicBezTo>
                  <a:cubicBezTo>
                    <a:pt x="245" y="935"/>
                    <a:pt x="245" y="935"/>
                    <a:pt x="245" y="935"/>
                  </a:cubicBezTo>
                  <a:cubicBezTo>
                    <a:pt x="246" y="935"/>
                    <a:pt x="246" y="935"/>
                    <a:pt x="247" y="935"/>
                  </a:cubicBezTo>
                  <a:cubicBezTo>
                    <a:pt x="247" y="935"/>
                    <a:pt x="249" y="935"/>
                    <a:pt x="249" y="935"/>
                  </a:cubicBezTo>
                  <a:cubicBezTo>
                    <a:pt x="252" y="936"/>
                    <a:pt x="253" y="939"/>
                    <a:pt x="254" y="940"/>
                  </a:cubicBezTo>
                  <a:cubicBezTo>
                    <a:pt x="254" y="940"/>
                    <a:pt x="254" y="941"/>
                    <a:pt x="254" y="941"/>
                  </a:cubicBezTo>
                  <a:cubicBezTo>
                    <a:pt x="260" y="942"/>
                    <a:pt x="263" y="945"/>
                    <a:pt x="264" y="950"/>
                  </a:cubicBezTo>
                  <a:cubicBezTo>
                    <a:pt x="264" y="949"/>
                    <a:pt x="264" y="949"/>
                    <a:pt x="265" y="949"/>
                  </a:cubicBezTo>
                  <a:cubicBezTo>
                    <a:pt x="265" y="949"/>
                    <a:pt x="265" y="948"/>
                    <a:pt x="265" y="948"/>
                  </a:cubicBezTo>
                  <a:cubicBezTo>
                    <a:pt x="264" y="947"/>
                    <a:pt x="264" y="946"/>
                    <a:pt x="265" y="945"/>
                  </a:cubicBezTo>
                  <a:cubicBezTo>
                    <a:pt x="265" y="944"/>
                    <a:pt x="266" y="943"/>
                    <a:pt x="267" y="943"/>
                  </a:cubicBezTo>
                  <a:cubicBezTo>
                    <a:pt x="268" y="940"/>
                    <a:pt x="270" y="938"/>
                    <a:pt x="273" y="937"/>
                  </a:cubicBezTo>
                  <a:cubicBezTo>
                    <a:pt x="274" y="935"/>
                    <a:pt x="277" y="934"/>
                    <a:pt x="278" y="934"/>
                  </a:cubicBezTo>
                  <a:cubicBezTo>
                    <a:pt x="280" y="934"/>
                    <a:pt x="281" y="935"/>
                    <a:pt x="281" y="935"/>
                  </a:cubicBezTo>
                  <a:cubicBezTo>
                    <a:pt x="281" y="935"/>
                    <a:pt x="282" y="935"/>
                    <a:pt x="282" y="935"/>
                  </a:cubicBezTo>
                  <a:cubicBezTo>
                    <a:pt x="282" y="936"/>
                    <a:pt x="282" y="936"/>
                    <a:pt x="282" y="936"/>
                  </a:cubicBezTo>
                  <a:cubicBezTo>
                    <a:pt x="283" y="934"/>
                    <a:pt x="285" y="933"/>
                    <a:pt x="286" y="933"/>
                  </a:cubicBezTo>
                  <a:cubicBezTo>
                    <a:pt x="287" y="933"/>
                    <a:pt x="288" y="933"/>
                    <a:pt x="288" y="933"/>
                  </a:cubicBezTo>
                  <a:cubicBezTo>
                    <a:pt x="290" y="934"/>
                    <a:pt x="293" y="935"/>
                    <a:pt x="293" y="939"/>
                  </a:cubicBezTo>
                  <a:cubicBezTo>
                    <a:pt x="293" y="940"/>
                    <a:pt x="294" y="940"/>
                    <a:pt x="294" y="940"/>
                  </a:cubicBezTo>
                  <a:cubicBezTo>
                    <a:pt x="294" y="940"/>
                    <a:pt x="295" y="941"/>
                    <a:pt x="296" y="941"/>
                  </a:cubicBezTo>
                  <a:cubicBezTo>
                    <a:pt x="297" y="942"/>
                    <a:pt x="300" y="943"/>
                    <a:pt x="300" y="947"/>
                  </a:cubicBezTo>
                  <a:cubicBezTo>
                    <a:pt x="300" y="947"/>
                    <a:pt x="301" y="947"/>
                    <a:pt x="302" y="947"/>
                  </a:cubicBezTo>
                  <a:cubicBezTo>
                    <a:pt x="304" y="947"/>
                    <a:pt x="306" y="948"/>
                    <a:pt x="309" y="948"/>
                  </a:cubicBezTo>
                  <a:cubicBezTo>
                    <a:pt x="310" y="949"/>
                    <a:pt x="311" y="949"/>
                    <a:pt x="313" y="950"/>
                  </a:cubicBezTo>
                  <a:cubicBezTo>
                    <a:pt x="313" y="948"/>
                    <a:pt x="314" y="945"/>
                    <a:pt x="315" y="943"/>
                  </a:cubicBezTo>
                  <a:cubicBezTo>
                    <a:pt x="317" y="941"/>
                    <a:pt x="321" y="940"/>
                    <a:pt x="325" y="940"/>
                  </a:cubicBezTo>
                  <a:cubicBezTo>
                    <a:pt x="325" y="940"/>
                    <a:pt x="326" y="940"/>
                    <a:pt x="327" y="940"/>
                  </a:cubicBezTo>
                  <a:cubicBezTo>
                    <a:pt x="328" y="939"/>
                    <a:pt x="330" y="940"/>
                    <a:pt x="332" y="940"/>
                  </a:cubicBezTo>
                  <a:cubicBezTo>
                    <a:pt x="331" y="938"/>
                    <a:pt x="330" y="936"/>
                    <a:pt x="332" y="932"/>
                  </a:cubicBezTo>
                  <a:cubicBezTo>
                    <a:pt x="332" y="932"/>
                    <a:pt x="332" y="931"/>
                    <a:pt x="332" y="931"/>
                  </a:cubicBezTo>
                  <a:cubicBezTo>
                    <a:pt x="331" y="929"/>
                    <a:pt x="331" y="926"/>
                    <a:pt x="334" y="923"/>
                  </a:cubicBezTo>
                  <a:cubicBezTo>
                    <a:pt x="335" y="922"/>
                    <a:pt x="336" y="920"/>
                    <a:pt x="339" y="920"/>
                  </a:cubicBezTo>
                  <a:cubicBezTo>
                    <a:pt x="340" y="920"/>
                    <a:pt x="343" y="921"/>
                    <a:pt x="344" y="924"/>
                  </a:cubicBezTo>
                  <a:cubicBezTo>
                    <a:pt x="346" y="925"/>
                    <a:pt x="346" y="925"/>
                    <a:pt x="346" y="925"/>
                  </a:cubicBezTo>
                  <a:cubicBezTo>
                    <a:pt x="346" y="926"/>
                    <a:pt x="346" y="926"/>
                    <a:pt x="347" y="926"/>
                  </a:cubicBezTo>
                  <a:cubicBezTo>
                    <a:pt x="347" y="925"/>
                    <a:pt x="347" y="922"/>
                    <a:pt x="349" y="920"/>
                  </a:cubicBezTo>
                  <a:cubicBezTo>
                    <a:pt x="350" y="919"/>
                    <a:pt x="352" y="918"/>
                    <a:pt x="355" y="918"/>
                  </a:cubicBezTo>
                  <a:cubicBezTo>
                    <a:pt x="356" y="918"/>
                    <a:pt x="356" y="918"/>
                    <a:pt x="356" y="918"/>
                  </a:cubicBezTo>
                  <a:cubicBezTo>
                    <a:pt x="357" y="918"/>
                    <a:pt x="357" y="918"/>
                    <a:pt x="357" y="918"/>
                  </a:cubicBezTo>
                  <a:cubicBezTo>
                    <a:pt x="359" y="917"/>
                    <a:pt x="361" y="916"/>
                    <a:pt x="362" y="916"/>
                  </a:cubicBezTo>
                  <a:cubicBezTo>
                    <a:pt x="364" y="916"/>
                    <a:pt x="366" y="917"/>
                    <a:pt x="367" y="918"/>
                  </a:cubicBezTo>
                  <a:cubicBezTo>
                    <a:pt x="368" y="920"/>
                    <a:pt x="368" y="921"/>
                    <a:pt x="368" y="923"/>
                  </a:cubicBezTo>
                  <a:cubicBezTo>
                    <a:pt x="368" y="923"/>
                    <a:pt x="369" y="924"/>
                    <a:pt x="369" y="925"/>
                  </a:cubicBezTo>
                  <a:cubicBezTo>
                    <a:pt x="369" y="927"/>
                    <a:pt x="369" y="928"/>
                    <a:pt x="368" y="929"/>
                  </a:cubicBezTo>
                  <a:cubicBezTo>
                    <a:pt x="368" y="930"/>
                    <a:pt x="368" y="931"/>
                    <a:pt x="368" y="931"/>
                  </a:cubicBezTo>
                  <a:cubicBezTo>
                    <a:pt x="369" y="932"/>
                    <a:pt x="370" y="933"/>
                    <a:pt x="370" y="934"/>
                  </a:cubicBezTo>
                  <a:cubicBezTo>
                    <a:pt x="371" y="936"/>
                    <a:pt x="371" y="938"/>
                    <a:pt x="370" y="939"/>
                  </a:cubicBezTo>
                  <a:cubicBezTo>
                    <a:pt x="371" y="942"/>
                    <a:pt x="370" y="946"/>
                    <a:pt x="369" y="949"/>
                  </a:cubicBezTo>
                  <a:cubicBezTo>
                    <a:pt x="369" y="949"/>
                    <a:pt x="369" y="949"/>
                    <a:pt x="369" y="949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5" name="Freeform 136">
              <a:extLst>
                <a:ext uri="{FF2B5EF4-FFF2-40B4-BE49-F238E27FC236}">
                  <a16:creationId xmlns:a16="http://schemas.microsoft.com/office/drawing/2014/main" id="{338F3D04-42A1-49AF-8DD7-AC6B18F34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025" y="1541463"/>
              <a:ext cx="1125538" cy="1077913"/>
            </a:xfrm>
            <a:custGeom>
              <a:avLst/>
              <a:gdLst>
                <a:gd name="T0" fmla="*/ 814 w 995"/>
                <a:gd name="T1" fmla="*/ 255 h 954"/>
                <a:gd name="T2" fmla="*/ 851 w 995"/>
                <a:gd name="T3" fmla="*/ 301 h 954"/>
                <a:gd name="T4" fmla="*/ 882 w 995"/>
                <a:gd name="T5" fmla="*/ 309 h 954"/>
                <a:gd name="T6" fmla="*/ 934 w 995"/>
                <a:gd name="T7" fmla="*/ 346 h 954"/>
                <a:gd name="T8" fmla="*/ 934 w 995"/>
                <a:gd name="T9" fmla="*/ 381 h 954"/>
                <a:gd name="T10" fmla="*/ 994 w 995"/>
                <a:gd name="T11" fmla="*/ 489 h 954"/>
                <a:gd name="T12" fmla="*/ 990 w 995"/>
                <a:gd name="T13" fmla="*/ 553 h 954"/>
                <a:gd name="T14" fmla="*/ 964 w 995"/>
                <a:gd name="T15" fmla="*/ 599 h 954"/>
                <a:gd name="T16" fmla="*/ 919 w 995"/>
                <a:gd name="T17" fmla="*/ 616 h 954"/>
                <a:gd name="T18" fmla="*/ 795 w 995"/>
                <a:gd name="T19" fmla="*/ 643 h 954"/>
                <a:gd name="T20" fmla="*/ 731 w 995"/>
                <a:gd name="T21" fmla="*/ 641 h 954"/>
                <a:gd name="T22" fmla="*/ 669 w 995"/>
                <a:gd name="T23" fmla="*/ 656 h 954"/>
                <a:gd name="T24" fmla="*/ 599 w 995"/>
                <a:gd name="T25" fmla="*/ 691 h 954"/>
                <a:gd name="T26" fmla="*/ 554 w 995"/>
                <a:gd name="T27" fmla="*/ 729 h 954"/>
                <a:gd name="T28" fmla="*/ 541 w 995"/>
                <a:gd name="T29" fmla="*/ 751 h 954"/>
                <a:gd name="T30" fmla="*/ 502 w 995"/>
                <a:gd name="T31" fmla="*/ 745 h 954"/>
                <a:gd name="T32" fmla="*/ 487 w 995"/>
                <a:gd name="T33" fmla="*/ 750 h 954"/>
                <a:gd name="T34" fmla="*/ 477 w 995"/>
                <a:gd name="T35" fmla="*/ 788 h 954"/>
                <a:gd name="T36" fmla="*/ 471 w 995"/>
                <a:gd name="T37" fmla="*/ 814 h 954"/>
                <a:gd name="T38" fmla="*/ 447 w 995"/>
                <a:gd name="T39" fmla="*/ 834 h 954"/>
                <a:gd name="T40" fmla="*/ 416 w 995"/>
                <a:gd name="T41" fmla="*/ 858 h 954"/>
                <a:gd name="T42" fmla="*/ 415 w 995"/>
                <a:gd name="T43" fmla="*/ 885 h 954"/>
                <a:gd name="T44" fmla="*/ 403 w 995"/>
                <a:gd name="T45" fmla="*/ 923 h 954"/>
                <a:gd name="T46" fmla="*/ 374 w 995"/>
                <a:gd name="T47" fmla="*/ 944 h 954"/>
                <a:gd name="T48" fmla="*/ 361 w 995"/>
                <a:gd name="T49" fmla="*/ 935 h 954"/>
                <a:gd name="T50" fmla="*/ 353 w 995"/>
                <a:gd name="T51" fmla="*/ 918 h 954"/>
                <a:gd name="T52" fmla="*/ 331 w 995"/>
                <a:gd name="T53" fmla="*/ 928 h 954"/>
                <a:gd name="T54" fmla="*/ 314 w 995"/>
                <a:gd name="T55" fmla="*/ 949 h 954"/>
                <a:gd name="T56" fmla="*/ 285 w 995"/>
                <a:gd name="T57" fmla="*/ 940 h 954"/>
                <a:gd name="T58" fmla="*/ 271 w 995"/>
                <a:gd name="T59" fmla="*/ 935 h 954"/>
                <a:gd name="T60" fmla="*/ 254 w 995"/>
                <a:gd name="T61" fmla="*/ 947 h 954"/>
                <a:gd name="T62" fmla="*/ 233 w 995"/>
                <a:gd name="T63" fmla="*/ 914 h 954"/>
                <a:gd name="T64" fmla="*/ 214 w 995"/>
                <a:gd name="T65" fmla="*/ 900 h 954"/>
                <a:gd name="T66" fmla="*/ 222 w 995"/>
                <a:gd name="T67" fmla="*/ 883 h 954"/>
                <a:gd name="T68" fmla="*/ 209 w 995"/>
                <a:gd name="T69" fmla="*/ 856 h 954"/>
                <a:gd name="T70" fmla="*/ 198 w 995"/>
                <a:gd name="T71" fmla="*/ 824 h 954"/>
                <a:gd name="T72" fmla="*/ 170 w 995"/>
                <a:gd name="T73" fmla="*/ 803 h 954"/>
                <a:gd name="T74" fmla="*/ 153 w 995"/>
                <a:gd name="T75" fmla="*/ 824 h 954"/>
                <a:gd name="T76" fmla="*/ 114 w 995"/>
                <a:gd name="T77" fmla="*/ 822 h 954"/>
                <a:gd name="T78" fmla="*/ 100 w 995"/>
                <a:gd name="T79" fmla="*/ 830 h 954"/>
                <a:gd name="T80" fmla="*/ 84 w 995"/>
                <a:gd name="T81" fmla="*/ 829 h 954"/>
                <a:gd name="T82" fmla="*/ 44 w 995"/>
                <a:gd name="T83" fmla="*/ 826 h 954"/>
                <a:gd name="T84" fmla="*/ 47 w 995"/>
                <a:gd name="T85" fmla="*/ 801 h 954"/>
                <a:gd name="T86" fmla="*/ 49 w 995"/>
                <a:gd name="T87" fmla="*/ 775 h 954"/>
                <a:gd name="T88" fmla="*/ 39 w 995"/>
                <a:gd name="T89" fmla="*/ 756 h 954"/>
                <a:gd name="T90" fmla="*/ 26 w 995"/>
                <a:gd name="T91" fmla="*/ 749 h 954"/>
                <a:gd name="T92" fmla="*/ 14 w 995"/>
                <a:gd name="T93" fmla="*/ 721 h 954"/>
                <a:gd name="T94" fmla="*/ 7 w 995"/>
                <a:gd name="T95" fmla="*/ 682 h 954"/>
                <a:gd name="T96" fmla="*/ 4 w 995"/>
                <a:gd name="T97" fmla="*/ 661 h 954"/>
                <a:gd name="T98" fmla="*/ 21 w 995"/>
                <a:gd name="T99" fmla="*/ 653 h 954"/>
                <a:gd name="T100" fmla="*/ 31 w 995"/>
                <a:gd name="T101" fmla="*/ 613 h 954"/>
                <a:gd name="T102" fmla="*/ 78 w 995"/>
                <a:gd name="T103" fmla="*/ 630 h 954"/>
                <a:gd name="T104" fmla="*/ 103 w 995"/>
                <a:gd name="T105" fmla="*/ 614 h 954"/>
                <a:gd name="T106" fmla="*/ 171 w 995"/>
                <a:gd name="T107" fmla="*/ 605 h 954"/>
                <a:gd name="T108" fmla="*/ 416 w 995"/>
                <a:gd name="T109" fmla="*/ 565 h 954"/>
                <a:gd name="T110" fmla="*/ 381 w 995"/>
                <a:gd name="T111" fmla="*/ 278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95" h="954">
                  <a:moveTo>
                    <a:pt x="464" y="0"/>
                  </a:moveTo>
                  <a:cubicBezTo>
                    <a:pt x="516" y="36"/>
                    <a:pt x="568" y="73"/>
                    <a:pt x="619" y="110"/>
                  </a:cubicBezTo>
                  <a:cubicBezTo>
                    <a:pt x="654" y="136"/>
                    <a:pt x="688" y="161"/>
                    <a:pt x="722" y="187"/>
                  </a:cubicBezTo>
                  <a:cubicBezTo>
                    <a:pt x="739" y="199"/>
                    <a:pt x="756" y="212"/>
                    <a:pt x="774" y="224"/>
                  </a:cubicBezTo>
                  <a:cubicBezTo>
                    <a:pt x="781" y="229"/>
                    <a:pt x="789" y="234"/>
                    <a:pt x="796" y="239"/>
                  </a:cubicBezTo>
                  <a:cubicBezTo>
                    <a:pt x="802" y="243"/>
                    <a:pt x="813" y="247"/>
                    <a:pt x="814" y="255"/>
                  </a:cubicBezTo>
                  <a:cubicBezTo>
                    <a:pt x="815" y="260"/>
                    <a:pt x="811" y="266"/>
                    <a:pt x="812" y="271"/>
                  </a:cubicBezTo>
                  <a:cubicBezTo>
                    <a:pt x="813" y="275"/>
                    <a:pt x="816" y="273"/>
                    <a:pt x="819" y="273"/>
                  </a:cubicBezTo>
                  <a:cubicBezTo>
                    <a:pt x="823" y="274"/>
                    <a:pt x="822" y="277"/>
                    <a:pt x="825" y="278"/>
                  </a:cubicBezTo>
                  <a:cubicBezTo>
                    <a:pt x="830" y="281"/>
                    <a:pt x="838" y="280"/>
                    <a:pt x="841" y="286"/>
                  </a:cubicBezTo>
                  <a:cubicBezTo>
                    <a:pt x="843" y="288"/>
                    <a:pt x="841" y="291"/>
                    <a:pt x="842" y="293"/>
                  </a:cubicBezTo>
                  <a:cubicBezTo>
                    <a:pt x="843" y="296"/>
                    <a:pt x="848" y="300"/>
                    <a:pt x="851" y="301"/>
                  </a:cubicBezTo>
                  <a:cubicBezTo>
                    <a:pt x="852" y="302"/>
                    <a:pt x="854" y="301"/>
                    <a:pt x="855" y="302"/>
                  </a:cubicBezTo>
                  <a:cubicBezTo>
                    <a:pt x="855" y="303"/>
                    <a:pt x="855" y="306"/>
                    <a:pt x="856" y="306"/>
                  </a:cubicBezTo>
                  <a:cubicBezTo>
                    <a:pt x="858" y="306"/>
                    <a:pt x="858" y="304"/>
                    <a:pt x="860" y="304"/>
                  </a:cubicBezTo>
                  <a:cubicBezTo>
                    <a:pt x="862" y="304"/>
                    <a:pt x="863" y="306"/>
                    <a:pt x="865" y="306"/>
                  </a:cubicBezTo>
                  <a:cubicBezTo>
                    <a:pt x="870" y="307"/>
                    <a:pt x="868" y="304"/>
                    <a:pt x="872" y="303"/>
                  </a:cubicBezTo>
                  <a:cubicBezTo>
                    <a:pt x="876" y="302"/>
                    <a:pt x="880" y="307"/>
                    <a:pt x="882" y="309"/>
                  </a:cubicBezTo>
                  <a:cubicBezTo>
                    <a:pt x="884" y="311"/>
                    <a:pt x="884" y="315"/>
                    <a:pt x="886" y="316"/>
                  </a:cubicBezTo>
                  <a:cubicBezTo>
                    <a:pt x="887" y="318"/>
                    <a:pt x="892" y="319"/>
                    <a:pt x="895" y="320"/>
                  </a:cubicBezTo>
                  <a:cubicBezTo>
                    <a:pt x="901" y="321"/>
                    <a:pt x="909" y="322"/>
                    <a:pt x="915" y="323"/>
                  </a:cubicBezTo>
                  <a:cubicBezTo>
                    <a:pt x="921" y="324"/>
                    <a:pt x="925" y="328"/>
                    <a:pt x="930" y="331"/>
                  </a:cubicBezTo>
                  <a:cubicBezTo>
                    <a:pt x="934" y="333"/>
                    <a:pt x="935" y="332"/>
                    <a:pt x="935" y="337"/>
                  </a:cubicBezTo>
                  <a:cubicBezTo>
                    <a:pt x="934" y="340"/>
                    <a:pt x="934" y="343"/>
                    <a:pt x="934" y="346"/>
                  </a:cubicBezTo>
                  <a:cubicBezTo>
                    <a:pt x="934" y="349"/>
                    <a:pt x="934" y="351"/>
                    <a:pt x="935" y="353"/>
                  </a:cubicBezTo>
                  <a:cubicBezTo>
                    <a:pt x="936" y="356"/>
                    <a:pt x="938" y="359"/>
                    <a:pt x="936" y="362"/>
                  </a:cubicBezTo>
                  <a:cubicBezTo>
                    <a:pt x="936" y="363"/>
                    <a:pt x="934" y="363"/>
                    <a:pt x="933" y="364"/>
                  </a:cubicBezTo>
                  <a:cubicBezTo>
                    <a:pt x="932" y="365"/>
                    <a:pt x="933" y="367"/>
                    <a:pt x="932" y="368"/>
                  </a:cubicBezTo>
                  <a:cubicBezTo>
                    <a:pt x="931" y="370"/>
                    <a:pt x="928" y="372"/>
                    <a:pt x="927" y="375"/>
                  </a:cubicBezTo>
                  <a:cubicBezTo>
                    <a:pt x="927" y="378"/>
                    <a:pt x="932" y="379"/>
                    <a:pt x="934" y="381"/>
                  </a:cubicBezTo>
                  <a:cubicBezTo>
                    <a:pt x="936" y="382"/>
                    <a:pt x="937" y="385"/>
                    <a:pt x="940" y="386"/>
                  </a:cubicBezTo>
                  <a:cubicBezTo>
                    <a:pt x="942" y="387"/>
                    <a:pt x="947" y="385"/>
                    <a:pt x="950" y="384"/>
                  </a:cubicBezTo>
                  <a:cubicBezTo>
                    <a:pt x="956" y="383"/>
                    <a:pt x="961" y="382"/>
                    <a:pt x="967" y="381"/>
                  </a:cubicBezTo>
                  <a:cubicBezTo>
                    <a:pt x="976" y="379"/>
                    <a:pt x="986" y="377"/>
                    <a:pt x="995" y="375"/>
                  </a:cubicBezTo>
                  <a:cubicBezTo>
                    <a:pt x="995" y="405"/>
                    <a:pt x="995" y="434"/>
                    <a:pt x="994" y="464"/>
                  </a:cubicBezTo>
                  <a:cubicBezTo>
                    <a:pt x="994" y="472"/>
                    <a:pt x="994" y="480"/>
                    <a:pt x="994" y="489"/>
                  </a:cubicBezTo>
                  <a:cubicBezTo>
                    <a:pt x="994" y="492"/>
                    <a:pt x="994" y="495"/>
                    <a:pt x="994" y="499"/>
                  </a:cubicBezTo>
                  <a:cubicBezTo>
                    <a:pt x="994" y="503"/>
                    <a:pt x="995" y="509"/>
                    <a:pt x="994" y="512"/>
                  </a:cubicBezTo>
                  <a:cubicBezTo>
                    <a:pt x="994" y="514"/>
                    <a:pt x="992" y="513"/>
                    <a:pt x="992" y="515"/>
                  </a:cubicBezTo>
                  <a:cubicBezTo>
                    <a:pt x="992" y="516"/>
                    <a:pt x="992" y="518"/>
                    <a:pt x="992" y="520"/>
                  </a:cubicBezTo>
                  <a:cubicBezTo>
                    <a:pt x="992" y="523"/>
                    <a:pt x="991" y="527"/>
                    <a:pt x="991" y="531"/>
                  </a:cubicBezTo>
                  <a:cubicBezTo>
                    <a:pt x="991" y="536"/>
                    <a:pt x="993" y="549"/>
                    <a:pt x="990" y="553"/>
                  </a:cubicBezTo>
                  <a:cubicBezTo>
                    <a:pt x="988" y="555"/>
                    <a:pt x="985" y="555"/>
                    <a:pt x="983" y="557"/>
                  </a:cubicBezTo>
                  <a:cubicBezTo>
                    <a:pt x="982" y="560"/>
                    <a:pt x="981" y="564"/>
                    <a:pt x="980" y="567"/>
                  </a:cubicBezTo>
                  <a:cubicBezTo>
                    <a:pt x="978" y="570"/>
                    <a:pt x="978" y="572"/>
                    <a:pt x="978" y="575"/>
                  </a:cubicBezTo>
                  <a:cubicBezTo>
                    <a:pt x="978" y="579"/>
                    <a:pt x="978" y="578"/>
                    <a:pt x="976" y="581"/>
                  </a:cubicBezTo>
                  <a:cubicBezTo>
                    <a:pt x="973" y="584"/>
                    <a:pt x="974" y="588"/>
                    <a:pt x="973" y="591"/>
                  </a:cubicBezTo>
                  <a:cubicBezTo>
                    <a:pt x="972" y="597"/>
                    <a:pt x="969" y="598"/>
                    <a:pt x="964" y="599"/>
                  </a:cubicBezTo>
                  <a:cubicBezTo>
                    <a:pt x="961" y="600"/>
                    <a:pt x="960" y="602"/>
                    <a:pt x="958" y="604"/>
                  </a:cubicBezTo>
                  <a:cubicBezTo>
                    <a:pt x="956" y="606"/>
                    <a:pt x="953" y="608"/>
                    <a:pt x="951" y="610"/>
                  </a:cubicBezTo>
                  <a:cubicBezTo>
                    <a:pt x="950" y="611"/>
                    <a:pt x="950" y="614"/>
                    <a:pt x="950" y="615"/>
                  </a:cubicBezTo>
                  <a:cubicBezTo>
                    <a:pt x="949" y="620"/>
                    <a:pt x="946" y="618"/>
                    <a:pt x="942" y="617"/>
                  </a:cubicBezTo>
                  <a:cubicBezTo>
                    <a:pt x="938" y="617"/>
                    <a:pt x="934" y="616"/>
                    <a:pt x="930" y="615"/>
                  </a:cubicBezTo>
                  <a:cubicBezTo>
                    <a:pt x="927" y="615"/>
                    <a:pt x="920" y="612"/>
                    <a:pt x="919" y="616"/>
                  </a:cubicBezTo>
                  <a:cubicBezTo>
                    <a:pt x="919" y="621"/>
                    <a:pt x="915" y="619"/>
                    <a:pt x="911" y="619"/>
                  </a:cubicBezTo>
                  <a:cubicBezTo>
                    <a:pt x="894" y="619"/>
                    <a:pt x="877" y="620"/>
                    <a:pt x="860" y="621"/>
                  </a:cubicBezTo>
                  <a:cubicBezTo>
                    <a:pt x="852" y="621"/>
                    <a:pt x="843" y="622"/>
                    <a:pt x="835" y="622"/>
                  </a:cubicBezTo>
                  <a:cubicBezTo>
                    <a:pt x="831" y="622"/>
                    <a:pt x="827" y="623"/>
                    <a:pt x="823" y="623"/>
                  </a:cubicBezTo>
                  <a:cubicBezTo>
                    <a:pt x="816" y="623"/>
                    <a:pt x="813" y="626"/>
                    <a:pt x="808" y="631"/>
                  </a:cubicBezTo>
                  <a:cubicBezTo>
                    <a:pt x="805" y="634"/>
                    <a:pt x="800" y="642"/>
                    <a:pt x="795" y="643"/>
                  </a:cubicBezTo>
                  <a:cubicBezTo>
                    <a:pt x="791" y="644"/>
                    <a:pt x="784" y="644"/>
                    <a:pt x="779" y="645"/>
                  </a:cubicBezTo>
                  <a:cubicBezTo>
                    <a:pt x="775" y="645"/>
                    <a:pt x="771" y="642"/>
                    <a:pt x="766" y="642"/>
                  </a:cubicBezTo>
                  <a:cubicBezTo>
                    <a:pt x="763" y="643"/>
                    <a:pt x="761" y="644"/>
                    <a:pt x="757" y="643"/>
                  </a:cubicBezTo>
                  <a:cubicBezTo>
                    <a:pt x="755" y="643"/>
                    <a:pt x="753" y="642"/>
                    <a:pt x="751" y="642"/>
                  </a:cubicBezTo>
                  <a:cubicBezTo>
                    <a:pt x="751" y="643"/>
                    <a:pt x="751" y="645"/>
                    <a:pt x="751" y="647"/>
                  </a:cubicBezTo>
                  <a:cubicBezTo>
                    <a:pt x="745" y="645"/>
                    <a:pt x="738" y="642"/>
                    <a:pt x="731" y="641"/>
                  </a:cubicBezTo>
                  <a:cubicBezTo>
                    <a:pt x="726" y="640"/>
                    <a:pt x="724" y="639"/>
                    <a:pt x="719" y="640"/>
                  </a:cubicBezTo>
                  <a:cubicBezTo>
                    <a:pt x="717" y="641"/>
                    <a:pt x="715" y="641"/>
                    <a:pt x="714" y="640"/>
                  </a:cubicBezTo>
                  <a:cubicBezTo>
                    <a:pt x="712" y="640"/>
                    <a:pt x="713" y="637"/>
                    <a:pt x="711" y="636"/>
                  </a:cubicBezTo>
                  <a:cubicBezTo>
                    <a:pt x="708" y="635"/>
                    <a:pt x="700" y="636"/>
                    <a:pt x="697" y="636"/>
                  </a:cubicBezTo>
                  <a:cubicBezTo>
                    <a:pt x="692" y="636"/>
                    <a:pt x="690" y="640"/>
                    <a:pt x="687" y="642"/>
                  </a:cubicBezTo>
                  <a:cubicBezTo>
                    <a:pt x="682" y="647"/>
                    <a:pt x="677" y="654"/>
                    <a:pt x="669" y="656"/>
                  </a:cubicBezTo>
                  <a:cubicBezTo>
                    <a:pt x="661" y="658"/>
                    <a:pt x="654" y="661"/>
                    <a:pt x="648" y="666"/>
                  </a:cubicBezTo>
                  <a:cubicBezTo>
                    <a:pt x="644" y="668"/>
                    <a:pt x="641" y="670"/>
                    <a:pt x="638" y="672"/>
                  </a:cubicBezTo>
                  <a:cubicBezTo>
                    <a:pt x="634" y="674"/>
                    <a:pt x="631" y="674"/>
                    <a:pt x="627" y="675"/>
                  </a:cubicBezTo>
                  <a:cubicBezTo>
                    <a:pt x="623" y="676"/>
                    <a:pt x="620" y="676"/>
                    <a:pt x="619" y="680"/>
                  </a:cubicBezTo>
                  <a:cubicBezTo>
                    <a:pt x="618" y="684"/>
                    <a:pt x="616" y="687"/>
                    <a:pt x="616" y="691"/>
                  </a:cubicBezTo>
                  <a:cubicBezTo>
                    <a:pt x="615" y="700"/>
                    <a:pt x="603" y="692"/>
                    <a:pt x="599" y="691"/>
                  </a:cubicBezTo>
                  <a:cubicBezTo>
                    <a:pt x="595" y="689"/>
                    <a:pt x="590" y="687"/>
                    <a:pt x="585" y="689"/>
                  </a:cubicBezTo>
                  <a:cubicBezTo>
                    <a:pt x="579" y="692"/>
                    <a:pt x="576" y="698"/>
                    <a:pt x="570" y="701"/>
                  </a:cubicBezTo>
                  <a:cubicBezTo>
                    <a:pt x="565" y="704"/>
                    <a:pt x="565" y="706"/>
                    <a:pt x="564" y="711"/>
                  </a:cubicBezTo>
                  <a:cubicBezTo>
                    <a:pt x="563" y="714"/>
                    <a:pt x="562" y="716"/>
                    <a:pt x="561" y="719"/>
                  </a:cubicBezTo>
                  <a:cubicBezTo>
                    <a:pt x="561" y="721"/>
                    <a:pt x="563" y="724"/>
                    <a:pt x="562" y="726"/>
                  </a:cubicBezTo>
                  <a:cubicBezTo>
                    <a:pt x="561" y="732"/>
                    <a:pt x="555" y="727"/>
                    <a:pt x="554" y="729"/>
                  </a:cubicBezTo>
                  <a:cubicBezTo>
                    <a:pt x="553" y="732"/>
                    <a:pt x="551" y="726"/>
                    <a:pt x="548" y="726"/>
                  </a:cubicBezTo>
                  <a:cubicBezTo>
                    <a:pt x="547" y="726"/>
                    <a:pt x="546" y="727"/>
                    <a:pt x="545" y="726"/>
                  </a:cubicBezTo>
                  <a:cubicBezTo>
                    <a:pt x="543" y="726"/>
                    <a:pt x="543" y="724"/>
                    <a:pt x="542" y="724"/>
                  </a:cubicBezTo>
                  <a:cubicBezTo>
                    <a:pt x="539" y="724"/>
                    <a:pt x="540" y="724"/>
                    <a:pt x="540" y="725"/>
                  </a:cubicBezTo>
                  <a:cubicBezTo>
                    <a:pt x="540" y="726"/>
                    <a:pt x="540" y="730"/>
                    <a:pt x="540" y="732"/>
                  </a:cubicBezTo>
                  <a:cubicBezTo>
                    <a:pt x="540" y="739"/>
                    <a:pt x="540" y="745"/>
                    <a:pt x="541" y="751"/>
                  </a:cubicBezTo>
                  <a:cubicBezTo>
                    <a:pt x="539" y="751"/>
                    <a:pt x="533" y="751"/>
                    <a:pt x="531" y="752"/>
                  </a:cubicBezTo>
                  <a:cubicBezTo>
                    <a:pt x="529" y="753"/>
                    <a:pt x="530" y="752"/>
                    <a:pt x="529" y="755"/>
                  </a:cubicBezTo>
                  <a:cubicBezTo>
                    <a:pt x="529" y="756"/>
                    <a:pt x="530" y="760"/>
                    <a:pt x="528" y="759"/>
                  </a:cubicBezTo>
                  <a:cubicBezTo>
                    <a:pt x="525" y="758"/>
                    <a:pt x="523" y="758"/>
                    <a:pt x="521" y="757"/>
                  </a:cubicBezTo>
                  <a:cubicBezTo>
                    <a:pt x="519" y="756"/>
                    <a:pt x="517" y="753"/>
                    <a:pt x="514" y="752"/>
                  </a:cubicBezTo>
                  <a:cubicBezTo>
                    <a:pt x="509" y="750"/>
                    <a:pt x="507" y="746"/>
                    <a:pt x="502" y="745"/>
                  </a:cubicBezTo>
                  <a:cubicBezTo>
                    <a:pt x="498" y="744"/>
                    <a:pt x="497" y="747"/>
                    <a:pt x="499" y="742"/>
                  </a:cubicBezTo>
                  <a:cubicBezTo>
                    <a:pt x="499" y="742"/>
                    <a:pt x="502" y="741"/>
                    <a:pt x="500" y="741"/>
                  </a:cubicBezTo>
                  <a:cubicBezTo>
                    <a:pt x="499" y="740"/>
                    <a:pt x="498" y="739"/>
                    <a:pt x="497" y="738"/>
                  </a:cubicBezTo>
                  <a:cubicBezTo>
                    <a:pt x="497" y="738"/>
                    <a:pt x="497" y="739"/>
                    <a:pt x="497" y="739"/>
                  </a:cubicBezTo>
                  <a:cubicBezTo>
                    <a:pt x="500" y="740"/>
                    <a:pt x="493" y="743"/>
                    <a:pt x="492" y="743"/>
                  </a:cubicBezTo>
                  <a:cubicBezTo>
                    <a:pt x="489" y="745"/>
                    <a:pt x="489" y="747"/>
                    <a:pt x="487" y="750"/>
                  </a:cubicBezTo>
                  <a:cubicBezTo>
                    <a:pt x="486" y="751"/>
                    <a:pt x="480" y="754"/>
                    <a:pt x="480" y="756"/>
                  </a:cubicBezTo>
                  <a:cubicBezTo>
                    <a:pt x="481" y="757"/>
                    <a:pt x="483" y="757"/>
                    <a:pt x="481" y="759"/>
                  </a:cubicBezTo>
                  <a:cubicBezTo>
                    <a:pt x="480" y="759"/>
                    <a:pt x="478" y="758"/>
                    <a:pt x="477" y="759"/>
                  </a:cubicBezTo>
                  <a:cubicBezTo>
                    <a:pt x="473" y="761"/>
                    <a:pt x="476" y="764"/>
                    <a:pt x="477" y="766"/>
                  </a:cubicBezTo>
                  <a:cubicBezTo>
                    <a:pt x="480" y="771"/>
                    <a:pt x="483" y="774"/>
                    <a:pt x="482" y="780"/>
                  </a:cubicBezTo>
                  <a:cubicBezTo>
                    <a:pt x="482" y="784"/>
                    <a:pt x="482" y="788"/>
                    <a:pt x="477" y="788"/>
                  </a:cubicBezTo>
                  <a:cubicBezTo>
                    <a:pt x="475" y="788"/>
                    <a:pt x="475" y="786"/>
                    <a:pt x="473" y="786"/>
                  </a:cubicBezTo>
                  <a:cubicBezTo>
                    <a:pt x="471" y="787"/>
                    <a:pt x="468" y="788"/>
                    <a:pt x="466" y="788"/>
                  </a:cubicBezTo>
                  <a:cubicBezTo>
                    <a:pt x="466" y="792"/>
                    <a:pt x="467" y="792"/>
                    <a:pt x="469" y="795"/>
                  </a:cubicBezTo>
                  <a:cubicBezTo>
                    <a:pt x="472" y="798"/>
                    <a:pt x="471" y="799"/>
                    <a:pt x="470" y="802"/>
                  </a:cubicBezTo>
                  <a:cubicBezTo>
                    <a:pt x="469" y="805"/>
                    <a:pt x="468" y="805"/>
                    <a:pt x="469" y="808"/>
                  </a:cubicBezTo>
                  <a:cubicBezTo>
                    <a:pt x="469" y="810"/>
                    <a:pt x="471" y="813"/>
                    <a:pt x="471" y="814"/>
                  </a:cubicBezTo>
                  <a:cubicBezTo>
                    <a:pt x="469" y="817"/>
                    <a:pt x="468" y="812"/>
                    <a:pt x="467" y="813"/>
                  </a:cubicBezTo>
                  <a:cubicBezTo>
                    <a:pt x="464" y="813"/>
                    <a:pt x="466" y="815"/>
                    <a:pt x="465" y="816"/>
                  </a:cubicBezTo>
                  <a:cubicBezTo>
                    <a:pt x="464" y="818"/>
                    <a:pt x="461" y="818"/>
                    <a:pt x="461" y="820"/>
                  </a:cubicBezTo>
                  <a:cubicBezTo>
                    <a:pt x="460" y="823"/>
                    <a:pt x="461" y="824"/>
                    <a:pt x="460" y="825"/>
                  </a:cubicBezTo>
                  <a:cubicBezTo>
                    <a:pt x="458" y="827"/>
                    <a:pt x="457" y="825"/>
                    <a:pt x="456" y="829"/>
                  </a:cubicBezTo>
                  <a:cubicBezTo>
                    <a:pt x="456" y="829"/>
                    <a:pt x="448" y="834"/>
                    <a:pt x="447" y="834"/>
                  </a:cubicBezTo>
                  <a:cubicBezTo>
                    <a:pt x="446" y="834"/>
                    <a:pt x="445" y="834"/>
                    <a:pt x="444" y="833"/>
                  </a:cubicBezTo>
                  <a:cubicBezTo>
                    <a:pt x="443" y="833"/>
                    <a:pt x="441" y="834"/>
                    <a:pt x="439" y="834"/>
                  </a:cubicBezTo>
                  <a:cubicBezTo>
                    <a:pt x="433" y="835"/>
                    <a:pt x="427" y="835"/>
                    <a:pt x="422" y="839"/>
                  </a:cubicBezTo>
                  <a:cubicBezTo>
                    <a:pt x="418" y="843"/>
                    <a:pt x="415" y="845"/>
                    <a:pt x="409" y="845"/>
                  </a:cubicBezTo>
                  <a:cubicBezTo>
                    <a:pt x="411" y="847"/>
                    <a:pt x="414" y="846"/>
                    <a:pt x="416" y="848"/>
                  </a:cubicBezTo>
                  <a:cubicBezTo>
                    <a:pt x="419" y="851"/>
                    <a:pt x="416" y="855"/>
                    <a:pt x="416" y="858"/>
                  </a:cubicBezTo>
                  <a:cubicBezTo>
                    <a:pt x="416" y="860"/>
                    <a:pt x="418" y="859"/>
                    <a:pt x="419" y="860"/>
                  </a:cubicBezTo>
                  <a:cubicBezTo>
                    <a:pt x="420" y="861"/>
                    <a:pt x="420" y="863"/>
                    <a:pt x="421" y="865"/>
                  </a:cubicBezTo>
                  <a:cubicBezTo>
                    <a:pt x="421" y="866"/>
                    <a:pt x="420" y="868"/>
                    <a:pt x="420" y="869"/>
                  </a:cubicBezTo>
                  <a:cubicBezTo>
                    <a:pt x="420" y="872"/>
                    <a:pt x="421" y="870"/>
                    <a:pt x="418" y="873"/>
                  </a:cubicBezTo>
                  <a:cubicBezTo>
                    <a:pt x="416" y="874"/>
                    <a:pt x="419" y="880"/>
                    <a:pt x="418" y="882"/>
                  </a:cubicBezTo>
                  <a:cubicBezTo>
                    <a:pt x="417" y="883"/>
                    <a:pt x="416" y="884"/>
                    <a:pt x="415" y="885"/>
                  </a:cubicBezTo>
                  <a:cubicBezTo>
                    <a:pt x="414" y="887"/>
                    <a:pt x="415" y="888"/>
                    <a:pt x="414" y="890"/>
                  </a:cubicBezTo>
                  <a:cubicBezTo>
                    <a:pt x="412" y="892"/>
                    <a:pt x="409" y="892"/>
                    <a:pt x="406" y="892"/>
                  </a:cubicBezTo>
                  <a:cubicBezTo>
                    <a:pt x="402" y="894"/>
                    <a:pt x="404" y="896"/>
                    <a:pt x="403" y="900"/>
                  </a:cubicBezTo>
                  <a:cubicBezTo>
                    <a:pt x="406" y="899"/>
                    <a:pt x="406" y="904"/>
                    <a:pt x="406" y="906"/>
                  </a:cubicBezTo>
                  <a:cubicBezTo>
                    <a:pt x="407" y="909"/>
                    <a:pt x="407" y="910"/>
                    <a:pt x="406" y="913"/>
                  </a:cubicBezTo>
                  <a:cubicBezTo>
                    <a:pt x="405" y="916"/>
                    <a:pt x="404" y="920"/>
                    <a:pt x="403" y="923"/>
                  </a:cubicBezTo>
                  <a:cubicBezTo>
                    <a:pt x="403" y="924"/>
                    <a:pt x="404" y="926"/>
                    <a:pt x="403" y="927"/>
                  </a:cubicBezTo>
                  <a:cubicBezTo>
                    <a:pt x="403" y="930"/>
                    <a:pt x="401" y="932"/>
                    <a:pt x="401" y="934"/>
                  </a:cubicBezTo>
                  <a:cubicBezTo>
                    <a:pt x="397" y="932"/>
                    <a:pt x="393" y="933"/>
                    <a:pt x="390" y="935"/>
                  </a:cubicBezTo>
                  <a:cubicBezTo>
                    <a:pt x="386" y="936"/>
                    <a:pt x="380" y="936"/>
                    <a:pt x="378" y="939"/>
                  </a:cubicBezTo>
                  <a:cubicBezTo>
                    <a:pt x="378" y="940"/>
                    <a:pt x="379" y="943"/>
                    <a:pt x="378" y="944"/>
                  </a:cubicBezTo>
                  <a:cubicBezTo>
                    <a:pt x="376" y="946"/>
                    <a:pt x="376" y="943"/>
                    <a:pt x="374" y="944"/>
                  </a:cubicBezTo>
                  <a:cubicBezTo>
                    <a:pt x="373" y="945"/>
                    <a:pt x="373" y="948"/>
                    <a:pt x="372" y="949"/>
                  </a:cubicBezTo>
                  <a:cubicBezTo>
                    <a:pt x="371" y="950"/>
                    <a:pt x="369" y="950"/>
                    <a:pt x="368" y="950"/>
                  </a:cubicBezTo>
                  <a:cubicBezTo>
                    <a:pt x="365" y="950"/>
                    <a:pt x="362" y="949"/>
                    <a:pt x="360" y="947"/>
                  </a:cubicBezTo>
                  <a:cubicBezTo>
                    <a:pt x="359" y="947"/>
                    <a:pt x="358" y="945"/>
                    <a:pt x="358" y="944"/>
                  </a:cubicBezTo>
                  <a:cubicBezTo>
                    <a:pt x="358" y="941"/>
                    <a:pt x="359" y="943"/>
                    <a:pt x="360" y="942"/>
                  </a:cubicBezTo>
                  <a:cubicBezTo>
                    <a:pt x="361" y="940"/>
                    <a:pt x="362" y="936"/>
                    <a:pt x="361" y="935"/>
                  </a:cubicBezTo>
                  <a:cubicBezTo>
                    <a:pt x="360" y="933"/>
                    <a:pt x="362" y="932"/>
                    <a:pt x="361" y="931"/>
                  </a:cubicBezTo>
                  <a:cubicBezTo>
                    <a:pt x="361" y="930"/>
                    <a:pt x="359" y="930"/>
                    <a:pt x="358" y="929"/>
                  </a:cubicBezTo>
                  <a:cubicBezTo>
                    <a:pt x="357" y="929"/>
                    <a:pt x="358" y="926"/>
                    <a:pt x="358" y="924"/>
                  </a:cubicBezTo>
                  <a:cubicBezTo>
                    <a:pt x="359" y="922"/>
                    <a:pt x="359" y="922"/>
                    <a:pt x="359" y="921"/>
                  </a:cubicBezTo>
                  <a:cubicBezTo>
                    <a:pt x="359" y="920"/>
                    <a:pt x="357" y="920"/>
                    <a:pt x="358" y="918"/>
                  </a:cubicBezTo>
                  <a:cubicBezTo>
                    <a:pt x="359" y="913"/>
                    <a:pt x="354" y="917"/>
                    <a:pt x="353" y="918"/>
                  </a:cubicBezTo>
                  <a:cubicBezTo>
                    <a:pt x="350" y="919"/>
                    <a:pt x="346" y="916"/>
                    <a:pt x="346" y="921"/>
                  </a:cubicBezTo>
                  <a:cubicBezTo>
                    <a:pt x="346" y="923"/>
                    <a:pt x="350" y="926"/>
                    <a:pt x="346" y="927"/>
                  </a:cubicBezTo>
                  <a:cubicBezTo>
                    <a:pt x="344" y="928"/>
                    <a:pt x="340" y="925"/>
                    <a:pt x="338" y="924"/>
                  </a:cubicBezTo>
                  <a:cubicBezTo>
                    <a:pt x="337" y="923"/>
                    <a:pt x="336" y="923"/>
                    <a:pt x="335" y="921"/>
                  </a:cubicBezTo>
                  <a:cubicBezTo>
                    <a:pt x="334" y="918"/>
                    <a:pt x="333" y="920"/>
                    <a:pt x="332" y="921"/>
                  </a:cubicBezTo>
                  <a:cubicBezTo>
                    <a:pt x="330" y="923"/>
                    <a:pt x="332" y="925"/>
                    <a:pt x="331" y="928"/>
                  </a:cubicBezTo>
                  <a:cubicBezTo>
                    <a:pt x="331" y="929"/>
                    <a:pt x="329" y="932"/>
                    <a:pt x="331" y="933"/>
                  </a:cubicBezTo>
                  <a:cubicBezTo>
                    <a:pt x="334" y="934"/>
                    <a:pt x="333" y="938"/>
                    <a:pt x="332" y="939"/>
                  </a:cubicBezTo>
                  <a:cubicBezTo>
                    <a:pt x="331" y="941"/>
                    <a:pt x="324" y="939"/>
                    <a:pt x="322" y="939"/>
                  </a:cubicBezTo>
                  <a:cubicBezTo>
                    <a:pt x="320" y="940"/>
                    <a:pt x="315" y="940"/>
                    <a:pt x="313" y="941"/>
                  </a:cubicBezTo>
                  <a:cubicBezTo>
                    <a:pt x="313" y="942"/>
                    <a:pt x="312" y="945"/>
                    <a:pt x="312" y="945"/>
                  </a:cubicBezTo>
                  <a:cubicBezTo>
                    <a:pt x="312" y="947"/>
                    <a:pt x="314" y="947"/>
                    <a:pt x="314" y="949"/>
                  </a:cubicBezTo>
                  <a:cubicBezTo>
                    <a:pt x="315" y="952"/>
                    <a:pt x="311" y="954"/>
                    <a:pt x="308" y="952"/>
                  </a:cubicBezTo>
                  <a:cubicBezTo>
                    <a:pt x="307" y="952"/>
                    <a:pt x="307" y="950"/>
                    <a:pt x="306" y="949"/>
                  </a:cubicBezTo>
                  <a:cubicBezTo>
                    <a:pt x="305" y="949"/>
                    <a:pt x="303" y="948"/>
                    <a:pt x="302" y="948"/>
                  </a:cubicBezTo>
                  <a:cubicBezTo>
                    <a:pt x="299" y="947"/>
                    <a:pt x="296" y="947"/>
                    <a:pt x="293" y="946"/>
                  </a:cubicBezTo>
                  <a:cubicBezTo>
                    <a:pt x="286" y="945"/>
                    <a:pt x="293" y="942"/>
                    <a:pt x="289" y="940"/>
                  </a:cubicBezTo>
                  <a:cubicBezTo>
                    <a:pt x="287" y="939"/>
                    <a:pt x="286" y="941"/>
                    <a:pt x="285" y="940"/>
                  </a:cubicBezTo>
                  <a:cubicBezTo>
                    <a:pt x="284" y="940"/>
                    <a:pt x="284" y="937"/>
                    <a:pt x="284" y="936"/>
                  </a:cubicBezTo>
                  <a:cubicBezTo>
                    <a:pt x="284" y="935"/>
                    <a:pt x="284" y="933"/>
                    <a:pt x="282" y="933"/>
                  </a:cubicBezTo>
                  <a:cubicBezTo>
                    <a:pt x="280" y="933"/>
                    <a:pt x="281" y="934"/>
                    <a:pt x="279" y="935"/>
                  </a:cubicBezTo>
                  <a:cubicBezTo>
                    <a:pt x="277" y="936"/>
                    <a:pt x="276" y="935"/>
                    <a:pt x="274" y="935"/>
                  </a:cubicBezTo>
                  <a:cubicBezTo>
                    <a:pt x="274" y="935"/>
                    <a:pt x="273" y="934"/>
                    <a:pt x="273" y="934"/>
                  </a:cubicBezTo>
                  <a:cubicBezTo>
                    <a:pt x="271" y="934"/>
                    <a:pt x="272" y="935"/>
                    <a:pt x="271" y="935"/>
                  </a:cubicBezTo>
                  <a:cubicBezTo>
                    <a:pt x="269" y="936"/>
                    <a:pt x="266" y="938"/>
                    <a:pt x="266" y="941"/>
                  </a:cubicBezTo>
                  <a:cubicBezTo>
                    <a:pt x="265" y="941"/>
                    <a:pt x="264" y="941"/>
                    <a:pt x="264" y="942"/>
                  </a:cubicBezTo>
                  <a:cubicBezTo>
                    <a:pt x="264" y="942"/>
                    <a:pt x="266" y="943"/>
                    <a:pt x="265" y="943"/>
                  </a:cubicBezTo>
                  <a:cubicBezTo>
                    <a:pt x="265" y="944"/>
                    <a:pt x="264" y="946"/>
                    <a:pt x="263" y="947"/>
                  </a:cubicBezTo>
                  <a:cubicBezTo>
                    <a:pt x="261" y="949"/>
                    <a:pt x="259" y="951"/>
                    <a:pt x="256" y="952"/>
                  </a:cubicBezTo>
                  <a:cubicBezTo>
                    <a:pt x="250" y="953"/>
                    <a:pt x="254" y="950"/>
                    <a:pt x="254" y="947"/>
                  </a:cubicBezTo>
                  <a:cubicBezTo>
                    <a:pt x="254" y="943"/>
                    <a:pt x="251" y="941"/>
                    <a:pt x="248" y="940"/>
                  </a:cubicBezTo>
                  <a:cubicBezTo>
                    <a:pt x="246" y="939"/>
                    <a:pt x="245" y="941"/>
                    <a:pt x="245" y="939"/>
                  </a:cubicBezTo>
                  <a:cubicBezTo>
                    <a:pt x="244" y="937"/>
                    <a:pt x="244" y="935"/>
                    <a:pt x="243" y="934"/>
                  </a:cubicBezTo>
                  <a:cubicBezTo>
                    <a:pt x="240" y="934"/>
                    <a:pt x="239" y="938"/>
                    <a:pt x="237" y="933"/>
                  </a:cubicBezTo>
                  <a:cubicBezTo>
                    <a:pt x="235" y="930"/>
                    <a:pt x="234" y="927"/>
                    <a:pt x="233" y="923"/>
                  </a:cubicBezTo>
                  <a:cubicBezTo>
                    <a:pt x="233" y="920"/>
                    <a:pt x="234" y="917"/>
                    <a:pt x="233" y="914"/>
                  </a:cubicBezTo>
                  <a:cubicBezTo>
                    <a:pt x="233" y="913"/>
                    <a:pt x="231" y="913"/>
                    <a:pt x="232" y="911"/>
                  </a:cubicBezTo>
                  <a:cubicBezTo>
                    <a:pt x="232" y="909"/>
                    <a:pt x="234" y="908"/>
                    <a:pt x="234" y="907"/>
                  </a:cubicBezTo>
                  <a:cubicBezTo>
                    <a:pt x="234" y="903"/>
                    <a:pt x="235" y="899"/>
                    <a:pt x="232" y="897"/>
                  </a:cubicBezTo>
                  <a:cubicBezTo>
                    <a:pt x="230" y="894"/>
                    <a:pt x="228" y="895"/>
                    <a:pt x="225" y="895"/>
                  </a:cubicBezTo>
                  <a:cubicBezTo>
                    <a:pt x="220" y="895"/>
                    <a:pt x="223" y="895"/>
                    <a:pt x="220" y="898"/>
                  </a:cubicBezTo>
                  <a:cubicBezTo>
                    <a:pt x="218" y="901"/>
                    <a:pt x="217" y="900"/>
                    <a:pt x="214" y="900"/>
                  </a:cubicBezTo>
                  <a:cubicBezTo>
                    <a:pt x="212" y="900"/>
                    <a:pt x="209" y="902"/>
                    <a:pt x="210" y="898"/>
                  </a:cubicBezTo>
                  <a:cubicBezTo>
                    <a:pt x="210" y="896"/>
                    <a:pt x="212" y="896"/>
                    <a:pt x="213" y="895"/>
                  </a:cubicBezTo>
                  <a:cubicBezTo>
                    <a:pt x="214" y="894"/>
                    <a:pt x="214" y="892"/>
                    <a:pt x="214" y="891"/>
                  </a:cubicBezTo>
                  <a:cubicBezTo>
                    <a:pt x="215" y="890"/>
                    <a:pt x="216" y="890"/>
                    <a:pt x="217" y="889"/>
                  </a:cubicBezTo>
                  <a:cubicBezTo>
                    <a:pt x="218" y="888"/>
                    <a:pt x="218" y="886"/>
                    <a:pt x="219" y="884"/>
                  </a:cubicBezTo>
                  <a:cubicBezTo>
                    <a:pt x="219" y="884"/>
                    <a:pt x="221" y="884"/>
                    <a:pt x="222" y="883"/>
                  </a:cubicBezTo>
                  <a:cubicBezTo>
                    <a:pt x="223" y="881"/>
                    <a:pt x="222" y="880"/>
                    <a:pt x="224" y="880"/>
                  </a:cubicBezTo>
                  <a:cubicBezTo>
                    <a:pt x="225" y="879"/>
                    <a:pt x="231" y="882"/>
                    <a:pt x="230" y="878"/>
                  </a:cubicBezTo>
                  <a:cubicBezTo>
                    <a:pt x="230" y="877"/>
                    <a:pt x="224" y="875"/>
                    <a:pt x="230" y="874"/>
                  </a:cubicBezTo>
                  <a:cubicBezTo>
                    <a:pt x="228" y="873"/>
                    <a:pt x="226" y="872"/>
                    <a:pt x="224" y="871"/>
                  </a:cubicBezTo>
                  <a:cubicBezTo>
                    <a:pt x="220" y="870"/>
                    <a:pt x="221" y="872"/>
                    <a:pt x="219" y="867"/>
                  </a:cubicBezTo>
                  <a:cubicBezTo>
                    <a:pt x="213" y="873"/>
                    <a:pt x="210" y="857"/>
                    <a:pt x="209" y="856"/>
                  </a:cubicBezTo>
                  <a:cubicBezTo>
                    <a:pt x="209" y="856"/>
                    <a:pt x="206" y="857"/>
                    <a:pt x="206" y="857"/>
                  </a:cubicBezTo>
                  <a:cubicBezTo>
                    <a:pt x="205" y="857"/>
                    <a:pt x="202" y="856"/>
                    <a:pt x="202" y="855"/>
                  </a:cubicBezTo>
                  <a:cubicBezTo>
                    <a:pt x="201" y="853"/>
                    <a:pt x="204" y="845"/>
                    <a:pt x="204" y="842"/>
                  </a:cubicBezTo>
                  <a:cubicBezTo>
                    <a:pt x="205" y="839"/>
                    <a:pt x="205" y="835"/>
                    <a:pt x="203" y="832"/>
                  </a:cubicBezTo>
                  <a:cubicBezTo>
                    <a:pt x="201" y="830"/>
                    <a:pt x="198" y="834"/>
                    <a:pt x="198" y="828"/>
                  </a:cubicBezTo>
                  <a:cubicBezTo>
                    <a:pt x="198" y="827"/>
                    <a:pt x="199" y="826"/>
                    <a:pt x="198" y="824"/>
                  </a:cubicBezTo>
                  <a:cubicBezTo>
                    <a:pt x="198" y="822"/>
                    <a:pt x="196" y="823"/>
                    <a:pt x="195" y="822"/>
                  </a:cubicBezTo>
                  <a:cubicBezTo>
                    <a:pt x="191" y="818"/>
                    <a:pt x="195" y="817"/>
                    <a:pt x="195" y="813"/>
                  </a:cubicBezTo>
                  <a:cubicBezTo>
                    <a:pt x="196" y="808"/>
                    <a:pt x="185" y="804"/>
                    <a:pt x="181" y="803"/>
                  </a:cubicBezTo>
                  <a:cubicBezTo>
                    <a:pt x="180" y="802"/>
                    <a:pt x="178" y="802"/>
                    <a:pt x="177" y="802"/>
                  </a:cubicBezTo>
                  <a:cubicBezTo>
                    <a:pt x="177" y="802"/>
                    <a:pt x="174" y="802"/>
                    <a:pt x="174" y="802"/>
                  </a:cubicBezTo>
                  <a:cubicBezTo>
                    <a:pt x="173" y="802"/>
                    <a:pt x="171" y="803"/>
                    <a:pt x="170" y="803"/>
                  </a:cubicBezTo>
                  <a:cubicBezTo>
                    <a:pt x="168" y="805"/>
                    <a:pt x="169" y="804"/>
                    <a:pt x="169" y="806"/>
                  </a:cubicBezTo>
                  <a:cubicBezTo>
                    <a:pt x="170" y="808"/>
                    <a:pt x="174" y="810"/>
                    <a:pt x="174" y="811"/>
                  </a:cubicBezTo>
                  <a:cubicBezTo>
                    <a:pt x="175" y="814"/>
                    <a:pt x="173" y="817"/>
                    <a:pt x="170" y="818"/>
                  </a:cubicBezTo>
                  <a:cubicBezTo>
                    <a:pt x="168" y="818"/>
                    <a:pt x="166" y="817"/>
                    <a:pt x="164" y="818"/>
                  </a:cubicBezTo>
                  <a:cubicBezTo>
                    <a:pt x="163" y="819"/>
                    <a:pt x="163" y="820"/>
                    <a:pt x="161" y="821"/>
                  </a:cubicBezTo>
                  <a:cubicBezTo>
                    <a:pt x="159" y="822"/>
                    <a:pt x="155" y="822"/>
                    <a:pt x="153" y="824"/>
                  </a:cubicBezTo>
                  <a:cubicBezTo>
                    <a:pt x="151" y="826"/>
                    <a:pt x="153" y="829"/>
                    <a:pt x="150" y="831"/>
                  </a:cubicBezTo>
                  <a:cubicBezTo>
                    <a:pt x="148" y="833"/>
                    <a:pt x="144" y="831"/>
                    <a:pt x="141" y="831"/>
                  </a:cubicBezTo>
                  <a:cubicBezTo>
                    <a:pt x="138" y="830"/>
                    <a:pt x="135" y="828"/>
                    <a:pt x="132" y="826"/>
                  </a:cubicBezTo>
                  <a:cubicBezTo>
                    <a:pt x="129" y="825"/>
                    <a:pt x="126" y="823"/>
                    <a:pt x="123" y="822"/>
                  </a:cubicBezTo>
                  <a:cubicBezTo>
                    <a:pt x="121" y="822"/>
                    <a:pt x="118" y="821"/>
                    <a:pt x="116" y="820"/>
                  </a:cubicBezTo>
                  <a:cubicBezTo>
                    <a:pt x="115" y="820"/>
                    <a:pt x="114" y="822"/>
                    <a:pt x="114" y="822"/>
                  </a:cubicBezTo>
                  <a:cubicBezTo>
                    <a:pt x="113" y="822"/>
                    <a:pt x="113" y="820"/>
                    <a:pt x="113" y="820"/>
                  </a:cubicBezTo>
                  <a:cubicBezTo>
                    <a:pt x="112" y="820"/>
                    <a:pt x="111" y="822"/>
                    <a:pt x="110" y="823"/>
                  </a:cubicBezTo>
                  <a:cubicBezTo>
                    <a:pt x="110" y="823"/>
                    <a:pt x="108" y="823"/>
                    <a:pt x="108" y="823"/>
                  </a:cubicBezTo>
                  <a:cubicBezTo>
                    <a:pt x="107" y="824"/>
                    <a:pt x="107" y="825"/>
                    <a:pt x="106" y="825"/>
                  </a:cubicBezTo>
                  <a:cubicBezTo>
                    <a:pt x="105" y="826"/>
                    <a:pt x="102" y="826"/>
                    <a:pt x="101" y="827"/>
                  </a:cubicBezTo>
                  <a:cubicBezTo>
                    <a:pt x="101" y="827"/>
                    <a:pt x="101" y="830"/>
                    <a:pt x="100" y="830"/>
                  </a:cubicBezTo>
                  <a:cubicBezTo>
                    <a:pt x="100" y="832"/>
                    <a:pt x="98" y="832"/>
                    <a:pt x="97" y="833"/>
                  </a:cubicBezTo>
                  <a:cubicBezTo>
                    <a:pt x="97" y="833"/>
                    <a:pt x="97" y="835"/>
                    <a:pt x="96" y="835"/>
                  </a:cubicBezTo>
                  <a:cubicBezTo>
                    <a:pt x="96" y="836"/>
                    <a:pt x="94" y="837"/>
                    <a:pt x="93" y="838"/>
                  </a:cubicBezTo>
                  <a:cubicBezTo>
                    <a:pt x="92" y="840"/>
                    <a:pt x="90" y="843"/>
                    <a:pt x="87" y="839"/>
                  </a:cubicBezTo>
                  <a:cubicBezTo>
                    <a:pt x="87" y="838"/>
                    <a:pt x="84" y="834"/>
                    <a:pt x="84" y="833"/>
                  </a:cubicBezTo>
                  <a:cubicBezTo>
                    <a:pt x="83" y="831"/>
                    <a:pt x="85" y="830"/>
                    <a:pt x="84" y="829"/>
                  </a:cubicBezTo>
                  <a:cubicBezTo>
                    <a:pt x="84" y="826"/>
                    <a:pt x="81" y="826"/>
                    <a:pt x="79" y="824"/>
                  </a:cubicBezTo>
                  <a:cubicBezTo>
                    <a:pt x="77" y="821"/>
                    <a:pt x="78" y="819"/>
                    <a:pt x="73" y="820"/>
                  </a:cubicBezTo>
                  <a:cubicBezTo>
                    <a:pt x="69" y="820"/>
                    <a:pt x="69" y="823"/>
                    <a:pt x="66" y="826"/>
                  </a:cubicBezTo>
                  <a:cubicBezTo>
                    <a:pt x="64" y="829"/>
                    <a:pt x="57" y="839"/>
                    <a:pt x="51" y="832"/>
                  </a:cubicBezTo>
                  <a:cubicBezTo>
                    <a:pt x="51" y="831"/>
                    <a:pt x="49" y="828"/>
                    <a:pt x="48" y="827"/>
                  </a:cubicBezTo>
                  <a:cubicBezTo>
                    <a:pt x="47" y="827"/>
                    <a:pt x="45" y="826"/>
                    <a:pt x="44" y="826"/>
                  </a:cubicBezTo>
                  <a:cubicBezTo>
                    <a:pt x="39" y="822"/>
                    <a:pt x="43" y="820"/>
                    <a:pt x="45" y="817"/>
                  </a:cubicBezTo>
                  <a:cubicBezTo>
                    <a:pt x="46" y="815"/>
                    <a:pt x="45" y="813"/>
                    <a:pt x="45" y="812"/>
                  </a:cubicBezTo>
                  <a:cubicBezTo>
                    <a:pt x="46" y="809"/>
                    <a:pt x="47" y="811"/>
                    <a:pt x="48" y="810"/>
                  </a:cubicBezTo>
                  <a:cubicBezTo>
                    <a:pt x="49" y="809"/>
                    <a:pt x="51" y="801"/>
                    <a:pt x="49" y="803"/>
                  </a:cubicBezTo>
                  <a:cubicBezTo>
                    <a:pt x="49" y="802"/>
                    <a:pt x="48" y="801"/>
                    <a:pt x="47" y="800"/>
                  </a:cubicBezTo>
                  <a:cubicBezTo>
                    <a:pt x="47" y="800"/>
                    <a:pt x="47" y="800"/>
                    <a:pt x="47" y="801"/>
                  </a:cubicBezTo>
                  <a:cubicBezTo>
                    <a:pt x="44" y="799"/>
                    <a:pt x="47" y="797"/>
                    <a:pt x="46" y="794"/>
                  </a:cubicBezTo>
                  <a:cubicBezTo>
                    <a:pt x="46" y="792"/>
                    <a:pt x="45" y="791"/>
                    <a:pt x="46" y="790"/>
                  </a:cubicBezTo>
                  <a:cubicBezTo>
                    <a:pt x="46" y="788"/>
                    <a:pt x="48" y="788"/>
                    <a:pt x="49" y="787"/>
                  </a:cubicBezTo>
                  <a:cubicBezTo>
                    <a:pt x="50" y="784"/>
                    <a:pt x="48" y="780"/>
                    <a:pt x="48" y="778"/>
                  </a:cubicBezTo>
                  <a:cubicBezTo>
                    <a:pt x="48" y="778"/>
                    <a:pt x="48" y="776"/>
                    <a:pt x="48" y="776"/>
                  </a:cubicBezTo>
                  <a:cubicBezTo>
                    <a:pt x="48" y="775"/>
                    <a:pt x="49" y="774"/>
                    <a:pt x="49" y="775"/>
                  </a:cubicBezTo>
                  <a:cubicBezTo>
                    <a:pt x="50" y="773"/>
                    <a:pt x="51" y="773"/>
                    <a:pt x="49" y="771"/>
                  </a:cubicBezTo>
                  <a:cubicBezTo>
                    <a:pt x="48" y="775"/>
                    <a:pt x="47" y="769"/>
                    <a:pt x="47" y="768"/>
                  </a:cubicBezTo>
                  <a:cubicBezTo>
                    <a:pt x="47" y="765"/>
                    <a:pt x="45" y="765"/>
                    <a:pt x="43" y="763"/>
                  </a:cubicBezTo>
                  <a:cubicBezTo>
                    <a:pt x="42" y="762"/>
                    <a:pt x="42" y="762"/>
                    <a:pt x="41" y="761"/>
                  </a:cubicBezTo>
                  <a:cubicBezTo>
                    <a:pt x="41" y="760"/>
                    <a:pt x="41" y="759"/>
                    <a:pt x="41" y="758"/>
                  </a:cubicBezTo>
                  <a:cubicBezTo>
                    <a:pt x="41" y="757"/>
                    <a:pt x="40" y="757"/>
                    <a:pt x="39" y="756"/>
                  </a:cubicBezTo>
                  <a:cubicBezTo>
                    <a:pt x="39" y="755"/>
                    <a:pt x="40" y="754"/>
                    <a:pt x="40" y="753"/>
                  </a:cubicBezTo>
                  <a:cubicBezTo>
                    <a:pt x="40" y="752"/>
                    <a:pt x="38" y="749"/>
                    <a:pt x="37" y="748"/>
                  </a:cubicBezTo>
                  <a:cubicBezTo>
                    <a:pt x="37" y="747"/>
                    <a:pt x="36" y="745"/>
                    <a:pt x="35" y="745"/>
                  </a:cubicBezTo>
                  <a:cubicBezTo>
                    <a:pt x="34" y="745"/>
                    <a:pt x="33" y="746"/>
                    <a:pt x="33" y="745"/>
                  </a:cubicBezTo>
                  <a:cubicBezTo>
                    <a:pt x="33" y="745"/>
                    <a:pt x="30" y="744"/>
                    <a:pt x="31" y="744"/>
                  </a:cubicBezTo>
                  <a:cubicBezTo>
                    <a:pt x="28" y="742"/>
                    <a:pt x="28" y="747"/>
                    <a:pt x="26" y="749"/>
                  </a:cubicBezTo>
                  <a:cubicBezTo>
                    <a:pt x="23" y="750"/>
                    <a:pt x="25" y="750"/>
                    <a:pt x="23" y="748"/>
                  </a:cubicBezTo>
                  <a:cubicBezTo>
                    <a:pt x="23" y="748"/>
                    <a:pt x="20" y="746"/>
                    <a:pt x="20" y="746"/>
                  </a:cubicBezTo>
                  <a:cubicBezTo>
                    <a:pt x="19" y="742"/>
                    <a:pt x="22" y="741"/>
                    <a:pt x="18" y="738"/>
                  </a:cubicBezTo>
                  <a:cubicBezTo>
                    <a:pt x="16" y="736"/>
                    <a:pt x="14" y="735"/>
                    <a:pt x="13" y="732"/>
                  </a:cubicBezTo>
                  <a:cubicBezTo>
                    <a:pt x="12" y="731"/>
                    <a:pt x="8" y="726"/>
                    <a:pt x="9" y="725"/>
                  </a:cubicBezTo>
                  <a:cubicBezTo>
                    <a:pt x="9" y="723"/>
                    <a:pt x="13" y="722"/>
                    <a:pt x="14" y="721"/>
                  </a:cubicBezTo>
                  <a:cubicBezTo>
                    <a:pt x="16" y="719"/>
                    <a:pt x="18" y="716"/>
                    <a:pt x="17" y="713"/>
                  </a:cubicBezTo>
                  <a:cubicBezTo>
                    <a:pt x="16" y="710"/>
                    <a:pt x="13" y="709"/>
                    <a:pt x="13" y="705"/>
                  </a:cubicBezTo>
                  <a:cubicBezTo>
                    <a:pt x="13" y="702"/>
                    <a:pt x="15" y="700"/>
                    <a:pt x="15" y="697"/>
                  </a:cubicBezTo>
                  <a:cubicBezTo>
                    <a:pt x="15" y="695"/>
                    <a:pt x="14" y="692"/>
                    <a:pt x="13" y="690"/>
                  </a:cubicBezTo>
                  <a:cubicBezTo>
                    <a:pt x="12" y="687"/>
                    <a:pt x="11" y="689"/>
                    <a:pt x="10" y="687"/>
                  </a:cubicBezTo>
                  <a:cubicBezTo>
                    <a:pt x="7" y="685"/>
                    <a:pt x="9" y="684"/>
                    <a:pt x="7" y="682"/>
                  </a:cubicBezTo>
                  <a:cubicBezTo>
                    <a:pt x="5" y="680"/>
                    <a:pt x="3" y="681"/>
                    <a:pt x="2" y="679"/>
                  </a:cubicBezTo>
                  <a:cubicBezTo>
                    <a:pt x="1" y="677"/>
                    <a:pt x="1" y="673"/>
                    <a:pt x="2" y="671"/>
                  </a:cubicBezTo>
                  <a:cubicBezTo>
                    <a:pt x="2" y="670"/>
                    <a:pt x="3" y="670"/>
                    <a:pt x="3" y="670"/>
                  </a:cubicBezTo>
                  <a:cubicBezTo>
                    <a:pt x="4" y="669"/>
                    <a:pt x="3" y="668"/>
                    <a:pt x="4" y="667"/>
                  </a:cubicBezTo>
                  <a:cubicBezTo>
                    <a:pt x="5" y="666"/>
                    <a:pt x="6" y="666"/>
                    <a:pt x="6" y="664"/>
                  </a:cubicBezTo>
                  <a:cubicBezTo>
                    <a:pt x="6" y="664"/>
                    <a:pt x="4" y="661"/>
                    <a:pt x="4" y="661"/>
                  </a:cubicBezTo>
                  <a:cubicBezTo>
                    <a:pt x="3" y="660"/>
                    <a:pt x="2" y="658"/>
                    <a:pt x="0" y="657"/>
                  </a:cubicBezTo>
                  <a:cubicBezTo>
                    <a:pt x="2" y="657"/>
                    <a:pt x="3" y="656"/>
                    <a:pt x="5" y="656"/>
                  </a:cubicBezTo>
                  <a:cubicBezTo>
                    <a:pt x="7" y="656"/>
                    <a:pt x="7" y="657"/>
                    <a:pt x="8" y="657"/>
                  </a:cubicBezTo>
                  <a:cubicBezTo>
                    <a:pt x="13" y="659"/>
                    <a:pt x="10" y="658"/>
                    <a:pt x="13" y="656"/>
                  </a:cubicBezTo>
                  <a:cubicBezTo>
                    <a:pt x="14" y="656"/>
                    <a:pt x="16" y="657"/>
                    <a:pt x="17" y="656"/>
                  </a:cubicBezTo>
                  <a:cubicBezTo>
                    <a:pt x="18" y="655"/>
                    <a:pt x="19" y="653"/>
                    <a:pt x="21" y="653"/>
                  </a:cubicBezTo>
                  <a:cubicBezTo>
                    <a:pt x="23" y="651"/>
                    <a:pt x="27" y="650"/>
                    <a:pt x="27" y="646"/>
                  </a:cubicBezTo>
                  <a:cubicBezTo>
                    <a:pt x="27" y="645"/>
                    <a:pt x="28" y="643"/>
                    <a:pt x="28" y="641"/>
                  </a:cubicBezTo>
                  <a:cubicBezTo>
                    <a:pt x="28" y="641"/>
                    <a:pt x="28" y="640"/>
                    <a:pt x="28" y="639"/>
                  </a:cubicBezTo>
                  <a:cubicBezTo>
                    <a:pt x="25" y="636"/>
                    <a:pt x="25" y="636"/>
                    <a:pt x="25" y="636"/>
                  </a:cubicBezTo>
                  <a:cubicBezTo>
                    <a:pt x="25" y="635"/>
                    <a:pt x="26" y="633"/>
                    <a:pt x="26" y="632"/>
                  </a:cubicBezTo>
                  <a:cubicBezTo>
                    <a:pt x="27" y="625"/>
                    <a:pt x="29" y="618"/>
                    <a:pt x="31" y="613"/>
                  </a:cubicBezTo>
                  <a:cubicBezTo>
                    <a:pt x="33" y="606"/>
                    <a:pt x="33" y="606"/>
                    <a:pt x="33" y="606"/>
                  </a:cubicBezTo>
                  <a:cubicBezTo>
                    <a:pt x="42" y="604"/>
                    <a:pt x="42" y="604"/>
                    <a:pt x="42" y="604"/>
                  </a:cubicBezTo>
                  <a:cubicBezTo>
                    <a:pt x="44" y="603"/>
                    <a:pt x="48" y="603"/>
                    <a:pt x="46" y="600"/>
                  </a:cubicBezTo>
                  <a:cubicBezTo>
                    <a:pt x="53" y="599"/>
                    <a:pt x="55" y="605"/>
                    <a:pt x="58" y="609"/>
                  </a:cubicBezTo>
                  <a:cubicBezTo>
                    <a:pt x="61" y="614"/>
                    <a:pt x="66" y="618"/>
                    <a:pt x="71" y="622"/>
                  </a:cubicBezTo>
                  <a:cubicBezTo>
                    <a:pt x="75" y="624"/>
                    <a:pt x="76" y="626"/>
                    <a:pt x="78" y="630"/>
                  </a:cubicBezTo>
                  <a:cubicBezTo>
                    <a:pt x="80" y="632"/>
                    <a:pt x="81" y="636"/>
                    <a:pt x="83" y="632"/>
                  </a:cubicBezTo>
                  <a:cubicBezTo>
                    <a:pt x="84" y="630"/>
                    <a:pt x="85" y="629"/>
                    <a:pt x="85" y="628"/>
                  </a:cubicBezTo>
                  <a:cubicBezTo>
                    <a:pt x="86" y="627"/>
                    <a:pt x="86" y="625"/>
                    <a:pt x="87" y="624"/>
                  </a:cubicBezTo>
                  <a:cubicBezTo>
                    <a:pt x="89" y="621"/>
                    <a:pt x="93" y="621"/>
                    <a:pt x="93" y="617"/>
                  </a:cubicBezTo>
                  <a:cubicBezTo>
                    <a:pt x="94" y="613"/>
                    <a:pt x="93" y="614"/>
                    <a:pt x="97" y="614"/>
                  </a:cubicBezTo>
                  <a:cubicBezTo>
                    <a:pt x="99" y="614"/>
                    <a:pt x="101" y="614"/>
                    <a:pt x="103" y="614"/>
                  </a:cubicBezTo>
                  <a:cubicBezTo>
                    <a:pt x="106" y="613"/>
                    <a:pt x="110" y="613"/>
                    <a:pt x="113" y="613"/>
                  </a:cubicBezTo>
                  <a:cubicBezTo>
                    <a:pt x="121" y="613"/>
                    <a:pt x="128" y="619"/>
                    <a:pt x="136" y="618"/>
                  </a:cubicBezTo>
                  <a:cubicBezTo>
                    <a:pt x="140" y="617"/>
                    <a:pt x="142" y="617"/>
                    <a:pt x="146" y="617"/>
                  </a:cubicBezTo>
                  <a:cubicBezTo>
                    <a:pt x="149" y="618"/>
                    <a:pt x="151" y="616"/>
                    <a:pt x="153" y="615"/>
                  </a:cubicBezTo>
                  <a:cubicBezTo>
                    <a:pt x="158" y="613"/>
                    <a:pt x="163" y="614"/>
                    <a:pt x="167" y="613"/>
                  </a:cubicBezTo>
                  <a:cubicBezTo>
                    <a:pt x="174" y="613"/>
                    <a:pt x="171" y="609"/>
                    <a:pt x="171" y="605"/>
                  </a:cubicBezTo>
                  <a:cubicBezTo>
                    <a:pt x="170" y="602"/>
                    <a:pt x="178" y="595"/>
                    <a:pt x="178" y="599"/>
                  </a:cubicBezTo>
                  <a:cubicBezTo>
                    <a:pt x="178" y="603"/>
                    <a:pt x="177" y="606"/>
                    <a:pt x="177" y="609"/>
                  </a:cubicBezTo>
                  <a:cubicBezTo>
                    <a:pt x="243" y="610"/>
                    <a:pt x="310" y="609"/>
                    <a:pt x="376" y="609"/>
                  </a:cubicBezTo>
                  <a:cubicBezTo>
                    <a:pt x="386" y="609"/>
                    <a:pt x="397" y="609"/>
                    <a:pt x="407" y="610"/>
                  </a:cubicBezTo>
                  <a:cubicBezTo>
                    <a:pt x="409" y="610"/>
                    <a:pt x="411" y="591"/>
                    <a:pt x="411" y="589"/>
                  </a:cubicBezTo>
                  <a:cubicBezTo>
                    <a:pt x="413" y="581"/>
                    <a:pt x="416" y="572"/>
                    <a:pt x="416" y="565"/>
                  </a:cubicBezTo>
                  <a:cubicBezTo>
                    <a:pt x="416" y="561"/>
                    <a:pt x="417" y="557"/>
                    <a:pt x="415" y="554"/>
                  </a:cubicBezTo>
                  <a:cubicBezTo>
                    <a:pt x="414" y="552"/>
                    <a:pt x="411" y="551"/>
                    <a:pt x="409" y="549"/>
                  </a:cubicBezTo>
                  <a:cubicBezTo>
                    <a:pt x="407" y="548"/>
                    <a:pt x="403" y="547"/>
                    <a:pt x="403" y="544"/>
                  </a:cubicBezTo>
                  <a:cubicBezTo>
                    <a:pt x="403" y="539"/>
                    <a:pt x="402" y="535"/>
                    <a:pt x="402" y="530"/>
                  </a:cubicBezTo>
                  <a:cubicBezTo>
                    <a:pt x="400" y="510"/>
                    <a:pt x="399" y="490"/>
                    <a:pt x="397" y="470"/>
                  </a:cubicBezTo>
                  <a:cubicBezTo>
                    <a:pt x="392" y="406"/>
                    <a:pt x="386" y="342"/>
                    <a:pt x="381" y="278"/>
                  </a:cubicBezTo>
                  <a:cubicBezTo>
                    <a:pt x="376" y="215"/>
                    <a:pt x="371" y="153"/>
                    <a:pt x="366" y="90"/>
                  </a:cubicBezTo>
                  <a:cubicBezTo>
                    <a:pt x="364" y="60"/>
                    <a:pt x="361" y="30"/>
                    <a:pt x="359" y="0"/>
                  </a:cubicBezTo>
                  <a:lnTo>
                    <a:pt x="464" y="0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6" name="Freeform 137">
              <a:extLst>
                <a:ext uri="{FF2B5EF4-FFF2-40B4-BE49-F238E27FC236}">
                  <a16:creationId xmlns:a16="http://schemas.microsoft.com/office/drawing/2014/main" id="{B6B8A921-CA8D-43DE-BB96-C1C3B8992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5913" y="2571750"/>
              <a:ext cx="427038" cy="473075"/>
            </a:xfrm>
            <a:custGeom>
              <a:avLst/>
              <a:gdLst>
                <a:gd name="T0" fmla="*/ 55 w 378"/>
                <a:gd name="T1" fmla="*/ 380 h 419"/>
                <a:gd name="T2" fmla="*/ 67 w 378"/>
                <a:gd name="T3" fmla="*/ 336 h 419"/>
                <a:gd name="T4" fmla="*/ 43 w 378"/>
                <a:gd name="T5" fmla="*/ 308 h 419"/>
                <a:gd name="T6" fmla="*/ 12 w 378"/>
                <a:gd name="T7" fmla="*/ 290 h 419"/>
                <a:gd name="T8" fmla="*/ 12 w 378"/>
                <a:gd name="T9" fmla="*/ 236 h 419"/>
                <a:gd name="T10" fmla="*/ 24 w 378"/>
                <a:gd name="T11" fmla="*/ 196 h 419"/>
                <a:gd name="T12" fmla="*/ 21 w 378"/>
                <a:gd name="T13" fmla="*/ 169 h 419"/>
                <a:gd name="T14" fmla="*/ 36 w 378"/>
                <a:gd name="T15" fmla="*/ 143 h 419"/>
                <a:gd name="T16" fmla="*/ 35 w 378"/>
                <a:gd name="T17" fmla="*/ 124 h 419"/>
                <a:gd name="T18" fmla="*/ 25 w 378"/>
                <a:gd name="T19" fmla="*/ 66 h 419"/>
                <a:gd name="T20" fmla="*/ 42 w 378"/>
                <a:gd name="T21" fmla="*/ 37 h 419"/>
                <a:gd name="T22" fmla="*/ 76 w 378"/>
                <a:gd name="T23" fmla="*/ 24 h 419"/>
                <a:gd name="T24" fmla="*/ 105 w 378"/>
                <a:gd name="T25" fmla="*/ 24 h 419"/>
                <a:gd name="T26" fmla="*/ 128 w 378"/>
                <a:gd name="T27" fmla="*/ 8 h 419"/>
                <a:gd name="T28" fmla="*/ 153 w 378"/>
                <a:gd name="T29" fmla="*/ 17 h 419"/>
                <a:gd name="T30" fmla="*/ 162 w 378"/>
                <a:gd name="T31" fmla="*/ 29 h 419"/>
                <a:gd name="T32" fmla="*/ 210 w 378"/>
                <a:gd name="T33" fmla="*/ 27 h 419"/>
                <a:gd name="T34" fmla="*/ 228 w 378"/>
                <a:gd name="T35" fmla="*/ 55 h 419"/>
                <a:gd name="T36" fmla="*/ 259 w 378"/>
                <a:gd name="T37" fmla="*/ 70 h 419"/>
                <a:gd name="T38" fmla="*/ 288 w 378"/>
                <a:gd name="T39" fmla="*/ 54 h 419"/>
                <a:gd name="T40" fmla="*/ 340 w 378"/>
                <a:gd name="T41" fmla="*/ 63 h 419"/>
                <a:gd name="T42" fmla="*/ 365 w 378"/>
                <a:gd name="T43" fmla="*/ 95 h 419"/>
                <a:gd name="T44" fmla="*/ 371 w 378"/>
                <a:gd name="T45" fmla="*/ 175 h 419"/>
                <a:gd name="T46" fmla="*/ 343 w 378"/>
                <a:gd name="T47" fmla="*/ 239 h 419"/>
                <a:gd name="T48" fmla="*/ 343 w 378"/>
                <a:gd name="T49" fmla="*/ 313 h 419"/>
                <a:gd name="T50" fmla="*/ 359 w 378"/>
                <a:gd name="T51" fmla="*/ 357 h 419"/>
                <a:gd name="T52" fmla="*/ 320 w 378"/>
                <a:gd name="T53" fmla="*/ 369 h 419"/>
                <a:gd name="T54" fmla="*/ 128 w 378"/>
                <a:gd name="T55" fmla="*/ 391 h 419"/>
                <a:gd name="T56" fmla="*/ 64 w 378"/>
                <a:gd name="T57" fmla="*/ 382 h 419"/>
                <a:gd name="T58" fmla="*/ 77 w 378"/>
                <a:gd name="T59" fmla="*/ 402 h 419"/>
                <a:gd name="T60" fmla="*/ 150 w 378"/>
                <a:gd name="T61" fmla="*/ 372 h 419"/>
                <a:gd name="T62" fmla="*/ 331 w 378"/>
                <a:gd name="T63" fmla="*/ 344 h 419"/>
                <a:gd name="T64" fmla="*/ 352 w 378"/>
                <a:gd name="T65" fmla="*/ 346 h 419"/>
                <a:gd name="T66" fmla="*/ 331 w 378"/>
                <a:gd name="T67" fmla="*/ 305 h 419"/>
                <a:gd name="T68" fmla="*/ 338 w 378"/>
                <a:gd name="T69" fmla="*/ 227 h 419"/>
                <a:gd name="T70" fmla="*/ 368 w 378"/>
                <a:gd name="T71" fmla="*/ 164 h 419"/>
                <a:gd name="T72" fmla="*/ 355 w 378"/>
                <a:gd name="T73" fmla="*/ 94 h 419"/>
                <a:gd name="T74" fmla="*/ 301 w 378"/>
                <a:gd name="T75" fmla="*/ 60 h 419"/>
                <a:gd name="T76" fmla="*/ 268 w 378"/>
                <a:gd name="T77" fmla="*/ 73 h 419"/>
                <a:gd name="T78" fmla="*/ 235 w 378"/>
                <a:gd name="T79" fmla="*/ 73 h 419"/>
                <a:gd name="T80" fmla="*/ 215 w 378"/>
                <a:gd name="T81" fmla="*/ 50 h 419"/>
                <a:gd name="T82" fmla="*/ 186 w 378"/>
                <a:gd name="T83" fmla="*/ 28 h 419"/>
                <a:gd name="T84" fmla="*/ 141 w 378"/>
                <a:gd name="T85" fmla="*/ 31 h 419"/>
                <a:gd name="T86" fmla="*/ 135 w 378"/>
                <a:gd name="T87" fmla="*/ 21 h 419"/>
                <a:gd name="T88" fmla="*/ 112 w 378"/>
                <a:gd name="T89" fmla="*/ 32 h 419"/>
                <a:gd name="T90" fmla="*/ 83 w 378"/>
                <a:gd name="T91" fmla="*/ 40 h 419"/>
                <a:gd name="T92" fmla="*/ 42 w 378"/>
                <a:gd name="T93" fmla="*/ 46 h 419"/>
                <a:gd name="T94" fmla="*/ 37 w 378"/>
                <a:gd name="T95" fmla="*/ 86 h 419"/>
                <a:gd name="T96" fmla="*/ 54 w 378"/>
                <a:gd name="T97" fmla="*/ 105 h 419"/>
                <a:gd name="T98" fmla="*/ 61 w 378"/>
                <a:gd name="T99" fmla="*/ 145 h 419"/>
                <a:gd name="T100" fmla="*/ 33 w 378"/>
                <a:gd name="T101" fmla="*/ 152 h 419"/>
                <a:gd name="T102" fmla="*/ 36 w 378"/>
                <a:gd name="T103" fmla="*/ 164 h 419"/>
                <a:gd name="T104" fmla="*/ 33 w 378"/>
                <a:gd name="T105" fmla="*/ 200 h 419"/>
                <a:gd name="T106" fmla="*/ 18 w 378"/>
                <a:gd name="T107" fmla="*/ 227 h 419"/>
                <a:gd name="T108" fmla="*/ 18 w 378"/>
                <a:gd name="T109" fmla="*/ 261 h 419"/>
                <a:gd name="T110" fmla="*/ 49 w 378"/>
                <a:gd name="T111" fmla="*/ 299 h 419"/>
                <a:gd name="T112" fmla="*/ 74 w 378"/>
                <a:gd name="T113" fmla="*/ 322 h 419"/>
                <a:gd name="T114" fmla="*/ 75 w 378"/>
                <a:gd name="T115" fmla="*/ 358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78" h="419">
                  <a:moveTo>
                    <a:pt x="64" y="419"/>
                  </a:moveTo>
                  <a:cubicBezTo>
                    <a:pt x="61" y="419"/>
                    <a:pt x="59" y="417"/>
                    <a:pt x="57" y="415"/>
                  </a:cubicBezTo>
                  <a:cubicBezTo>
                    <a:pt x="55" y="412"/>
                    <a:pt x="56" y="409"/>
                    <a:pt x="56" y="407"/>
                  </a:cubicBezTo>
                  <a:cubicBezTo>
                    <a:pt x="56" y="407"/>
                    <a:pt x="57" y="406"/>
                    <a:pt x="56" y="405"/>
                  </a:cubicBezTo>
                  <a:cubicBezTo>
                    <a:pt x="55" y="403"/>
                    <a:pt x="56" y="400"/>
                    <a:pt x="56" y="398"/>
                  </a:cubicBezTo>
                  <a:cubicBezTo>
                    <a:pt x="56" y="397"/>
                    <a:pt x="56" y="396"/>
                    <a:pt x="56" y="396"/>
                  </a:cubicBezTo>
                  <a:cubicBezTo>
                    <a:pt x="56" y="394"/>
                    <a:pt x="56" y="392"/>
                    <a:pt x="56" y="391"/>
                  </a:cubicBezTo>
                  <a:cubicBezTo>
                    <a:pt x="56" y="391"/>
                    <a:pt x="56" y="390"/>
                    <a:pt x="56" y="390"/>
                  </a:cubicBezTo>
                  <a:cubicBezTo>
                    <a:pt x="56" y="390"/>
                    <a:pt x="56" y="389"/>
                    <a:pt x="56" y="389"/>
                  </a:cubicBezTo>
                  <a:cubicBezTo>
                    <a:pt x="55" y="388"/>
                    <a:pt x="55" y="387"/>
                    <a:pt x="55" y="386"/>
                  </a:cubicBezTo>
                  <a:cubicBezTo>
                    <a:pt x="55" y="384"/>
                    <a:pt x="54" y="382"/>
                    <a:pt x="55" y="380"/>
                  </a:cubicBezTo>
                  <a:cubicBezTo>
                    <a:pt x="55" y="378"/>
                    <a:pt x="56" y="377"/>
                    <a:pt x="57" y="376"/>
                  </a:cubicBezTo>
                  <a:cubicBezTo>
                    <a:pt x="57" y="376"/>
                    <a:pt x="57" y="375"/>
                    <a:pt x="57" y="375"/>
                  </a:cubicBezTo>
                  <a:cubicBezTo>
                    <a:pt x="57" y="375"/>
                    <a:pt x="57" y="375"/>
                    <a:pt x="57" y="375"/>
                  </a:cubicBezTo>
                  <a:cubicBezTo>
                    <a:pt x="57" y="374"/>
                    <a:pt x="57" y="374"/>
                    <a:pt x="57" y="373"/>
                  </a:cubicBezTo>
                  <a:cubicBezTo>
                    <a:pt x="56" y="366"/>
                    <a:pt x="59" y="364"/>
                    <a:pt x="61" y="363"/>
                  </a:cubicBezTo>
                  <a:cubicBezTo>
                    <a:pt x="62" y="362"/>
                    <a:pt x="62" y="362"/>
                    <a:pt x="62" y="361"/>
                  </a:cubicBezTo>
                  <a:cubicBezTo>
                    <a:pt x="62" y="361"/>
                    <a:pt x="62" y="360"/>
                    <a:pt x="62" y="359"/>
                  </a:cubicBezTo>
                  <a:cubicBezTo>
                    <a:pt x="62" y="357"/>
                    <a:pt x="62" y="353"/>
                    <a:pt x="66" y="350"/>
                  </a:cubicBezTo>
                  <a:cubicBezTo>
                    <a:pt x="64" y="346"/>
                    <a:pt x="65" y="343"/>
                    <a:pt x="66" y="341"/>
                  </a:cubicBezTo>
                  <a:cubicBezTo>
                    <a:pt x="66" y="340"/>
                    <a:pt x="66" y="340"/>
                    <a:pt x="66" y="340"/>
                  </a:cubicBezTo>
                  <a:cubicBezTo>
                    <a:pt x="66" y="338"/>
                    <a:pt x="66" y="337"/>
                    <a:pt x="67" y="336"/>
                  </a:cubicBezTo>
                  <a:cubicBezTo>
                    <a:pt x="67" y="336"/>
                    <a:pt x="67" y="335"/>
                    <a:pt x="67" y="334"/>
                  </a:cubicBezTo>
                  <a:cubicBezTo>
                    <a:pt x="67" y="333"/>
                    <a:pt x="67" y="333"/>
                    <a:pt x="67" y="332"/>
                  </a:cubicBezTo>
                  <a:cubicBezTo>
                    <a:pt x="66" y="331"/>
                    <a:pt x="65" y="329"/>
                    <a:pt x="65" y="326"/>
                  </a:cubicBezTo>
                  <a:cubicBezTo>
                    <a:pt x="65" y="326"/>
                    <a:pt x="64" y="325"/>
                    <a:pt x="64" y="324"/>
                  </a:cubicBezTo>
                  <a:cubicBezTo>
                    <a:pt x="64" y="324"/>
                    <a:pt x="63" y="323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0" y="322"/>
                    <a:pt x="58" y="320"/>
                    <a:pt x="57" y="319"/>
                  </a:cubicBezTo>
                  <a:cubicBezTo>
                    <a:pt x="57" y="319"/>
                    <a:pt x="57" y="318"/>
                    <a:pt x="56" y="318"/>
                  </a:cubicBezTo>
                  <a:cubicBezTo>
                    <a:pt x="56" y="318"/>
                    <a:pt x="56" y="318"/>
                    <a:pt x="56" y="318"/>
                  </a:cubicBezTo>
                  <a:cubicBezTo>
                    <a:pt x="53" y="320"/>
                    <a:pt x="51" y="318"/>
                    <a:pt x="49" y="317"/>
                  </a:cubicBezTo>
                  <a:cubicBezTo>
                    <a:pt x="46" y="314"/>
                    <a:pt x="44" y="313"/>
                    <a:pt x="43" y="308"/>
                  </a:cubicBezTo>
                  <a:cubicBezTo>
                    <a:pt x="43" y="308"/>
                    <a:pt x="43" y="308"/>
                    <a:pt x="43" y="308"/>
                  </a:cubicBezTo>
                  <a:cubicBezTo>
                    <a:pt x="43" y="308"/>
                    <a:pt x="43" y="308"/>
                    <a:pt x="43" y="308"/>
                  </a:cubicBezTo>
                  <a:cubicBezTo>
                    <a:pt x="42" y="307"/>
                    <a:pt x="41" y="306"/>
                    <a:pt x="40" y="305"/>
                  </a:cubicBezTo>
                  <a:cubicBezTo>
                    <a:pt x="39" y="302"/>
                    <a:pt x="40" y="299"/>
                    <a:pt x="40" y="298"/>
                  </a:cubicBezTo>
                  <a:cubicBezTo>
                    <a:pt x="40" y="297"/>
                    <a:pt x="40" y="297"/>
                    <a:pt x="40" y="296"/>
                  </a:cubicBezTo>
                  <a:cubicBezTo>
                    <a:pt x="40" y="296"/>
                    <a:pt x="40" y="296"/>
                    <a:pt x="38" y="295"/>
                  </a:cubicBezTo>
                  <a:cubicBezTo>
                    <a:pt x="37" y="294"/>
                    <a:pt x="34" y="293"/>
                    <a:pt x="33" y="293"/>
                  </a:cubicBezTo>
                  <a:cubicBezTo>
                    <a:pt x="33" y="293"/>
                    <a:pt x="32" y="293"/>
                    <a:pt x="31" y="294"/>
                  </a:cubicBezTo>
                  <a:cubicBezTo>
                    <a:pt x="30" y="294"/>
                    <a:pt x="29" y="295"/>
                    <a:pt x="27" y="295"/>
                  </a:cubicBezTo>
                  <a:cubicBezTo>
                    <a:pt x="23" y="295"/>
                    <a:pt x="20" y="293"/>
                    <a:pt x="18" y="292"/>
                  </a:cubicBezTo>
                  <a:cubicBezTo>
                    <a:pt x="16" y="291"/>
                    <a:pt x="14" y="290"/>
                    <a:pt x="12" y="290"/>
                  </a:cubicBezTo>
                  <a:cubicBezTo>
                    <a:pt x="10" y="290"/>
                    <a:pt x="8" y="289"/>
                    <a:pt x="7" y="288"/>
                  </a:cubicBezTo>
                  <a:cubicBezTo>
                    <a:pt x="3" y="284"/>
                    <a:pt x="0" y="280"/>
                    <a:pt x="0" y="274"/>
                  </a:cubicBezTo>
                  <a:cubicBezTo>
                    <a:pt x="1" y="266"/>
                    <a:pt x="8" y="258"/>
                    <a:pt x="10" y="256"/>
                  </a:cubicBezTo>
                  <a:cubicBezTo>
                    <a:pt x="10" y="256"/>
                    <a:pt x="10" y="256"/>
                    <a:pt x="10" y="256"/>
                  </a:cubicBezTo>
                  <a:cubicBezTo>
                    <a:pt x="10" y="256"/>
                    <a:pt x="11" y="255"/>
                    <a:pt x="11" y="255"/>
                  </a:cubicBezTo>
                  <a:cubicBezTo>
                    <a:pt x="11" y="255"/>
                    <a:pt x="11" y="254"/>
                    <a:pt x="11" y="254"/>
                  </a:cubicBezTo>
                  <a:cubicBezTo>
                    <a:pt x="11" y="254"/>
                    <a:pt x="10" y="253"/>
                    <a:pt x="10" y="252"/>
                  </a:cubicBezTo>
                  <a:cubicBezTo>
                    <a:pt x="10" y="251"/>
                    <a:pt x="11" y="248"/>
                    <a:pt x="11" y="247"/>
                  </a:cubicBezTo>
                  <a:cubicBezTo>
                    <a:pt x="11" y="245"/>
                    <a:pt x="12" y="245"/>
                    <a:pt x="12" y="244"/>
                  </a:cubicBezTo>
                  <a:cubicBezTo>
                    <a:pt x="13" y="243"/>
                    <a:pt x="13" y="242"/>
                    <a:pt x="13" y="241"/>
                  </a:cubicBezTo>
                  <a:cubicBezTo>
                    <a:pt x="12" y="240"/>
                    <a:pt x="12" y="238"/>
                    <a:pt x="12" y="236"/>
                  </a:cubicBezTo>
                  <a:cubicBezTo>
                    <a:pt x="12" y="235"/>
                    <a:pt x="12" y="235"/>
                    <a:pt x="13" y="234"/>
                  </a:cubicBezTo>
                  <a:cubicBezTo>
                    <a:pt x="12" y="234"/>
                    <a:pt x="11" y="233"/>
                    <a:pt x="10" y="232"/>
                  </a:cubicBezTo>
                  <a:cubicBezTo>
                    <a:pt x="8" y="228"/>
                    <a:pt x="7" y="224"/>
                    <a:pt x="7" y="220"/>
                  </a:cubicBezTo>
                  <a:cubicBezTo>
                    <a:pt x="6" y="217"/>
                    <a:pt x="6" y="214"/>
                    <a:pt x="5" y="212"/>
                  </a:cubicBezTo>
                  <a:cubicBezTo>
                    <a:pt x="5" y="212"/>
                    <a:pt x="5" y="212"/>
                    <a:pt x="4" y="212"/>
                  </a:cubicBezTo>
                  <a:cubicBezTo>
                    <a:pt x="4" y="211"/>
                    <a:pt x="3" y="209"/>
                    <a:pt x="3" y="207"/>
                  </a:cubicBezTo>
                  <a:cubicBezTo>
                    <a:pt x="3" y="205"/>
                    <a:pt x="5" y="203"/>
                    <a:pt x="6" y="202"/>
                  </a:cubicBezTo>
                  <a:cubicBezTo>
                    <a:pt x="8" y="201"/>
                    <a:pt x="11" y="199"/>
                    <a:pt x="14" y="201"/>
                  </a:cubicBezTo>
                  <a:cubicBezTo>
                    <a:pt x="16" y="201"/>
                    <a:pt x="18" y="201"/>
                    <a:pt x="20" y="202"/>
                  </a:cubicBezTo>
                  <a:cubicBezTo>
                    <a:pt x="21" y="201"/>
                    <a:pt x="22" y="200"/>
                    <a:pt x="22" y="199"/>
                  </a:cubicBezTo>
                  <a:cubicBezTo>
                    <a:pt x="23" y="198"/>
                    <a:pt x="24" y="197"/>
                    <a:pt x="24" y="196"/>
                  </a:cubicBezTo>
                  <a:cubicBezTo>
                    <a:pt x="24" y="195"/>
                    <a:pt x="25" y="195"/>
                    <a:pt x="25" y="194"/>
                  </a:cubicBezTo>
                  <a:cubicBezTo>
                    <a:pt x="25" y="194"/>
                    <a:pt x="25" y="193"/>
                    <a:pt x="25" y="193"/>
                  </a:cubicBezTo>
                  <a:cubicBezTo>
                    <a:pt x="25" y="192"/>
                    <a:pt x="24" y="191"/>
                    <a:pt x="24" y="190"/>
                  </a:cubicBezTo>
                  <a:cubicBezTo>
                    <a:pt x="24" y="187"/>
                    <a:pt x="25" y="184"/>
                    <a:pt x="27" y="182"/>
                  </a:cubicBezTo>
                  <a:cubicBezTo>
                    <a:pt x="27" y="182"/>
                    <a:pt x="27" y="181"/>
                    <a:pt x="28" y="180"/>
                  </a:cubicBezTo>
                  <a:cubicBezTo>
                    <a:pt x="28" y="180"/>
                    <a:pt x="28" y="180"/>
                    <a:pt x="28" y="179"/>
                  </a:cubicBezTo>
                  <a:cubicBezTo>
                    <a:pt x="28" y="177"/>
                    <a:pt x="29" y="175"/>
                    <a:pt x="31" y="174"/>
                  </a:cubicBezTo>
                  <a:cubicBezTo>
                    <a:pt x="31" y="173"/>
                    <a:pt x="31" y="173"/>
                    <a:pt x="31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28" y="173"/>
                    <a:pt x="25" y="172"/>
                    <a:pt x="24" y="171"/>
                  </a:cubicBezTo>
                  <a:cubicBezTo>
                    <a:pt x="23" y="171"/>
                    <a:pt x="22" y="170"/>
                    <a:pt x="21" y="169"/>
                  </a:cubicBezTo>
                  <a:cubicBezTo>
                    <a:pt x="21" y="169"/>
                    <a:pt x="20" y="169"/>
                    <a:pt x="20" y="169"/>
                  </a:cubicBezTo>
                  <a:cubicBezTo>
                    <a:pt x="20" y="168"/>
                    <a:pt x="20" y="168"/>
                    <a:pt x="19" y="168"/>
                  </a:cubicBezTo>
                  <a:cubicBezTo>
                    <a:pt x="17" y="166"/>
                    <a:pt x="17" y="164"/>
                    <a:pt x="17" y="162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7" y="160"/>
                    <a:pt x="17" y="159"/>
                    <a:pt x="17" y="157"/>
                  </a:cubicBezTo>
                  <a:cubicBezTo>
                    <a:pt x="17" y="156"/>
                    <a:pt x="17" y="154"/>
                    <a:pt x="18" y="152"/>
                  </a:cubicBezTo>
                  <a:cubicBezTo>
                    <a:pt x="18" y="144"/>
                    <a:pt x="24" y="144"/>
                    <a:pt x="27" y="144"/>
                  </a:cubicBezTo>
                  <a:cubicBezTo>
                    <a:pt x="29" y="144"/>
                    <a:pt x="29" y="144"/>
                    <a:pt x="29" y="144"/>
                  </a:cubicBezTo>
                  <a:cubicBezTo>
                    <a:pt x="30" y="143"/>
                    <a:pt x="31" y="143"/>
                    <a:pt x="32" y="143"/>
                  </a:cubicBezTo>
                  <a:cubicBezTo>
                    <a:pt x="32" y="143"/>
                    <a:pt x="32" y="143"/>
                    <a:pt x="32" y="143"/>
                  </a:cubicBezTo>
                  <a:cubicBezTo>
                    <a:pt x="34" y="143"/>
                    <a:pt x="35" y="143"/>
                    <a:pt x="36" y="143"/>
                  </a:cubicBezTo>
                  <a:cubicBezTo>
                    <a:pt x="37" y="143"/>
                    <a:pt x="39" y="143"/>
                    <a:pt x="41" y="143"/>
                  </a:cubicBezTo>
                  <a:cubicBezTo>
                    <a:pt x="42" y="144"/>
                    <a:pt x="43" y="145"/>
                    <a:pt x="44" y="146"/>
                  </a:cubicBezTo>
                  <a:cubicBezTo>
                    <a:pt x="47" y="143"/>
                    <a:pt x="50" y="144"/>
                    <a:pt x="52" y="147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2" y="143"/>
                    <a:pt x="51" y="142"/>
                    <a:pt x="50" y="140"/>
                  </a:cubicBezTo>
                  <a:cubicBezTo>
                    <a:pt x="50" y="140"/>
                    <a:pt x="49" y="139"/>
                    <a:pt x="49" y="138"/>
                  </a:cubicBezTo>
                  <a:cubicBezTo>
                    <a:pt x="48" y="137"/>
                    <a:pt x="48" y="136"/>
                    <a:pt x="47" y="136"/>
                  </a:cubicBezTo>
                  <a:cubicBezTo>
                    <a:pt x="47" y="136"/>
                    <a:pt x="46" y="135"/>
                    <a:pt x="46" y="135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2" y="135"/>
                    <a:pt x="41" y="135"/>
                    <a:pt x="40" y="135"/>
                  </a:cubicBezTo>
                  <a:cubicBezTo>
                    <a:pt x="33" y="132"/>
                    <a:pt x="35" y="126"/>
                    <a:pt x="35" y="124"/>
                  </a:cubicBezTo>
                  <a:cubicBezTo>
                    <a:pt x="35" y="124"/>
                    <a:pt x="36" y="123"/>
                    <a:pt x="36" y="123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7" y="117"/>
                    <a:pt x="37" y="112"/>
                    <a:pt x="42" y="109"/>
                  </a:cubicBezTo>
                  <a:cubicBezTo>
                    <a:pt x="39" y="108"/>
                    <a:pt x="38" y="106"/>
                    <a:pt x="37" y="104"/>
                  </a:cubicBezTo>
                  <a:cubicBezTo>
                    <a:pt x="37" y="100"/>
                    <a:pt x="38" y="97"/>
                    <a:pt x="39" y="95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8" y="95"/>
                    <a:pt x="38" y="95"/>
                    <a:pt x="37" y="95"/>
                  </a:cubicBezTo>
                  <a:cubicBezTo>
                    <a:pt x="32" y="95"/>
                    <a:pt x="29" y="92"/>
                    <a:pt x="26" y="88"/>
                  </a:cubicBezTo>
                  <a:cubicBezTo>
                    <a:pt x="23" y="83"/>
                    <a:pt x="24" y="79"/>
                    <a:pt x="24" y="75"/>
                  </a:cubicBezTo>
                  <a:cubicBezTo>
                    <a:pt x="24" y="74"/>
                    <a:pt x="25" y="73"/>
                    <a:pt x="25" y="71"/>
                  </a:cubicBezTo>
                  <a:cubicBezTo>
                    <a:pt x="25" y="69"/>
                    <a:pt x="25" y="67"/>
                    <a:pt x="25" y="66"/>
                  </a:cubicBezTo>
                  <a:cubicBezTo>
                    <a:pt x="26" y="65"/>
                    <a:pt x="26" y="64"/>
                    <a:pt x="26" y="63"/>
                  </a:cubicBezTo>
                  <a:cubicBezTo>
                    <a:pt x="26" y="62"/>
                    <a:pt x="25" y="61"/>
                    <a:pt x="25" y="61"/>
                  </a:cubicBezTo>
                  <a:cubicBezTo>
                    <a:pt x="24" y="59"/>
                    <a:pt x="24" y="56"/>
                    <a:pt x="24" y="55"/>
                  </a:cubicBezTo>
                  <a:cubicBezTo>
                    <a:pt x="23" y="54"/>
                    <a:pt x="24" y="54"/>
                    <a:pt x="24" y="53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6" y="46"/>
                    <a:pt x="29" y="45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3" y="42"/>
                    <a:pt x="33" y="41"/>
                    <a:pt x="35" y="39"/>
                  </a:cubicBezTo>
                  <a:cubicBezTo>
                    <a:pt x="36" y="38"/>
                    <a:pt x="37" y="37"/>
                    <a:pt x="38" y="36"/>
                  </a:cubicBezTo>
                  <a:cubicBezTo>
                    <a:pt x="39" y="36"/>
                    <a:pt x="40" y="36"/>
                    <a:pt x="41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3" y="37"/>
                    <a:pt x="45" y="34"/>
                    <a:pt x="47" y="32"/>
                  </a:cubicBezTo>
                  <a:cubicBezTo>
                    <a:pt x="47" y="31"/>
                    <a:pt x="47" y="30"/>
                    <a:pt x="47" y="29"/>
                  </a:cubicBezTo>
                  <a:cubicBezTo>
                    <a:pt x="48" y="27"/>
                    <a:pt x="49" y="26"/>
                    <a:pt x="50" y="26"/>
                  </a:cubicBezTo>
                  <a:cubicBezTo>
                    <a:pt x="50" y="25"/>
                    <a:pt x="51" y="24"/>
                    <a:pt x="52" y="23"/>
                  </a:cubicBezTo>
                  <a:cubicBezTo>
                    <a:pt x="52" y="23"/>
                    <a:pt x="56" y="20"/>
                    <a:pt x="58" y="19"/>
                  </a:cubicBezTo>
                  <a:cubicBezTo>
                    <a:pt x="59" y="19"/>
                    <a:pt x="59" y="19"/>
                    <a:pt x="60" y="19"/>
                  </a:cubicBezTo>
                  <a:cubicBezTo>
                    <a:pt x="61" y="19"/>
                    <a:pt x="63" y="19"/>
                    <a:pt x="63" y="20"/>
                  </a:cubicBezTo>
                  <a:cubicBezTo>
                    <a:pt x="64" y="20"/>
                    <a:pt x="64" y="20"/>
                    <a:pt x="65" y="19"/>
                  </a:cubicBezTo>
                  <a:cubicBezTo>
                    <a:pt x="65" y="18"/>
                    <a:pt x="67" y="17"/>
                    <a:pt x="69" y="17"/>
                  </a:cubicBezTo>
                  <a:cubicBezTo>
                    <a:pt x="71" y="17"/>
                    <a:pt x="72" y="18"/>
                    <a:pt x="73" y="18"/>
                  </a:cubicBezTo>
                  <a:cubicBezTo>
                    <a:pt x="75" y="20"/>
                    <a:pt x="76" y="22"/>
                    <a:pt x="76" y="24"/>
                  </a:cubicBezTo>
                  <a:cubicBezTo>
                    <a:pt x="77" y="24"/>
                    <a:pt x="79" y="25"/>
                    <a:pt x="80" y="26"/>
                  </a:cubicBezTo>
                  <a:cubicBezTo>
                    <a:pt x="81" y="26"/>
                    <a:pt x="82" y="28"/>
                    <a:pt x="82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5" y="31"/>
                    <a:pt x="86" y="31"/>
                    <a:pt x="87" y="32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90" y="32"/>
                    <a:pt x="92" y="32"/>
                    <a:pt x="94" y="33"/>
                  </a:cubicBezTo>
                  <a:cubicBezTo>
                    <a:pt x="94" y="33"/>
                    <a:pt x="95" y="34"/>
                    <a:pt x="96" y="34"/>
                  </a:cubicBezTo>
                  <a:cubicBezTo>
                    <a:pt x="95" y="32"/>
                    <a:pt x="96" y="30"/>
                    <a:pt x="97" y="28"/>
                  </a:cubicBezTo>
                  <a:cubicBezTo>
                    <a:pt x="98" y="27"/>
                    <a:pt x="100" y="25"/>
                    <a:pt x="103" y="25"/>
                  </a:cubicBezTo>
                  <a:cubicBezTo>
                    <a:pt x="104" y="25"/>
                    <a:pt x="104" y="25"/>
                    <a:pt x="105" y="25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6" y="25"/>
                    <a:pt x="106" y="25"/>
                    <a:pt x="106" y="25"/>
                  </a:cubicBezTo>
                  <a:cubicBezTo>
                    <a:pt x="106" y="25"/>
                    <a:pt x="107" y="24"/>
                    <a:pt x="107" y="24"/>
                  </a:cubicBezTo>
                  <a:cubicBezTo>
                    <a:pt x="109" y="23"/>
                    <a:pt x="111" y="23"/>
                    <a:pt x="113" y="23"/>
                  </a:cubicBezTo>
                  <a:cubicBezTo>
                    <a:pt x="114" y="23"/>
                    <a:pt x="115" y="23"/>
                    <a:pt x="115" y="23"/>
                  </a:cubicBezTo>
                  <a:cubicBezTo>
                    <a:pt x="114" y="21"/>
                    <a:pt x="114" y="20"/>
                    <a:pt x="114" y="18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5" y="16"/>
                    <a:pt x="115" y="15"/>
                    <a:pt x="115" y="15"/>
                  </a:cubicBezTo>
                  <a:cubicBezTo>
                    <a:pt x="114" y="13"/>
                    <a:pt x="114" y="11"/>
                    <a:pt x="116" y="8"/>
                  </a:cubicBezTo>
                  <a:cubicBezTo>
                    <a:pt x="117" y="4"/>
                    <a:pt x="120" y="4"/>
                    <a:pt x="121" y="4"/>
                  </a:cubicBezTo>
                  <a:cubicBezTo>
                    <a:pt x="122" y="4"/>
                    <a:pt x="124" y="5"/>
                    <a:pt x="125" y="5"/>
                  </a:cubicBezTo>
                  <a:cubicBezTo>
                    <a:pt x="126" y="6"/>
                    <a:pt x="127" y="7"/>
                    <a:pt x="128" y="8"/>
                  </a:cubicBezTo>
                  <a:cubicBezTo>
                    <a:pt x="128" y="9"/>
                    <a:pt x="129" y="9"/>
                    <a:pt x="129" y="9"/>
                  </a:cubicBezTo>
                  <a:cubicBezTo>
                    <a:pt x="129" y="10"/>
                    <a:pt x="129" y="10"/>
                    <a:pt x="130" y="10"/>
                  </a:cubicBezTo>
                  <a:cubicBezTo>
                    <a:pt x="130" y="8"/>
                    <a:pt x="130" y="6"/>
                    <a:pt x="131" y="4"/>
                  </a:cubicBezTo>
                  <a:cubicBezTo>
                    <a:pt x="133" y="3"/>
                    <a:pt x="135" y="2"/>
                    <a:pt x="138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40" y="1"/>
                    <a:pt x="141" y="0"/>
                    <a:pt x="143" y="0"/>
                  </a:cubicBezTo>
                  <a:cubicBezTo>
                    <a:pt x="145" y="0"/>
                    <a:pt x="147" y="1"/>
                    <a:pt x="148" y="2"/>
                  </a:cubicBezTo>
                  <a:cubicBezTo>
                    <a:pt x="150" y="6"/>
                    <a:pt x="150" y="6"/>
                    <a:pt x="150" y="6"/>
                  </a:cubicBezTo>
                  <a:cubicBezTo>
                    <a:pt x="152" y="7"/>
                    <a:pt x="153" y="9"/>
                    <a:pt x="153" y="10"/>
                  </a:cubicBezTo>
                  <a:cubicBezTo>
                    <a:pt x="153" y="11"/>
                    <a:pt x="153" y="13"/>
                    <a:pt x="151" y="15"/>
                  </a:cubicBezTo>
                  <a:cubicBezTo>
                    <a:pt x="152" y="15"/>
                    <a:pt x="152" y="16"/>
                    <a:pt x="153" y="17"/>
                  </a:cubicBezTo>
                  <a:cubicBezTo>
                    <a:pt x="154" y="18"/>
                    <a:pt x="154" y="20"/>
                    <a:pt x="154" y="22"/>
                  </a:cubicBezTo>
                  <a:cubicBezTo>
                    <a:pt x="154" y="23"/>
                    <a:pt x="154" y="23"/>
                    <a:pt x="154" y="24"/>
                  </a:cubicBezTo>
                  <a:cubicBezTo>
                    <a:pt x="154" y="25"/>
                    <a:pt x="154" y="26"/>
                    <a:pt x="154" y="27"/>
                  </a:cubicBezTo>
                  <a:cubicBezTo>
                    <a:pt x="154" y="28"/>
                    <a:pt x="154" y="29"/>
                    <a:pt x="154" y="30"/>
                  </a:cubicBezTo>
                  <a:cubicBezTo>
                    <a:pt x="154" y="30"/>
                    <a:pt x="153" y="31"/>
                    <a:pt x="152" y="32"/>
                  </a:cubicBezTo>
                  <a:cubicBezTo>
                    <a:pt x="152" y="32"/>
                    <a:pt x="152" y="33"/>
                    <a:pt x="152" y="33"/>
                  </a:cubicBezTo>
                  <a:cubicBezTo>
                    <a:pt x="153" y="34"/>
                    <a:pt x="155" y="34"/>
                    <a:pt x="156" y="35"/>
                  </a:cubicBezTo>
                  <a:cubicBezTo>
                    <a:pt x="156" y="35"/>
                    <a:pt x="156" y="35"/>
                    <a:pt x="157" y="34"/>
                  </a:cubicBezTo>
                  <a:cubicBezTo>
                    <a:pt x="157" y="34"/>
                    <a:pt x="157" y="34"/>
                    <a:pt x="157" y="34"/>
                  </a:cubicBezTo>
                  <a:cubicBezTo>
                    <a:pt x="157" y="33"/>
                    <a:pt x="158" y="31"/>
                    <a:pt x="160" y="29"/>
                  </a:cubicBezTo>
                  <a:cubicBezTo>
                    <a:pt x="160" y="29"/>
                    <a:pt x="161" y="29"/>
                    <a:pt x="162" y="29"/>
                  </a:cubicBezTo>
                  <a:cubicBezTo>
                    <a:pt x="162" y="28"/>
                    <a:pt x="162" y="27"/>
                    <a:pt x="162" y="27"/>
                  </a:cubicBezTo>
                  <a:cubicBezTo>
                    <a:pt x="166" y="19"/>
                    <a:pt x="180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8" y="18"/>
                    <a:pt x="191" y="19"/>
                    <a:pt x="194" y="22"/>
                  </a:cubicBezTo>
                  <a:cubicBezTo>
                    <a:pt x="194" y="23"/>
                    <a:pt x="195" y="24"/>
                    <a:pt x="195" y="25"/>
                  </a:cubicBezTo>
                  <a:cubicBezTo>
                    <a:pt x="196" y="26"/>
                    <a:pt x="197" y="27"/>
                    <a:pt x="197" y="28"/>
                  </a:cubicBezTo>
                  <a:cubicBezTo>
                    <a:pt x="199" y="28"/>
                    <a:pt x="199" y="28"/>
                    <a:pt x="200" y="28"/>
                  </a:cubicBezTo>
                  <a:cubicBezTo>
                    <a:pt x="201" y="27"/>
                    <a:pt x="202" y="27"/>
                    <a:pt x="204" y="27"/>
                  </a:cubicBezTo>
                  <a:cubicBezTo>
                    <a:pt x="204" y="27"/>
                    <a:pt x="205" y="26"/>
                    <a:pt x="205" y="26"/>
                  </a:cubicBezTo>
                  <a:cubicBezTo>
                    <a:pt x="207" y="26"/>
                    <a:pt x="208" y="27"/>
                    <a:pt x="209" y="27"/>
                  </a:cubicBezTo>
                  <a:cubicBezTo>
                    <a:pt x="210" y="27"/>
                    <a:pt x="210" y="27"/>
                    <a:pt x="210" y="27"/>
                  </a:cubicBezTo>
                  <a:cubicBezTo>
                    <a:pt x="212" y="28"/>
                    <a:pt x="217" y="28"/>
                    <a:pt x="218" y="33"/>
                  </a:cubicBezTo>
                  <a:cubicBezTo>
                    <a:pt x="219" y="33"/>
                    <a:pt x="219" y="34"/>
                    <a:pt x="219" y="34"/>
                  </a:cubicBezTo>
                  <a:cubicBezTo>
                    <a:pt x="219" y="34"/>
                    <a:pt x="219" y="34"/>
                    <a:pt x="219" y="34"/>
                  </a:cubicBezTo>
                  <a:cubicBezTo>
                    <a:pt x="220" y="35"/>
                    <a:pt x="221" y="37"/>
                    <a:pt x="220" y="38"/>
                  </a:cubicBezTo>
                  <a:cubicBezTo>
                    <a:pt x="221" y="39"/>
                    <a:pt x="221" y="40"/>
                    <a:pt x="222" y="41"/>
                  </a:cubicBezTo>
                  <a:cubicBezTo>
                    <a:pt x="222" y="42"/>
                    <a:pt x="222" y="43"/>
                    <a:pt x="222" y="43"/>
                  </a:cubicBezTo>
                  <a:cubicBezTo>
                    <a:pt x="224" y="44"/>
                    <a:pt x="226" y="45"/>
                    <a:pt x="227" y="50"/>
                  </a:cubicBezTo>
                  <a:cubicBezTo>
                    <a:pt x="228" y="50"/>
                    <a:pt x="228" y="50"/>
                    <a:pt x="228" y="51"/>
                  </a:cubicBezTo>
                  <a:cubicBezTo>
                    <a:pt x="228" y="51"/>
                    <a:pt x="228" y="52"/>
                    <a:pt x="227" y="53"/>
                  </a:cubicBezTo>
                  <a:cubicBezTo>
                    <a:pt x="227" y="53"/>
                    <a:pt x="228" y="54"/>
                    <a:pt x="228" y="55"/>
                  </a:cubicBezTo>
                  <a:cubicBezTo>
                    <a:pt x="228" y="55"/>
                    <a:pt x="228" y="55"/>
                    <a:pt x="228" y="55"/>
                  </a:cubicBezTo>
                  <a:cubicBezTo>
                    <a:pt x="230" y="55"/>
                    <a:pt x="231" y="56"/>
                    <a:pt x="232" y="56"/>
                  </a:cubicBezTo>
                  <a:cubicBezTo>
                    <a:pt x="236" y="59"/>
                    <a:pt x="237" y="61"/>
                    <a:pt x="238" y="63"/>
                  </a:cubicBezTo>
                  <a:cubicBezTo>
                    <a:pt x="239" y="64"/>
                    <a:pt x="240" y="65"/>
                    <a:pt x="240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2" y="65"/>
                    <a:pt x="243" y="65"/>
                    <a:pt x="245" y="65"/>
                  </a:cubicBezTo>
                  <a:cubicBezTo>
                    <a:pt x="245" y="64"/>
                    <a:pt x="246" y="64"/>
                    <a:pt x="246" y="64"/>
                  </a:cubicBezTo>
                  <a:cubicBezTo>
                    <a:pt x="248" y="63"/>
                    <a:pt x="249" y="63"/>
                    <a:pt x="249" y="63"/>
                  </a:cubicBezTo>
                  <a:cubicBezTo>
                    <a:pt x="251" y="63"/>
                    <a:pt x="253" y="64"/>
                    <a:pt x="254" y="65"/>
                  </a:cubicBezTo>
                  <a:cubicBezTo>
                    <a:pt x="255" y="66"/>
                    <a:pt x="255" y="68"/>
                    <a:pt x="255" y="69"/>
                  </a:cubicBezTo>
                  <a:cubicBezTo>
                    <a:pt x="256" y="69"/>
                    <a:pt x="258" y="70"/>
                    <a:pt x="259" y="70"/>
                  </a:cubicBezTo>
                  <a:cubicBezTo>
                    <a:pt x="259" y="70"/>
                    <a:pt x="259" y="71"/>
                    <a:pt x="259" y="71"/>
                  </a:cubicBezTo>
                  <a:cubicBezTo>
                    <a:pt x="259" y="70"/>
                    <a:pt x="259" y="70"/>
                    <a:pt x="260" y="69"/>
                  </a:cubicBezTo>
                  <a:cubicBezTo>
                    <a:pt x="261" y="66"/>
                    <a:pt x="264" y="64"/>
                    <a:pt x="266" y="62"/>
                  </a:cubicBezTo>
                  <a:cubicBezTo>
                    <a:pt x="267" y="62"/>
                    <a:pt x="268" y="61"/>
                    <a:pt x="268" y="61"/>
                  </a:cubicBezTo>
                  <a:cubicBezTo>
                    <a:pt x="270" y="60"/>
                    <a:pt x="272" y="59"/>
                    <a:pt x="274" y="59"/>
                  </a:cubicBezTo>
                  <a:cubicBezTo>
                    <a:pt x="275" y="59"/>
                    <a:pt x="276" y="59"/>
                    <a:pt x="277" y="59"/>
                  </a:cubicBezTo>
                  <a:cubicBezTo>
                    <a:pt x="277" y="59"/>
                    <a:pt x="278" y="59"/>
                    <a:pt x="278" y="59"/>
                  </a:cubicBezTo>
                  <a:cubicBezTo>
                    <a:pt x="278" y="59"/>
                    <a:pt x="279" y="59"/>
                    <a:pt x="279" y="58"/>
                  </a:cubicBezTo>
                  <a:cubicBezTo>
                    <a:pt x="280" y="58"/>
                    <a:pt x="281" y="58"/>
                    <a:pt x="281" y="57"/>
                  </a:cubicBezTo>
                  <a:cubicBezTo>
                    <a:pt x="281" y="57"/>
                    <a:pt x="281" y="57"/>
                    <a:pt x="281" y="57"/>
                  </a:cubicBezTo>
                  <a:cubicBezTo>
                    <a:pt x="285" y="54"/>
                    <a:pt x="287" y="54"/>
                    <a:pt x="288" y="54"/>
                  </a:cubicBezTo>
                  <a:cubicBezTo>
                    <a:pt x="289" y="54"/>
                    <a:pt x="290" y="54"/>
                    <a:pt x="290" y="53"/>
                  </a:cubicBezTo>
                  <a:cubicBezTo>
                    <a:pt x="291" y="53"/>
                    <a:pt x="291" y="53"/>
                    <a:pt x="292" y="53"/>
                  </a:cubicBezTo>
                  <a:cubicBezTo>
                    <a:pt x="293" y="52"/>
                    <a:pt x="295" y="51"/>
                    <a:pt x="298" y="51"/>
                  </a:cubicBezTo>
                  <a:cubicBezTo>
                    <a:pt x="298" y="51"/>
                    <a:pt x="298" y="51"/>
                    <a:pt x="299" y="51"/>
                  </a:cubicBezTo>
                  <a:cubicBezTo>
                    <a:pt x="301" y="50"/>
                    <a:pt x="302" y="50"/>
                    <a:pt x="304" y="50"/>
                  </a:cubicBezTo>
                  <a:cubicBezTo>
                    <a:pt x="304" y="50"/>
                    <a:pt x="305" y="51"/>
                    <a:pt x="306" y="51"/>
                  </a:cubicBezTo>
                  <a:cubicBezTo>
                    <a:pt x="330" y="52"/>
                    <a:pt x="330" y="52"/>
                    <a:pt x="330" y="52"/>
                  </a:cubicBezTo>
                  <a:cubicBezTo>
                    <a:pt x="332" y="52"/>
                    <a:pt x="333" y="53"/>
                    <a:pt x="334" y="54"/>
                  </a:cubicBezTo>
                  <a:cubicBezTo>
                    <a:pt x="335" y="55"/>
                    <a:pt x="335" y="56"/>
                    <a:pt x="335" y="57"/>
                  </a:cubicBezTo>
                  <a:cubicBezTo>
                    <a:pt x="336" y="57"/>
                    <a:pt x="337" y="58"/>
                    <a:pt x="337" y="58"/>
                  </a:cubicBezTo>
                  <a:cubicBezTo>
                    <a:pt x="339" y="60"/>
                    <a:pt x="339" y="62"/>
                    <a:pt x="340" y="63"/>
                  </a:cubicBezTo>
                  <a:cubicBezTo>
                    <a:pt x="340" y="63"/>
                    <a:pt x="340" y="64"/>
                    <a:pt x="340" y="64"/>
                  </a:cubicBezTo>
                  <a:cubicBezTo>
                    <a:pt x="341" y="64"/>
                    <a:pt x="341" y="64"/>
                    <a:pt x="341" y="64"/>
                  </a:cubicBezTo>
                  <a:cubicBezTo>
                    <a:pt x="344" y="64"/>
                    <a:pt x="346" y="65"/>
                    <a:pt x="347" y="67"/>
                  </a:cubicBezTo>
                  <a:cubicBezTo>
                    <a:pt x="349" y="70"/>
                    <a:pt x="350" y="73"/>
                    <a:pt x="351" y="75"/>
                  </a:cubicBezTo>
                  <a:cubicBezTo>
                    <a:pt x="352" y="78"/>
                    <a:pt x="353" y="80"/>
                    <a:pt x="356" y="83"/>
                  </a:cubicBezTo>
                  <a:cubicBezTo>
                    <a:pt x="356" y="83"/>
                    <a:pt x="356" y="83"/>
                    <a:pt x="356" y="84"/>
                  </a:cubicBezTo>
                  <a:cubicBezTo>
                    <a:pt x="357" y="83"/>
                    <a:pt x="357" y="82"/>
                    <a:pt x="358" y="81"/>
                  </a:cubicBezTo>
                  <a:cubicBezTo>
                    <a:pt x="359" y="80"/>
                    <a:pt x="361" y="80"/>
                    <a:pt x="362" y="80"/>
                  </a:cubicBezTo>
                  <a:cubicBezTo>
                    <a:pt x="363" y="80"/>
                    <a:pt x="365" y="81"/>
                    <a:pt x="365" y="82"/>
                  </a:cubicBezTo>
                  <a:cubicBezTo>
                    <a:pt x="367" y="86"/>
                    <a:pt x="367" y="92"/>
                    <a:pt x="366" y="95"/>
                  </a:cubicBezTo>
                  <a:cubicBezTo>
                    <a:pt x="366" y="95"/>
                    <a:pt x="366" y="95"/>
                    <a:pt x="365" y="95"/>
                  </a:cubicBezTo>
                  <a:cubicBezTo>
                    <a:pt x="366" y="96"/>
                    <a:pt x="366" y="96"/>
                    <a:pt x="366" y="96"/>
                  </a:cubicBezTo>
                  <a:cubicBezTo>
                    <a:pt x="367" y="100"/>
                    <a:pt x="366" y="102"/>
                    <a:pt x="364" y="104"/>
                  </a:cubicBezTo>
                  <a:cubicBezTo>
                    <a:pt x="364" y="105"/>
                    <a:pt x="363" y="105"/>
                    <a:pt x="363" y="105"/>
                  </a:cubicBezTo>
                  <a:cubicBezTo>
                    <a:pt x="362" y="107"/>
                    <a:pt x="361" y="108"/>
                    <a:pt x="361" y="109"/>
                  </a:cubicBezTo>
                  <a:cubicBezTo>
                    <a:pt x="363" y="110"/>
                    <a:pt x="365" y="110"/>
                    <a:pt x="367" y="113"/>
                  </a:cubicBezTo>
                  <a:cubicBezTo>
                    <a:pt x="368" y="114"/>
                    <a:pt x="370" y="121"/>
                    <a:pt x="370" y="122"/>
                  </a:cubicBezTo>
                  <a:cubicBezTo>
                    <a:pt x="376" y="155"/>
                    <a:pt x="376" y="155"/>
                    <a:pt x="376" y="155"/>
                  </a:cubicBezTo>
                  <a:cubicBezTo>
                    <a:pt x="376" y="156"/>
                    <a:pt x="376" y="157"/>
                    <a:pt x="376" y="158"/>
                  </a:cubicBezTo>
                  <a:cubicBezTo>
                    <a:pt x="377" y="162"/>
                    <a:pt x="378" y="167"/>
                    <a:pt x="376" y="170"/>
                  </a:cubicBezTo>
                  <a:cubicBezTo>
                    <a:pt x="374" y="172"/>
                    <a:pt x="373" y="172"/>
                    <a:pt x="371" y="173"/>
                  </a:cubicBezTo>
                  <a:cubicBezTo>
                    <a:pt x="371" y="174"/>
                    <a:pt x="371" y="174"/>
                    <a:pt x="371" y="175"/>
                  </a:cubicBezTo>
                  <a:cubicBezTo>
                    <a:pt x="370" y="181"/>
                    <a:pt x="366" y="182"/>
                    <a:pt x="365" y="182"/>
                  </a:cubicBezTo>
                  <a:cubicBezTo>
                    <a:pt x="364" y="182"/>
                    <a:pt x="364" y="182"/>
                    <a:pt x="363" y="183"/>
                  </a:cubicBezTo>
                  <a:cubicBezTo>
                    <a:pt x="362" y="184"/>
                    <a:pt x="362" y="184"/>
                    <a:pt x="362" y="184"/>
                  </a:cubicBezTo>
                  <a:cubicBezTo>
                    <a:pt x="361" y="185"/>
                    <a:pt x="360" y="186"/>
                    <a:pt x="359" y="187"/>
                  </a:cubicBezTo>
                  <a:cubicBezTo>
                    <a:pt x="358" y="191"/>
                    <a:pt x="356" y="194"/>
                    <a:pt x="354" y="198"/>
                  </a:cubicBezTo>
                  <a:cubicBezTo>
                    <a:pt x="354" y="199"/>
                    <a:pt x="353" y="201"/>
                    <a:pt x="352" y="203"/>
                  </a:cubicBezTo>
                  <a:cubicBezTo>
                    <a:pt x="351" y="206"/>
                    <a:pt x="350" y="209"/>
                    <a:pt x="349" y="213"/>
                  </a:cubicBezTo>
                  <a:cubicBezTo>
                    <a:pt x="349" y="214"/>
                    <a:pt x="349" y="216"/>
                    <a:pt x="349" y="217"/>
                  </a:cubicBezTo>
                  <a:cubicBezTo>
                    <a:pt x="348" y="220"/>
                    <a:pt x="348" y="223"/>
                    <a:pt x="347" y="227"/>
                  </a:cubicBezTo>
                  <a:cubicBezTo>
                    <a:pt x="347" y="231"/>
                    <a:pt x="346" y="234"/>
                    <a:pt x="344" y="237"/>
                  </a:cubicBezTo>
                  <a:cubicBezTo>
                    <a:pt x="344" y="238"/>
                    <a:pt x="344" y="239"/>
                    <a:pt x="343" y="239"/>
                  </a:cubicBezTo>
                  <a:cubicBezTo>
                    <a:pt x="342" y="242"/>
                    <a:pt x="340" y="243"/>
                    <a:pt x="339" y="243"/>
                  </a:cubicBezTo>
                  <a:cubicBezTo>
                    <a:pt x="336" y="246"/>
                    <a:pt x="332" y="254"/>
                    <a:pt x="332" y="257"/>
                  </a:cubicBezTo>
                  <a:cubicBezTo>
                    <a:pt x="331" y="257"/>
                    <a:pt x="331" y="258"/>
                    <a:pt x="332" y="258"/>
                  </a:cubicBezTo>
                  <a:cubicBezTo>
                    <a:pt x="333" y="260"/>
                    <a:pt x="334" y="263"/>
                    <a:pt x="332" y="267"/>
                  </a:cubicBezTo>
                  <a:cubicBezTo>
                    <a:pt x="331" y="268"/>
                    <a:pt x="331" y="268"/>
                    <a:pt x="330" y="269"/>
                  </a:cubicBezTo>
                  <a:cubicBezTo>
                    <a:pt x="331" y="269"/>
                    <a:pt x="331" y="271"/>
                    <a:pt x="331" y="272"/>
                  </a:cubicBezTo>
                  <a:cubicBezTo>
                    <a:pt x="331" y="276"/>
                    <a:pt x="332" y="281"/>
                    <a:pt x="334" y="286"/>
                  </a:cubicBezTo>
                  <a:cubicBezTo>
                    <a:pt x="334" y="288"/>
                    <a:pt x="334" y="288"/>
                    <a:pt x="334" y="288"/>
                  </a:cubicBezTo>
                  <a:cubicBezTo>
                    <a:pt x="335" y="290"/>
                    <a:pt x="336" y="291"/>
                    <a:pt x="336" y="293"/>
                  </a:cubicBezTo>
                  <a:cubicBezTo>
                    <a:pt x="338" y="296"/>
                    <a:pt x="339" y="300"/>
                    <a:pt x="340" y="303"/>
                  </a:cubicBezTo>
                  <a:cubicBezTo>
                    <a:pt x="340" y="307"/>
                    <a:pt x="341" y="309"/>
                    <a:pt x="343" y="313"/>
                  </a:cubicBezTo>
                  <a:cubicBezTo>
                    <a:pt x="344" y="315"/>
                    <a:pt x="344" y="318"/>
                    <a:pt x="344" y="321"/>
                  </a:cubicBezTo>
                  <a:cubicBezTo>
                    <a:pt x="344" y="321"/>
                    <a:pt x="344" y="322"/>
                    <a:pt x="344" y="323"/>
                  </a:cubicBezTo>
                  <a:cubicBezTo>
                    <a:pt x="345" y="323"/>
                    <a:pt x="346" y="324"/>
                    <a:pt x="346" y="324"/>
                  </a:cubicBezTo>
                  <a:cubicBezTo>
                    <a:pt x="347" y="325"/>
                    <a:pt x="347" y="326"/>
                    <a:pt x="348" y="327"/>
                  </a:cubicBezTo>
                  <a:cubicBezTo>
                    <a:pt x="350" y="327"/>
                    <a:pt x="353" y="327"/>
                    <a:pt x="356" y="329"/>
                  </a:cubicBezTo>
                  <a:cubicBezTo>
                    <a:pt x="359" y="332"/>
                    <a:pt x="359" y="336"/>
                    <a:pt x="360" y="339"/>
                  </a:cubicBezTo>
                  <a:cubicBezTo>
                    <a:pt x="360" y="341"/>
                    <a:pt x="360" y="342"/>
                    <a:pt x="360" y="343"/>
                  </a:cubicBezTo>
                  <a:cubicBezTo>
                    <a:pt x="361" y="344"/>
                    <a:pt x="362" y="346"/>
                    <a:pt x="362" y="348"/>
                  </a:cubicBezTo>
                  <a:cubicBezTo>
                    <a:pt x="362" y="351"/>
                    <a:pt x="360" y="353"/>
                    <a:pt x="359" y="354"/>
                  </a:cubicBezTo>
                  <a:cubicBezTo>
                    <a:pt x="359" y="354"/>
                    <a:pt x="359" y="355"/>
                    <a:pt x="359" y="356"/>
                  </a:cubicBezTo>
                  <a:cubicBezTo>
                    <a:pt x="359" y="357"/>
                    <a:pt x="359" y="357"/>
                    <a:pt x="359" y="357"/>
                  </a:cubicBezTo>
                  <a:cubicBezTo>
                    <a:pt x="360" y="360"/>
                    <a:pt x="362" y="364"/>
                    <a:pt x="360" y="367"/>
                  </a:cubicBezTo>
                  <a:cubicBezTo>
                    <a:pt x="358" y="370"/>
                    <a:pt x="353" y="370"/>
                    <a:pt x="350" y="370"/>
                  </a:cubicBezTo>
                  <a:cubicBezTo>
                    <a:pt x="349" y="369"/>
                    <a:pt x="349" y="369"/>
                    <a:pt x="349" y="369"/>
                  </a:cubicBezTo>
                  <a:cubicBezTo>
                    <a:pt x="346" y="371"/>
                    <a:pt x="343" y="371"/>
                    <a:pt x="341" y="369"/>
                  </a:cubicBezTo>
                  <a:cubicBezTo>
                    <a:pt x="340" y="369"/>
                    <a:pt x="339" y="369"/>
                    <a:pt x="338" y="368"/>
                  </a:cubicBezTo>
                  <a:cubicBezTo>
                    <a:pt x="338" y="368"/>
                    <a:pt x="337" y="368"/>
                    <a:pt x="336" y="368"/>
                  </a:cubicBezTo>
                  <a:cubicBezTo>
                    <a:pt x="331" y="367"/>
                    <a:pt x="329" y="367"/>
                    <a:pt x="328" y="366"/>
                  </a:cubicBezTo>
                  <a:cubicBezTo>
                    <a:pt x="327" y="364"/>
                    <a:pt x="327" y="364"/>
                    <a:pt x="327" y="364"/>
                  </a:cubicBezTo>
                  <a:cubicBezTo>
                    <a:pt x="325" y="363"/>
                    <a:pt x="324" y="362"/>
                    <a:pt x="324" y="360"/>
                  </a:cubicBezTo>
                  <a:cubicBezTo>
                    <a:pt x="323" y="362"/>
                    <a:pt x="322" y="364"/>
                    <a:pt x="322" y="366"/>
                  </a:cubicBezTo>
                  <a:cubicBezTo>
                    <a:pt x="322" y="367"/>
                    <a:pt x="321" y="368"/>
                    <a:pt x="320" y="369"/>
                  </a:cubicBezTo>
                  <a:cubicBezTo>
                    <a:pt x="319" y="369"/>
                    <a:pt x="317" y="369"/>
                    <a:pt x="316" y="369"/>
                  </a:cubicBezTo>
                  <a:cubicBezTo>
                    <a:pt x="313" y="368"/>
                    <a:pt x="304" y="367"/>
                    <a:pt x="283" y="367"/>
                  </a:cubicBezTo>
                  <a:cubicBezTo>
                    <a:pt x="246" y="367"/>
                    <a:pt x="193" y="371"/>
                    <a:pt x="185" y="371"/>
                  </a:cubicBezTo>
                  <a:cubicBezTo>
                    <a:pt x="181" y="373"/>
                    <a:pt x="176" y="374"/>
                    <a:pt x="171" y="374"/>
                  </a:cubicBezTo>
                  <a:cubicBezTo>
                    <a:pt x="169" y="375"/>
                    <a:pt x="166" y="375"/>
                    <a:pt x="164" y="376"/>
                  </a:cubicBezTo>
                  <a:cubicBezTo>
                    <a:pt x="161" y="376"/>
                    <a:pt x="159" y="377"/>
                    <a:pt x="157" y="379"/>
                  </a:cubicBezTo>
                  <a:cubicBezTo>
                    <a:pt x="154" y="380"/>
                    <a:pt x="154" y="380"/>
                    <a:pt x="154" y="380"/>
                  </a:cubicBezTo>
                  <a:cubicBezTo>
                    <a:pt x="149" y="382"/>
                    <a:pt x="145" y="384"/>
                    <a:pt x="141" y="385"/>
                  </a:cubicBezTo>
                  <a:cubicBezTo>
                    <a:pt x="138" y="386"/>
                    <a:pt x="138" y="386"/>
                    <a:pt x="138" y="386"/>
                  </a:cubicBezTo>
                  <a:cubicBezTo>
                    <a:pt x="136" y="387"/>
                    <a:pt x="135" y="388"/>
                    <a:pt x="134" y="388"/>
                  </a:cubicBezTo>
                  <a:cubicBezTo>
                    <a:pt x="132" y="389"/>
                    <a:pt x="130" y="390"/>
                    <a:pt x="128" y="391"/>
                  </a:cubicBezTo>
                  <a:cubicBezTo>
                    <a:pt x="126" y="391"/>
                    <a:pt x="124" y="392"/>
                    <a:pt x="122" y="393"/>
                  </a:cubicBezTo>
                  <a:cubicBezTo>
                    <a:pt x="118" y="395"/>
                    <a:pt x="114" y="397"/>
                    <a:pt x="109" y="397"/>
                  </a:cubicBezTo>
                  <a:cubicBezTo>
                    <a:pt x="106" y="397"/>
                    <a:pt x="104" y="398"/>
                    <a:pt x="102" y="399"/>
                  </a:cubicBezTo>
                  <a:cubicBezTo>
                    <a:pt x="102" y="400"/>
                    <a:pt x="101" y="400"/>
                    <a:pt x="100" y="401"/>
                  </a:cubicBezTo>
                  <a:cubicBezTo>
                    <a:pt x="99" y="403"/>
                    <a:pt x="97" y="404"/>
                    <a:pt x="95" y="405"/>
                  </a:cubicBezTo>
                  <a:cubicBezTo>
                    <a:pt x="93" y="407"/>
                    <a:pt x="91" y="407"/>
                    <a:pt x="89" y="407"/>
                  </a:cubicBezTo>
                  <a:cubicBezTo>
                    <a:pt x="85" y="408"/>
                    <a:pt x="85" y="408"/>
                    <a:pt x="82" y="410"/>
                  </a:cubicBezTo>
                  <a:cubicBezTo>
                    <a:pt x="79" y="412"/>
                    <a:pt x="76" y="413"/>
                    <a:pt x="74" y="416"/>
                  </a:cubicBezTo>
                  <a:cubicBezTo>
                    <a:pt x="71" y="417"/>
                    <a:pt x="68" y="419"/>
                    <a:pt x="64" y="419"/>
                  </a:cubicBezTo>
                  <a:close/>
                  <a:moveTo>
                    <a:pt x="64" y="381"/>
                  </a:moveTo>
                  <a:cubicBezTo>
                    <a:pt x="64" y="381"/>
                    <a:pt x="64" y="381"/>
                    <a:pt x="64" y="382"/>
                  </a:cubicBezTo>
                  <a:cubicBezTo>
                    <a:pt x="64" y="382"/>
                    <a:pt x="64" y="383"/>
                    <a:pt x="64" y="384"/>
                  </a:cubicBezTo>
                  <a:cubicBezTo>
                    <a:pt x="64" y="385"/>
                    <a:pt x="64" y="385"/>
                    <a:pt x="64" y="385"/>
                  </a:cubicBezTo>
                  <a:cubicBezTo>
                    <a:pt x="65" y="386"/>
                    <a:pt x="65" y="388"/>
                    <a:pt x="65" y="390"/>
                  </a:cubicBezTo>
                  <a:cubicBezTo>
                    <a:pt x="65" y="391"/>
                    <a:pt x="65" y="392"/>
                    <a:pt x="65" y="393"/>
                  </a:cubicBezTo>
                  <a:cubicBezTo>
                    <a:pt x="65" y="393"/>
                    <a:pt x="65" y="394"/>
                    <a:pt x="65" y="394"/>
                  </a:cubicBezTo>
                  <a:cubicBezTo>
                    <a:pt x="66" y="396"/>
                    <a:pt x="65" y="398"/>
                    <a:pt x="65" y="400"/>
                  </a:cubicBezTo>
                  <a:cubicBezTo>
                    <a:pt x="65" y="401"/>
                    <a:pt x="65" y="402"/>
                    <a:pt x="65" y="402"/>
                  </a:cubicBezTo>
                  <a:cubicBezTo>
                    <a:pt x="66" y="404"/>
                    <a:pt x="66" y="407"/>
                    <a:pt x="65" y="409"/>
                  </a:cubicBezTo>
                  <a:cubicBezTo>
                    <a:pt x="65" y="409"/>
                    <a:pt x="65" y="409"/>
                    <a:pt x="65" y="409"/>
                  </a:cubicBezTo>
                  <a:cubicBezTo>
                    <a:pt x="66" y="409"/>
                    <a:pt x="67" y="409"/>
                    <a:pt x="68" y="408"/>
                  </a:cubicBezTo>
                  <a:cubicBezTo>
                    <a:pt x="71" y="406"/>
                    <a:pt x="74" y="404"/>
                    <a:pt x="77" y="402"/>
                  </a:cubicBezTo>
                  <a:cubicBezTo>
                    <a:pt x="81" y="400"/>
                    <a:pt x="82" y="399"/>
                    <a:pt x="86" y="398"/>
                  </a:cubicBezTo>
                  <a:cubicBezTo>
                    <a:pt x="88" y="398"/>
                    <a:pt x="89" y="398"/>
                    <a:pt x="90" y="397"/>
                  </a:cubicBezTo>
                  <a:cubicBezTo>
                    <a:pt x="92" y="397"/>
                    <a:pt x="93" y="396"/>
                    <a:pt x="94" y="394"/>
                  </a:cubicBezTo>
                  <a:cubicBezTo>
                    <a:pt x="95" y="393"/>
                    <a:pt x="96" y="392"/>
                    <a:pt x="97" y="392"/>
                  </a:cubicBezTo>
                  <a:cubicBezTo>
                    <a:pt x="101" y="389"/>
                    <a:pt x="104" y="388"/>
                    <a:pt x="108" y="388"/>
                  </a:cubicBezTo>
                  <a:cubicBezTo>
                    <a:pt x="111" y="387"/>
                    <a:pt x="115" y="386"/>
                    <a:pt x="118" y="385"/>
                  </a:cubicBezTo>
                  <a:cubicBezTo>
                    <a:pt x="121" y="384"/>
                    <a:pt x="123" y="383"/>
                    <a:pt x="125" y="382"/>
                  </a:cubicBezTo>
                  <a:cubicBezTo>
                    <a:pt x="127" y="381"/>
                    <a:pt x="128" y="381"/>
                    <a:pt x="130" y="380"/>
                  </a:cubicBezTo>
                  <a:cubicBezTo>
                    <a:pt x="131" y="379"/>
                    <a:pt x="133" y="378"/>
                    <a:pt x="134" y="378"/>
                  </a:cubicBezTo>
                  <a:cubicBezTo>
                    <a:pt x="138" y="376"/>
                    <a:pt x="138" y="376"/>
                    <a:pt x="138" y="376"/>
                  </a:cubicBezTo>
                  <a:cubicBezTo>
                    <a:pt x="142" y="375"/>
                    <a:pt x="146" y="374"/>
                    <a:pt x="150" y="372"/>
                  </a:cubicBezTo>
                  <a:cubicBezTo>
                    <a:pt x="152" y="370"/>
                    <a:pt x="152" y="370"/>
                    <a:pt x="152" y="370"/>
                  </a:cubicBezTo>
                  <a:cubicBezTo>
                    <a:pt x="155" y="369"/>
                    <a:pt x="158" y="368"/>
                    <a:pt x="161" y="367"/>
                  </a:cubicBezTo>
                  <a:cubicBezTo>
                    <a:pt x="164" y="366"/>
                    <a:pt x="167" y="365"/>
                    <a:pt x="171" y="365"/>
                  </a:cubicBezTo>
                  <a:cubicBezTo>
                    <a:pt x="175" y="365"/>
                    <a:pt x="179" y="364"/>
                    <a:pt x="181" y="363"/>
                  </a:cubicBezTo>
                  <a:cubicBezTo>
                    <a:pt x="182" y="362"/>
                    <a:pt x="182" y="362"/>
                    <a:pt x="183" y="362"/>
                  </a:cubicBezTo>
                  <a:cubicBezTo>
                    <a:pt x="184" y="362"/>
                    <a:pt x="243" y="357"/>
                    <a:pt x="283" y="357"/>
                  </a:cubicBezTo>
                  <a:cubicBezTo>
                    <a:pt x="297" y="357"/>
                    <a:pt x="308" y="358"/>
                    <a:pt x="314" y="359"/>
                  </a:cubicBezTo>
                  <a:cubicBezTo>
                    <a:pt x="316" y="355"/>
                    <a:pt x="319" y="348"/>
                    <a:pt x="324" y="345"/>
                  </a:cubicBezTo>
                  <a:cubicBezTo>
                    <a:pt x="325" y="345"/>
                    <a:pt x="327" y="345"/>
                    <a:pt x="329" y="344"/>
                  </a:cubicBezTo>
                  <a:cubicBezTo>
                    <a:pt x="330" y="344"/>
                    <a:pt x="330" y="344"/>
                    <a:pt x="330" y="344"/>
                  </a:cubicBezTo>
                  <a:cubicBezTo>
                    <a:pt x="330" y="344"/>
                    <a:pt x="331" y="344"/>
                    <a:pt x="331" y="344"/>
                  </a:cubicBezTo>
                  <a:cubicBezTo>
                    <a:pt x="333" y="344"/>
                    <a:pt x="335" y="345"/>
                    <a:pt x="336" y="347"/>
                  </a:cubicBezTo>
                  <a:cubicBezTo>
                    <a:pt x="338" y="351"/>
                    <a:pt x="335" y="355"/>
                    <a:pt x="333" y="358"/>
                  </a:cubicBezTo>
                  <a:cubicBezTo>
                    <a:pt x="333" y="358"/>
                    <a:pt x="333" y="358"/>
                    <a:pt x="333" y="358"/>
                  </a:cubicBezTo>
                  <a:cubicBezTo>
                    <a:pt x="333" y="358"/>
                    <a:pt x="333" y="358"/>
                    <a:pt x="334" y="358"/>
                  </a:cubicBezTo>
                  <a:cubicBezTo>
                    <a:pt x="334" y="358"/>
                    <a:pt x="334" y="358"/>
                    <a:pt x="334" y="358"/>
                  </a:cubicBezTo>
                  <a:cubicBezTo>
                    <a:pt x="335" y="359"/>
                    <a:pt x="336" y="359"/>
                    <a:pt x="337" y="359"/>
                  </a:cubicBezTo>
                  <a:cubicBezTo>
                    <a:pt x="338" y="359"/>
                    <a:pt x="339" y="359"/>
                    <a:pt x="340" y="359"/>
                  </a:cubicBezTo>
                  <a:cubicBezTo>
                    <a:pt x="340" y="359"/>
                    <a:pt x="341" y="358"/>
                    <a:pt x="342" y="357"/>
                  </a:cubicBezTo>
                  <a:cubicBezTo>
                    <a:pt x="345" y="356"/>
                    <a:pt x="348" y="356"/>
                    <a:pt x="350" y="356"/>
                  </a:cubicBezTo>
                  <a:cubicBezTo>
                    <a:pt x="349" y="354"/>
                    <a:pt x="349" y="350"/>
                    <a:pt x="351" y="347"/>
                  </a:cubicBezTo>
                  <a:cubicBezTo>
                    <a:pt x="351" y="347"/>
                    <a:pt x="352" y="347"/>
                    <a:pt x="352" y="346"/>
                  </a:cubicBezTo>
                  <a:cubicBezTo>
                    <a:pt x="352" y="346"/>
                    <a:pt x="352" y="346"/>
                    <a:pt x="351" y="345"/>
                  </a:cubicBezTo>
                  <a:cubicBezTo>
                    <a:pt x="351" y="344"/>
                    <a:pt x="351" y="342"/>
                    <a:pt x="351" y="340"/>
                  </a:cubicBezTo>
                  <a:cubicBezTo>
                    <a:pt x="351" y="339"/>
                    <a:pt x="350" y="337"/>
                    <a:pt x="350" y="336"/>
                  </a:cubicBezTo>
                  <a:cubicBezTo>
                    <a:pt x="350" y="336"/>
                    <a:pt x="350" y="336"/>
                    <a:pt x="350" y="336"/>
                  </a:cubicBezTo>
                  <a:cubicBezTo>
                    <a:pt x="349" y="337"/>
                    <a:pt x="347" y="337"/>
                    <a:pt x="345" y="337"/>
                  </a:cubicBezTo>
                  <a:cubicBezTo>
                    <a:pt x="343" y="337"/>
                    <a:pt x="341" y="336"/>
                    <a:pt x="340" y="335"/>
                  </a:cubicBezTo>
                  <a:cubicBezTo>
                    <a:pt x="339" y="334"/>
                    <a:pt x="338" y="332"/>
                    <a:pt x="338" y="331"/>
                  </a:cubicBezTo>
                  <a:cubicBezTo>
                    <a:pt x="337" y="331"/>
                    <a:pt x="337" y="330"/>
                    <a:pt x="336" y="329"/>
                  </a:cubicBezTo>
                  <a:cubicBezTo>
                    <a:pt x="334" y="327"/>
                    <a:pt x="334" y="323"/>
                    <a:pt x="334" y="320"/>
                  </a:cubicBezTo>
                  <a:cubicBezTo>
                    <a:pt x="335" y="319"/>
                    <a:pt x="335" y="317"/>
                    <a:pt x="334" y="316"/>
                  </a:cubicBezTo>
                  <a:cubicBezTo>
                    <a:pt x="333" y="313"/>
                    <a:pt x="331" y="309"/>
                    <a:pt x="331" y="305"/>
                  </a:cubicBezTo>
                  <a:cubicBezTo>
                    <a:pt x="330" y="302"/>
                    <a:pt x="329" y="300"/>
                    <a:pt x="328" y="297"/>
                  </a:cubicBezTo>
                  <a:cubicBezTo>
                    <a:pt x="327" y="295"/>
                    <a:pt x="326" y="293"/>
                    <a:pt x="325" y="291"/>
                  </a:cubicBezTo>
                  <a:cubicBezTo>
                    <a:pt x="325" y="288"/>
                    <a:pt x="325" y="288"/>
                    <a:pt x="325" y="288"/>
                  </a:cubicBezTo>
                  <a:cubicBezTo>
                    <a:pt x="323" y="283"/>
                    <a:pt x="321" y="277"/>
                    <a:pt x="322" y="272"/>
                  </a:cubicBezTo>
                  <a:cubicBezTo>
                    <a:pt x="321" y="270"/>
                    <a:pt x="321" y="269"/>
                    <a:pt x="321" y="267"/>
                  </a:cubicBezTo>
                  <a:cubicBezTo>
                    <a:pt x="321" y="264"/>
                    <a:pt x="323" y="263"/>
                    <a:pt x="324" y="262"/>
                  </a:cubicBezTo>
                  <a:cubicBezTo>
                    <a:pt x="323" y="261"/>
                    <a:pt x="322" y="259"/>
                    <a:pt x="322" y="256"/>
                  </a:cubicBezTo>
                  <a:cubicBezTo>
                    <a:pt x="323" y="250"/>
                    <a:pt x="329" y="240"/>
                    <a:pt x="333" y="237"/>
                  </a:cubicBezTo>
                  <a:cubicBezTo>
                    <a:pt x="333" y="236"/>
                    <a:pt x="334" y="235"/>
                    <a:pt x="335" y="235"/>
                  </a:cubicBezTo>
                  <a:cubicBezTo>
                    <a:pt x="335" y="234"/>
                    <a:pt x="336" y="233"/>
                    <a:pt x="336" y="232"/>
                  </a:cubicBezTo>
                  <a:cubicBezTo>
                    <a:pt x="337" y="230"/>
                    <a:pt x="338" y="229"/>
                    <a:pt x="338" y="227"/>
                  </a:cubicBezTo>
                  <a:cubicBezTo>
                    <a:pt x="338" y="222"/>
                    <a:pt x="339" y="219"/>
                    <a:pt x="340" y="215"/>
                  </a:cubicBezTo>
                  <a:cubicBezTo>
                    <a:pt x="340" y="214"/>
                    <a:pt x="340" y="213"/>
                    <a:pt x="340" y="212"/>
                  </a:cubicBezTo>
                  <a:cubicBezTo>
                    <a:pt x="341" y="208"/>
                    <a:pt x="342" y="203"/>
                    <a:pt x="344" y="199"/>
                  </a:cubicBezTo>
                  <a:cubicBezTo>
                    <a:pt x="344" y="197"/>
                    <a:pt x="345" y="195"/>
                    <a:pt x="346" y="193"/>
                  </a:cubicBezTo>
                  <a:cubicBezTo>
                    <a:pt x="348" y="190"/>
                    <a:pt x="350" y="187"/>
                    <a:pt x="350" y="185"/>
                  </a:cubicBezTo>
                  <a:cubicBezTo>
                    <a:pt x="350" y="182"/>
                    <a:pt x="352" y="180"/>
                    <a:pt x="356" y="177"/>
                  </a:cubicBezTo>
                  <a:cubicBezTo>
                    <a:pt x="357" y="176"/>
                    <a:pt x="357" y="176"/>
                    <a:pt x="357" y="176"/>
                  </a:cubicBezTo>
                  <a:cubicBezTo>
                    <a:pt x="359" y="174"/>
                    <a:pt x="360" y="174"/>
                    <a:pt x="361" y="173"/>
                  </a:cubicBezTo>
                  <a:cubicBezTo>
                    <a:pt x="361" y="172"/>
                    <a:pt x="361" y="170"/>
                    <a:pt x="362" y="167"/>
                  </a:cubicBezTo>
                  <a:cubicBezTo>
                    <a:pt x="364" y="165"/>
                    <a:pt x="366" y="165"/>
                    <a:pt x="368" y="164"/>
                  </a:cubicBezTo>
                  <a:cubicBezTo>
                    <a:pt x="368" y="164"/>
                    <a:pt x="368" y="164"/>
                    <a:pt x="368" y="164"/>
                  </a:cubicBezTo>
                  <a:cubicBezTo>
                    <a:pt x="368" y="163"/>
                    <a:pt x="367" y="161"/>
                    <a:pt x="367" y="160"/>
                  </a:cubicBezTo>
                  <a:cubicBezTo>
                    <a:pt x="367" y="158"/>
                    <a:pt x="366" y="157"/>
                    <a:pt x="366" y="157"/>
                  </a:cubicBezTo>
                  <a:cubicBezTo>
                    <a:pt x="360" y="123"/>
                    <a:pt x="360" y="123"/>
                    <a:pt x="360" y="123"/>
                  </a:cubicBezTo>
                  <a:cubicBezTo>
                    <a:pt x="360" y="122"/>
                    <a:pt x="359" y="120"/>
                    <a:pt x="359" y="118"/>
                  </a:cubicBezTo>
                  <a:cubicBezTo>
                    <a:pt x="359" y="118"/>
                    <a:pt x="358" y="118"/>
                    <a:pt x="358" y="118"/>
                  </a:cubicBezTo>
                  <a:cubicBezTo>
                    <a:pt x="356" y="117"/>
                    <a:pt x="353" y="117"/>
                    <a:pt x="352" y="114"/>
                  </a:cubicBezTo>
                  <a:cubicBezTo>
                    <a:pt x="350" y="111"/>
                    <a:pt x="351" y="108"/>
                    <a:pt x="352" y="106"/>
                  </a:cubicBezTo>
                  <a:cubicBezTo>
                    <a:pt x="353" y="104"/>
                    <a:pt x="355" y="101"/>
                    <a:pt x="356" y="100"/>
                  </a:cubicBezTo>
                  <a:cubicBezTo>
                    <a:pt x="356" y="100"/>
                    <a:pt x="356" y="100"/>
                    <a:pt x="356" y="99"/>
                  </a:cubicBezTo>
                  <a:cubicBezTo>
                    <a:pt x="355" y="98"/>
                    <a:pt x="355" y="96"/>
                    <a:pt x="355" y="95"/>
                  </a:cubicBezTo>
                  <a:cubicBezTo>
                    <a:pt x="355" y="95"/>
                    <a:pt x="355" y="95"/>
                    <a:pt x="355" y="94"/>
                  </a:cubicBezTo>
                  <a:cubicBezTo>
                    <a:pt x="352" y="94"/>
                    <a:pt x="350" y="91"/>
                    <a:pt x="349" y="89"/>
                  </a:cubicBezTo>
                  <a:cubicBezTo>
                    <a:pt x="346" y="85"/>
                    <a:pt x="344" y="82"/>
                    <a:pt x="342" y="79"/>
                  </a:cubicBezTo>
                  <a:cubicBezTo>
                    <a:pt x="341" y="77"/>
                    <a:pt x="341" y="75"/>
                    <a:pt x="340" y="73"/>
                  </a:cubicBezTo>
                  <a:cubicBezTo>
                    <a:pt x="338" y="73"/>
                    <a:pt x="336" y="73"/>
                    <a:pt x="335" y="72"/>
                  </a:cubicBezTo>
                  <a:cubicBezTo>
                    <a:pt x="333" y="70"/>
                    <a:pt x="332" y="68"/>
                    <a:pt x="331" y="66"/>
                  </a:cubicBezTo>
                  <a:cubicBezTo>
                    <a:pt x="331" y="66"/>
                    <a:pt x="331" y="66"/>
                    <a:pt x="331" y="66"/>
                  </a:cubicBezTo>
                  <a:cubicBezTo>
                    <a:pt x="330" y="66"/>
                    <a:pt x="327" y="65"/>
                    <a:pt x="327" y="61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04" y="61"/>
                    <a:pt x="303" y="60"/>
                    <a:pt x="302" y="60"/>
                  </a:cubicBezTo>
                  <a:cubicBezTo>
                    <a:pt x="302" y="60"/>
                    <a:pt x="302" y="60"/>
                    <a:pt x="301" y="60"/>
                  </a:cubicBezTo>
                  <a:cubicBezTo>
                    <a:pt x="300" y="60"/>
                    <a:pt x="299" y="60"/>
                    <a:pt x="298" y="60"/>
                  </a:cubicBezTo>
                  <a:cubicBezTo>
                    <a:pt x="298" y="60"/>
                    <a:pt x="297" y="61"/>
                    <a:pt x="296" y="61"/>
                  </a:cubicBezTo>
                  <a:cubicBezTo>
                    <a:pt x="295" y="62"/>
                    <a:pt x="294" y="62"/>
                    <a:pt x="293" y="62"/>
                  </a:cubicBezTo>
                  <a:cubicBezTo>
                    <a:pt x="292" y="63"/>
                    <a:pt x="291" y="63"/>
                    <a:pt x="290" y="63"/>
                  </a:cubicBezTo>
                  <a:cubicBezTo>
                    <a:pt x="289" y="63"/>
                    <a:pt x="288" y="63"/>
                    <a:pt x="288" y="64"/>
                  </a:cubicBezTo>
                  <a:cubicBezTo>
                    <a:pt x="286" y="65"/>
                    <a:pt x="286" y="65"/>
                    <a:pt x="285" y="66"/>
                  </a:cubicBezTo>
                  <a:cubicBezTo>
                    <a:pt x="283" y="67"/>
                    <a:pt x="281" y="69"/>
                    <a:pt x="279" y="69"/>
                  </a:cubicBezTo>
                  <a:cubicBezTo>
                    <a:pt x="279" y="69"/>
                    <a:pt x="279" y="69"/>
                    <a:pt x="279" y="69"/>
                  </a:cubicBezTo>
                  <a:cubicBezTo>
                    <a:pt x="276" y="69"/>
                    <a:pt x="275" y="68"/>
                    <a:pt x="274" y="68"/>
                  </a:cubicBezTo>
                  <a:cubicBezTo>
                    <a:pt x="273" y="69"/>
                    <a:pt x="272" y="69"/>
                    <a:pt x="272" y="70"/>
                  </a:cubicBezTo>
                  <a:cubicBezTo>
                    <a:pt x="270" y="71"/>
                    <a:pt x="269" y="72"/>
                    <a:pt x="268" y="73"/>
                  </a:cubicBezTo>
                  <a:cubicBezTo>
                    <a:pt x="268" y="74"/>
                    <a:pt x="268" y="76"/>
                    <a:pt x="267" y="78"/>
                  </a:cubicBezTo>
                  <a:cubicBezTo>
                    <a:pt x="266" y="79"/>
                    <a:pt x="264" y="81"/>
                    <a:pt x="262" y="81"/>
                  </a:cubicBezTo>
                  <a:cubicBezTo>
                    <a:pt x="259" y="84"/>
                    <a:pt x="257" y="83"/>
                    <a:pt x="255" y="82"/>
                  </a:cubicBezTo>
                  <a:cubicBezTo>
                    <a:pt x="254" y="81"/>
                    <a:pt x="253" y="80"/>
                    <a:pt x="253" y="79"/>
                  </a:cubicBezTo>
                  <a:cubicBezTo>
                    <a:pt x="251" y="79"/>
                    <a:pt x="250" y="78"/>
                    <a:pt x="249" y="78"/>
                  </a:cubicBezTo>
                  <a:cubicBezTo>
                    <a:pt x="248" y="77"/>
                    <a:pt x="247" y="77"/>
                    <a:pt x="247" y="76"/>
                  </a:cubicBezTo>
                  <a:cubicBezTo>
                    <a:pt x="245" y="76"/>
                    <a:pt x="244" y="75"/>
                    <a:pt x="243" y="75"/>
                  </a:cubicBezTo>
                  <a:cubicBezTo>
                    <a:pt x="243" y="75"/>
                    <a:pt x="243" y="75"/>
                    <a:pt x="243" y="75"/>
                  </a:cubicBezTo>
                  <a:cubicBezTo>
                    <a:pt x="241" y="76"/>
                    <a:pt x="238" y="76"/>
                    <a:pt x="236" y="75"/>
                  </a:cubicBezTo>
                  <a:cubicBezTo>
                    <a:pt x="236" y="74"/>
                    <a:pt x="236" y="74"/>
                    <a:pt x="235" y="73"/>
                  </a:cubicBezTo>
                  <a:cubicBezTo>
                    <a:pt x="235" y="73"/>
                    <a:pt x="235" y="73"/>
                    <a:pt x="235" y="73"/>
                  </a:cubicBezTo>
                  <a:cubicBezTo>
                    <a:pt x="234" y="73"/>
                    <a:pt x="233" y="73"/>
                    <a:pt x="232" y="72"/>
                  </a:cubicBezTo>
                  <a:cubicBezTo>
                    <a:pt x="231" y="71"/>
                    <a:pt x="229" y="70"/>
                    <a:pt x="228" y="68"/>
                  </a:cubicBezTo>
                  <a:cubicBezTo>
                    <a:pt x="228" y="67"/>
                    <a:pt x="228" y="66"/>
                    <a:pt x="228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7" y="64"/>
                    <a:pt x="227" y="64"/>
                    <a:pt x="227" y="64"/>
                  </a:cubicBezTo>
                  <a:cubicBezTo>
                    <a:pt x="226" y="64"/>
                    <a:pt x="225" y="64"/>
                    <a:pt x="224" y="64"/>
                  </a:cubicBezTo>
                  <a:cubicBezTo>
                    <a:pt x="222" y="63"/>
                    <a:pt x="218" y="62"/>
                    <a:pt x="218" y="57"/>
                  </a:cubicBezTo>
                  <a:cubicBezTo>
                    <a:pt x="218" y="57"/>
                    <a:pt x="218" y="56"/>
                    <a:pt x="218" y="56"/>
                  </a:cubicBezTo>
                  <a:cubicBezTo>
                    <a:pt x="218" y="56"/>
                    <a:pt x="218" y="55"/>
                    <a:pt x="218" y="55"/>
                  </a:cubicBezTo>
                  <a:cubicBezTo>
                    <a:pt x="218" y="54"/>
                    <a:pt x="218" y="53"/>
                    <a:pt x="218" y="52"/>
                  </a:cubicBezTo>
                  <a:cubicBezTo>
                    <a:pt x="217" y="51"/>
                    <a:pt x="216" y="50"/>
                    <a:pt x="215" y="50"/>
                  </a:cubicBezTo>
                  <a:cubicBezTo>
                    <a:pt x="212" y="47"/>
                    <a:pt x="212" y="45"/>
                    <a:pt x="213" y="44"/>
                  </a:cubicBezTo>
                  <a:cubicBezTo>
                    <a:pt x="212" y="43"/>
                    <a:pt x="212" y="42"/>
                    <a:pt x="211" y="42"/>
                  </a:cubicBezTo>
                  <a:cubicBezTo>
                    <a:pt x="211" y="42"/>
                    <a:pt x="211" y="41"/>
                    <a:pt x="210" y="41"/>
                  </a:cubicBezTo>
                  <a:cubicBezTo>
                    <a:pt x="209" y="40"/>
                    <a:pt x="209" y="38"/>
                    <a:pt x="209" y="37"/>
                  </a:cubicBezTo>
                  <a:cubicBezTo>
                    <a:pt x="209" y="37"/>
                    <a:pt x="208" y="37"/>
                    <a:pt x="208" y="37"/>
                  </a:cubicBezTo>
                  <a:cubicBezTo>
                    <a:pt x="207" y="36"/>
                    <a:pt x="206" y="36"/>
                    <a:pt x="206" y="36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4" y="36"/>
                    <a:pt x="203" y="36"/>
                    <a:pt x="202" y="37"/>
                  </a:cubicBezTo>
                  <a:cubicBezTo>
                    <a:pt x="200" y="37"/>
                    <a:pt x="197" y="37"/>
                    <a:pt x="194" y="36"/>
                  </a:cubicBezTo>
                  <a:cubicBezTo>
                    <a:pt x="190" y="35"/>
                    <a:pt x="188" y="32"/>
                    <a:pt x="187" y="29"/>
                  </a:cubicBezTo>
                  <a:cubicBezTo>
                    <a:pt x="187" y="29"/>
                    <a:pt x="187" y="28"/>
                    <a:pt x="186" y="28"/>
                  </a:cubicBezTo>
                  <a:cubicBezTo>
                    <a:pt x="185" y="27"/>
                    <a:pt x="185" y="27"/>
                    <a:pt x="184" y="27"/>
                  </a:cubicBezTo>
                  <a:cubicBezTo>
                    <a:pt x="183" y="27"/>
                    <a:pt x="183" y="27"/>
                    <a:pt x="182" y="27"/>
                  </a:cubicBezTo>
                  <a:cubicBezTo>
                    <a:pt x="177" y="27"/>
                    <a:pt x="172" y="29"/>
                    <a:pt x="171" y="31"/>
                  </a:cubicBezTo>
                  <a:cubicBezTo>
                    <a:pt x="171" y="31"/>
                    <a:pt x="171" y="31"/>
                    <a:pt x="171" y="31"/>
                  </a:cubicBezTo>
                  <a:cubicBezTo>
                    <a:pt x="171" y="33"/>
                    <a:pt x="171" y="35"/>
                    <a:pt x="169" y="37"/>
                  </a:cubicBezTo>
                  <a:cubicBezTo>
                    <a:pt x="168" y="38"/>
                    <a:pt x="166" y="39"/>
                    <a:pt x="165" y="39"/>
                  </a:cubicBezTo>
                  <a:cubicBezTo>
                    <a:pt x="164" y="40"/>
                    <a:pt x="163" y="42"/>
                    <a:pt x="162" y="43"/>
                  </a:cubicBezTo>
                  <a:cubicBezTo>
                    <a:pt x="160" y="44"/>
                    <a:pt x="157" y="44"/>
                    <a:pt x="156" y="44"/>
                  </a:cubicBezTo>
                  <a:cubicBezTo>
                    <a:pt x="156" y="44"/>
                    <a:pt x="155" y="44"/>
                    <a:pt x="155" y="44"/>
                  </a:cubicBezTo>
                  <a:cubicBezTo>
                    <a:pt x="152" y="43"/>
                    <a:pt x="147" y="42"/>
                    <a:pt x="145" y="40"/>
                  </a:cubicBezTo>
                  <a:cubicBezTo>
                    <a:pt x="142" y="38"/>
                    <a:pt x="140" y="35"/>
                    <a:pt x="141" y="31"/>
                  </a:cubicBezTo>
                  <a:cubicBezTo>
                    <a:pt x="142" y="29"/>
                    <a:pt x="143" y="28"/>
                    <a:pt x="144" y="27"/>
                  </a:cubicBezTo>
                  <a:cubicBezTo>
                    <a:pt x="144" y="27"/>
                    <a:pt x="144" y="26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4" y="24"/>
                    <a:pt x="144" y="23"/>
                    <a:pt x="144" y="23"/>
                  </a:cubicBezTo>
                  <a:cubicBezTo>
                    <a:pt x="143" y="23"/>
                    <a:pt x="143" y="22"/>
                    <a:pt x="142" y="21"/>
                  </a:cubicBezTo>
                  <a:cubicBezTo>
                    <a:pt x="140" y="19"/>
                    <a:pt x="141" y="16"/>
                    <a:pt x="142" y="12"/>
                  </a:cubicBezTo>
                  <a:cubicBezTo>
                    <a:pt x="142" y="12"/>
                    <a:pt x="142" y="12"/>
                    <a:pt x="142" y="11"/>
                  </a:cubicBezTo>
                  <a:cubicBezTo>
                    <a:pt x="142" y="11"/>
                    <a:pt x="142" y="11"/>
                    <a:pt x="142" y="11"/>
                  </a:cubicBezTo>
                  <a:cubicBezTo>
                    <a:pt x="141" y="11"/>
                    <a:pt x="141" y="12"/>
                    <a:pt x="140" y="12"/>
                  </a:cubicBezTo>
                  <a:cubicBezTo>
                    <a:pt x="141" y="13"/>
                    <a:pt x="141" y="15"/>
                    <a:pt x="140" y="17"/>
                  </a:cubicBezTo>
                  <a:cubicBezTo>
                    <a:pt x="139" y="19"/>
                    <a:pt x="137" y="20"/>
                    <a:pt x="135" y="21"/>
                  </a:cubicBezTo>
                  <a:cubicBezTo>
                    <a:pt x="134" y="21"/>
                    <a:pt x="134" y="21"/>
                    <a:pt x="133" y="21"/>
                  </a:cubicBezTo>
                  <a:cubicBezTo>
                    <a:pt x="130" y="21"/>
                    <a:pt x="126" y="18"/>
                    <a:pt x="124" y="17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8"/>
                    <a:pt x="124" y="19"/>
                    <a:pt x="124" y="19"/>
                  </a:cubicBezTo>
                  <a:cubicBezTo>
                    <a:pt x="124" y="19"/>
                    <a:pt x="124" y="20"/>
                    <a:pt x="124" y="20"/>
                  </a:cubicBezTo>
                  <a:cubicBezTo>
                    <a:pt x="125" y="23"/>
                    <a:pt x="125" y="24"/>
                    <a:pt x="125" y="26"/>
                  </a:cubicBezTo>
                  <a:cubicBezTo>
                    <a:pt x="125" y="26"/>
                    <a:pt x="125" y="26"/>
                    <a:pt x="125" y="27"/>
                  </a:cubicBezTo>
                  <a:cubicBezTo>
                    <a:pt x="124" y="30"/>
                    <a:pt x="124" y="30"/>
                    <a:pt x="124" y="30"/>
                  </a:cubicBezTo>
                  <a:cubicBezTo>
                    <a:pt x="124" y="31"/>
                    <a:pt x="123" y="32"/>
                    <a:pt x="122" y="33"/>
                  </a:cubicBezTo>
                  <a:cubicBezTo>
                    <a:pt x="119" y="35"/>
                    <a:pt x="115" y="34"/>
                    <a:pt x="113" y="33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112" y="32"/>
                    <a:pt x="112" y="32"/>
                    <a:pt x="111" y="32"/>
                  </a:cubicBezTo>
                  <a:cubicBezTo>
                    <a:pt x="110" y="33"/>
                    <a:pt x="109" y="34"/>
                    <a:pt x="107" y="34"/>
                  </a:cubicBezTo>
                  <a:cubicBezTo>
                    <a:pt x="106" y="34"/>
                    <a:pt x="105" y="34"/>
                    <a:pt x="105" y="34"/>
                  </a:cubicBezTo>
                  <a:cubicBezTo>
                    <a:pt x="105" y="34"/>
                    <a:pt x="105" y="35"/>
                    <a:pt x="105" y="35"/>
                  </a:cubicBezTo>
                  <a:cubicBezTo>
                    <a:pt x="108" y="40"/>
                    <a:pt x="106" y="43"/>
                    <a:pt x="104" y="45"/>
                  </a:cubicBezTo>
                  <a:cubicBezTo>
                    <a:pt x="100" y="48"/>
                    <a:pt x="95" y="46"/>
                    <a:pt x="94" y="45"/>
                  </a:cubicBezTo>
                  <a:cubicBezTo>
                    <a:pt x="92" y="44"/>
                    <a:pt x="91" y="43"/>
                    <a:pt x="91" y="42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89" y="41"/>
                    <a:pt x="88" y="41"/>
                    <a:pt x="86" y="41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85" y="40"/>
                    <a:pt x="84" y="40"/>
                    <a:pt x="83" y="40"/>
                  </a:cubicBezTo>
                  <a:cubicBezTo>
                    <a:pt x="79" y="40"/>
                    <a:pt x="74" y="40"/>
                    <a:pt x="72" y="35"/>
                  </a:cubicBezTo>
                  <a:cubicBezTo>
                    <a:pt x="72" y="35"/>
                    <a:pt x="72" y="34"/>
                    <a:pt x="72" y="34"/>
                  </a:cubicBezTo>
                  <a:cubicBezTo>
                    <a:pt x="71" y="34"/>
                    <a:pt x="71" y="34"/>
                    <a:pt x="70" y="33"/>
                  </a:cubicBezTo>
                  <a:cubicBezTo>
                    <a:pt x="68" y="32"/>
                    <a:pt x="67" y="30"/>
                    <a:pt x="67" y="28"/>
                  </a:cubicBezTo>
                  <a:cubicBezTo>
                    <a:pt x="66" y="29"/>
                    <a:pt x="64" y="29"/>
                    <a:pt x="62" y="29"/>
                  </a:cubicBezTo>
                  <a:cubicBezTo>
                    <a:pt x="61" y="29"/>
                    <a:pt x="61" y="29"/>
                    <a:pt x="60" y="28"/>
                  </a:cubicBezTo>
                  <a:cubicBezTo>
                    <a:pt x="59" y="29"/>
                    <a:pt x="59" y="29"/>
                    <a:pt x="58" y="30"/>
                  </a:cubicBezTo>
                  <a:cubicBezTo>
                    <a:pt x="58" y="30"/>
                    <a:pt x="58" y="31"/>
                    <a:pt x="58" y="31"/>
                  </a:cubicBezTo>
                  <a:cubicBezTo>
                    <a:pt x="58" y="32"/>
                    <a:pt x="57" y="32"/>
                    <a:pt x="57" y="32"/>
                  </a:cubicBezTo>
                  <a:cubicBezTo>
                    <a:pt x="57" y="33"/>
                    <a:pt x="57" y="33"/>
                    <a:pt x="57" y="34"/>
                  </a:cubicBezTo>
                  <a:cubicBezTo>
                    <a:pt x="56" y="34"/>
                    <a:pt x="50" y="46"/>
                    <a:pt x="42" y="46"/>
                  </a:cubicBezTo>
                  <a:cubicBezTo>
                    <a:pt x="42" y="46"/>
                    <a:pt x="41" y="46"/>
                    <a:pt x="41" y="46"/>
                  </a:cubicBezTo>
                  <a:cubicBezTo>
                    <a:pt x="40" y="48"/>
                    <a:pt x="39" y="50"/>
                    <a:pt x="36" y="51"/>
                  </a:cubicBezTo>
                  <a:cubicBezTo>
                    <a:pt x="35" y="52"/>
                    <a:pt x="34" y="52"/>
                    <a:pt x="34" y="53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5" y="59"/>
                    <a:pt x="36" y="60"/>
                    <a:pt x="35" y="64"/>
                  </a:cubicBezTo>
                  <a:cubicBezTo>
                    <a:pt x="35" y="65"/>
                    <a:pt x="35" y="66"/>
                    <a:pt x="35" y="68"/>
                  </a:cubicBezTo>
                  <a:cubicBezTo>
                    <a:pt x="34" y="69"/>
                    <a:pt x="34" y="70"/>
                    <a:pt x="34" y="71"/>
                  </a:cubicBezTo>
                  <a:cubicBezTo>
                    <a:pt x="34" y="73"/>
                    <a:pt x="34" y="75"/>
                    <a:pt x="33" y="76"/>
                  </a:cubicBezTo>
                  <a:cubicBezTo>
                    <a:pt x="33" y="79"/>
                    <a:pt x="33" y="81"/>
                    <a:pt x="34" y="83"/>
                  </a:cubicBezTo>
                  <a:cubicBezTo>
                    <a:pt x="35" y="85"/>
                    <a:pt x="36" y="86"/>
                    <a:pt x="37" y="86"/>
                  </a:cubicBezTo>
                  <a:cubicBezTo>
                    <a:pt x="37" y="86"/>
                    <a:pt x="38" y="85"/>
                    <a:pt x="39" y="85"/>
                  </a:cubicBezTo>
                  <a:cubicBezTo>
                    <a:pt x="40" y="85"/>
                    <a:pt x="42" y="84"/>
                    <a:pt x="44" y="84"/>
                  </a:cubicBezTo>
                  <a:cubicBezTo>
                    <a:pt x="44" y="84"/>
                    <a:pt x="45" y="84"/>
                    <a:pt x="46" y="84"/>
                  </a:cubicBezTo>
                  <a:cubicBezTo>
                    <a:pt x="48" y="85"/>
                    <a:pt x="50" y="86"/>
                    <a:pt x="50" y="87"/>
                  </a:cubicBezTo>
                  <a:cubicBezTo>
                    <a:pt x="52" y="90"/>
                    <a:pt x="50" y="93"/>
                    <a:pt x="49" y="95"/>
                  </a:cubicBezTo>
                  <a:cubicBezTo>
                    <a:pt x="49" y="95"/>
                    <a:pt x="49" y="96"/>
                    <a:pt x="49" y="96"/>
                  </a:cubicBezTo>
                  <a:cubicBezTo>
                    <a:pt x="48" y="97"/>
                    <a:pt x="48" y="98"/>
                    <a:pt x="48" y="99"/>
                  </a:cubicBezTo>
                  <a:cubicBezTo>
                    <a:pt x="47" y="99"/>
                    <a:pt x="47" y="100"/>
                    <a:pt x="47" y="100"/>
                  </a:cubicBezTo>
                  <a:cubicBezTo>
                    <a:pt x="47" y="100"/>
                    <a:pt x="47" y="100"/>
                    <a:pt x="47" y="100"/>
                  </a:cubicBezTo>
                  <a:cubicBezTo>
                    <a:pt x="49" y="101"/>
                    <a:pt x="50" y="102"/>
                    <a:pt x="52" y="104"/>
                  </a:cubicBezTo>
                  <a:cubicBezTo>
                    <a:pt x="52" y="104"/>
                    <a:pt x="53" y="105"/>
                    <a:pt x="54" y="105"/>
                  </a:cubicBezTo>
                  <a:cubicBezTo>
                    <a:pt x="55" y="106"/>
                    <a:pt x="58" y="108"/>
                    <a:pt x="57" y="111"/>
                  </a:cubicBezTo>
                  <a:cubicBezTo>
                    <a:pt x="56" y="115"/>
                    <a:pt x="52" y="115"/>
                    <a:pt x="49" y="116"/>
                  </a:cubicBezTo>
                  <a:cubicBezTo>
                    <a:pt x="46" y="116"/>
                    <a:pt x="46" y="117"/>
                    <a:pt x="45" y="122"/>
                  </a:cubicBezTo>
                  <a:cubicBezTo>
                    <a:pt x="45" y="124"/>
                    <a:pt x="45" y="124"/>
                    <a:pt x="45" y="124"/>
                  </a:cubicBezTo>
                  <a:cubicBezTo>
                    <a:pt x="45" y="125"/>
                    <a:pt x="45" y="125"/>
                    <a:pt x="44" y="126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5" y="126"/>
                    <a:pt x="46" y="126"/>
                    <a:pt x="46" y="126"/>
                  </a:cubicBezTo>
                  <a:cubicBezTo>
                    <a:pt x="50" y="127"/>
                    <a:pt x="51" y="127"/>
                    <a:pt x="52" y="127"/>
                  </a:cubicBezTo>
                  <a:cubicBezTo>
                    <a:pt x="54" y="129"/>
                    <a:pt x="56" y="132"/>
                    <a:pt x="57" y="134"/>
                  </a:cubicBezTo>
                  <a:cubicBezTo>
                    <a:pt x="57" y="134"/>
                    <a:pt x="57" y="135"/>
                    <a:pt x="58" y="135"/>
                  </a:cubicBezTo>
                  <a:cubicBezTo>
                    <a:pt x="60" y="139"/>
                    <a:pt x="61" y="141"/>
                    <a:pt x="61" y="145"/>
                  </a:cubicBezTo>
                  <a:cubicBezTo>
                    <a:pt x="61" y="147"/>
                    <a:pt x="61" y="148"/>
                    <a:pt x="61" y="150"/>
                  </a:cubicBezTo>
                  <a:cubicBezTo>
                    <a:pt x="61" y="152"/>
                    <a:pt x="62" y="153"/>
                    <a:pt x="62" y="155"/>
                  </a:cubicBezTo>
                  <a:cubicBezTo>
                    <a:pt x="61" y="160"/>
                    <a:pt x="57" y="160"/>
                    <a:pt x="55" y="160"/>
                  </a:cubicBezTo>
                  <a:cubicBezTo>
                    <a:pt x="55" y="160"/>
                    <a:pt x="54" y="161"/>
                    <a:pt x="54" y="161"/>
                  </a:cubicBezTo>
                  <a:cubicBezTo>
                    <a:pt x="51" y="161"/>
                    <a:pt x="49" y="159"/>
                    <a:pt x="48" y="158"/>
                  </a:cubicBezTo>
                  <a:cubicBezTo>
                    <a:pt x="48" y="158"/>
                    <a:pt x="47" y="157"/>
                    <a:pt x="47" y="156"/>
                  </a:cubicBezTo>
                  <a:cubicBezTo>
                    <a:pt x="46" y="157"/>
                    <a:pt x="45" y="157"/>
                    <a:pt x="44" y="157"/>
                  </a:cubicBezTo>
                  <a:cubicBezTo>
                    <a:pt x="42" y="157"/>
                    <a:pt x="40" y="155"/>
                    <a:pt x="38" y="154"/>
                  </a:cubicBezTo>
                  <a:cubicBezTo>
                    <a:pt x="38" y="154"/>
                    <a:pt x="37" y="153"/>
                    <a:pt x="37" y="153"/>
                  </a:cubicBezTo>
                  <a:cubicBezTo>
                    <a:pt x="37" y="153"/>
                    <a:pt x="37" y="153"/>
                    <a:pt x="36" y="153"/>
                  </a:cubicBezTo>
                  <a:cubicBezTo>
                    <a:pt x="34" y="153"/>
                    <a:pt x="33" y="152"/>
                    <a:pt x="33" y="152"/>
                  </a:cubicBezTo>
                  <a:cubicBezTo>
                    <a:pt x="32" y="152"/>
                    <a:pt x="30" y="153"/>
                    <a:pt x="29" y="153"/>
                  </a:cubicBezTo>
                  <a:cubicBezTo>
                    <a:pt x="27" y="153"/>
                    <a:pt x="27" y="153"/>
                    <a:pt x="27" y="153"/>
                  </a:cubicBezTo>
                  <a:cubicBezTo>
                    <a:pt x="27" y="153"/>
                    <a:pt x="27" y="153"/>
                    <a:pt x="27" y="153"/>
                  </a:cubicBezTo>
                  <a:cubicBezTo>
                    <a:pt x="27" y="153"/>
                    <a:pt x="27" y="153"/>
                    <a:pt x="27" y="153"/>
                  </a:cubicBezTo>
                  <a:cubicBezTo>
                    <a:pt x="27" y="155"/>
                    <a:pt x="26" y="156"/>
                    <a:pt x="26" y="158"/>
                  </a:cubicBezTo>
                  <a:cubicBezTo>
                    <a:pt x="26" y="159"/>
                    <a:pt x="26" y="160"/>
                    <a:pt x="26" y="161"/>
                  </a:cubicBezTo>
                  <a:cubicBezTo>
                    <a:pt x="26" y="162"/>
                    <a:pt x="26" y="162"/>
                    <a:pt x="26" y="162"/>
                  </a:cubicBezTo>
                  <a:cubicBezTo>
                    <a:pt x="27" y="162"/>
                    <a:pt x="28" y="163"/>
                    <a:pt x="29" y="163"/>
                  </a:cubicBezTo>
                  <a:cubicBezTo>
                    <a:pt x="29" y="163"/>
                    <a:pt x="31" y="164"/>
                    <a:pt x="31" y="164"/>
                  </a:cubicBezTo>
                  <a:cubicBezTo>
                    <a:pt x="32" y="164"/>
                    <a:pt x="32" y="164"/>
                    <a:pt x="34" y="164"/>
                  </a:cubicBezTo>
                  <a:cubicBezTo>
                    <a:pt x="36" y="164"/>
                    <a:pt x="36" y="164"/>
                    <a:pt x="36" y="164"/>
                  </a:cubicBezTo>
                  <a:cubicBezTo>
                    <a:pt x="37" y="164"/>
                    <a:pt x="39" y="165"/>
                    <a:pt x="40" y="166"/>
                  </a:cubicBezTo>
                  <a:cubicBezTo>
                    <a:pt x="41" y="167"/>
                    <a:pt x="41" y="170"/>
                    <a:pt x="40" y="171"/>
                  </a:cubicBezTo>
                  <a:cubicBezTo>
                    <a:pt x="40" y="171"/>
                    <a:pt x="40" y="172"/>
                    <a:pt x="40" y="173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39" y="180"/>
                    <a:pt x="38" y="181"/>
                    <a:pt x="37" y="182"/>
                  </a:cubicBezTo>
                  <a:cubicBezTo>
                    <a:pt x="37" y="182"/>
                    <a:pt x="36" y="183"/>
                    <a:pt x="36" y="184"/>
                  </a:cubicBezTo>
                  <a:cubicBezTo>
                    <a:pt x="36" y="185"/>
                    <a:pt x="35" y="186"/>
                    <a:pt x="34" y="187"/>
                  </a:cubicBezTo>
                  <a:cubicBezTo>
                    <a:pt x="34" y="188"/>
                    <a:pt x="34" y="188"/>
                    <a:pt x="34" y="188"/>
                  </a:cubicBezTo>
                  <a:cubicBezTo>
                    <a:pt x="34" y="189"/>
                    <a:pt x="34" y="189"/>
                    <a:pt x="35" y="190"/>
                  </a:cubicBezTo>
                  <a:cubicBezTo>
                    <a:pt x="36" y="192"/>
                    <a:pt x="35" y="194"/>
                    <a:pt x="34" y="197"/>
                  </a:cubicBezTo>
                  <a:cubicBezTo>
                    <a:pt x="33" y="198"/>
                    <a:pt x="33" y="199"/>
                    <a:pt x="33" y="200"/>
                  </a:cubicBezTo>
                  <a:cubicBezTo>
                    <a:pt x="32" y="201"/>
                    <a:pt x="31" y="203"/>
                    <a:pt x="30" y="204"/>
                  </a:cubicBezTo>
                  <a:cubicBezTo>
                    <a:pt x="30" y="205"/>
                    <a:pt x="29" y="206"/>
                    <a:pt x="29" y="206"/>
                  </a:cubicBezTo>
                  <a:cubicBezTo>
                    <a:pt x="29" y="206"/>
                    <a:pt x="29" y="206"/>
                    <a:pt x="29" y="206"/>
                  </a:cubicBezTo>
                  <a:cubicBezTo>
                    <a:pt x="29" y="207"/>
                    <a:pt x="29" y="209"/>
                    <a:pt x="27" y="211"/>
                  </a:cubicBezTo>
                  <a:cubicBezTo>
                    <a:pt x="25" y="213"/>
                    <a:pt x="23" y="213"/>
                    <a:pt x="22" y="213"/>
                  </a:cubicBezTo>
                  <a:cubicBezTo>
                    <a:pt x="20" y="213"/>
                    <a:pt x="18" y="212"/>
                    <a:pt x="17" y="211"/>
                  </a:cubicBezTo>
                  <a:cubicBezTo>
                    <a:pt x="17" y="211"/>
                    <a:pt x="17" y="211"/>
                    <a:pt x="16" y="211"/>
                  </a:cubicBezTo>
                  <a:cubicBezTo>
                    <a:pt x="15" y="210"/>
                    <a:pt x="15" y="210"/>
                    <a:pt x="14" y="210"/>
                  </a:cubicBezTo>
                  <a:cubicBezTo>
                    <a:pt x="14" y="210"/>
                    <a:pt x="14" y="210"/>
                    <a:pt x="14" y="210"/>
                  </a:cubicBezTo>
                  <a:cubicBezTo>
                    <a:pt x="15" y="213"/>
                    <a:pt x="15" y="216"/>
                    <a:pt x="16" y="219"/>
                  </a:cubicBezTo>
                  <a:cubicBezTo>
                    <a:pt x="16" y="222"/>
                    <a:pt x="17" y="225"/>
                    <a:pt x="18" y="227"/>
                  </a:cubicBezTo>
                  <a:cubicBezTo>
                    <a:pt x="18" y="227"/>
                    <a:pt x="18" y="227"/>
                    <a:pt x="19" y="227"/>
                  </a:cubicBezTo>
                  <a:cubicBezTo>
                    <a:pt x="20" y="228"/>
                    <a:pt x="21" y="229"/>
                    <a:pt x="22" y="231"/>
                  </a:cubicBezTo>
                  <a:cubicBezTo>
                    <a:pt x="23" y="234"/>
                    <a:pt x="22" y="236"/>
                    <a:pt x="21" y="237"/>
                  </a:cubicBezTo>
                  <a:cubicBezTo>
                    <a:pt x="21" y="238"/>
                    <a:pt x="21" y="239"/>
                    <a:pt x="22" y="240"/>
                  </a:cubicBezTo>
                  <a:cubicBezTo>
                    <a:pt x="22" y="241"/>
                    <a:pt x="22" y="244"/>
                    <a:pt x="22" y="246"/>
                  </a:cubicBezTo>
                  <a:cubicBezTo>
                    <a:pt x="21" y="247"/>
                    <a:pt x="21" y="248"/>
                    <a:pt x="20" y="249"/>
                  </a:cubicBezTo>
                  <a:cubicBezTo>
                    <a:pt x="20" y="249"/>
                    <a:pt x="20" y="249"/>
                    <a:pt x="20" y="250"/>
                  </a:cubicBezTo>
                  <a:cubicBezTo>
                    <a:pt x="20" y="250"/>
                    <a:pt x="20" y="250"/>
                    <a:pt x="20" y="251"/>
                  </a:cubicBezTo>
                  <a:cubicBezTo>
                    <a:pt x="20" y="252"/>
                    <a:pt x="20" y="253"/>
                    <a:pt x="20" y="254"/>
                  </a:cubicBezTo>
                  <a:cubicBezTo>
                    <a:pt x="20" y="255"/>
                    <a:pt x="20" y="256"/>
                    <a:pt x="20" y="256"/>
                  </a:cubicBezTo>
                  <a:cubicBezTo>
                    <a:pt x="19" y="259"/>
                    <a:pt x="18" y="260"/>
                    <a:pt x="18" y="261"/>
                  </a:cubicBezTo>
                  <a:cubicBezTo>
                    <a:pt x="17" y="262"/>
                    <a:pt x="17" y="263"/>
                    <a:pt x="16" y="263"/>
                  </a:cubicBezTo>
                  <a:cubicBezTo>
                    <a:pt x="15" y="265"/>
                    <a:pt x="10" y="270"/>
                    <a:pt x="10" y="275"/>
                  </a:cubicBezTo>
                  <a:cubicBezTo>
                    <a:pt x="10" y="277"/>
                    <a:pt x="10" y="279"/>
                    <a:pt x="12" y="280"/>
                  </a:cubicBezTo>
                  <a:cubicBezTo>
                    <a:pt x="12" y="280"/>
                    <a:pt x="13" y="280"/>
                    <a:pt x="13" y="281"/>
                  </a:cubicBezTo>
                  <a:cubicBezTo>
                    <a:pt x="17" y="282"/>
                    <a:pt x="19" y="282"/>
                    <a:pt x="22" y="284"/>
                  </a:cubicBezTo>
                  <a:cubicBezTo>
                    <a:pt x="24" y="285"/>
                    <a:pt x="25" y="286"/>
                    <a:pt x="27" y="286"/>
                  </a:cubicBezTo>
                  <a:cubicBezTo>
                    <a:pt x="27" y="286"/>
                    <a:pt x="27" y="285"/>
                    <a:pt x="28" y="285"/>
                  </a:cubicBezTo>
                  <a:cubicBezTo>
                    <a:pt x="29" y="285"/>
                    <a:pt x="31" y="284"/>
                    <a:pt x="33" y="284"/>
                  </a:cubicBezTo>
                  <a:cubicBezTo>
                    <a:pt x="37" y="284"/>
                    <a:pt x="41" y="286"/>
                    <a:pt x="43" y="287"/>
                  </a:cubicBezTo>
                  <a:cubicBezTo>
                    <a:pt x="48" y="290"/>
                    <a:pt x="50" y="294"/>
                    <a:pt x="50" y="296"/>
                  </a:cubicBezTo>
                  <a:cubicBezTo>
                    <a:pt x="50" y="297"/>
                    <a:pt x="49" y="298"/>
                    <a:pt x="49" y="299"/>
                  </a:cubicBezTo>
                  <a:cubicBezTo>
                    <a:pt x="51" y="300"/>
                    <a:pt x="52" y="303"/>
                    <a:pt x="52" y="306"/>
                  </a:cubicBezTo>
                  <a:cubicBezTo>
                    <a:pt x="53" y="307"/>
                    <a:pt x="53" y="307"/>
                    <a:pt x="53" y="307"/>
                  </a:cubicBezTo>
                  <a:cubicBezTo>
                    <a:pt x="55" y="307"/>
                    <a:pt x="55" y="307"/>
                    <a:pt x="56" y="307"/>
                  </a:cubicBezTo>
                  <a:cubicBezTo>
                    <a:pt x="57" y="307"/>
                    <a:pt x="58" y="308"/>
                    <a:pt x="59" y="309"/>
                  </a:cubicBezTo>
                  <a:cubicBezTo>
                    <a:pt x="59" y="309"/>
                    <a:pt x="59" y="309"/>
                    <a:pt x="60" y="310"/>
                  </a:cubicBezTo>
                  <a:cubicBezTo>
                    <a:pt x="61" y="310"/>
                    <a:pt x="63" y="311"/>
                    <a:pt x="64" y="312"/>
                  </a:cubicBezTo>
                  <a:cubicBezTo>
                    <a:pt x="64" y="312"/>
                    <a:pt x="64" y="312"/>
                    <a:pt x="64" y="312"/>
                  </a:cubicBezTo>
                  <a:cubicBezTo>
                    <a:pt x="65" y="312"/>
                    <a:pt x="66" y="313"/>
                    <a:pt x="66" y="313"/>
                  </a:cubicBezTo>
                  <a:cubicBezTo>
                    <a:pt x="67" y="313"/>
                    <a:pt x="68" y="312"/>
                    <a:pt x="69" y="312"/>
                  </a:cubicBezTo>
                  <a:cubicBezTo>
                    <a:pt x="70" y="312"/>
                    <a:pt x="73" y="313"/>
                    <a:pt x="74" y="319"/>
                  </a:cubicBezTo>
                  <a:cubicBezTo>
                    <a:pt x="74" y="320"/>
                    <a:pt x="74" y="321"/>
                    <a:pt x="74" y="322"/>
                  </a:cubicBezTo>
                  <a:cubicBezTo>
                    <a:pt x="74" y="323"/>
                    <a:pt x="74" y="324"/>
                    <a:pt x="74" y="325"/>
                  </a:cubicBezTo>
                  <a:cubicBezTo>
                    <a:pt x="74" y="326"/>
                    <a:pt x="74" y="327"/>
                    <a:pt x="75" y="329"/>
                  </a:cubicBezTo>
                  <a:cubicBezTo>
                    <a:pt x="76" y="331"/>
                    <a:pt x="77" y="333"/>
                    <a:pt x="77" y="335"/>
                  </a:cubicBezTo>
                  <a:cubicBezTo>
                    <a:pt x="77" y="336"/>
                    <a:pt x="77" y="337"/>
                    <a:pt x="76" y="338"/>
                  </a:cubicBezTo>
                  <a:cubicBezTo>
                    <a:pt x="76" y="339"/>
                    <a:pt x="76" y="339"/>
                    <a:pt x="76" y="340"/>
                  </a:cubicBezTo>
                  <a:cubicBezTo>
                    <a:pt x="76" y="340"/>
                    <a:pt x="76" y="340"/>
                    <a:pt x="76" y="340"/>
                  </a:cubicBezTo>
                  <a:cubicBezTo>
                    <a:pt x="76" y="342"/>
                    <a:pt x="75" y="344"/>
                    <a:pt x="74" y="345"/>
                  </a:cubicBezTo>
                  <a:cubicBezTo>
                    <a:pt x="74" y="345"/>
                    <a:pt x="74" y="345"/>
                    <a:pt x="74" y="345"/>
                  </a:cubicBezTo>
                  <a:cubicBezTo>
                    <a:pt x="77" y="347"/>
                    <a:pt x="78" y="349"/>
                    <a:pt x="77" y="352"/>
                  </a:cubicBezTo>
                  <a:cubicBezTo>
                    <a:pt x="77" y="354"/>
                    <a:pt x="76" y="355"/>
                    <a:pt x="75" y="357"/>
                  </a:cubicBezTo>
                  <a:cubicBezTo>
                    <a:pt x="75" y="357"/>
                    <a:pt x="75" y="357"/>
                    <a:pt x="75" y="358"/>
                  </a:cubicBezTo>
                  <a:cubicBezTo>
                    <a:pt x="74" y="359"/>
                    <a:pt x="73" y="360"/>
                    <a:pt x="71" y="360"/>
                  </a:cubicBezTo>
                  <a:cubicBezTo>
                    <a:pt x="71" y="361"/>
                    <a:pt x="71" y="362"/>
                    <a:pt x="71" y="364"/>
                  </a:cubicBezTo>
                  <a:cubicBezTo>
                    <a:pt x="70" y="367"/>
                    <a:pt x="67" y="369"/>
                    <a:pt x="66" y="370"/>
                  </a:cubicBezTo>
                  <a:cubicBezTo>
                    <a:pt x="66" y="370"/>
                    <a:pt x="66" y="371"/>
                    <a:pt x="66" y="371"/>
                  </a:cubicBezTo>
                  <a:cubicBezTo>
                    <a:pt x="66" y="372"/>
                    <a:pt x="66" y="372"/>
                    <a:pt x="66" y="372"/>
                  </a:cubicBezTo>
                  <a:cubicBezTo>
                    <a:pt x="66" y="373"/>
                    <a:pt x="67" y="374"/>
                    <a:pt x="67" y="375"/>
                  </a:cubicBezTo>
                  <a:cubicBezTo>
                    <a:pt x="67" y="379"/>
                    <a:pt x="66" y="380"/>
                    <a:pt x="64" y="381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7" name="Freeform 138">
              <a:extLst>
                <a:ext uri="{FF2B5EF4-FFF2-40B4-BE49-F238E27FC236}">
                  <a16:creationId xmlns:a16="http://schemas.microsoft.com/office/drawing/2014/main" id="{D92821EE-C59A-49FA-A197-654D63615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2738" y="2576513"/>
              <a:ext cx="425450" cy="465138"/>
            </a:xfrm>
            <a:custGeom>
              <a:avLst/>
              <a:gdLst>
                <a:gd name="T0" fmla="*/ 29 w 376"/>
                <a:gd name="T1" fmla="*/ 162 h 411"/>
                <a:gd name="T2" fmla="*/ 32 w 376"/>
                <a:gd name="T3" fmla="*/ 143 h 411"/>
                <a:gd name="T4" fmla="*/ 44 w 376"/>
                <a:gd name="T5" fmla="*/ 146 h 411"/>
                <a:gd name="T6" fmla="*/ 60 w 376"/>
                <a:gd name="T7" fmla="*/ 149 h 411"/>
                <a:gd name="T8" fmla="*/ 52 w 376"/>
                <a:gd name="T9" fmla="*/ 126 h 411"/>
                <a:gd name="T10" fmla="*/ 52 w 376"/>
                <a:gd name="T11" fmla="*/ 106 h 411"/>
                <a:gd name="T12" fmla="*/ 47 w 376"/>
                <a:gd name="T13" fmla="*/ 90 h 411"/>
                <a:gd name="T14" fmla="*/ 32 w 376"/>
                <a:gd name="T15" fmla="*/ 66 h 411"/>
                <a:gd name="T16" fmla="*/ 32 w 376"/>
                <a:gd name="T17" fmla="*/ 46 h 411"/>
                <a:gd name="T18" fmla="*/ 55 w 376"/>
                <a:gd name="T19" fmla="*/ 25 h 411"/>
                <a:gd name="T20" fmla="*/ 65 w 376"/>
                <a:gd name="T21" fmla="*/ 19 h 411"/>
                <a:gd name="T22" fmla="*/ 80 w 376"/>
                <a:gd name="T23" fmla="*/ 24 h 411"/>
                <a:gd name="T24" fmla="*/ 99 w 376"/>
                <a:gd name="T25" fmla="*/ 36 h 411"/>
                <a:gd name="T26" fmla="*/ 110 w 376"/>
                <a:gd name="T27" fmla="*/ 24 h 411"/>
                <a:gd name="T28" fmla="*/ 123 w 376"/>
                <a:gd name="T29" fmla="*/ 17 h 411"/>
                <a:gd name="T30" fmla="*/ 129 w 376"/>
                <a:gd name="T31" fmla="*/ 8 h 411"/>
                <a:gd name="T32" fmla="*/ 147 w 376"/>
                <a:gd name="T33" fmla="*/ 0 h 411"/>
                <a:gd name="T34" fmla="*/ 149 w 376"/>
                <a:gd name="T35" fmla="*/ 13 h 411"/>
                <a:gd name="T36" fmla="*/ 152 w 376"/>
                <a:gd name="T37" fmla="*/ 21 h 411"/>
                <a:gd name="T38" fmla="*/ 151 w 376"/>
                <a:gd name="T39" fmla="*/ 31 h 411"/>
                <a:gd name="T40" fmla="*/ 169 w 376"/>
                <a:gd name="T41" fmla="*/ 29 h 411"/>
                <a:gd name="T42" fmla="*/ 199 w 376"/>
                <a:gd name="T43" fmla="*/ 27 h 411"/>
                <a:gd name="T44" fmla="*/ 217 w 376"/>
                <a:gd name="T45" fmla="*/ 29 h 411"/>
                <a:gd name="T46" fmla="*/ 226 w 376"/>
                <a:gd name="T47" fmla="*/ 46 h 411"/>
                <a:gd name="T48" fmla="*/ 230 w 376"/>
                <a:gd name="T49" fmla="*/ 54 h 411"/>
                <a:gd name="T50" fmla="*/ 238 w 376"/>
                <a:gd name="T51" fmla="*/ 63 h 411"/>
                <a:gd name="T52" fmla="*/ 249 w 376"/>
                <a:gd name="T53" fmla="*/ 66 h 411"/>
                <a:gd name="T54" fmla="*/ 259 w 376"/>
                <a:gd name="T55" fmla="*/ 69 h 411"/>
                <a:gd name="T56" fmla="*/ 267 w 376"/>
                <a:gd name="T57" fmla="*/ 66 h 411"/>
                <a:gd name="T58" fmla="*/ 288 w 376"/>
                <a:gd name="T59" fmla="*/ 55 h 411"/>
                <a:gd name="T60" fmla="*/ 308 w 376"/>
                <a:gd name="T61" fmla="*/ 51 h 411"/>
                <a:gd name="T62" fmla="*/ 340 w 376"/>
                <a:gd name="T63" fmla="*/ 63 h 411"/>
                <a:gd name="T64" fmla="*/ 359 w 376"/>
                <a:gd name="T65" fmla="*/ 85 h 411"/>
                <a:gd name="T66" fmla="*/ 364 w 376"/>
                <a:gd name="T67" fmla="*/ 93 h 411"/>
                <a:gd name="T68" fmla="*/ 368 w 376"/>
                <a:gd name="T69" fmla="*/ 117 h 411"/>
                <a:gd name="T70" fmla="*/ 369 w 376"/>
                <a:gd name="T71" fmla="*/ 169 h 411"/>
                <a:gd name="T72" fmla="*/ 347 w 376"/>
                <a:gd name="T73" fmla="*/ 211 h 411"/>
                <a:gd name="T74" fmla="*/ 339 w 376"/>
                <a:gd name="T75" fmla="*/ 235 h 411"/>
                <a:gd name="T76" fmla="*/ 329 w 376"/>
                <a:gd name="T77" fmla="*/ 267 h 411"/>
                <a:gd name="T78" fmla="*/ 343 w 376"/>
                <a:gd name="T79" fmla="*/ 322 h 411"/>
                <a:gd name="T80" fmla="*/ 359 w 376"/>
                <a:gd name="T81" fmla="*/ 339 h 411"/>
                <a:gd name="T82" fmla="*/ 359 w 376"/>
                <a:gd name="T83" fmla="*/ 359 h 411"/>
                <a:gd name="T84" fmla="*/ 352 w 376"/>
                <a:gd name="T85" fmla="*/ 356 h 411"/>
                <a:gd name="T86" fmla="*/ 332 w 376"/>
                <a:gd name="T87" fmla="*/ 351 h 411"/>
                <a:gd name="T88" fmla="*/ 186 w 376"/>
                <a:gd name="T89" fmla="*/ 362 h 411"/>
                <a:gd name="T90" fmla="*/ 130 w 376"/>
                <a:gd name="T91" fmla="*/ 381 h 411"/>
                <a:gd name="T92" fmla="*/ 90 w 376"/>
                <a:gd name="T93" fmla="*/ 398 h 411"/>
                <a:gd name="T94" fmla="*/ 64 w 376"/>
                <a:gd name="T95" fmla="*/ 399 h 411"/>
                <a:gd name="T96" fmla="*/ 62 w 376"/>
                <a:gd name="T97" fmla="*/ 376 h 411"/>
                <a:gd name="T98" fmla="*/ 69 w 376"/>
                <a:gd name="T99" fmla="*/ 358 h 411"/>
                <a:gd name="T100" fmla="*/ 73 w 376"/>
                <a:gd name="T101" fmla="*/ 344 h 411"/>
                <a:gd name="T102" fmla="*/ 72 w 376"/>
                <a:gd name="T103" fmla="*/ 314 h 411"/>
                <a:gd name="T104" fmla="*/ 67 w 376"/>
                <a:gd name="T105" fmla="*/ 312 h 411"/>
                <a:gd name="T106" fmla="*/ 51 w 376"/>
                <a:gd name="T107" fmla="*/ 302 h 411"/>
                <a:gd name="T108" fmla="*/ 36 w 376"/>
                <a:gd name="T109" fmla="*/ 283 h 411"/>
                <a:gd name="T110" fmla="*/ 13 w 376"/>
                <a:gd name="T111" fmla="*/ 280 h 411"/>
                <a:gd name="T112" fmla="*/ 18 w 376"/>
                <a:gd name="T113" fmla="*/ 247 h 411"/>
                <a:gd name="T114" fmla="*/ 21 w 376"/>
                <a:gd name="T115" fmla="*/ 228 h 411"/>
                <a:gd name="T116" fmla="*/ 15 w 376"/>
                <a:gd name="T117" fmla="*/ 201 h 411"/>
                <a:gd name="T118" fmla="*/ 30 w 376"/>
                <a:gd name="T119" fmla="*/ 197 h 411"/>
                <a:gd name="T120" fmla="*/ 35 w 376"/>
                <a:gd name="T121" fmla="*/ 177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76" h="411">
                  <a:moveTo>
                    <a:pt x="39" y="167"/>
                  </a:moveTo>
                  <a:cubicBezTo>
                    <a:pt x="38" y="163"/>
                    <a:pt x="41" y="163"/>
                    <a:pt x="37" y="163"/>
                  </a:cubicBezTo>
                  <a:cubicBezTo>
                    <a:pt x="36" y="163"/>
                    <a:pt x="35" y="164"/>
                    <a:pt x="33" y="164"/>
                  </a:cubicBezTo>
                  <a:cubicBezTo>
                    <a:pt x="32" y="164"/>
                    <a:pt x="30" y="163"/>
                    <a:pt x="29" y="162"/>
                  </a:cubicBezTo>
                  <a:cubicBezTo>
                    <a:pt x="28" y="162"/>
                    <a:pt x="27" y="161"/>
                    <a:pt x="26" y="160"/>
                  </a:cubicBezTo>
                  <a:cubicBezTo>
                    <a:pt x="24" y="158"/>
                    <a:pt x="24" y="160"/>
                    <a:pt x="25" y="156"/>
                  </a:cubicBezTo>
                  <a:cubicBezTo>
                    <a:pt x="25" y="154"/>
                    <a:pt x="25" y="150"/>
                    <a:pt x="25" y="148"/>
                  </a:cubicBezTo>
                  <a:cubicBezTo>
                    <a:pt x="26" y="143"/>
                    <a:pt x="28" y="143"/>
                    <a:pt x="32" y="143"/>
                  </a:cubicBezTo>
                  <a:cubicBezTo>
                    <a:pt x="33" y="143"/>
                    <a:pt x="34" y="142"/>
                    <a:pt x="36" y="142"/>
                  </a:cubicBezTo>
                  <a:cubicBezTo>
                    <a:pt x="37" y="142"/>
                    <a:pt x="38" y="143"/>
                    <a:pt x="39" y="143"/>
                  </a:cubicBezTo>
                  <a:cubicBezTo>
                    <a:pt x="40" y="143"/>
                    <a:pt x="42" y="142"/>
                    <a:pt x="42" y="143"/>
                  </a:cubicBezTo>
                  <a:cubicBezTo>
                    <a:pt x="44" y="143"/>
                    <a:pt x="43" y="145"/>
                    <a:pt x="44" y="146"/>
                  </a:cubicBezTo>
                  <a:cubicBezTo>
                    <a:pt x="48" y="149"/>
                    <a:pt x="48" y="147"/>
                    <a:pt x="50" y="144"/>
                  </a:cubicBezTo>
                  <a:cubicBezTo>
                    <a:pt x="51" y="142"/>
                    <a:pt x="54" y="149"/>
                    <a:pt x="54" y="150"/>
                  </a:cubicBezTo>
                  <a:cubicBezTo>
                    <a:pt x="55" y="151"/>
                    <a:pt x="56" y="151"/>
                    <a:pt x="58" y="151"/>
                  </a:cubicBezTo>
                  <a:cubicBezTo>
                    <a:pt x="60" y="151"/>
                    <a:pt x="60" y="151"/>
                    <a:pt x="60" y="149"/>
                  </a:cubicBezTo>
                  <a:cubicBezTo>
                    <a:pt x="60" y="148"/>
                    <a:pt x="59" y="146"/>
                    <a:pt x="59" y="145"/>
                  </a:cubicBezTo>
                  <a:cubicBezTo>
                    <a:pt x="60" y="143"/>
                    <a:pt x="60" y="143"/>
                    <a:pt x="59" y="141"/>
                  </a:cubicBezTo>
                  <a:cubicBezTo>
                    <a:pt x="59" y="137"/>
                    <a:pt x="59" y="135"/>
                    <a:pt x="57" y="133"/>
                  </a:cubicBezTo>
                  <a:cubicBezTo>
                    <a:pt x="56" y="131"/>
                    <a:pt x="54" y="128"/>
                    <a:pt x="52" y="126"/>
                  </a:cubicBezTo>
                  <a:cubicBezTo>
                    <a:pt x="52" y="126"/>
                    <a:pt x="49" y="126"/>
                    <a:pt x="49" y="126"/>
                  </a:cubicBezTo>
                  <a:cubicBezTo>
                    <a:pt x="48" y="126"/>
                    <a:pt x="45" y="126"/>
                    <a:pt x="45" y="125"/>
                  </a:cubicBezTo>
                  <a:cubicBezTo>
                    <a:pt x="41" y="124"/>
                    <a:pt x="43" y="122"/>
                    <a:pt x="43" y="119"/>
                  </a:cubicBezTo>
                  <a:cubicBezTo>
                    <a:pt x="44" y="113"/>
                    <a:pt x="44" y="107"/>
                    <a:pt x="52" y="106"/>
                  </a:cubicBezTo>
                  <a:cubicBezTo>
                    <a:pt x="59" y="105"/>
                    <a:pt x="54" y="105"/>
                    <a:pt x="52" y="102"/>
                  </a:cubicBezTo>
                  <a:cubicBezTo>
                    <a:pt x="50" y="100"/>
                    <a:pt x="50" y="100"/>
                    <a:pt x="48" y="100"/>
                  </a:cubicBezTo>
                  <a:cubicBezTo>
                    <a:pt x="47" y="99"/>
                    <a:pt x="46" y="100"/>
                    <a:pt x="45" y="98"/>
                  </a:cubicBezTo>
                  <a:cubicBezTo>
                    <a:pt x="44" y="95"/>
                    <a:pt x="47" y="92"/>
                    <a:pt x="47" y="90"/>
                  </a:cubicBezTo>
                  <a:cubicBezTo>
                    <a:pt x="48" y="87"/>
                    <a:pt x="51" y="84"/>
                    <a:pt x="48" y="84"/>
                  </a:cubicBezTo>
                  <a:cubicBezTo>
                    <a:pt x="45" y="83"/>
                    <a:pt x="43" y="86"/>
                    <a:pt x="40" y="85"/>
                  </a:cubicBezTo>
                  <a:cubicBezTo>
                    <a:pt x="37" y="85"/>
                    <a:pt x="35" y="83"/>
                    <a:pt x="33" y="80"/>
                  </a:cubicBezTo>
                  <a:cubicBezTo>
                    <a:pt x="30" y="75"/>
                    <a:pt x="32" y="71"/>
                    <a:pt x="32" y="66"/>
                  </a:cubicBezTo>
                  <a:cubicBezTo>
                    <a:pt x="32" y="64"/>
                    <a:pt x="33" y="61"/>
                    <a:pt x="34" y="58"/>
                  </a:cubicBezTo>
                  <a:cubicBezTo>
                    <a:pt x="34" y="56"/>
                    <a:pt x="33" y="55"/>
                    <a:pt x="32" y="54"/>
                  </a:cubicBezTo>
                  <a:cubicBezTo>
                    <a:pt x="32" y="53"/>
                    <a:pt x="31" y="51"/>
                    <a:pt x="31" y="50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3" y="43"/>
                    <a:pt x="35" y="44"/>
                    <a:pt x="37" y="42"/>
                  </a:cubicBezTo>
                  <a:cubicBezTo>
                    <a:pt x="40" y="41"/>
                    <a:pt x="40" y="39"/>
                    <a:pt x="42" y="36"/>
                  </a:cubicBezTo>
                  <a:cubicBezTo>
                    <a:pt x="48" y="39"/>
                    <a:pt x="54" y="30"/>
                    <a:pt x="56" y="27"/>
                  </a:cubicBezTo>
                  <a:cubicBezTo>
                    <a:pt x="56" y="27"/>
                    <a:pt x="55" y="26"/>
                    <a:pt x="55" y="25"/>
                  </a:cubicBezTo>
                  <a:cubicBezTo>
                    <a:pt x="55" y="25"/>
                    <a:pt x="57" y="25"/>
                    <a:pt x="57" y="24"/>
                  </a:cubicBezTo>
                  <a:cubicBezTo>
                    <a:pt x="57" y="23"/>
                    <a:pt x="57" y="22"/>
                    <a:pt x="58" y="21"/>
                  </a:cubicBezTo>
                  <a:cubicBezTo>
                    <a:pt x="59" y="21"/>
                    <a:pt x="62" y="19"/>
                    <a:pt x="62" y="19"/>
                  </a:cubicBezTo>
                  <a:cubicBezTo>
                    <a:pt x="64" y="18"/>
                    <a:pt x="63" y="19"/>
                    <a:pt x="65" y="19"/>
                  </a:cubicBezTo>
                  <a:cubicBezTo>
                    <a:pt x="67" y="19"/>
                    <a:pt x="68" y="19"/>
                    <a:pt x="70" y="18"/>
                  </a:cubicBezTo>
                  <a:cubicBezTo>
                    <a:pt x="71" y="18"/>
                    <a:pt x="71" y="16"/>
                    <a:pt x="74" y="17"/>
                  </a:cubicBezTo>
                  <a:cubicBezTo>
                    <a:pt x="75" y="19"/>
                    <a:pt x="74" y="24"/>
                    <a:pt x="75" y="24"/>
                  </a:cubicBezTo>
                  <a:cubicBezTo>
                    <a:pt x="77" y="25"/>
                    <a:pt x="79" y="23"/>
                    <a:pt x="80" y="24"/>
                  </a:cubicBezTo>
                  <a:cubicBezTo>
                    <a:pt x="82" y="26"/>
                    <a:pt x="79" y="27"/>
                    <a:pt x="80" y="28"/>
                  </a:cubicBezTo>
                  <a:cubicBezTo>
                    <a:pt x="81" y="31"/>
                    <a:pt x="86" y="30"/>
                    <a:pt x="89" y="31"/>
                  </a:cubicBezTo>
                  <a:cubicBezTo>
                    <a:pt x="91" y="31"/>
                    <a:pt x="93" y="32"/>
                    <a:pt x="95" y="32"/>
                  </a:cubicBezTo>
                  <a:cubicBezTo>
                    <a:pt x="97" y="33"/>
                    <a:pt x="97" y="35"/>
                    <a:pt x="99" y="36"/>
                  </a:cubicBezTo>
                  <a:cubicBezTo>
                    <a:pt x="100" y="37"/>
                    <a:pt x="101" y="38"/>
                    <a:pt x="104" y="36"/>
                  </a:cubicBezTo>
                  <a:cubicBezTo>
                    <a:pt x="106" y="34"/>
                    <a:pt x="104" y="33"/>
                    <a:pt x="103" y="31"/>
                  </a:cubicBezTo>
                  <a:cubicBezTo>
                    <a:pt x="103" y="30"/>
                    <a:pt x="103" y="27"/>
                    <a:pt x="104" y="26"/>
                  </a:cubicBezTo>
                  <a:cubicBezTo>
                    <a:pt x="106" y="23"/>
                    <a:pt x="106" y="25"/>
                    <a:pt x="110" y="24"/>
                  </a:cubicBezTo>
                  <a:cubicBezTo>
                    <a:pt x="112" y="24"/>
                    <a:pt x="114" y="22"/>
                    <a:pt x="115" y="22"/>
                  </a:cubicBezTo>
                  <a:cubicBezTo>
                    <a:pt x="118" y="23"/>
                    <a:pt x="120" y="26"/>
                    <a:pt x="123" y="24"/>
                  </a:cubicBezTo>
                  <a:cubicBezTo>
                    <a:pt x="124" y="20"/>
                    <a:pt x="124" y="20"/>
                    <a:pt x="124" y="20"/>
                  </a:cubicBezTo>
                  <a:cubicBezTo>
                    <a:pt x="124" y="18"/>
                    <a:pt x="123" y="19"/>
                    <a:pt x="123" y="17"/>
                  </a:cubicBezTo>
                  <a:cubicBezTo>
                    <a:pt x="122" y="14"/>
                    <a:pt x="122" y="15"/>
                    <a:pt x="122" y="12"/>
                  </a:cubicBezTo>
                  <a:cubicBezTo>
                    <a:pt x="123" y="9"/>
                    <a:pt x="121" y="8"/>
                    <a:pt x="123" y="5"/>
                  </a:cubicBezTo>
                  <a:cubicBezTo>
                    <a:pt x="124" y="4"/>
                    <a:pt x="123" y="3"/>
                    <a:pt x="126" y="4"/>
                  </a:cubicBezTo>
                  <a:cubicBezTo>
                    <a:pt x="126" y="5"/>
                    <a:pt x="128" y="7"/>
                    <a:pt x="129" y="8"/>
                  </a:cubicBezTo>
                  <a:cubicBezTo>
                    <a:pt x="130" y="9"/>
                    <a:pt x="135" y="12"/>
                    <a:pt x="137" y="11"/>
                  </a:cubicBezTo>
                  <a:cubicBezTo>
                    <a:pt x="141" y="10"/>
                    <a:pt x="138" y="7"/>
                    <a:pt x="137" y="5"/>
                  </a:cubicBezTo>
                  <a:cubicBezTo>
                    <a:pt x="137" y="0"/>
                    <a:pt x="141" y="3"/>
                    <a:pt x="144" y="2"/>
                  </a:cubicBezTo>
                  <a:cubicBezTo>
                    <a:pt x="145" y="1"/>
                    <a:pt x="146" y="0"/>
                    <a:pt x="147" y="0"/>
                  </a:cubicBezTo>
                  <a:cubicBezTo>
                    <a:pt x="150" y="4"/>
                    <a:pt x="150" y="4"/>
                    <a:pt x="150" y="4"/>
                  </a:cubicBezTo>
                  <a:cubicBezTo>
                    <a:pt x="150" y="5"/>
                    <a:pt x="151" y="5"/>
                    <a:pt x="151" y="5"/>
                  </a:cubicBezTo>
                  <a:cubicBezTo>
                    <a:pt x="151" y="7"/>
                    <a:pt x="150" y="7"/>
                    <a:pt x="150" y="8"/>
                  </a:cubicBezTo>
                  <a:cubicBezTo>
                    <a:pt x="149" y="9"/>
                    <a:pt x="148" y="13"/>
                    <a:pt x="149" y="13"/>
                  </a:cubicBezTo>
                  <a:cubicBezTo>
                    <a:pt x="149" y="14"/>
                    <a:pt x="152" y="14"/>
                    <a:pt x="152" y="14"/>
                  </a:cubicBezTo>
                  <a:cubicBezTo>
                    <a:pt x="152" y="15"/>
                    <a:pt x="152" y="18"/>
                    <a:pt x="152" y="18"/>
                  </a:cubicBezTo>
                  <a:cubicBezTo>
                    <a:pt x="152" y="19"/>
                    <a:pt x="153" y="19"/>
                    <a:pt x="153" y="20"/>
                  </a:cubicBezTo>
                  <a:cubicBezTo>
                    <a:pt x="153" y="20"/>
                    <a:pt x="152" y="21"/>
                    <a:pt x="152" y="21"/>
                  </a:cubicBezTo>
                  <a:cubicBezTo>
                    <a:pt x="152" y="22"/>
                    <a:pt x="152" y="23"/>
                    <a:pt x="152" y="23"/>
                  </a:cubicBezTo>
                  <a:cubicBezTo>
                    <a:pt x="152" y="24"/>
                    <a:pt x="151" y="24"/>
                    <a:pt x="151" y="25"/>
                  </a:cubicBezTo>
                  <a:cubicBezTo>
                    <a:pt x="151" y="27"/>
                    <a:pt x="149" y="25"/>
                    <a:pt x="149" y="27"/>
                  </a:cubicBezTo>
                  <a:cubicBezTo>
                    <a:pt x="148" y="29"/>
                    <a:pt x="150" y="30"/>
                    <a:pt x="151" y="31"/>
                  </a:cubicBezTo>
                  <a:cubicBezTo>
                    <a:pt x="152" y="33"/>
                    <a:pt x="156" y="34"/>
                    <a:pt x="158" y="34"/>
                  </a:cubicBezTo>
                  <a:cubicBezTo>
                    <a:pt x="159" y="34"/>
                    <a:pt x="162" y="34"/>
                    <a:pt x="162" y="34"/>
                  </a:cubicBezTo>
                  <a:cubicBezTo>
                    <a:pt x="164" y="33"/>
                    <a:pt x="164" y="29"/>
                    <a:pt x="165" y="28"/>
                  </a:cubicBezTo>
                  <a:cubicBezTo>
                    <a:pt x="167" y="28"/>
                    <a:pt x="168" y="30"/>
                    <a:pt x="169" y="29"/>
                  </a:cubicBezTo>
                  <a:cubicBezTo>
                    <a:pt x="170" y="28"/>
                    <a:pt x="169" y="25"/>
                    <a:pt x="170" y="24"/>
                  </a:cubicBezTo>
                  <a:cubicBezTo>
                    <a:pt x="171" y="20"/>
                    <a:pt x="180" y="18"/>
                    <a:pt x="184" y="17"/>
                  </a:cubicBezTo>
                  <a:cubicBezTo>
                    <a:pt x="188" y="17"/>
                    <a:pt x="191" y="17"/>
                    <a:pt x="193" y="20"/>
                  </a:cubicBezTo>
                  <a:cubicBezTo>
                    <a:pt x="195" y="22"/>
                    <a:pt x="196" y="26"/>
                    <a:pt x="199" y="27"/>
                  </a:cubicBezTo>
                  <a:cubicBezTo>
                    <a:pt x="201" y="28"/>
                    <a:pt x="202" y="28"/>
                    <a:pt x="204" y="27"/>
                  </a:cubicBezTo>
                  <a:cubicBezTo>
                    <a:pt x="206" y="27"/>
                    <a:pt x="206" y="26"/>
                    <a:pt x="207" y="26"/>
                  </a:cubicBezTo>
                  <a:cubicBezTo>
                    <a:pt x="210" y="26"/>
                    <a:pt x="210" y="27"/>
                    <a:pt x="211" y="27"/>
                  </a:cubicBezTo>
                  <a:cubicBezTo>
                    <a:pt x="214" y="27"/>
                    <a:pt x="216" y="27"/>
                    <a:pt x="217" y="29"/>
                  </a:cubicBezTo>
                  <a:cubicBezTo>
                    <a:pt x="218" y="31"/>
                    <a:pt x="215" y="35"/>
                    <a:pt x="219" y="32"/>
                  </a:cubicBezTo>
                  <a:cubicBezTo>
                    <a:pt x="217" y="35"/>
                    <a:pt x="220" y="35"/>
                    <a:pt x="220" y="38"/>
                  </a:cubicBezTo>
                  <a:cubicBezTo>
                    <a:pt x="221" y="39"/>
                    <a:pt x="219" y="39"/>
                    <a:pt x="221" y="41"/>
                  </a:cubicBezTo>
                  <a:cubicBezTo>
                    <a:pt x="223" y="43"/>
                    <a:pt x="225" y="42"/>
                    <a:pt x="226" y="46"/>
                  </a:cubicBezTo>
                  <a:cubicBezTo>
                    <a:pt x="226" y="46"/>
                    <a:pt x="225" y="46"/>
                    <a:pt x="225" y="48"/>
                  </a:cubicBezTo>
                  <a:cubicBezTo>
                    <a:pt x="226" y="49"/>
                    <a:pt x="226" y="49"/>
                    <a:pt x="226" y="51"/>
                  </a:cubicBezTo>
                  <a:cubicBezTo>
                    <a:pt x="226" y="53"/>
                    <a:pt x="225" y="53"/>
                    <a:pt x="228" y="54"/>
                  </a:cubicBezTo>
                  <a:cubicBezTo>
                    <a:pt x="227" y="54"/>
                    <a:pt x="230" y="54"/>
                    <a:pt x="230" y="54"/>
                  </a:cubicBezTo>
                  <a:cubicBezTo>
                    <a:pt x="231" y="55"/>
                    <a:pt x="232" y="55"/>
                    <a:pt x="233" y="56"/>
                  </a:cubicBezTo>
                  <a:cubicBezTo>
                    <a:pt x="236" y="57"/>
                    <a:pt x="236" y="58"/>
                    <a:pt x="236" y="60"/>
                  </a:cubicBezTo>
                  <a:cubicBezTo>
                    <a:pt x="236" y="60"/>
                    <a:pt x="235" y="60"/>
                    <a:pt x="236" y="62"/>
                  </a:cubicBezTo>
                  <a:cubicBezTo>
                    <a:pt x="236" y="62"/>
                    <a:pt x="237" y="63"/>
                    <a:pt x="238" y="63"/>
                  </a:cubicBezTo>
                  <a:cubicBezTo>
                    <a:pt x="239" y="61"/>
                    <a:pt x="240" y="64"/>
                    <a:pt x="241" y="65"/>
                  </a:cubicBezTo>
                  <a:cubicBezTo>
                    <a:pt x="245" y="68"/>
                    <a:pt x="241" y="66"/>
                    <a:pt x="244" y="66"/>
                  </a:cubicBezTo>
                  <a:cubicBezTo>
                    <a:pt x="244" y="66"/>
                    <a:pt x="247" y="65"/>
                    <a:pt x="247" y="65"/>
                  </a:cubicBezTo>
                  <a:cubicBezTo>
                    <a:pt x="248" y="65"/>
                    <a:pt x="249" y="66"/>
                    <a:pt x="249" y="66"/>
                  </a:cubicBezTo>
                  <a:cubicBezTo>
                    <a:pt x="251" y="66"/>
                    <a:pt x="250" y="63"/>
                    <a:pt x="251" y="63"/>
                  </a:cubicBezTo>
                  <a:cubicBezTo>
                    <a:pt x="254" y="62"/>
                    <a:pt x="253" y="65"/>
                    <a:pt x="253" y="65"/>
                  </a:cubicBezTo>
                  <a:cubicBezTo>
                    <a:pt x="253" y="67"/>
                    <a:pt x="252" y="68"/>
                    <a:pt x="254" y="69"/>
                  </a:cubicBezTo>
                  <a:cubicBezTo>
                    <a:pt x="256" y="70"/>
                    <a:pt x="257" y="68"/>
                    <a:pt x="259" y="69"/>
                  </a:cubicBezTo>
                  <a:cubicBezTo>
                    <a:pt x="260" y="70"/>
                    <a:pt x="259" y="72"/>
                    <a:pt x="261" y="73"/>
                  </a:cubicBezTo>
                  <a:cubicBezTo>
                    <a:pt x="262" y="74"/>
                    <a:pt x="261" y="72"/>
                    <a:pt x="263" y="71"/>
                  </a:cubicBezTo>
                  <a:cubicBezTo>
                    <a:pt x="265" y="70"/>
                    <a:pt x="264" y="73"/>
                    <a:pt x="266" y="70"/>
                  </a:cubicBezTo>
                  <a:cubicBezTo>
                    <a:pt x="267" y="69"/>
                    <a:pt x="267" y="67"/>
                    <a:pt x="267" y="66"/>
                  </a:cubicBezTo>
                  <a:cubicBezTo>
                    <a:pt x="268" y="63"/>
                    <a:pt x="272" y="61"/>
                    <a:pt x="274" y="59"/>
                  </a:cubicBezTo>
                  <a:cubicBezTo>
                    <a:pt x="278" y="57"/>
                    <a:pt x="278" y="59"/>
                    <a:pt x="282" y="59"/>
                  </a:cubicBezTo>
                  <a:cubicBezTo>
                    <a:pt x="283" y="59"/>
                    <a:pt x="285" y="57"/>
                    <a:pt x="286" y="57"/>
                  </a:cubicBezTo>
                  <a:cubicBezTo>
                    <a:pt x="286" y="56"/>
                    <a:pt x="287" y="55"/>
                    <a:pt x="288" y="55"/>
                  </a:cubicBezTo>
                  <a:cubicBezTo>
                    <a:pt x="290" y="53"/>
                    <a:pt x="292" y="54"/>
                    <a:pt x="294" y="53"/>
                  </a:cubicBezTo>
                  <a:cubicBezTo>
                    <a:pt x="297" y="52"/>
                    <a:pt x="298" y="51"/>
                    <a:pt x="301" y="51"/>
                  </a:cubicBezTo>
                  <a:cubicBezTo>
                    <a:pt x="302" y="51"/>
                    <a:pt x="305" y="50"/>
                    <a:pt x="306" y="50"/>
                  </a:cubicBezTo>
                  <a:cubicBezTo>
                    <a:pt x="306" y="50"/>
                    <a:pt x="308" y="51"/>
                    <a:pt x="308" y="5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4" y="52"/>
                    <a:pt x="334" y="54"/>
                    <a:pt x="334" y="55"/>
                  </a:cubicBezTo>
                  <a:cubicBezTo>
                    <a:pt x="334" y="58"/>
                    <a:pt x="336" y="55"/>
                    <a:pt x="337" y="56"/>
                  </a:cubicBezTo>
                  <a:cubicBezTo>
                    <a:pt x="339" y="58"/>
                    <a:pt x="339" y="62"/>
                    <a:pt x="340" y="63"/>
                  </a:cubicBezTo>
                  <a:cubicBezTo>
                    <a:pt x="343" y="65"/>
                    <a:pt x="345" y="62"/>
                    <a:pt x="346" y="65"/>
                  </a:cubicBezTo>
                  <a:cubicBezTo>
                    <a:pt x="348" y="67"/>
                    <a:pt x="349" y="69"/>
                    <a:pt x="350" y="72"/>
                  </a:cubicBezTo>
                  <a:cubicBezTo>
                    <a:pt x="351" y="75"/>
                    <a:pt x="353" y="78"/>
                    <a:pt x="355" y="81"/>
                  </a:cubicBezTo>
                  <a:cubicBezTo>
                    <a:pt x="356" y="82"/>
                    <a:pt x="357" y="85"/>
                    <a:pt x="359" y="85"/>
                  </a:cubicBezTo>
                  <a:cubicBezTo>
                    <a:pt x="361" y="85"/>
                    <a:pt x="362" y="81"/>
                    <a:pt x="364" y="80"/>
                  </a:cubicBezTo>
                  <a:cubicBezTo>
                    <a:pt x="365" y="82"/>
                    <a:pt x="365" y="86"/>
                    <a:pt x="364" y="88"/>
                  </a:cubicBezTo>
                  <a:cubicBezTo>
                    <a:pt x="364" y="89"/>
                    <a:pt x="363" y="89"/>
                    <a:pt x="362" y="90"/>
                  </a:cubicBezTo>
                  <a:cubicBezTo>
                    <a:pt x="362" y="92"/>
                    <a:pt x="364" y="92"/>
                    <a:pt x="364" y="93"/>
                  </a:cubicBezTo>
                  <a:cubicBezTo>
                    <a:pt x="365" y="96"/>
                    <a:pt x="364" y="95"/>
                    <a:pt x="362" y="98"/>
                  </a:cubicBezTo>
                  <a:cubicBezTo>
                    <a:pt x="361" y="99"/>
                    <a:pt x="360" y="101"/>
                    <a:pt x="359" y="103"/>
                  </a:cubicBezTo>
                  <a:cubicBezTo>
                    <a:pt x="357" y="110"/>
                    <a:pt x="363" y="107"/>
                    <a:pt x="366" y="111"/>
                  </a:cubicBezTo>
                  <a:cubicBezTo>
                    <a:pt x="366" y="111"/>
                    <a:pt x="368" y="117"/>
                    <a:pt x="368" y="117"/>
                  </a:cubicBezTo>
                  <a:cubicBezTo>
                    <a:pt x="374" y="151"/>
                    <a:pt x="374" y="151"/>
                    <a:pt x="374" y="151"/>
                  </a:cubicBezTo>
                  <a:cubicBezTo>
                    <a:pt x="374" y="154"/>
                    <a:pt x="376" y="160"/>
                    <a:pt x="375" y="162"/>
                  </a:cubicBezTo>
                  <a:cubicBezTo>
                    <a:pt x="374" y="164"/>
                    <a:pt x="370" y="163"/>
                    <a:pt x="369" y="165"/>
                  </a:cubicBezTo>
                  <a:cubicBezTo>
                    <a:pt x="368" y="167"/>
                    <a:pt x="370" y="168"/>
                    <a:pt x="369" y="169"/>
                  </a:cubicBezTo>
                  <a:cubicBezTo>
                    <a:pt x="369" y="174"/>
                    <a:pt x="366" y="172"/>
                    <a:pt x="363" y="174"/>
                  </a:cubicBezTo>
                  <a:cubicBezTo>
                    <a:pt x="361" y="176"/>
                    <a:pt x="358" y="179"/>
                    <a:pt x="358" y="180"/>
                  </a:cubicBezTo>
                  <a:cubicBezTo>
                    <a:pt x="357" y="186"/>
                    <a:pt x="353" y="191"/>
                    <a:pt x="351" y="196"/>
                  </a:cubicBezTo>
                  <a:cubicBezTo>
                    <a:pt x="349" y="201"/>
                    <a:pt x="348" y="206"/>
                    <a:pt x="347" y="211"/>
                  </a:cubicBezTo>
                  <a:cubicBezTo>
                    <a:pt x="346" y="215"/>
                    <a:pt x="346" y="218"/>
                    <a:pt x="346" y="222"/>
                  </a:cubicBezTo>
                  <a:cubicBezTo>
                    <a:pt x="345" y="225"/>
                    <a:pt x="345" y="227"/>
                    <a:pt x="343" y="230"/>
                  </a:cubicBezTo>
                  <a:cubicBezTo>
                    <a:pt x="343" y="231"/>
                    <a:pt x="343" y="232"/>
                    <a:pt x="342" y="233"/>
                  </a:cubicBezTo>
                  <a:cubicBezTo>
                    <a:pt x="341" y="234"/>
                    <a:pt x="340" y="234"/>
                    <a:pt x="339" y="235"/>
                  </a:cubicBezTo>
                  <a:cubicBezTo>
                    <a:pt x="336" y="238"/>
                    <a:pt x="331" y="247"/>
                    <a:pt x="330" y="251"/>
                  </a:cubicBezTo>
                  <a:cubicBezTo>
                    <a:pt x="329" y="255"/>
                    <a:pt x="333" y="256"/>
                    <a:pt x="331" y="260"/>
                  </a:cubicBezTo>
                  <a:cubicBezTo>
                    <a:pt x="330" y="261"/>
                    <a:pt x="329" y="261"/>
                    <a:pt x="329" y="263"/>
                  </a:cubicBezTo>
                  <a:cubicBezTo>
                    <a:pt x="328" y="264"/>
                    <a:pt x="329" y="265"/>
                    <a:pt x="329" y="267"/>
                  </a:cubicBezTo>
                  <a:cubicBezTo>
                    <a:pt x="329" y="272"/>
                    <a:pt x="331" y="279"/>
                    <a:pt x="333" y="284"/>
                  </a:cubicBezTo>
                  <a:cubicBezTo>
                    <a:pt x="334" y="289"/>
                    <a:pt x="337" y="294"/>
                    <a:pt x="338" y="299"/>
                  </a:cubicBezTo>
                  <a:cubicBezTo>
                    <a:pt x="339" y="303"/>
                    <a:pt x="340" y="306"/>
                    <a:pt x="341" y="309"/>
                  </a:cubicBezTo>
                  <a:cubicBezTo>
                    <a:pt x="343" y="313"/>
                    <a:pt x="341" y="319"/>
                    <a:pt x="343" y="322"/>
                  </a:cubicBezTo>
                  <a:cubicBezTo>
                    <a:pt x="344" y="323"/>
                    <a:pt x="346" y="320"/>
                    <a:pt x="346" y="324"/>
                  </a:cubicBezTo>
                  <a:cubicBezTo>
                    <a:pt x="346" y="326"/>
                    <a:pt x="346" y="328"/>
                    <a:pt x="348" y="328"/>
                  </a:cubicBezTo>
                  <a:cubicBezTo>
                    <a:pt x="351" y="328"/>
                    <a:pt x="353" y="325"/>
                    <a:pt x="356" y="328"/>
                  </a:cubicBezTo>
                  <a:cubicBezTo>
                    <a:pt x="358" y="330"/>
                    <a:pt x="358" y="336"/>
                    <a:pt x="359" y="339"/>
                  </a:cubicBezTo>
                  <a:cubicBezTo>
                    <a:pt x="359" y="340"/>
                    <a:pt x="360" y="341"/>
                    <a:pt x="360" y="342"/>
                  </a:cubicBezTo>
                  <a:cubicBezTo>
                    <a:pt x="360" y="346"/>
                    <a:pt x="358" y="344"/>
                    <a:pt x="358" y="345"/>
                  </a:cubicBezTo>
                  <a:cubicBezTo>
                    <a:pt x="356" y="347"/>
                    <a:pt x="357" y="349"/>
                    <a:pt x="358" y="352"/>
                  </a:cubicBezTo>
                  <a:cubicBezTo>
                    <a:pt x="358" y="353"/>
                    <a:pt x="360" y="358"/>
                    <a:pt x="359" y="359"/>
                  </a:cubicBezTo>
                  <a:cubicBezTo>
                    <a:pt x="357" y="362"/>
                    <a:pt x="354" y="360"/>
                    <a:pt x="351" y="360"/>
                  </a:cubicBezTo>
                  <a:cubicBezTo>
                    <a:pt x="350" y="360"/>
                    <a:pt x="346" y="362"/>
                    <a:pt x="347" y="360"/>
                  </a:cubicBezTo>
                  <a:cubicBezTo>
                    <a:pt x="347" y="359"/>
                    <a:pt x="350" y="359"/>
                    <a:pt x="351" y="358"/>
                  </a:cubicBezTo>
                  <a:cubicBezTo>
                    <a:pt x="351" y="358"/>
                    <a:pt x="354" y="358"/>
                    <a:pt x="352" y="356"/>
                  </a:cubicBezTo>
                  <a:cubicBezTo>
                    <a:pt x="351" y="355"/>
                    <a:pt x="348" y="356"/>
                    <a:pt x="348" y="356"/>
                  </a:cubicBezTo>
                  <a:cubicBezTo>
                    <a:pt x="345" y="358"/>
                    <a:pt x="347" y="360"/>
                    <a:pt x="342" y="359"/>
                  </a:cubicBezTo>
                  <a:cubicBezTo>
                    <a:pt x="341" y="359"/>
                    <a:pt x="335" y="358"/>
                    <a:pt x="334" y="358"/>
                  </a:cubicBezTo>
                  <a:cubicBezTo>
                    <a:pt x="332" y="354"/>
                    <a:pt x="331" y="354"/>
                    <a:pt x="332" y="351"/>
                  </a:cubicBezTo>
                  <a:cubicBezTo>
                    <a:pt x="333" y="350"/>
                    <a:pt x="338" y="343"/>
                    <a:pt x="334" y="344"/>
                  </a:cubicBezTo>
                  <a:cubicBezTo>
                    <a:pt x="333" y="344"/>
                    <a:pt x="330" y="344"/>
                    <a:pt x="329" y="344"/>
                  </a:cubicBezTo>
                  <a:cubicBezTo>
                    <a:pt x="324" y="348"/>
                    <a:pt x="320" y="359"/>
                    <a:pt x="320" y="359"/>
                  </a:cubicBezTo>
                  <a:cubicBezTo>
                    <a:pt x="297" y="353"/>
                    <a:pt x="186" y="362"/>
                    <a:pt x="186" y="362"/>
                  </a:cubicBezTo>
                  <a:cubicBezTo>
                    <a:pt x="181" y="365"/>
                    <a:pt x="172" y="364"/>
                    <a:pt x="165" y="366"/>
                  </a:cubicBezTo>
                  <a:cubicBezTo>
                    <a:pt x="161" y="367"/>
                    <a:pt x="158" y="369"/>
                    <a:pt x="155" y="371"/>
                  </a:cubicBezTo>
                  <a:cubicBezTo>
                    <a:pt x="149" y="373"/>
                    <a:pt x="144" y="375"/>
                    <a:pt x="139" y="377"/>
                  </a:cubicBezTo>
                  <a:cubicBezTo>
                    <a:pt x="136" y="378"/>
                    <a:pt x="133" y="380"/>
                    <a:pt x="130" y="381"/>
                  </a:cubicBezTo>
                  <a:cubicBezTo>
                    <a:pt x="123" y="383"/>
                    <a:pt x="118" y="387"/>
                    <a:pt x="111" y="388"/>
                  </a:cubicBezTo>
                  <a:cubicBezTo>
                    <a:pt x="108" y="388"/>
                    <a:pt x="106" y="388"/>
                    <a:pt x="103" y="390"/>
                  </a:cubicBezTo>
                  <a:cubicBezTo>
                    <a:pt x="101" y="392"/>
                    <a:pt x="98" y="395"/>
                    <a:pt x="96" y="396"/>
                  </a:cubicBezTo>
                  <a:cubicBezTo>
                    <a:pt x="94" y="397"/>
                    <a:pt x="92" y="398"/>
                    <a:pt x="90" y="398"/>
                  </a:cubicBezTo>
                  <a:cubicBezTo>
                    <a:pt x="87" y="399"/>
                    <a:pt x="86" y="399"/>
                    <a:pt x="83" y="401"/>
                  </a:cubicBezTo>
                  <a:cubicBezTo>
                    <a:pt x="80" y="403"/>
                    <a:pt x="77" y="405"/>
                    <a:pt x="74" y="407"/>
                  </a:cubicBezTo>
                  <a:cubicBezTo>
                    <a:pt x="71" y="408"/>
                    <a:pt x="66" y="411"/>
                    <a:pt x="64" y="407"/>
                  </a:cubicBezTo>
                  <a:cubicBezTo>
                    <a:pt x="63" y="405"/>
                    <a:pt x="65" y="401"/>
                    <a:pt x="64" y="399"/>
                  </a:cubicBezTo>
                  <a:cubicBezTo>
                    <a:pt x="63" y="396"/>
                    <a:pt x="64" y="393"/>
                    <a:pt x="64" y="390"/>
                  </a:cubicBezTo>
                  <a:cubicBezTo>
                    <a:pt x="63" y="388"/>
                    <a:pt x="64" y="387"/>
                    <a:pt x="64" y="385"/>
                  </a:cubicBezTo>
                  <a:cubicBezTo>
                    <a:pt x="64" y="383"/>
                    <a:pt x="63" y="382"/>
                    <a:pt x="63" y="380"/>
                  </a:cubicBezTo>
                  <a:cubicBezTo>
                    <a:pt x="62" y="379"/>
                    <a:pt x="62" y="377"/>
                    <a:pt x="62" y="376"/>
                  </a:cubicBezTo>
                  <a:cubicBezTo>
                    <a:pt x="63" y="373"/>
                    <a:pt x="63" y="374"/>
                    <a:pt x="64" y="372"/>
                  </a:cubicBezTo>
                  <a:cubicBezTo>
                    <a:pt x="65" y="371"/>
                    <a:pt x="65" y="373"/>
                    <a:pt x="65" y="370"/>
                  </a:cubicBezTo>
                  <a:cubicBezTo>
                    <a:pt x="65" y="370"/>
                    <a:pt x="64" y="368"/>
                    <a:pt x="64" y="367"/>
                  </a:cubicBezTo>
                  <a:cubicBezTo>
                    <a:pt x="63" y="361"/>
                    <a:pt x="68" y="362"/>
                    <a:pt x="69" y="358"/>
                  </a:cubicBezTo>
                  <a:cubicBezTo>
                    <a:pt x="70" y="354"/>
                    <a:pt x="68" y="350"/>
                    <a:pt x="73" y="348"/>
                  </a:cubicBezTo>
                  <a:cubicBezTo>
                    <a:pt x="73" y="349"/>
                    <a:pt x="73" y="350"/>
                    <a:pt x="73" y="351"/>
                  </a:cubicBezTo>
                  <a:cubicBezTo>
                    <a:pt x="74" y="350"/>
                    <a:pt x="76" y="348"/>
                    <a:pt x="76" y="347"/>
                  </a:cubicBezTo>
                  <a:cubicBezTo>
                    <a:pt x="76" y="343"/>
                    <a:pt x="74" y="344"/>
                    <a:pt x="73" y="344"/>
                  </a:cubicBezTo>
                  <a:cubicBezTo>
                    <a:pt x="70" y="340"/>
                    <a:pt x="75" y="337"/>
                    <a:pt x="74" y="334"/>
                  </a:cubicBezTo>
                  <a:cubicBezTo>
                    <a:pt x="76" y="333"/>
                    <a:pt x="72" y="331"/>
                    <a:pt x="75" y="330"/>
                  </a:cubicBezTo>
                  <a:cubicBezTo>
                    <a:pt x="75" y="327"/>
                    <a:pt x="73" y="324"/>
                    <a:pt x="72" y="321"/>
                  </a:cubicBezTo>
                  <a:cubicBezTo>
                    <a:pt x="72" y="319"/>
                    <a:pt x="72" y="316"/>
                    <a:pt x="72" y="314"/>
                  </a:cubicBezTo>
                  <a:cubicBezTo>
                    <a:pt x="72" y="309"/>
                    <a:pt x="70" y="314"/>
                    <a:pt x="70" y="314"/>
                  </a:cubicBezTo>
                  <a:cubicBezTo>
                    <a:pt x="70" y="314"/>
                    <a:pt x="70" y="315"/>
                    <a:pt x="70" y="315"/>
                  </a:cubicBezTo>
                  <a:cubicBezTo>
                    <a:pt x="69" y="315"/>
                    <a:pt x="69" y="314"/>
                    <a:pt x="68" y="314"/>
                  </a:cubicBezTo>
                  <a:cubicBezTo>
                    <a:pt x="68" y="314"/>
                    <a:pt x="67" y="312"/>
                    <a:pt x="67" y="312"/>
                  </a:cubicBezTo>
                  <a:cubicBezTo>
                    <a:pt x="65" y="314"/>
                    <a:pt x="63" y="310"/>
                    <a:pt x="61" y="309"/>
                  </a:cubicBezTo>
                  <a:cubicBezTo>
                    <a:pt x="60" y="309"/>
                    <a:pt x="59" y="307"/>
                    <a:pt x="58" y="307"/>
                  </a:cubicBezTo>
                  <a:cubicBezTo>
                    <a:pt x="56" y="307"/>
                    <a:pt x="58" y="310"/>
                    <a:pt x="55" y="308"/>
                  </a:cubicBezTo>
                  <a:cubicBezTo>
                    <a:pt x="52" y="306"/>
                    <a:pt x="52" y="305"/>
                    <a:pt x="51" y="302"/>
                  </a:cubicBezTo>
                  <a:cubicBezTo>
                    <a:pt x="51" y="301"/>
                    <a:pt x="50" y="296"/>
                    <a:pt x="47" y="298"/>
                  </a:cubicBezTo>
                  <a:cubicBezTo>
                    <a:pt x="46" y="296"/>
                    <a:pt x="48" y="294"/>
                    <a:pt x="48" y="291"/>
                  </a:cubicBezTo>
                  <a:cubicBezTo>
                    <a:pt x="48" y="289"/>
                    <a:pt x="46" y="288"/>
                    <a:pt x="44" y="286"/>
                  </a:cubicBezTo>
                  <a:cubicBezTo>
                    <a:pt x="42" y="285"/>
                    <a:pt x="38" y="284"/>
                    <a:pt x="36" y="283"/>
                  </a:cubicBezTo>
                  <a:cubicBezTo>
                    <a:pt x="34" y="283"/>
                    <a:pt x="32" y="285"/>
                    <a:pt x="29" y="285"/>
                  </a:cubicBezTo>
                  <a:cubicBezTo>
                    <a:pt x="27" y="285"/>
                    <a:pt x="25" y="284"/>
                    <a:pt x="23" y="283"/>
                  </a:cubicBezTo>
                  <a:cubicBezTo>
                    <a:pt x="20" y="282"/>
                    <a:pt x="18" y="281"/>
                    <a:pt x="15" y="280"/>
                  </a:cubicBezTo>
                  <a:cubicBezTo>
                    <a:pt x="14" y="280"/>
                    <a:pt x="14" y="281"/>
                    <a:pt x="13" y="280"/>
                  </a:cubicBezTo>
                  <a:cubicBezTo>
                    <a:pt x="0" y="268"/>
                    <a:pt x="16" y="255"/>
                    <a:pt x="16" y="255"/>
                  </a:cubicBezTo>
                  <a:cubicBezTo>
                    <a:pt x="17" y="253"/>
                    <a:pt x="18" y="252"/>
                    <a:pt x="18" y="251"/>
                  </a:cubicBezTo>
                  <a:cubicBezTo>
                    <a:pt x="18" y="250"/>
                    <a:pt x="19" y="249"/>
                    <a:pt x="19" y="249"/>
                  </a:cubicBezTo>
                  <a:cubicBezTo>
                    <a:pt x="19" y="248"/>
                    <a:pt x="18" y="248"/>
                    <a:pt x="18" y="247"/>
                  </a:cubicBezTo>
                  <a:cubicBezTo>
                    <a:pt x="18" y="246"/>
                    <a:pt x="18" y="244"/>
                    <a:pt x="18" y="243"/>
                  </a:cubicBezTo>
                  <a:cubicBezTo>
                    <a:pt x="19" y="242"/>
                    <a:pt x="20" y="241"/>
                    <a:pt x="20" y="240"/>
                  </a:cubicBezTo>
                  <a:cubicBezTo>
                    <a:pt x="21" y="237"/>
                    <a:pt x="19" y="234"/>
                    <a:pt x="20" y="231"/>
                  </a:cubicBezTo>
                  <a:cubicBezTo>
                    <a:pt x="20" y="230"/>
                    <a:pt x="21" y="229"/>
                    <a:pt x="21" y="228"/>
                  </a:cubicBezTo>
                  <a:cubicBezTo>
                    <a:pt x="20" y="227"/>
                    <a:pt x="18" y="226"/>
                    <a:pt x="17" y="225"/>
                  </a:cubicBezTo>
                  <a:cubicBezTo>
                    <a:pt x="14" y="219"/>
                    <a:pt x="15" y="212"/>
                    <a:pt x="12" y="205"/>
                  </a:cubicBezTo>
                  <a:cubicBezTo>
                    <a:pt x="11" y="202"/>
                    <a:pt x="9" y="203"/>
                    <a:pt x="12" y="201"/>
                  </a:cubicBezTo>
                  <a:cubicBezTo>
                    <a:pt x="15" y="198"/>
                    <a:pt x="14" y="201"/>
                    <a:pt x="15" y="201"/>
                  </a:cubicBezTo>
                  <a:cubicBezTo>
                    <a:pt x="18" y="201"/>
                    <a:pt x="19" y="201"/>
                    <a:pt x="21" y="202"/>
                  </a:cubicBezTo>
                  <a:cubicBezTo>
                    <a:pt x="23" y="203"/>
                    <a:pt x="25" y="205"/>
                    <a:pt x="26" y="203"/>
                  </a:cubicBezTo>
                  <a:cubicBezTo>
                    <a:pt x="28" y="202"/>
                    <a:pt x="27" y="201"/>
                    <a:pt x="27" y="199"/>
                  </a:cubicBezTo>
                  <a:cubicBezTo>
                    <a:pt x="28" y="198"/>
                    <a:pt x="29" y="198"/>
                    <a:pt x="30" y="197"/>
                  </a:cubicBezTo>
                  <a:cubicBezTo>
                    <a:pt x="31" y="195"/>
                    <a:pt x="31" y="193"/>
                    <a:pt x="32" y="191"/>
                  </a:cubicBezTo>
                  <a:cubicBezTo>
                    <a:pt x="32" y="190"/>
                    <a:pt x="34" y="187"/>
                    <a:pt x="34" y="187"/>
                  </a:cubicBezTo>
                  <a:cubicBezTo>
                    <a:pt x="33" y="186"/>
                    <a:pt x="32" y="185"/>
                    <a:pt x="32" y="185"/>
                  </a:cubicBezTo>
                  <a:cubicBezTo>
                    <a:pt x="31" y="182"/>
                    <a:pt x="34" y="180"/>
                    <a:pt x="35" y="177"/>
                  </a:cubicBezTo>
                  <a:cubicBezTo>
                    <a:pt x="36" y="174"/>
                    <a:pt x="34" y="173"/>
                    <a:pt x="38" y="172"/>
                  </a:cubicBezTo>
                  <a:lnTo>
                    <a:pt x="39" y="167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8" name="Freeform 139">
              <a:extLst>
                <a:ext uri="{FF2B5EF4-FFF2-40B4-BE49-F238E27FC236}">
                  <a16:creationId xmlns:a16="http://schemas.microsoft.com/office/drawing/2014/main" id="{80BFB05F-78D8-4F19-A24C-E53986CFAA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00700" y="2254250"/>
              <a:ext cx="554038" cy="423863"/>
            </a:xfrm>
            <a:custGeom>
              <a:avLst/>
              <a:gdLst>
                <a:gd name="T0" fmla="*/ 141 w 490"/>
                <a:gd name="T1" fmla="*/ 346 h 375"/>
                <a:gd name="T2" fmla="*/ 110 w 490"/>
                <a:gd name="T3" fmla="*/ 342 h 375"/>
                <a:gd name="T4" fmla="*/ 85 w 490"/>
                <a:gd name="T5" fmla="*/ 352 h 375"/>
                <a:gd name="T6" fmla="*/ 48 w 490"/>
                <a:gd name="T7" fmla="*/ 352 h 375"/>
                <a:gd name="T8" fmla="*/ 34 w 490"/>
                <a:gd name="T9" fmla="*/ 332 h 375"/>
                <a:gd name="T10" fmla="*/ 2 w 490"/>
                <a:gd name="T11" fmla="*/ 306 h 375"/>
                <a:gd name="T12" fmla="*/ 4 w 490"/>
                <a:gd name="T13" fmla="*/ 266 h 375"/>
                <a:gd name="T14" fmla="*/ 21 w 490"/>
                <a:gd name="T15" fmla="*/ 234 h 375"/>
                <a:gd name="T16" fmla="*/ 20 w 490"/>
                <a:gd name="T17" fmla="*/ 209 h 375"/>
                <a:gd name="T18" fmla="*/ 66 w 490"/>
                <a:gd name="T19" fmla="*/ 183 h 375"/>
                <a:gd name="T20" fmla="*/ 73 w 490"/>
                <a:gd name="T21" fmla="*/ 152 h 375"/>
                <a:gd name="T22" fmla="*/ 81 w 490"/>
                <a:gd name="T23" fmla="*/ 123 h 375"/>
                <a:gd name="T24" fmla="*/ 106 w 490"/>
                <a:gd name="T25" fmla="*/ 104 h 375"/>
                <a:gd name="T26" fmla="*/ 141 w 490"/>
                <a:gd name="T27" fmla="*/ 116 h 375"/>
                <a:gd name="T28" fmla="*/ 159 w 490"/>
                <a:gd name="T29" fmla="*/ 93 h 375"/>
                <a:gd name="T30" fmla="*/ 217 w 490"/>
                <a:gd name="T31" fmla="*/ 54 h 375"/>
                <a:gd name="T32" fmla="*/ 306 w 490"/>
                <a:gd name="T33" fmla="*/ 0 h 375"/>
                <a:gd name="T34" fmla="*/ 359 w 490"/>
                <a:gd name="T35" fmla="*/ 22 h 375"/>
                <a:gd name="T36" fmla="*/ 370 w 490"/>
                <a:gd name="T37" fmla="*/ 70 h 375"/>
                <a:gd name="T38" fmla="*/ 391 w 490"/>
                <a:gd name="T39" fmla="*/ 91 h 375"/>
                <a:gd name="T40" fmla="*/ 417 w 490"/>
                <a:gd name="T41" fmla="*/ 122 h 375"/>
                <a:gd name="T42" fmla="*/ 446 w 490"/>
                <a:gd name="T43" fmla="*/ 159 h 375"/>
                <a:gd name="T44" fmla="*/ 471 w 490"/>
                <a:gd name="T45" fmla="*/ 181 h 375"/>
                <a:gd name="T46" fmla="*/ 461 w 490"/>
                <a:gd name="T47" fmla="*/ 245 h 375"/>
                <a:gd name="T48" fmla="*/ 425 w 490"/>
                <a:gd name="T49" fmla="*/ 247 h 375"/>
                <a:gd name="T50" fmla="*/ 411 w 490"/>
                <a:gd name="T51" fmla="*/ 266 h 375"/>
                <a:gd name="T52" fmla="*/ 366 w 490"/>
                <a:gd name="T53" fmla="*/ 270 h 375"/>
                <a:gd name="T54" fmla="*/ 308 w 490"/>
                <a:gd name="T55" fmla="*/ 273 h 375"/>
                <a:gd name="T56" fmla="*/ 276 w 490"/>
                <a:gd name="T57" fmla="*/ 272 h 375"/>
                <a:gd name="T58" fmla="*/ 171 w 490"/>
                <a:gd name="T59" fmla="*/ 277 h 375"/>
                <a:gd name="T60" fmla="*/ 177 w 490"/>
                <a:gd name="T61" fmla="*/ 314 h 375"/>
                <a:gd name="T62" fmla="*/ 178 w 490"/>
                <a:gd name="T63" fmla="*/ 359 h 375"/>
                <a:gd name="T64" fmla="*/ 167 w 490"/>
                <a:gd name="T65" fmla="*/ 343 h 375"/>
                <a:gd name="T66" fmla="*/ 158 w 490"/>
                <a:gd name="T67" fmla="*/ 295 h 375"/>
                <a:gd name="T68" fmla="*/ 215 w 490"/>
                <a:gd name="T69" fmla="*/ 263 h 375"/>
                <a:gd name="T70" fmla="*/ 283 w 490"/>
                <a:gd name="T71" fmla="*/ 262 h 375"/>
                <a:gd name="T72" fmla="*/ 310 w 490"/>
                <a:gd name="T73" fmla="*/ 260 h 375"/>
                <a:gd name="T74" fmla="*/ 374 w 490"/>
                <a:gd name="T75" fmla="*/ 265 h 375"/>
                <a:gd name="T76" fmla="*/ 412 w 490"/>
                <a:gd name="T77" fmla="*/ 246 h 375"/>
                <a:gd name="T78" fmla="*/ 459 w 490"/>
                <a:gd name="T79" fmla="*/ 236 h 375"/>
                <a:gd name="T80" fmla="*/ 469 w 490"/>
                <a:gd name="T81" fmla="*/ 172 h 375"/>
                <a:gd name="T82" fmla="*/ 445 w 490"/>
                <a:gd name="T83" fmla="*/ 168 h 375"/>
                <a:gd name="T84" fmla="*/ 398 w 490"/>
                <a:gd name="T85" fmla="*/ 107 h 375"/>
                <a:gd name="T86" fmla="*/ 372 w 490"/>
                <a:gd name="T87" fmla="*/ 90 h 375"/>
                <a:gd name="T88" fmla="*/ 361 w 490"/>
                <a:gd name="T89" fmla="*/ 60 h 375"/>
                <a:gd name="T90" fmla="*/ 336 w 490"/>
                <a:gd name="T91" fmla="*/ 14 h 375"/>
                <a:gd name="T92" fmla="*/ 263 w 490"/>
                <a:gd name="T93" fmla="*/ 34 h 375"/>
                <a:gd name="T94" fmla="*/ 186 w 490"/>
                <a:gd name="T95" fmla="*/ 67 h 375"/>
                <a:gd name="T96" fmla="*/ 152 w 490"/>
                <a:gd name="T97" fmla="*/ 100 h 375"/>
                <a:gd name="T98" fmla="*/ 124 w 490"/>
                <a:gd name="T99" fmla="*/ 130 h 375"/>
                <a:gd name="T100" fmla="*/ 91 w 490"/>
                <a:gd name="T101" fmla="*/ 125 h 375"/>
                <a:gd name="T102" fmla="*/ 82 w 490"/>
                <a:gd name="T103" fmla="*/ 162 h 375"/>
                <a:gd name="T104" fmla="*/ 79 w 490"/>
                <a:gd name="T105" fmla="*/ 185 h 375"/>
                <a:gd name="T106" fmla="*/ 59 w 490"/>
                <a:gd name="T107" fmla="*/ 204 h 375"/>
                <a:gd name="T108" fmla="*/ 26 w 490"/>
                <a:gd name="T109" fmla="*/ 225 h 375"/>
                <a:gd name="T110" fmla="*/ 14 w 490"/>
                <a:gd name="T111" fmla="*/ 266 h 375"/>
                <a:gd name="T112" fmla="*/ 15 w 490"/>
                <a:gd name="T113" fmla="*/ 308 h 375"/>
                <a:gd name="T114" fmla="*/ 44 w 490"/>
                <a:gd name="T115" fmla="*/ 330 h 375"/>
                <a:gd name="T116" fmla="*/ 61 w 490"/>
                <a:gd name="T117" fmla="*/ 345 h 375"/>
                <a:gd name="T118" fmla="*/ 89 w 490"/>
                <a:gd name="T119" fmla="*/ 338 h 375"/>
                <a:gd name="T120" fmla="*/ 118 w 490"/>
                <a:gd name="T121" fmla="*/ 330 h 375"/>
                <a:gd name="T122" fmla="*/ 150 w 490"/>
                <a:gd name="T123" fmla="*/ 33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375">
                  <a:moveTo>
                    <a:pt x="171" y="375"/>
                  </a:moveTo>
                  <a:cubicBezTo>
                    <a:pt x="171" y="375"/>
                    <a:pt x="170" y="375"/>
                    <a:pt x="170" y="374"/>
                  </a:cubicBezTo>
                  <a:cubicBezTo>
                    <a:pt x="165" y="373"/>
                    <a:pt x="160" y="365"/>
                    <a:pt x="158" y="359"/>
                  </a:cubicBezTo>
                  <a:cubicBezTo>
                    <a:pt x="157" y="358"/>
                    <a:pt x="157" y="357"/>
                    <a:pt x="157" y="356"/>
                  </a:cubicBezTo>
                  <a:cubicBezTo>
                    <a:pt x="156" y="356"/>
                    <a:pt x="156" y="355"/>
                    <a:pt x="155" y="354"/>
                  </a:cubicBezTo>
                  <a:cubicBezTo>
                    <a:pt x="154" y="354"/>
                    <a:pt x="152" y="353"/>
                    <a:pt x="150" y="352"/>
                  </a:cubicBezTo>
                  <a:cubicBezTo>
                    <a:pt x="148" y="351"/>
                    <a:pt x="147" y="348"/>
                    <a:pt x="147" y="346"/>
                  </a:cubicBezTo>
                  <a:cubicBezTo>
                    <a:pt x="147" y="346"/>
                    <a:pt x="147" y="346"/>
                    <a:pt x="147" y="346"/>
                  </a:cubicBezTo>
                  <a:cubicBezTo>
                    <a:pt x="145" y="346"/>
                    <a:pt x="144" y="346"/>
                    <a:pt x="144" y="345"/>
                  </a:cubicBezTo>
                  <a:cubicBezTo>
                    <a:pt x="143" y="345"/>
                    <a:pt x="142" y="346"/>
                    <a:pt x="141" y="346"/>
                  </a:cubicBezTo>
                  <a:cubicBezTo>
                    <a:pt x="140" y="346"/>
                    <a:pt x="139" y="345"/>
                    <a:pt x="138" y="345"/>
                  </a:cubicBezTo>
                  <a:cubicBezTo>
                    <a:pt x="137" y="345"/>
                    <a:pt x="136" y="344"/>
                    <a:pt x="135" y="342"/>
                  </a:cubicBezTo>
                  <a:cubicBezTo>
                    <a:pt x="134" y="341"/>
                    <a:pt x="134" y="341"/>
                    <a:pt x="134" y="341"/>
                  </a:cubicBezTo>
                  <a:cubicBezTo>
                    <a:pt x="134" y="341"/>
                    <a:pt x="133" y="341"/>
                    <a:pt x="132" y="341"/>
                  </a:cubicBezTo>
                  <a:cubicBezTo>
                    <a:pt x="131" y="341"/>
                    <a:pt x="130" y="341"/>
                    <a:pt x="129" y="341"/>
                  </a:cubicBezTo>
                  <a:cubicBezTo>
                    <a:pt x="128" y="341"/>
                    <a:pt x="127" y="341"/>
                    <a:pt x="127" y="341"/>
                  </a:cubicBezTo>
                  <a:cubicBezTo>
                    <a:pt x="124" y="341"/>
                    <a:pt x="122" y="341"/>
                    <a:pt x="121" y="341"/>
                  </a:cubicBezTo>
                  <a:cubicBezTo>
                    <a:pt x="120" y="341"/>
                    <a:pt x="119" y="340"/>
                    <a:pt x="118" y="339"/>
                  </a:cubicBezTo>
                  <a:cubicBezTo>
                    <a:pt x="117" y="340"/>
                    <a:pt x="115" y="340"/>
                    <a:pt x="112" y="341"/>
                  </a:cubicBezTo>
                  <a:cubicBezTo>
                    <a:pt x="110" y="342"/>
                    <a:pt x="110" y="342"/>
                    <a:pt x="110" y="342"/>
                  </a:cubicBezTo>
                  <a:cubicBezTo>
                    <a:pt x="108" y="343"/>
                    <a:pt x="107" y="343"/>
                    <a:pt x="106" y="343"/>
                  </a:cubicBezTo>
                  <a:cubicBezTo>
                    <a:pt x="105" y="343"/>
                    <a:pt x="105" y="343"/>
                    <a:pt x="105" y="343"/>
                  </a:cubicBezTo>
                  <a:cubicBezTo>
                    <a:pt x="104" y="343"/>
                    <a:pt x="103" y="344"/>
                    <a:pt x="102" y="344"/>
                  </a:cubicBezTo>
                  <a:cubicBezTo>
                    <a:pt x="102" y="345"/>
                    <a:pt x="101" y="346"/>
                    <a:pt x="100" y="346"/>
                  </a:cubicBezTo>
                  <a:cubicBezTo>
                    <a:pt x="97" y="349"/>
                    <a:pt x="93" y="348"/>
                    <a:pt x="91" y="348"/>
                  </a:cubicBezTo>
                  <a:cubicBezTo>
                    <a:pt x="91" y="348"/>
                    <a:pt x="91" y="348"/>
                    <a:pt x="91" y="348"/>
                  </a:cubicBezTo>
                  <a:cubicBezTo>
                    <a:pt x="90" y="348"/>
                    <a:pt x="90" y="348"/>
                    <a:pt x="90" y="349"/>
                  </a:cubicBezTo>
                  <a:cubicBezTo>
                    <a:pt x="88" y="350"/>
                    <a:pt x="87" y="350"/>
                    <a:pt x="86" y="351"/>
                  </a:cubicBezTo>
                  <a:cubicBezTo>
                    <a:pt x="86" y="351"/>
                    <a:pt x="85" y="351"/>
                    <a:pt x="85" y="351"/>
                  </a:cubicBezTo>
                  <a:cubicBezTo>
                    <a:pt x="85" y="352"/>
                    <a:pt x="85" y="352"/>
                    <a:pt x="85" y="352"/>
                  </a:cubicBezTo>
                  <a:cubicBezTo>
                    <a:pt x="84" y="354"/>
                    <a:pt x="84" y="357"/>
                    <a:pt x="82" y="359"/>
                  </a:cubicBezTo>
                  <a:cubicBezTo>
                    <a:pt x="81" y="360"/>
                    <a:pt x="79" y="360"/>
                    <a:pt x="78" y="361"/>
                  </a:cubicBezTo>
                  <a:cubicBezTo>
                    <a:pt x="77" y="363"/>
                    <a:pt x="74" y="363"/>
                    <a:pt x="74" y="363"/>
                  </a:cubicBezTo>
                  <a:cubicBezTo>
                    <a:pt x="72" y="363"/>
                    <a:pt x="70" y="361"/>
                    <a:pt x="69" y="359"/>
                  </a:cubicBezTo>
                  <a:cubicBezTo>
                    <a:pt x="67" y="359"/>
                    <a:pt x="65" y="358"/>
                    <a:pt x="64" y="357"/>
                  </a:cubicBezTo>
                  <a:cubicBezTo>
                    <a:pt x="63" y="357"/>
                    <a:pt x="63" y="357"/>
                    <a:pt x="62" y="356"/>
                  </a:cubicBezTo>
                  <a:cubicBezTo>
                    <a:pt x="62" y="356"/>
                    <a:pt x="61" y="356"/>
                    <a:pt x="60" y="355"/>
                  </a:cubicBezTo>
                  <a:cubicBezTo>
                    <a:pt x="58" y="357"/>
                    <a:pt x="56" y="357"/>
                    <a:pt x="55" y="357"/>
                  </a:cubicBezTo>
                  <a:cubicBezTo>
                    <a:pt x="53" y="356"/>
                    <a:pt x="52" y="355"/>
                    <a:pt x="51" y="353"/>
                  </a:cubicBezTo>
                  <a:cubicBezTo>
                    <a:pt x="50" y="353"/>
                    <a:pt x="49" y="353"/>
                    <a:pt x="48" y="352"/>
                  </a:cubicBezTo>
                  <a:cubicBezTo>
                    <a:pt x="47" y="351"/>
                    <a:pt x="46" y="351"/>
                    <a:pt x="45" y="350"/>
                  </a:cubicBezTo>
                  <a:cubicBezTo>
                    <a:pt x="44" y="347"/>
                    <a:pt x="44" y="346"/>
                    <a:pt x="44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345"/>
                    <a:pt x="43" y="344"/>
                    <a:pt x="43" y="344"/>
                  </a:cubicBezTo>
                  <a:cubicBezTo>
                    <a:pt x="42" y="344"/>
                    <a:pt x="41" y="344"/>
                    <a:pt x="40" y="344"/>
                  </a:cubicBezTo>
                  <a:cubicBezTo>
                    <a:pt x="38" y="343"/>
                    <a:pt x="34" y="342"/>
                    <a:pt x="35" y="337"/>
                  </a:cubicBezTo>
                  <a:cubicBezTo>
                    <a:pt x="35" y="337"/>
                    <a:pt x="35" y="336"/>
                    <a:pt x="35" y="336"/>
                  </a:cubicBezTo>
                  <a:cubicBezTo>
                    <a:pt x="34" y="335"/>
                    <a:pt x="34" y="335"/>
                    <a:pt x="34" y="335"/>
                  </a:cubicBezTo>
                  <a:cubicBezTo>
                    <a:pt x="34" y="334"/>
                    <a:pt x="34" y="333"/>
                    <a:pt x="34" y="333"/>
                  </a:cubicBezTo>
                  <a:cubicBezTo>
                    <a:pt x="34" y="333"/>
                    <a:pt x="34" y="332"/>
                    <a:pt x="34" y="332"/>
                  </a:cubicBezTo>
                  <a:cubicBezTo>
                    <a:pt x="33" y="331"/>
                    <a:pt x="32" y="330"/>
                    <a:pt x="31" y="330"/>
                  </a:cubicBezTo>
                  <a:cubicBezTo>
                    <a:pt x="29" y="327"/>
                    <a:pt x="28" y="325"/>
                    <a:pt x="29" y="324"/>
                  </a:cubicBezTo>
                  <a:cubicBezTo>
                    <a:pt x="28" y="323"/>
                    <a:pt x="28" y="322"/>
                    <a:pt x="27" y="322"/>
                  </a:cubicBezTo>
                  <a:cubicBezTo>
                    <a:pt x="27" y="321"/>
                    <a:pt x="27" y="321"/>
                    <a:pt x="27" y="321"/>
                  </a:cubicBezTo>
                  <a:cubicBezTo>
                    <a:pt x="26" y="320"/>
                    <a:pt x="25" y="318"/>
                    <a:pt x="25" y="317"/>
                  </a:cubicBezTo>
                  <a:cubicBezTo>
                    <a:pt x="25" y="317"/>
                    <a:pt x="25" y="317"/>
                    <a:pt x="25" y="317"/>
                  </a:cubicBezTo>
                  <a:cubicBezTo>
                    <a:pt x="23" y="317"/>
                    <a:pt x="22" y="316"/>
                    <a:pt x="22" y="316"/>
                  </a:cubicBezTo>
                  <a:cubicBezTo>
                    <a:pt x="21" y="316"/>
                    <a:pt x="21" y="316"/>
                    <a:pt x="20" y="316"/>
                  </a:cubicBezTo>
                  <a:cubicBezTo>
                    <a:pt x="18" y="317"/>
                    <a:pt x="14" y="318"/>
                    <a:pt x="12" y="317"/>
                  </a:cubicBezTo>
                  <a:cubicBezTo>
                    <a:pt x="7" y="315"/>
                    <a:pt x="3" y="309"/>
                    <a:pt x="2" y="306"/>
                  </a:cubicBezTo>
                  <a:cubicBezTo>
                    <a:pt x="0" y="302"/>
                    <a:pt x="2" y="299"/>
                    <a:pt x="3" y="297"/>
                  </a:cubicBezTo>
                  <a:cubicBezTo>
                    <a:pt x="4" y="296"/>
                    <a:pt x="4" y="295"/>
                    <a:pt x="4" y="294"/>
                  </a:cubicBezTo>
                  <a:cubicBezTo>
                    <a:pt x="3" y="290"/>
                    <a:pt x="5" y="283"/>
                    <a:pt x="6" y="282"/>
                  </a:cubicBezTo>
                  <a:cubicBezTo>
                    <a:pt x="6" y="281"/>
                    <a:pt x="6" y="280"/>
                    <a:pt x="7" y="279"/>
                  </a:cubicBezTo>
                  <a:cubicBezTo>
                    <a:pt x="7" y="278"/>
                    <a:pt x="8" y="277"/>
                    <a:pt x="8" y="277"/>
                  </a:cubicBezTo>
                  <a:cubicBezTo>
                    <a:pt x="7" y="276"/>
                    <a:pt x="7" y="275"/>
                    <a:pt x="6" y="273"/>
                  </a:cubicBezTo>
                  <a:cubicBezTo>
                    <a:pt x="6" y="273"/>
                    <a:pt x="6" y="273"/>
                    <a:pt x="6" y="273"/>
                  </a:cubicBezTo>
                  <a:cubicBezTo>
                    <a:pt x="6" y="273"/>
                    <a:pt x="5" y="273"/>
                    <a:pt x="5" y="272"/>
                  </a:cubicBezTo>
                  <a:cubicBezTo>
                    <a:pt x="4" y="271"/>
                    <a:pt x="4" y="270"/>
                    <a:pt x="4" y="268"/>
                  </a:cubicBezTo>
                  <a:cubicBezTo>
                    <a:pt x="4" y="268"/>
                    <a:pt x="4" y="267"/>
                    <a:pt x="4" y="266"/>
                  </a:cubicBezTo>
                  <a:cubicBezTo>
                    <a:pt x="3" y="264"/>
                    <a:pt x="3" y="259"/>
                    <a:pt x="10" y="257"/>
                  </a:cubicBezTo>
                  <a:cubicBezTo>
                    <a:pt x="11" y="257"/>
                    <a:pt x="12" y="257"/>
                    <a:pt x="13" y="256"/>
                  </a:cubicBezTo>
                  <a:cubicBezTo>
                    <a:pt x="14" y="256"/>
                    <a:pt x="14" y="256"/>
                    <a:pt x="15" y="256"/>
                  </a:cubicBezTo>
                  <a:cubicBezTo>
                    <a:pt x="15" y="255"/>
                    <a:pt x="15" y="254"/>
                    <a:pt x="15" y="253"/>
                  </a:cubicBezTo>
                  <a:cubicBezTo>
                    <a:pt x="16" y="251"/>
                    <a:pt x="17" y="250"/>
                    <a:pt x="18" y="250"/>
                  </a:cubicBezTo>
                  <a:cubicBezTo>
                    <a:pt x="18" y="250"/>
                    <a:pt x="18" y="248"/>
                    <a:pt x="18" y="247"/>
                  </a:cubicBezTo>
                  <a:cubicBezTo>
                    <a:pt x="18" y="245"/>
                    <a:pt x="17" y="242"/>
                    <a:pt x="19" y="240"/>
                  </a:cubicBezTo>
                  <a:cubicBezTo>
                    <a:pt x="19" y="238"/>
                    <a:pt x="20" y="238"/>
                    <a:pt x="21" y="237"/>
                  </a:cubicBezTo>
                  <a:cubicBezTo>
                    <a:pt x="21" y="237"/>
                    <a:pt x="21" y="237"/>
                    <a:pt x="21" y="237"/>
                  </a:cubicBezTo>
                  <a:cubicBezTo>
                    <a:pt x="21" y="236"/>
                    <a:pt x="21" y="235"/>
                    <a:pt x="21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19" y="232"/>
                    <a:pt x="17" y="232"/>
                    <a:pt x="16" y="229"/>
                  </a:cubicBezTo>
                  <a:cubicBezTo>
                    <a:pt x="15" y="226"/>
                    <a:pt x="16" y="223"/>
                    <a:pt x="17" y="222"/>
                  </a:cubicBezTo>
                  <a:cubicBezTo>
                    <a:pt x="17" y="221"/>
                    <a:pt x="17" y="221"/>
                    <a:pt x="17" y="220"/>
                  </a:cubicBezTo>
                  <a:cubicBezTo>
                    <a:pt x="17" y="220"/>
                    <a:pt x="17" y="220"/>
                    <a:pt x="16" y="220"/>
                  </a:cubicBezTo>
                  <a:cubicBezTo>
                    <a:pt x="15" y="220"/>
                    <a:pt x="13" y="219"/>
                    <a:pt x="11" y="217"/>
                  </a:cubicBezTo>
                  <a:cubicBezTo>
                    <a:pt x="10" y="216"/>
                    <a:pt x="9" y="214"/>
                    <a:pt x="10" y="212"/>
                  </a:cubicBezTo>
                  <a:cubicBezTo>
                    <a:pt x="11" y="211"/>
                    <a:pt x="12" y="210"/>
                    <a:pt x="14" y="210"/>
                  </a:cubicBezTo>
                  <a:cubicBezTo>
                    <a:pt x="14" y="210"/>
                    <a:pt x="14" y="210"/>
                    <a:pt x="14" y="210"/>
                  </a:cubicBezTo>
                  <a:cubicBezTo>
                    <a:pt x="15" y="210"/>
                    <a:pt x="18" y="209"/>
                    <a:pt x="20" y="209"/>
                  </a:cubicBezTo>
                  <a:cubicBezTo>
                    <a:pt x="21" y="207"/>
                    <a:pt x="23" y="205"/>
                    <a:pt x="25" y="204"/>
                  </a:cubicBezTo>
                  <a:cubicBezTo>
                    <a:pt x="28" y="201"/>
                    <a:pt x="32" y="201"/>
                    <a:pt x="34" y="200"/>
                  </a:cubicBezTo>
                  <a:cubicBezTo>
                    <a:pt x="36" y="200"/>
                    <a:pt x="37" y="200"/>
                    <a:pt x="38" y="200"/>
                  </a:cubicBezTo>
                  <a:cubicBezTo>
                    <a:pt x="41" y="198"/>
                    <a:pt x="45" y="197"/>
                    <a:pt x="48" y="197"/>
                  </a:cubicBezTo>
                  <a:cubicBezTo>
                    <a:pt x="50" y="197"/>
                    <a:pt x="51" y="197"/>
                    <a:pt x="52" y="198"/>
                  </a:cubicBezTo>
                  <a:cubicBezTo>
                    <a:pt x="52" y="198"/>
                    <a:pt x="52" y="197"/>
                    <a:pt x="52" y="197"/>
                  </a:cubicBezTo>
                  <a:cubicBezTo>
                    <a:pt x="54" y="196"/>
                    <a:pt x="55" y="195"/>
                    <a:pt x="57" y="195"/>
                  </a:cubicBezTo>
                  <a:cubicBezTo>
                    <a:pt x="57" y="193"/>
                    <a:pt x="58" y="191"/>
                    <a:pt x="61" y="190"/>
                  </a:cubicBezTo>
                  <a:cubicBezTo>
                    <a:pt x="61" y="187"/>
                    <a:pt x="63" y="185"/>
                    <a:pt x="65" y="184"/>
                  </a:cubicBezTo>
                  <a:cubicBezTo>
                    <a:pt x="65" y="184"/>
                    <a:pt x="65" y="183"/>
                    <a:pt x="66" y="183"/>
                  </a:cubicBezTo>
                  <a:cubicBezTo>
                    <a:pt x="66" y="181"/>
                    <a:pt x="67" y="179"/>
                    <a:pt x="69" y="178"/>
                  </a:cubicBezTo>
                  <a:cubicBezTo>
                    <a:pt x="69" y="178"/>
                    <a:pt x="69" y="178"/>
                    <a:pt x="69" y="178"/>
                  </a:cubicBezTo>
                  <a:cubicBezTo>
                    <a:pt x="69" y="177"/>
                    <a:pt x="68" y="175"/>
                    <a:pt x="68" y="174"/>
                  </a:cubicBezTo>
                  <a:cubicBezTo>
                    <a:pt x="69" y="171"/>
                    <a:pt x="70" y="170"/>
                    <a:pt x="71" y="169"/>
                  </a:cubicBezTo>
                  <a:cubicBezTo>
                    <a:pt x="72" y="168"/>
                    <a:pt x="71" y="167"/>
                    <a:pt x="71" y="166"/>
                  </a:cubicBezTo>
                  <a:cubicBezTo>
                    <a:pt x="70" y="166"/>
                    <a:pt x="70" y="165"/>
                    <a:pt x="69" y="165"/>
                  </a:cubicBezTo>
                  <a:cubicBezTo>
                    <a:pt x="67" y="163"/>
                    <a:pt x="66" y="161"/>
                    <a:pt x="66" y="156"/>
                  </a:cubicBezTo>
                  <a:cubicBezTo>
                    <a:pt x="67" y="155"/>
                    <a:pt x="67" y="154"/>
                    <a:pt x="68" y="153"/>
                  </a:cubicBezTo>
                  <a:cubicBezTo>
                    <a:pt x="69" y="152"/>
                    <a:pt x="71" y="152"/>
                    <a:pt x="72" y="152"/>
                  </a:cubicBezTo>
                  <a:cubicBezTo>
                    <a:pt x="72" y="152"/>
                    <a:pt x="73" y="152"/>
                    <a:pt x="73" y="152"/>
                  </a:cubicBezTo>
                  <a:cubicBezTo>
                    <a:pt x="74" y="151"/>
                    <a:pt x="76" y="151"/>
                    <a:pt x="78" y="151"/>
                  </a:cubicBezTo>
                  <a:cubicBezTo>
                    <a:pt x="80" y="151"/>
                    <a:pt x="82" y="152"/>
                    <a:pt x="82" y="152"/>
                  </a:cubicBezTo>
                  <a:cubicBezTo>
                    <a:pt x="83" y="152"/>
                    <a:pt x="83" y="151"/>
                    <a:pt x="83" y="150"/>
                  </a:cubicBezTo>
                  <a:cubicBezTo>
                    <a:pt x="83" y="149"/>
                    <a:pt x="83" y="148"/>
                    <a:pt x="83" y="147"/>
                  </a:cubicBezTo>
                  <a:cubicBezTo>
                    <a:pt x="83" y="145"/>
                    <a:pt x="83" y="144"/>
                    <a:pt x="83" y="143"/>
                  </a:cubicBezTo>
                  <a:cubicBezTo>
                    <a:pt x="83" y="143"/>
                    <a:pt x="82" y="143"/>
                    <a:pt x="82" y="143"/>
                  </a:cubicBezTo>
                  <a:cubicBezTo>
                    <a:pt x="80" y="142"/>
                    <a:pt x="79" y="140"/>
                    <a:pt x="78" y="138"/>
                  </a:cubicBezTo>
                  <a:cubicBezTo>
                    <a:pt x="78" y="137"/>
                    <a:pt x="78" y="137"/>
                    <a:pt x="77" y="136"/>
                  </a:cubicBezTo>
                  <a:cubicBezTo>
                    <a:pt x="74" y="131"/>
                    <a:pt x="75" y="127"/>
                    <a:pt x="79" y="124"/>
                  </a:cubicBezTo>
                  <a:cubicBezTo>
                    <a:pt x="80" y="123"/>
                    <a:pt x="80" y="123"/>
                    <a:pt x="81" y="123"/>
                  </a:cubicBezTo>
                  <a:cubicBezTo>
                    <a:pt x="82" y="120"/>
                    <a:pt x="85" y="118"/>
                    <a:pt x="87" y="117"/>
                  </a:cubicBezTo>
                  <a:cubicBezTo>
                    <a:pt x="88" y="117"/>
                    <a:pt x="88" y="116"/>
                    <a:pt x="88" y="116"/>
                  </a:cubicBezTo>
                  <a:cubicBezTo>
                    <a:pt x="89" y="116"/>
                    <a:pt x="89" y="115"/>
                    <a:pt x="90" y="114"/>
                  </a:cubicBezTo>
                  <a:cubicBezTo>
                    <a:pt x="91" y="113"/>
                    <a:pt x="92" y="111"/>
                    <a:pt x="94" y="109"/>
                  </a:cubicBezTo>
                  <a:cubicBezTo>
                    <a:pt x="94" y="109"/>
                    <a:pt x="95" y="108"/>
                    <a:pt x="96" y="108"/>
                  </a:cubicBezTo>
                  <a:cubicBezTo>
                    <a:pt x="96" y="108"/>
                    <a:pt x="97" y="107"/>
                    <a:pt x="97" y="107"/>
                  </a:cubicBezTo>
                  <a:cubicBezTo>
                    <a:pt x="97" y="107"/>
                    <a:pt x="97" y="106"/>
                    <a:pt x="97" y="106"/>
                  </a:cubicBezTo>
                  <a:cubicBezTo>
                    <a:pt x="97" y="106"/>
                    <a:pt x="98" y="105"/>
                    <a:pt x="98" y="105"/>
                  </a:cubicBezTo>
                  <a:cubicBezTo>
                    <a:pt x="99" y="103"/>
                    <a:pt x="100" y="102"/>
                    <a:pt x="102" y="102"/>
                  </a:cubicBezTo>
                  <a:cubicBezTo>
                    <a:pt x="104" y="102"/>
                    <a:pt x="105" y="103"/>
                    <a:pt x="106" y="104"/>
                  </a:cubicBezTo>
                  <a:cubicBezTo>
                    <a:pt x="107" y="105"/>
                    <a:pt x="107" y="105"/>
                    <a:pt x="107" y="105"/>
                  </a:cubicBezTo>
                  <a:cubicBezTo>
                    <a:pt x="108" y="106"/>
                    <a:pt x="109" y="107"/>
                    <a:pt x="109" y="108"/>
                  </a:cubicBezTo>
                  <a:cubicBezTo>
                    <a:pt x="110" y="109"/>
                    <a:pt x="110" y="109"/>
                    <a:pt x="110" y="110"/>
                  </a:cubicBezTo>
                  <a:cubicBezTo>
                    <a:pt x="113" y="111"/>
                    <a:pt x="115" y="113"/>
                    <a:pt x="117" y="114"/>
                  </a:cubicBezTo>
                  <a:cubicBezTo>
                    <a:pt x="119" y="115"/>
                    <a:pt x="120" y="116"/>
                    <a:pt x="121" y="117"/>
                  </a:cubicBezTo>
                  <a:cubicBezTo>
                    <a:pt x="123" y="118"/>
                    <a:pt x="124" y="119"/>
                    <a:pt x="126" y="120"/>
                  </a:cubicBezTo>
                  <a:cubicBezTo>
                    <a:pt x="126" y="121"/>
                    <a:pt x="127" y="121"/>
                    <a:pt x="128" y="122"/>
                  </a:cubicBezTo>
                  <a:cubicBezTo>
                    <a:pt x="128" y="122"/>
                    <a:pt x="129" y="122"/>
                    <a:pt x="129" y="122"/>
                  </a:cubicBezTo>
                  <a:cubicBezTo>
                    <a:pt x="129" y="120"/>
                    <a:pt x="131" y="118"/>
                    <a:pt x="133" y="117"/>
                  </a:cubicBezTo>
                  <a:cubicBezTo>
                    <a:pt x="135" y="116"/>
                    <a:pt x="137" y="116"/>
                    <a:pt x="141" y="116"/>
                  </a:cubicBezTo>
                  <a:cubicBezTo>
                    <a:pt x="141" y="110"/>
                    <a:pt x="141" y="105"/>
                    <a:pt x="141" y="98"/>
                  </a:cubicBezTo>
                  <a:cubicBezTo>
                    <a:pt x="141" y="98"/>
                    <a:pt x="141" y="97"/>
                    <a:pt x="141" y="97"/>
                  </a:cubicBezTo>
                  <a:cubicBezTo>
                    <a:pt x="140" y="95"/>
                    <a:pt x="140" y="93"/>
                    <a:pt x="141" y="91"/>
                  </a:cubicBezTo>
                  <a:cubicBezTo>
                    <a:pt x="142" y="89"/>
                    <a:pt x="145" y="89"/>
                    <a:pt x="146" y="89"/>
                  </a:cubicBezTo>
                  <a:cubicBezTo>
                    <a:pt x="147" y="89"/>
                    <a:pt x="148" y="89"/>
                    <a:pt x="149" y="89"/>
                  </a:cubicBezTo>
                  <a:cubicBezTo>
                    <a:pt x="150" y="89"/>
                    <a:pt x="151" y="90"/>
                    <a:pt x="152" y="91"/>
                  </a:cubicBezTo>
                  <a:cubicBezTo>
                    <a:pt x="152" y="90"/>
                    <a:pt x="153" y="90"/>
                    <a:pt x="154" y="90"/>
                  </a:cubicBezTo>
                  <a:cubicBezTo>
                    <a:pt x="154" y="90"/>
                    <a:pt x="156" y="90"/>
                    <a:pt x="156" y="91"/>
                  </a:cubicBezTo>
                  <a:cubicBezTo>
                    <a:pt x="158" y="91"/>
                    <a:pt x="159" y="92"/>
                    <a:pt x="159" y="93"/>
                  </a:cubicBezTo>
                  <a:cubicBezTo>
                    <a:pt x="159" y="93"/>
                    <a:pt x="159" y="93"/>
                    <a:pt x="159" y="93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1" y="93"/>
                    <a:pt x="162" y="93"/>
                    <a:pt x="162" y="93"/>
                  </a:cubicBezTo>
                  <a:cubicBezTo>
                    <a:pt x="161" y="87"/>
                    <a:pt x="163" y="82"/>
                    <a:pt x="165" y="77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0"/>
                    <a:pt x="168" y="68"/>
                    <a:pt x="174" y="65"/>
                  </a:cubicBezTo>
                  <a:cubicBezTo>
                    <a:pt x="176" y="64"/>
                    <a:pt x="177" y="62"/>
                    <a:pt x="179" y="61"/>
                  </a:cubicBezTo>
                  <a:cubicBezTo>
                    <a:pt x="182" y="57"/>
                    <a:pt x="186" y="54"/>
                    <a:pt x="191" y="52"/>
                  </a:cubicBezTo>
                  <a:cubicBezTo>
                    <a:pt x="196" y="51"/>
                    <a:pt x="201" y="54"/>
                    <a:pt x="207" y="56"/>
                  </a:cubicBezTo>
                  <a:cubicBezTo>
                    <a:pt x="210" y="58"/>
                    <a:pt x="214" y="60"/>
                    <a:pt x="216" y="60"/>
                  </a:cubicBezTo>
                  <a:cubicBezTo>
                    <a:pt x="217" y="59"/>
                    <a:pt x="217" y="57"/>
                    <a:pt x="217" y="54"/>
                  </a:cubicBezTo>
                  <a:cubicBezTo>
                    <a:pt x="218" y="51"/>
                    <a:pt x="218" y="46"/>
                    <a:pt x="221" y="43"/>
                  </a:cubicBezTo>
                  <a:cubicBezTo>
                    <a:pt x="224" y="40"/>
                    <a:pt x="229" y="39"/>
                    <a:pt x="234" y="38"/>
                  </a:cubicBezTo>
                  <a:cubicBezTo>
                    <a:pt x="237" y="38"/>
                    <a:pt x="240" y="37"/>
                    <a:pt x="241" y="37"/>
                  </a:cubicBezTo>
                  <a:cubicBezTo>
                    <a:pt x="245" y="35"/>
                    <a:pt x="248" y="33"/>
                    <a:pt x="251" y="31"/>
                  </a:cubicBezTo>
                  <a:cubicBezTo>
                    <a:pt x="254" y="29"/>
                    <a:pt x="256" y="27"/>
                    <a:pt x="258" y="26"/>
                  </a:cubicBezTo>
                  <a:cubicBezTo>
                    <a:pt x="262" y="24"/>
                    <a:pt x="266" y="23"/>
                    <a:pt x="269" y="22"/>
                  </a:cubicBezTo>
                  <a:cubicBezTo>
                    <a:pt x="272" y="21"/>
                    <a:pt x="275" y="20"/>
                    <a:pt x="277" y="19"/>
                  </a:cubicBezTo>
                  <a:cubicBezTo>
                    <a:pt x="280" y="17"/>
                    <a:pt x="284" y="13"/>
                    <a:pt x="287" y="10"/>
                  </a:cubicBezTo>
                  <a:cubicBezTo>
                    <a:pt x="289" y="8"/>
                    <a:pt x="291" y="6"/>
                    <a:pt x="292" y="5"/>
                  </a:cubicBezTo>
                  <a:cubicBezTo>
                    <a:pt x="297" y="1"/>
                    <a:pt x="302" y="0"/>
                    <a:pt x="306" y="0"/>
                  </a:cubicBezTo>
                  <a:cubicBezTo>
                    <a:pt x="308" y="0"/>
                    <a:pt x="309" y="0"/>
                    <a:pt x="311" y="0"/>
                  </a:cubicBezTo>
                  <a:cubicBezTo>
                    <a:pt x="314" y="1"/>
                    <a:pt x="319" y="0"/>
                    <a:pt x="320" y="3"/>
                  </a:cubicBezTo>
                  <a:cubicBezTo>
                    <a:pt x="320" y="4"/>
                    <a:pt x="321" y="5"/>
                    <a:pt x="321" y="6"/>
                  </a:cubicBezTo>
                  <a:cubicBezTo>
                    <a:pt x="321" y="5"/>
                    <a:pt x="321" y="5"/>
                    <a:pt x="322" y="5"/>
                  </a:cubicBezTo>
                  <a:cubicBezTo>
                    <a:pt x="328" y="4"/>
                    <a:pt x="331" y="4"/>
                    <a:pt x="337" y="5"/>
                  </a:cubicBezTo>
                  <a:cubicBezTo>
                    <a:pt x="341" y="6"/>
                    <a:pt x="343" y="6"/>
                    <a:pt x="346" y="7"/>
                  </a:cubicBezTo>
                  <a:cubicBezTo>
                    <a:pt x="347" y="8"/>
                    <a:pt x="348" y="8"/>
                    <a:pt x="349" y="8"/>
                  </a:cubicBezTo>
                  <a:cubicBezTo>
                    <a:pt x="355" y="10"/>
                    <a:pt x="359" y="11"/>
                    <a:pt x="361" y="14"/>
                  </a:cubicBezTo>
                  <a:cubicBezTo>
                    <a:pt x="362" y="17"/>
                    <a:pt x="360" y="20"/>
                    <a:pt x="360" y="22"/>
                  </a:cubicBezTo>
                  <a:cubicBezTo>
                    <a:pt x="359" y="22"/>
                    <a:pt x="359" y="22"/>
                    <a:pt x="359" y="22"/>
                  </a:cubicBezTo>
                  <a:cubicBezTo>
                    <a:pt x="359" y="22"/>
                    <a:pt x="359" y="23"/>
                    <a:pt x="360" y="23"/>
                  </a:cubicBezTo>
                  <a:cubicBezTo>
                    <a:pt x="360" y="25"/>
                    <a:pt x="361" y="27"/>
                    <a:pt x="360" y="31"/>
                  </a:cubicBezTo>
                  <a:cubicBezTo>
                    <a:pt x="360" y="32"/>
                    <a:pt x="359" y="33"/>
                    <a:pt x="359" y="34"/>
                  </a:cubicBezTo>
                  <a:cubicBezTo>
                    <a:pt x="358" y="37"/>
                    <a:pt x="357" y="40"/>
                    <a:pt x="357" y="42"/>
                  </a:cubicBezTo>
                  <a:cubicBezTo>
                    <a:pt x="357" y="43"/>
                    <a:pt x="359" y="45"/>
                    <a:pt x="362" y="47"/>
                  </a:cubicBezTo>
                  <a:cubicBezTo>
                    <a:pt x="366" y="50"/>
                    <a:pt x="371" y="54"/>
                    <a:pt x="370" y="61"/>
                  </a:cubicBezTo>
                  <a:cubicBezTo>
                    <a:pt x="370" y="63"/>
                    <a:pt x="369" y="65"/>
                    <a:pt x="368" y="66"/>
                  </a:cubicBezTo>
                  <a:cubicBezTo>
                    <a:pt x="368" y="66"/>
                    <a:pt x="368" y="66"/>
                    <a:pt x="368" y="66"/>
                  </a:cubicBezTo>
                  <a:cubicBezTo>
                    <a:pt x="369" y="67"/>
                    <a:pt x="369" y="67"/>
                    <a:pt x="370" y="69"/>
                  </a:cubicBezTo>
                  <a:cubicBezTo>
                    <a:pt x="370" y="69"/>
                    <a:pt x="370" y="69"/>
                    <a:pt x="370" y="70"/>
                  </a:cubicBezTo>
                  <a:cubicBezTo>
                    <a:pt x="370" y="70"/>
                    <a:pt x="370" y="71"/>
                    <a:pt x="370" y="71"/>
                  </a:cubicBezTo>
                  <a:cubicBezTo>
                    <a:pt x="371" y="72"/>
                    <a:pt x="371" y="72"/>
                    <a:pt x="371" y="73"/>
                  </a:cubicBezTo>
                  <a:cubicBezTo>
                    <a:pt x="372" y="73"/>
                    <a:pt x="373" y="74"/>
                    <a:pt x="373" y="75"/>
                  </a:cubicBezTo>
                  <a:cubicBezTo>
                    <a:pt x="374" y="76"/>
                    <a:pt x="374" y="77"/>
                    <a:pt x="375" y="78"/>
                  </a:cubicBezTo>
                  <a:cubicBezTo>
                    <a:pt x="375" y="80"/>
                    <a:pt x="376" y="81"/>
                    <a:pt x="376" y="81"/>
                  </a:cubicBezTo>
                  <a:cubicBezTo>
                    <a:pt x="376" y="82"/>
                    <a:pt x="377" y="82"/>
                    <a:pt x="377" y="82"/>
                  </a:cubicBezTo>
                  <a:cubicBezTo>
                    <a:pt x="378" y="83"/>
                    <a:pt x="379" y="84"/>
                    <a:pt x="380" y="85"/>
                  </a:cubicBezTo>
                  <a:cubicBezTo>
                    <a:pt x="382" y="86"/>
                    <a:pt x="383" y="87"/>
                    <a:pt x="383" y="88"/>
                  </a:cubicBezTo>
                  <a:cubicBezTo>
                    <a:pt x="383" y="89"/>
                    <a:pt x="383" y="89"/>
                    <a:pt x="383" y="90"/>
                  </a:cubicBezTo>
                  <a:cubicBezTo>
                    <a:pt x="386" y="90"/>
                    <a:pt x="389" y="90"/>
                    <a:pt x="391" y="91"/>
                  </a:cubicBezTo>
                  <a:cubicBezTo>
                    <a:pt x="391" y="92"/>
                    <a:pt x="392" y="93"/>
                    <a:pt x="393" y="93"/>
                  </a:cubicBezTo>
                  <a:cubicBezTo>
                    <a:pt x="393" y="94"/>
                    <a:pt x="393" y="94"/>
                    <a:pt x="393" y="94"/>
                  </a:cubicBezTo>
                  <a:cubicBezTo>
                    <a:pt x="393" y="94"/>
                    <a:pt x="393" y="94"/>
                    <a:pt x="394" y="94"/>
                  </a:cubicBezTo>
                  <a:cubicBezTo>
                    <a:pt x="397" y="95"/>
                    <a:pt x="402" y="96"/>
                    <a:pt x="405" y="100"/>
                  </a:cubicBezTo>
                  <a:cubicBezTo>
                    <a:pt x="406" y="102"/>
                    <a:pt x="407" y="104"/>
                    <a:pt x="407" y="105"/>
                  </a:cubicBezTo>
                  <a:cubicBezTo>
                    <a:pt x="407" y="106"/>
                    <a:pt x="407" y="106"/>
                    <a:pt x="408" y="106"/>
                  </a:cubicBezTo>
                  <a:cubicBezTo>
                    <a:pt x="409" y="107"/>
                    <a:pt x="412" y="109"/>
                    <a:pt x="414" y="109"/>
                  </a:cubicBezTo>
                  <a:cubicBezTo>
                    <a:pt x="417" y="109"/>
                    <a:pt x="419" y="110"/>
                    <a:pt x="420" y="111"/>
                  </a:cubicBezTo>
                  <a:cubicBezTo>
                    <a:pt x="422" y="113"/>
                    <a:pt x="423" y="115"/>
                    <a:pt x="423" y="117"/>
                  </a:cubicBezTo>
                  <a:cubicBezTo>
                    <a:pt x="422" y="120"/>
                    <a:pt x="420" y="121"/>
                    <a:pt x="417" y="122"/>
                  </a:cubicBezTo>
                  <a:cubicBezTo>
                    <a:pt x="416" y="122"/>
                    <a:pt x="416" y="122"/>
                    <a:pt x="415" y="122"/>
                  </a:cubicBezTo>
                  <a:cubicBezTo>
                    <a:pt x="414" y="122"/>
                    <a:pt x="412" y="123"/>
                    <a:pt x="412" y="123"/>
                  </a:cubicBezTo>
                  <a:cubicBezTo>
                    <a:pt x="412" y="123"/>
                    <a:pt x="411" y="123"/>
                    <a:pt x="411" y="123"/>
                  </a:cubicBezTo>
                  <a:cubicBezTo>
                    <a:pt x="408" y="123"/>
                    <a:pt x="407" y="122"/>
                    <a:pt x="405" y="121"/>
                  </a:cubicBezTo>
                  <a:cubicBezTo>
                    <a:pt x="405" y="122"/>
                    <a:pt x="405" y="123"/>
                    <a:pt x="405" y="124"/>
                  </a:cubicBezTo>
                  <a:cubicBezTo>
                    <a:pt x="405" y="126"/>
                    <a:pt x="404" y="131"/>
                    <a:pt x="405" y="133"/>
                  </a:cubicBezTo>
                  <a:cubicBezTo>
                    <a:pt x="410" y="134"/>
                    <a:pt x="413" y="136"/>
                    <a:pt x="417" y="140"/>
                  </a:cubicBezTo>
                  <a:cubicBezTo>
                    <a:pt x="433" y="154"/>
                    <a:pt x="433" y="154"/>
                    <a:pt x="433" y="154"/>
                  </a:cubicBezTo>
                  <a:cubicBezTo>
                    <a:pt x="437" y="157"/>
                    <a:pt x="439" y="158"/>
                    <a:pt x="444" y="159"/>
                  </a:cubicBezTo>
                  <a:cubicBezTo>
                    <a:pt x="446" y="159"/>
                    <a:pt x="446" y="159"/>
                    <a:pt x="446" y="159"/>
                  </a:cubicBezTo>
                  <a:cubicBezTo>
                    <a:pt x="449" y="159"/>
                    <a:pt x="451" y="159"/>
                    <a:pt x="451" y="159"/>
                  </a:cubicBezTo>
                  <a:cubicBezTo>
                    <a:pt x="452" y="158"/>
                    <a:pt x="452" y="158"/>
                    <a:pt x="453" y="157"/>
                  </a:cubicBezTo>
                  <a:cubicBezTo>
                    <a:pt x="454" y="155"/>
                    <a:pt x="456" y="153"/>
                    <a:pt x="459" y="152"/>
                  </a:cubicBezTo>
                  <a:cubicBezTo>
                    <a:pt x="460" y="152"/>
                    <a:pt x="461" y="152"/>
                    <a:pt x="463" y="152"/>
                  </a:cubicBezTo>
                  <a:cubicBezTo>
                    <a:pt x="465" y="152"/>
                    <a:pt x="469" y="152"/>
                    <a:pt x="472" y="154"/>
                  </a:cubicBezTo>
                  <a:cubicBezTo>
                    <a:pt x="473" y="156"/>
                    <a:pt x="474" y="157"/>
                    <a:pt x="475" y="158"/>
                  </a:cubicBezTo>
                  <a:cubicBezTo>
                    <a:pt x="477" y="160"/>
                    <a:pt x="478" y="162"/>
                    <a:pt x="479" y="165"/>
                  </a:cubicBezTo>
                  <a:cubicBezTo>
                    <a:pt x="479" y="166"/>
                    <a:pt x="479" y="166"/>
                    <a:pt x="480" y="167"/>
                  </a:cubicBezTo>
                  <a:cubicBezTo>
                    <a:pt x="481" y="171"/>
                    <a:pt x="482" y="174"/>
                    <a:pt x="481" y="177"/>
                  </a:cubicBezTo>
                  <a:cubicBezTo>
                    <a:pt x="479" y="182"/>
                    <a:pt x="473" y="181"/>
                    <a:pt x="471" y="181"/>
                  </a:cubicBezTo>
                  <a:cubicBezTo>
                    <a:pt x="471" y="181"/>
                    <a:pt x="471" y="181"/>
                    <a:pt x="471" y="181"/>
                  </a:cubicBezTo>
                  <a:cubicBezTo>
                    <a:pt x="486" y="202"/>
                    <a:pt x="486" y="202"/>
                    <a:pt x="486" y="202"/>
                  </a:cubicBezTo>
                  <a:cubicBezTo>
                    <a:pt x="489" y="208"/>
                    <a:pt x="490" y="212"/>
                    <a:pt x="487" y="219"/>
                  </a:cubicBezTo>
                  <a:cubicBezTo>
                    <a:pt x="486" y="220"/>
                    <a:pt x="486" y="220"/>
                    <a:pt x="485" y="221"/>
                  </a:cubicBezTo>
                  <a:cubicBezTo>
                    <a:pt x="485" y="221"/>
                    <a:pt x="484" y="222"/>
                    <a:pt x="484" y="222"/>
                  </a:cubicBezTo>
                  <a:cubicBezTo>
                    <a:pt x="484" y="224"/>
                    <a:pt x="484" y="225"/>
                    <a:pt x="483" y="227"/>
                  </a:cubicBezTo>
                  <a:cubicBezTo>
                    <a:pt x="482" y="229"/>
                    <a:pt x="480" y="230"/>
                    <a:pt x="477" y="231"/>
                  </a:cubicBezTo>
                  <a:cubicBezTo>
                    <a:pt x="477" y="231"/>
                    <a:pt x="476" y="232"/>
                    <a:pt x="475" y="232"/>
                  </a:cubicBezTo>
                  <a:cubicBezTo>
                    <a:pt x="475" y="233"/>
                    <a:pt x="473" y="235"/>
                    <a:pt x="472" y="236"/>
                  </a:cubicBezTo>
                  <a:cubicBezTo>
                    <a:pt x="469" y="240"/>
                    <a:pt x="466" y="244"/>
                    <a:pt x="461" y="245"/>
                  </a:cubicBezTo>
                  <a:cubicBezTo>
                    <a:pt x="459" y="245"/>
                    <a:pt x="456" y="245"/>
                    <a:pt x="454" y="244"/>
                  </a:cubicBezTo>
                  <a:cubicBezTo>
                    <a:pt x="453" y="244"/>
                    <a:pt x="452" y="244"/>
                    <a:pt x="452" y="244"/>
                  </a:cubicBezTo>
                  <a:cubicBezTo>
                    <a:pt x="449" y="244"/>
                    <a:pt x="445" y="245"/>
                    <a:pt x="443" y="245"/>
                  </a:cubicBezTo>
                  <a:cubicBezTo>
                    <a:pt x="443" y="245"/>
                    <a:pt x="443" y="245"/>
                    <a:pt x="442" y="245"/>
                  </a:cubicBezTo>
                  <a:cubicBezTo>
                    <a:pt x="441" y="246"/>
                    <a:pt x="439" y="247"/>
                    <a:pt x="437" y="247"/>
                  </a:cubicBezTo>
                  <a:cubicBezTo>
                    <a:pt x="437" y="247"/>
                    <a:pt x="435" y="247"/>
                    <a:pt x="435" y="246"/>
                  </a:cubicBezTo>
                  <a:cubicBezTo>
                    <a:pt x="432" y="246"/>
                    <a:pt x="431" y="244"/>
                    <a:pt x="431" y="242"/>
                  </a:cubicBezTo>
                  <a:cubicBezTo>
                    <a:pt x="430" y="242"/>
                    <a:pt x="428" y="242"/>
                    <a:pt x="427" y="243"/>
                  </a:cubicBezTo>
                  <a:cubicBezTo>
                    <a:pt x="427" y="243"/>
                    <a:pt x="426" y="245"/>
                    <a:pt x="425" y="247"/>
                  </a:cubicBezTo>
                  <a:cubicBezTo>
                    <a:pt x="425" y="247"/>
                    <a:pt x="425" y="247"/>
                    <a:pt x="425" y="247"/>
                  </a:cubicBezTo>
                  <a:cubicBezTo>
                    <a:pt x="425" y="248"/>
                    <a:pt x="425" y="248"/>
                    <a:pt x="425" y="249"/>
                  </a:cubicBezTo>
                  <a:cubicBezTo>
                    <a:pt x="424" y="251"/>
                    <a:pt x="422" y="252"/>
                    <a:pt x="421" y="253"/>
                  </a:cubicBezTo>
                  <a:cubicBezTo>
                    <a:pt x="421" y="253"/>
                    <a:pt x="421" y="253"/>
                    <a:pt x="420" y="253"/>
                  </a:cubicBezTo>
                  <a:cubicBezTo>
                    <a:pt x="419" y="254"/>
                    <a:pt x="418" y="255"/>
                    <a:pt x="417" y="255"/>
                  </a:cubicBezTo>
                  <a:cubicBezTo>
                    <a:pt x="416" y="256"/>
                    <a:pt x="415" y="256"/>
                    <a:pt x="414" y="256"/>
                  </a:cubicBezTo>
                  <a:cubicBezTo>
                    <a:pt x="414" y="256"/>
                    <a:pt x="414" y="256"/>
                    <a:pt x="414" y="255"/>
                  </a:cubicBezTo>
                  <a:cubicBezTo>
                    <a:pt x="414" y="256"/>
                    <a:pt x="414" y="256"/>
                    <a:pt x="414" y="257"/>
                  </a:cubicBezTo>
                  <a:cubicBezTo>
                    <a:pt x="414" y="258"/>
                    <a:pt x="413" y="260"/>
                    <a:pt x="412" y="261"/>
                  </a:cubicBezTo>
                  <a:cubicBezTo>
                    <a:pt x="411" y="261"/>
                    <a:pt x="411" y="261"/>
                    <a:pt x="411" y="261"/>
                  </a:cubicBezTo>
                  <a:cubicBezTo>
                    <a:pt x="411" y="263"/>
                    <a:pt x="412" y="264"/>
                    <a:pt x="411" y="266"/>
                  </a:cubicBezTo>
                  <a:cubicBezTo>
                    <a:pt x="411" y="268"/>
                    <a:pt x="410" y="270"/>
                    <a:pt x="408" y="270"/>
                  </a:cubicBezTo>
                  <a:cubicBezTo>
                    <a:pt x="406" y="270"/>
                    <a:pt x="404" y="270"/>
                    <a:pt x="403" y="269"/>
                  </a:cubicBezTo>
                  <a:cubicBezTo>
                    <a:pt x="403" y="268"/>
                    <a:pt x="403" y="268"/>
                    <a:pt x="403" y="268"/>
                  </a:cubicBezTo>
                  <a:cubicBezTo>
                    <a:pt x="402" y="268"/>
                    <a:pt x="402" y="268"/>
                    <a:pt x="402" y="268"/>
                  </a:cubicBezTo>
                  <a:cubicBezTo>
                    <a:pt x="401" y="270"/>
                    <a:pt x="400" y="272"/>
                    <a:pt x="398" y="272"/>
                  </a:cubicBezTo>
                  <a:cubicBezTo>
                    <a:pt x="395" y="272"/>
                    <a:pt x="392" y="272"/>
                    <a:pt x="389" y="272"/>
                  </a:cubicBezTo>
                  <a:cubicBezTo>
                    <a:pt x="385" y="272"/>
                    <a:pt x="381" y="272"/>
                    <a:pt x="379" y="273"/>
                  </a:cubicBezTo>
                  <a:cubicBezTo>
                    <a:pt x="375" y="274"/>
                    <a:pt x="373" y="275"/>
                    <a:pt x="371" y="275"/>
                  </a:cubicBezTo>
                  <a:cubicBezTo>
                    <a:pt x="369" y="275"/>
                    <a:pt x="367" y="274"/>
                    <a:pt x="367" y="273"/>
                  </a:cubicBezTo>
                  <a:cubicBezTo>
                    <a:pt x="366" y="272"/>
                    <a:pt x="366" y="271"/>
                    <a:pt x="366" y="270"/>
                  </a:cubicBezTo>
                  <a:cubicBezTo>
                    <a:pt x="366" y="270"/>
                    <a:pt x="365" y="270"/>
                    <a:pt x="365" y="270"/>
                  </a:cubicBezTo>
                  <a:cubicBezTo>
                    <a:pt x="364" y="270"/>
                    <a:pt x="364" y="270"/>
                    <a:pt x="363" y="270"/>
                  </a:cubicBezTo>
                  <a:cubicBezTo>
                    <a:pt x="360" y="269"/>
                    <a:pt x="357" y="269"/>
                    <a:pt x="353" y="268"/>
                  </a:cubicBezTo>
                  <a:cubicBezTo>
                    <a:pt x="345" y="266"/>
                    <a:pt x="345" y="266"/>
                    <a:pt x="345" y="266"/>
                  </a:cubicBezTo>
                  <a:cubicBezTo>
                    <a:pt x="339" y="265"/>
                    <a:pt x="332" y="263"/>
                    <a:pt x="326" y="262"/>
                  </a:cubicBezTo>
                  <a:cubicBezTo>
                    <a:pt x="325" y="263"/>
                    <a:pt x="324" y="265"/>
                    <a:pt x="321" y="266"/>
                  </a:cubicBezTo>
                  <a:cubicBezTo>
                    <a:pt x="320" y="266"/>
                    <a:pt x="318" y="267"/>
                    <a:pt x="317" y="266"/>
                  </a:cubicBezTo>
                  <a:cubicBezTo>
                    <a:pt x="317" y="266"/>
                    <a:pt x="317" y="266"/>
                    <a:pt x="317" y="267"/>
                  </a:cubicBezTo>
                  <a:cubicBezTo>
                    <a:pt x="315" y="269"/>
                    <a:pt x="314" y="270"/>
                    <a:pt x="312" y="271"/>
                  </a:cubicBezTo>
                  <a:cubicBezTo>
                    <a:pt x="311" y="272"/>
                    <a:pt x="309" y="272"/>
                    <a:pt x="308" y="273"/>
                  </a:cubicBezTo>
                  <a:cubicBezTo>
                    <a:pt x="308" y="273"/>
                    <a:pt x="308" y="273"/>
                    <a:pt x="307" y="273"/>
                  </a:cubicBezTo>
                  <a:cubicBezTo>
                    <a:pt x="307" y="274"/>
                    <a:pt x="307" y="274"/>
                    <a:pt x="307" y="274"/>
                  </a:cubicBezTo>
                  <a:cubicBezTo>
                    <a:pt x="306" y="275"/>
                    <a:pt x="304" y="277"/>
                    <a:pt x="302" y="277"/>
                  </a:cubicBezTo>
                  <a:cubicBezTo>
                    <a:pt x="298" y="277"/>
                    <a:pt x="296" y="274"/>
                    <a:pt x="296" y="273"/>
                  </a:cubicBezTo>
                  <a:cubicBezTo>
                    <a:pt x="295" y="272"/>
                    <a:pt x="295" y="272"/>
                    <a:pt x="295" y="272"/>
                  </a:cubicBezTo>
                  <a:cubicBezTo>
                    <a:pt x="294" y="272"/>
                    <a:pt x="293" y="272"/>
                    <a:pt x="292" y="272"/>
                  </a:cubicBezTo>
                  <a:cubicBezTo>
                    <a:pt x="291" y="272"/>
                    <a:pt x="291" y="272"/>
                    <a:pt x="291" y="272"/>
                  </a:cubicBezTo>
                  <a:cubicBezTo>
                    <a:pt x="290" y="273"/>
                    <a:pt x="289" y="273"/>
                    <a:pt x="287" y="273"/>
                  </a:cubicBezTo>
                  <a:cubicBezTo>
                    <a:pt x="285" y="273"/>
                    <a:pt x="283" y="272"/>
                    <a:pt x="282" y="271"/>
                  </a:cubicBezTo>
                  <a:cubicBezTo>
                    <a:pt x="280" y="272"/>
                    <a:pt x="278" y="272"/>
                    <a:pt x="276" y="272"/>
                  </a:cubicBezTo>
                  <a:cubicBezTo>
                    <a:pt x="274" y="272"/>
                    <a:pt x="272" y="272"/>
                    <a:pt x="269" y="272"/>
                  </a:cubicBezTo>
                  <a:cubicBezTo>
                    <a:pt x="259" y="272"/>
                    <a:pt x="259" y="272"/>
                    <a:pt x="259" y="272"/>
                  </a:cubicBezTo>
                  <a:cubicBezTo>
                    <a:pt x="257" y="272"/>
                    <a:pt x="255" y="271"/>
                    <a:pt x="254" y="271"/>
                  </a:cubicBezTo>
                  <a:cubicBezTo>
                    <a:pt x="254" y="270"/>
                    <a:pt x="253" y="270"/>
                    <a:pt x="253" y="270"/>
                  </a:cubicBezTo>
                  <a:cubicBezTo>
                    <a:pt x="251" y="270"/>
                    <a:pt x="249" y="271"/>
                    <a:pt x="246" y="271"/>
                  </a:cubicBezTo>
                  <a:cubicBezTo>
                    <a:pt x="243" y="271"/>
                    <a:pt x="240" y="272"/>
                    <a:pt x="236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1" y="272"/>
                    <a:pt x="206" y="272"/>
                    <a:pt x="202" y="272"/>
                  </a:cubicBezTo>
                  <a:cubicBezTo>
                    <a:pt x="192" y="272"/>
                    <a:pt x="181" y="273"/>
                    <a:pt x="174" y="272"/>
                  </a:cubicBezTo>
                  <a:cubicBezTo>
                    <a:pt x="174" y="275"/>
                    <a:pt x="173" y="276"/>
                    <a:pt x="171" y="277"/>
                  </a:cubicBezTo>
                  <a:cubicBezTo>
                    <a:pt x="171" y="278"/>
                    <a:pt x="171" y="278"/>
                    <a:pt x="171" y="278"/>
                  </a:cubicBezTo>
                  <a:cubicBezTo>
                    <a:pt x="170" y="280"/>
                    <a:pt x="169" y="283"/>
                    <a:pt x="168" y="285"/>
                  </a:cubicBezTo>
                  <a:cubicBezTo>
                    <a:pt x="168" y="287"/>
                    <a:pt x="168" y="287"/>
                    <a:pt x="168" y="289"/>
                  </a:cubicBezTo>
                  <a:cubicBezTo>
                    <a:pt x="168" y="290"/>
                    <a:pt x="167" y="291"/>
                    <a:pt x="167" y="292"/>
                  </a:cubicBezTo>
                  <a:cubicBezTo>
                    <a:pt x="168" y="293"/>
                    <a:pt x="168" y="295"/>
                    <a:pt x="169" y="297"/>
                  </a:cubicBezTo>
                  <a:cubicBezTo>
                    <a:pt x="169" y="297"/>
                    <a:pt x="170" y="298"/>
                    <a:pt x="174" y="302"/>
                  </a:cubicBezTo>
                  <a:cubicBezTo>
                    <a:pt x="175" y="303"/>
                    <a:pt x="176" y="304"/>
                    <a:pt x="176" y="306"/>
                  </a:cubicBezTo>
                  <a:cubicBezTo>
                    <a:pt x="176" y="306"/>
                    <a:pt x="176" y="306"/>
                    <a:pt x="176" y="307"/>
                  </a:cubicBezTo>
                  <a:cubicBezTo>
                    <a:pt x="175" y="308"/>
                    <a:pt x="174" y="309"/>
                    <a:pt x="174" y="310"/>
                  </a:cubicBezTo>
                  <a:cubicBezTo>
                    <a:pt x="175" y="311"/>
                    <a:pt x="177" y="313"/>
                    <a:pt x="177" y="314"/>
                  </a:cubicBezTo>
                  <a:cubicBezTo>
                    <a:pt x="178" y="317"/>
                    <a:pt x="177" y="319"/>
                    <a:pt x="175" y="321"/>
                  </a:cubicBezTo>
                  <a:cubicBezTo>
                    <a:pt x="174" y="323"/>
                    <a:pt x="175" y="326"/>
                    <a:pt x="176" y="330"/>
                  </a:cubicBezTo>
                  <a:cubicBezTo>
                    <a:pt x="177" y="333"/>
                    <a:pt x="177" y="335"/>
                    <a:pt x="176" y="338"/>
                  </a:cubicBezTo>
                  <a:cubicBezTo>
                    <a:pt x="177" y="339"/>
                    <a:pt x="178" y="340"/>
                    <a:pt x="177" y="342"/>
                  </a:cubicBezTo>
                  <a:cubicBezTo>
                    <a:pt x="177" y="344"/>
                    <a:pt x="177" y="345"/>
                    <a:pt x="176" y="347"/>
                  </a:cubicBezTo>
                  <a:cubicBezTo>
                    <a:pt x="175" y="348"/>
                    <a:pt x="175" y="348"/>
                    <a:pt x="175" y="349"/>
                  </a:cubicBezTo>
                  <a:cubicBezTo>
                    <a:pt x="178" y="352"/>
                    <a:pt x="178" y="355"/>
                    <a:pt x="177" y="356"/>
                  </a:cubicBezTo>
                  <a:cubicBezTo>
                    <a:pt x="177" y="357"/>
                    <a:pt x="176" y="357"/>
                    <a:pt x="176" y="357"/>
                  </a:cubicBezTo>
                  <a:cubicBezTo>
                    <a:pt x="176" y="357"/>
                    <a:pt x="176" y="357"/>
                    <a:pt x="176" y="357"/>
                  </a:cubicBezTo>
                  <a:cubicBezTo>
                    <a:pt x="177" y="358"/>
                    <a:pt x="178" y="358"/>
                    <a:pt x="178" y="359"/>
                  </a:cubicBezTo>
                  <a:cubicBezTo>
                    <a:pt x="181" y="362"/>
                    <a:pt x="181" y="364"/>
                    <a:pt x="179" y="367"/>
                  </a:cubicBezTo>
                  <a:cubicBezTo>
                    <a:pt x="177" y="373"/>
                    <a:pt x="174" y="375"/>
                    <a:pt x="171" y="375"/>
                  </a:cubicBezTo>
                  <a:close/>
                  <a:moveTo>
                    <a:pt x="157" y="344"/>
                  </a:moveTo>
                  <a:cubicBezTo>
                    <a:pt x="160" y="344"/>
                    <a:pt x="162" y="347"/>
                    <a:pt x="163" y="348"/>
                  </a:cubicBezTo>
                  <a:cubicBezTo>
                    <a:pt x="164" y="350"/>
                    <a:pt x="165" y="352"/>
                    <a:pt x="165" y="353"/>
                  </a:cubicBezTo>
                  <a:cubicBezTo>
                    <a:pt x="165" y="354"/>
                    <a:pt x="166" y="354"/>
                    <a:pt x="166" y="355"/>
                  </a:cubicBezTo>
                  <a:cubicBezTo>
                    <a:pt x="166" y="356"/>
                    <a:pt x="167" y="356"/>
                    <a:pt x="167" y="357"/>
                  </a:cubicBezTo>
                  <a:cubicBezTo>
                    <a:pt x="167" y="356"/>
                    <a:pt x="167" y="355"/>
                    <a:pt x="167" y="354"/>
                  </a:cubicBezTo>
                  <a:cubicBezTo>
                    <a:pt x="167" y="354"/>
                    <a:pt x="166" y="353"/>
                    <a:pt x="166" y="351"/>
                  </a:cubicBezTo>
                  <a:cubicBezTo>
                    <a:pt x="165" y="348"/>
                    <a:pt x="166" y="345"/>
                    <a:pt x="167" y="343"/>
                  </a:cubicBezTo>
                  <a:cubicBezTo>
                    <a:pt x="167" y="343"/>
                    <a:pt x="168" y="342"/>
                    <a:pt x="168" y="342"/>
                  </a:cubicBezTo>
                  <a:cubicBezTo>
                    <a:pt x="167" y="341"/>
                    <a:pt x="167" y="339"/>
                    <a:pt x="167" y="338"/>
                  </a:cubicBezTo>
                  <a:cubicBezTo>
                    <a:pt x="167" y="335"/>
                    <a:pt x="167" y="334"/>
                    <a:pt x="167" y="332"/>
                  </a:cubicBezTo>
                  <a:cubicBezTo>
                    <a:pt x="166" y="330"/>
                    <a:pt x="164" y="323"/>
                    <a:pt x="166" y="317"/>
                  </a:cubicBezTo>
                  <a:cubicBezTo>
                    <a:pt x="166" y="317"/>
                    <a:pt x="166" y="316"/>
                    <a:pt x="166" y="316"/>
                  </a:cubicBezTo>
                  <a:cubicBezTo>
                    <a:pt x="166" y="316"/>
                    <a:pt x="166" y="316"/>
                    <a:pt x="166" y="316"/>
                  </a:cubicBezTo>
                  <a:cubicBezTo>
                    <a:pt x="163" y="315"/>
                    <a:pt x="162" y="312"/>
                    <a:pt x="162" y="311"/>
                  </a:cubicBezTo>
                  <a:cubicBezTo>
                    <a:pt x="162" y="309"/>
                    <a:pt x="163" y="307"/>
                    <a:pt x="164" y="305"/>
                  </a:cubicBezTo>
                  <a:cubicBezTo>
                    <a:pt x="162" y="303"/>
                    <a:pt x="161" y="301"/>
                    <a:pt x="160" y="300"/>
                  </a:cubicBezTo>
                  <a:cubicBezTo>
                    <a:pt x="160" y="298"/>
                    <a:pt x="159" y="296"/>
                    <a:pt x="158" y="295"/>
                  </a:cubicBezTo>
                  <a:cubicBezTo>
                    <a:pt x="158" y="292"/>
                    <a:pt x="158" y="290"/>
                    <a:pt x="158" y="289"/>
                  </a:cubicBezTo>
                  <a:cubicBezTo>
                    <a:pt x="159" y="286"/>
                    <a:pt x="159" y="285"/>
                    <a:pt x="159" y="283"/>
                  </a:cubicBezTo>
                  <a:cubicBezTo>
                    <a:pt x="160" y="280"/>
                    <a:pt x="161" y="276"/>
                    <a:pt x="163" y="273"/>
                  </a:cubicBezTo>
                  <a:cubicBezTo>
                    <a:pt x="163" y="273"/>
                    <a:pt x="164" y="272"/>
                    <a:pt x="164" y="272"/>
                  </a:cubicBezTo>
                  <a:cubicBezTo>
                    <a:pt x="165" y="270"/>
                    <a:pt x="164" y="270"/>
                    <a:pt x="164" y="270"/>
                  </a:cubicBezTo>
                  <a:cubicBezTo>
                    <a:pt x="164" y="268"/>
                    <a:pt x="164" y="266"/>
                    <a:pt x="166" y="264"/>
                  </a:cubicBezTo>
                  <a:cubicBezTo>
                    <a:pt x="167" y="262"/>
                    <a:pt x="170" y="262"/>
                    <a:pt x="171" y="262"/>
                  </a:cubicBezTo>
                  <a:cubicBezTo>
                    <a:pt x="171" y="262"/>
                    <a:pt x="172" y="262"/>
                    <a:pt x="174" y="263"/>
                  </a:cubicBezTo>
                  <a:cubicBezTo>
                    <a:pt x="181" y="263"/>
                    <a:pt x="191" y="263"/>
                    <a:pt x="202" y="263"/>
                  </a:cubicBezTo>
                  <a:cubicBezTo>
                    <a:pt x="206" y="263"/>
                    <a:pt x="211" y="263"/>
                    <a:pt x="215" y="263"/>
                  </a:cubicBezTo>
                  <a:cubicBezTo>
                    <a:pt x="236" y="263"/>
                    <a:pt x="236" y="263"/>
                    <a:pt x="236" y="263"/>
                  </a:cubicBezTo>
                  <a:cubicBezTo>
                    <a:pt x="239" y="263"/>
                    <a:pt x="242" y="262"/>
                    <a:pt x="245" y="262"/>
                  </a:cubicBezTo>
                  <a:cubicBezTo>
                    <a:pt x="248" y="261"/>
                    <a:pt x="250" y="261"/>
                    <a:pt x="253" y="261"/>
                  </a:cubicBezTo>
                  <a:cubicBezTo>
                    <a:pt x="253" y="261"/>
                    <a:pt x="253" y="261"/>
                    <a:pt x="253" y="261"/>
                  </a:cubicBezTo>
                  <a:cubicBezTo>
                    <a:pt x="255" y="261"/>
                    <a:pt x="257" y="262"/>
                    <a:pt x="258" y="262"/>
                  </a:cubicBezTo>
                  <a:cubicBezTo>
                    <a:pt x="258" y="262"/>
                    <a:pt x="259" y="263"/>
                    <a:pt x="259" y="263"/>
                  </a:cubicBezTo>
                  <a:cubicBezTo>
                    <a:pt x="268" y="263"/>
                    <a:pt x="268" y="263"/>
                    <a:pt x="268" y="263"/>
                  </a:cubicBezTo>
                  <a:cubicBezTo>
                    <a:pt x="269" y="263"/>
                    <a:pt x="269" y="263"/>
                    <a:pt x="269" y="263"/>
                  </a:cubicBezTo>
                  <a:cubicBezTo>
                    <a:pt x="271" y="263"/>
                    <a:pt x="274" y="263"/>
                    <a:pt x="276" y="262"/>
                  </a:cubicBezTo>
                  <a:cubicBezTo>
                    <a:pt x="278" y="262"/>
                    <a:pt x="281" y="262"/>
                    <a:pt x="283" y="262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5" y="262"/>
                    <a:pt x="286" y="263"/>
                    <a:pt x="287" y="263"/>
                  </a:cubicBezTo>
                  <a:cubicBezTo>
                    <a:pt x="288" y="262"/>
                    <a:pt x="289" y="262"/>
                    <a:pt x="292" y="263"/>
                  </a:cubicBezTo>
                  <a:cubicBezTo>
                    <a:pt x="295" y="262"/>
                    <a:pt x="298" y="263"/>
                    <a:pt x="301" y="264"/>
                  </a:cubicBezTo>
                  <a:cubicBezTo>
                    <a:pt x="301" y="264"/>
                    <a:pt x="302" y="265"/>
                    <a:pt x="302" y="265"/>
                  </a:cubicBezTo>
                  <a:cubicBezTo>
                    <a:pt x="303" y="264"/>
                    <a:pt x="304" y="263"/>
                    <a:pt x="306" y="263"/>
                  </a:cubicBezTo>
                  <a:cubicBezTo>
                    <a:pt x="306" y="263"/>
                    <a:pt x="307" y="263"/>
                    <a:pt x="307" y="263"/>
                  </a:cubicBezTo>
                  <a:cubicBezTo>
                    <a:pt x="308" y="263"/>
                    <a:pt x="308" y="263"/>
                    <a:pt x="308" y="262"/>
                  </a:cubicBezTo>
                  <a:cubicBezTo>
                    <a:pt x="309" y="262"/>
                    <a:pt x="309" y="261"/>
                    <a:pt x="310" y="260"/>
                  </a:cubicBezTo>
                  <a:cubicBezTo>
                    <a:pt x="310" y="260"/>
                    <a:pt x="310" y="260"/>
                    <a:pt x="310" y="260"/>
                  </a:cubicBezTo>
                  <a:cubicBezTo>
                    <a:pt x="312" y="257"/>
                    <a:pt x="314" y="256"/>
                    <a:pt x="317" y="256"/>
                  </a:cubicBezTo>
                  <a:cubicBezTo>
                    <a:pt x="318" y="256"/>
                    <a:pt x="318" y="256"/>
                    <a:pt x="319" y="256"/>
                  </a:cubicBezTo>
                  <a:cubicBezTo>
                    <a:pt x="319" y="253"/>
                    <a:pt x="322" y="252"/>
                    <a:pt x="324" y="252"/>
                  </a:cubicBezTo>
                  <a:cubicBezTo>
                    <a:pt x="325" y="252"/>
                    <a:pt x="325" y="252"/>
                    <a:pt x="326" y="253"/>
                  </a:cubicBezTo>
                  <a:cubicBezTo>
                    <a:pt x="333" y="254"/>
                    <a:pt x="340" y="256"/>
                    <a:pt x="347" y="257"/>
                  </a:cubicBezTo>
                  <a:cubicBezTo>
                    <a:pt x="355" y="259"/>
                    <a:pt x="355" y="259"/>
                    <a:pt x="355" y="259"/>
                  </a:cubicBezTo>
                  <a:cubicBezTo>
                    <a:pt x="358" y="260"/>
                    <a:pt x="362" y="260"/>
                    <a:pt x="365" y="261"/>
                  </a:cubicBezTo>
                  <a:cubicBezTo>
                    <a:pt x="366" y="261"/>
                    <a:pt x="366" y="261"/>
                    <a:pt x="366" y="261"/>
                  </a:cubicBezTo>
                  <a:cubicBezTo>
                    <a:pt x="369" y="261"/>
                    <a:pt x="371" y="262"/>
                    <a:pt x="373" y="264"/>
                  </a:cubicBezTo>
                  <a:cubicBezTo>
                    <a:pt x="374" y="264"/>
                    <a:pt x="374" y="264"/>
                    <a:pt x="374" y="265"/>
                  </a:cubicBezTo>
                  <a:cubicBezTo>
                    <a:pt x="374" y="265"/>
                    <a:pt x="374" y="265"/>
                    <a:pt x="375" y="264"/>
                  </a:cubicBezTo>
                  <a:cubicBezTo>
                    <a:pt x="379" y="263"/>
                    <a:pt x="382" y="263"/>
                    <a:pt x="385" y="263"/>
                  </a:cubicBezTo>
                  <a:cubicBezTo>
                    <a:pt x="386" y="263"/>
                    <a:pt x="388" y="263"/>
                    <a:pt x="389" y="263"/>
                  </a:cubicBezTo>
                  <a:cubicBezTo>
                    <a:pt x="391" y="263"/>
                    <a:pt x="392" y="263"/>
                    <a:pt x="393" y="263"/>
                  </a:cubicBezTo>
                  <a:cubicBezTo>
                    <a:pt x="395" y="260"/>
                    <a:pt x="397" y="258"/>
                    <a:pt x="400" y="258"/>
                  </a:cubicBezTo>
                  <a:cubicBezTo>
                    <a:pt x="401" y="256"/>
                    <a:pt x="402" y="254"/>
                    <a:pt x="404" y="253"/>
                  </a:cubicBezTo>
                  <a:cubicBezTo>
                    <a:pt x="404" y="252"/>
                    <a:pt x="404" y="250"/>
                    <a:pt x="405" y="248"/>
                  </a:cubicBezTo>
                  <a:cubicBezTo>
                    <a:pt x="407" y="246"/>
                    <a:pt x="408" y="246"/>
                    <a:pt x="411" y="246"/>
                  </a:cubicBezTo>
                  <a:cubicBezTo>
                    <a:pt x="411" y="246"/>
                    <a:pt x="412" y="246"/>
                    <a:pt x="412" y="246"/>
                  </a:cubicBezTo>
                  <a:cubicBezTo>
                    <a:pt x="412" y="246"/>
                    <a:pt x="412" y="246"/>
                    <a:pt x="412" y="246"/>
                  </a:cubicBezTo>
                  <a:cubicBezTo>
                    <a:pt x="413" y="245"/>
                    <a:pt x="413" y="245"/>
                    <a:pt x="413" y="245"/>
                  </a:cubicBezTo>
                  <a:cubicBezTo>
                    <a:pt x="414" y="244"/>
                    <a:pt x="415" y="243"/>
                    <a:pt x="417" y="243"/>
                  </a:cubicBezTo>
                  <a:cubicBezTo>
                    <a:pt x="419" y="239"/>
                    <a:pt x="421" y="235"/>
                    <a:pt x="424" y="234"/>
                  </a:cubicBezTo>
                  <a:cubicBezTo>
                    <a:pt x="425" y="234"/>
                    <a:pt x="428" y="233"/>
                    <a:pt x="431" y="233"/>
                  </a:cubicBezTo>
                  <a:cubicBezTo>
                    <a:pt x="433" y="233"/>
                    <a:pt x="436" y="234"/>
                    <a:pt x="437" y="235"/>
                  </a:cubicBezTo>
                  <a:cubicBezTo>
                    <a:pt x="438" y="236"/>
                    <a:pt x="438" y="236"/>
                    <a:pt x="439" y="237"/>
                  </a:cubicBezTo>
                  <a:cubicBezTo>
                    <a:pt x="440" y="236"/>
                    <a:pt x="440" y="236"/>
                    <a:pt x="441" y="236"/>
                  </a:cubicBezTo>
                  <a:cubicBezTo>
                    <a:pt x="445" y="235"/>
                    <a:pt x="448" y="234"/>
                    <a:pt x="452" y="234"/>
                  </a:cubicBezTo>
                  <a:cubicBezTo>
                    <a:pt x="454" y="235"/>
                    <a:pt x="455" y="235"/>
                    <a:pt x="456" y="235"/>
                  </a:cubicBezTo>
                  <a:cubicBezTo>
                    <a:pt x="457" y="236"/>
                    <a:pt x="459" y="236"/>
                    <a:pt x="459" y="236"/>
                  </a:cubicBezTo>
                  <a:cubicBezTo>
                    <a:pt x="461" y="236"/>
                    <a:pt x="463" y="232"/>
                    <a:pt x="465" y="230"/>
                  </a:cubicBezTo>
                  <a:cubicBezTo>
                    <a:pt x="466" y="228"/>
                    <a:pt x="468" y="226"/>
                    <a:pt x="470" y="225"/>
                  </a:cubicBezTo>
                  <a:cubicBezTo>
                    <a:pt x="471" y="224"/>
                    <a:pt x="472" y="223"/>
                    <a:pt x="473" y="223"/>
                  </a:cubicBezTo>
                  <a:cubicBezTo>
                    <a:pt x="474" y="223"/>
                    <a:pt x="475" y="222"/>
                    <a:pt x="475" y="222"/>
                  </a:cubicBezTo>
                  <a:cubicBezTo>
                    <a:pt x="475" y="220"/>
                    <a:pt x="475" y="219"/>
                    <a:pt x="476" y="218"/>
                  </a:cubicBezTo>
                  <a:cubicBezTo>
                    <a:pt x="477" y="216"/>
                    <a:pt x="477" y="216"/>
                    <a:pt x="478" y="215"/>
                  </a:cubicBezTo>
                  <a:cubicBezTo>
                    <a:pt x="480" y="211"/>
                    <a:pt x="480" y="211"/>
                    <a:pt x="478" y="208"/>
                  </a:cubicBezTo>
                  <a:cubicBezTo>
                    <a:pt x="461" y="183"/>
                    <a:pt x="461" y="183"/>
                    <a:pt x="461" y="183"/>
                  </a:cubicBezTo>
                  <a:cubicBezTo>
                    <a:pt x="460" y="182"/>
                    <a:pt x="460" y="180"/>
                    <a:pt x="460" y="178"/>
                  </a:cubicBezTo>
                  <a:cubicBezTo>
                    <a:pt x="462" y="174"/>
                    <a:pt x="469" y="172"/>
                    <a:pt x="469" y="172"/>
                  </a:cubicBezTo>
                  <a:cubicBezTo>
                    <a:pt x="470" y="172"/>
                    <a:pt x="471" y="172"/>
                    <a:pt x="472" y="172"/>
                  </a:cubicBezTo>
                  <a:cubicBezTo>
                    <a:pt x="471" y="171"/>
                    <a:pt x="471" y="171"/>
                    <a:pt x="471" y="170"/>
                  </a:cubicBezTo>
                  <a:cubicBezTo>
                    <a:pt x="471" y="169"/>
                    <a:pt x="470" y="168"/>
                    <a:pt x="470" y="167"/>
                  </a:cubicBezTo>
                  <a:cubicBezTo>
                    <a:pt x="470" y="166"/>
                    <a:pt x="470" y="166"/>
                    <a:pt x="469" y="166"/>
                  </a:cubicBezTo>
                  <a:cubicBezTo>
                    <a:pt x="467" y="165"/>
                    <a:pt x="466" y="162"/>
                    <a:pt x="466" y="161"/>
                  </a:cubicBezTo>
                  <a:cubicBezTo>
                    <a:pt x="466" y="161"/>
                    <a:pt x="465" y="161"/>
                    <a:pt x="463" y="161"/>
                  </a:cubicBezTo>
                  <a:cubicBezTo>
                    <a:pt x="462" y="161"/>
                    <a:pt x="462" y="161"/>
                    <a:pt x="461" y="161"/>
                  </a:cubicBezTo>
                  <a:cubicBezTo>
                    <a:pt x="461" y="161"/>
                    <a:pt x="460" y="162"/>
                    <a:pt x="460" y="163"/>
                  </a:cubicBezTo>
                  <a:cubicBezTo>
                    <a:pt x="459" y="164"/>
                    <a:pt x="458" y="165"/>
                    <a:pt x="457" y="166"/>
                  </a:cubicBezTo>
                  <a:cubicBezTo>
                    <a:pt x="454" y="168"/>
                    <a:pt x="450" y="168"/>
                    <a:pt x="445" y="168"/>
                  </a:cubicBezTo>
                  <a:cubicBezTo>
                    <a:pt x="444" y="168"/>
                    <a:pt x="444" y="168"/>
                    <a:pt x="444" y="168"/>
                  </a:cubicBezTo>
                  <a:cubicBezTo>
                    <a:pt x="436" y="167"/>
                    <a:pt x="432" y="165"/>
                    <a:pt x="427" y="161"/>
                  </a:cubicBezTo>
                  <a:cubicBezTo>
                    <a:pt x="411" y="147"/>
                    <a:pt x="411" y="147"/>
                    <a:pt x="411" y="147"/>
                  </a:cubicBezTo>
                  <a:cubicBezTo>
                    <a:pt x="407" y="144"/>
                    <a:pt x="406" y="143"/>
                    <a:pt x="401" y="142"/>
                  </a:cubicBezTo>
                  <a:cubicBezTo>
                    <a:pt x="394" y="140"/>
                    <a:pt x="395" y="130"/>
                    <a:pt x="396" y="123"/>
                  </a:cubicBezTo>
                  <a:cubicBezTo>
                    <a:pt x="396" y="122"/>
                    <a:pt x="396" y="121"/>
                    <a:pt x="396" y="121"/>
                  </a:cubicBezTo>
                  <a:cubicBezTo>
                    <a:pt x="396" y="120"/>
                    <a:pt x="396" y="119"/>
                    <a:pt x="396" y="119"/>
                  </a:cubicBezTo>
                  <a:cubicBezTo>
                    <a:pt x="396" y="117"/>
                    <a:pt x="396" y="115"/>
                    <a:pt x="398" y="113"/>
                  </a:cubicBezTo>
                  <a:cubicBezTo>
                    <a:pt x="398" y="112"/>
                    <a:pt x="399" y="112"/>
                    <a:pt x="400" y="111"/>
                  </a:cubicBezTo>
                  <a:cubicBezTo>
                    <a:pt x="399" y="110"/>
                    <a:pt x="398" y="108"/>
                    <a:pt x="398" y="107"/>
                  </a:cubicBezTo>
                  <a:cubicBezTo>
                    <a:pt x="398" y="106"/>
                    <a:pt x="398" y="106"/>
                    <a:pt x="398" y="106"/>
                  </a:cubicBezTo>
                  <a:cubicBezTo>
                    <a:pt x="397" y="105"/>
                    <a:pt x="394" y="104"/>
                    <a:pt x="392" y="103"/>
                  </a:cubicBezTo>
                  <a:cubicBezTo>
                    <a:pt x="390" y="103"/>
                    <a:pt x="388" y="102"/>
                    <a:pt x="386" y="101"/>
                  </a:cubicBezTo>
                  <a:cubicBezTo>
                    <a:pt x="386" y="101"/>
                    <a:pt x="385" y="100"/>
                    <a:pt x="385" y="99"/>
                  </a:cubicBezTo>
                  <a:cubicBezTo>
                    <a:pt x="384" y="99"/>
                    <a:pt x="384" y="99"/>
                    <a:pt x="384" y="99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82" y="100"/>
                    <a:pt x="382" y="100"/>
                    <a:pt x="382" y="100"/>
                  </a:cubicBezTo>
                  <a:cubicBezTo>
                    <a:pt x="375" y="100"/>
                    <a:pt x="374" y="95"/>
                    <a:pt x="373" y="93"/>
                  </a:cubicBezTo>
                  <a:cubicBezTo>
                    <a:pt x="373" y="92"/>
                    <a:pt x="373" y="91"/>
                    <a:pt x="373" y="91"/>
                  </a:cubicBezTo>
                  <a:cubicBezTo>
                    <a:pt x="373" y="91"/>
                    <a:pt x="372" y="90"/>
                    <a:pt x="372" y="90"/>
                  </a:cubicBezTo>
                  <a:cubicBezTo>
                    <a:pt x="371" y="89"/>
                    <a:pt x="370" y="88"/>
                    <a:pt x="369" y="87"/>
                  </a:cubicBezTo>
                  <a:cubicBezTo>
                    <a:pt x="368" y="85"/>
                    <a:pt x="367" y="83"/>
                    <a:pt x="366" y="82"/>
                  </a:cubicBezTo>
                  <a:cubicBezTo>
                    <a:pt x="366" y="81"/>
                    <a:pt x="366" y="80"/>
                    <a:pt x="365" y="80"/>
                  </a:cubicBezTo>
                  <a:cubicBezTo>
                    <a:pt x="365" y="79"/>
                    <a:pt x="365" y="79"/>
                    <a:pt x="365" y="79"/>
                  </a:cubicBezTo>
                  <a:cubicBezTo>
                    <a:pt x="364" y="78"/>
                    <a:pt x="363" y="77"/>
                    <a:pt x="362" y="75"/>
                  </a:cubicBezTo>
                  <a:cubicBezTo>
                    <a:pt x="361" y="74"/>
                    <a:pt x="361" y="73"/>
                    <a:pt x="361" y="72"/>
                  </a:cubicBezTo>
                  <a:cubicBezTo>
                    <a:pt x="361" y="71"/>
                    <a:pt x="361" y="71"/>
                    <a:pt x="361" y="71"/>
                  </a:cubicBezTo>
                  <a:cubicBezTo>
                    <a:pt x="360" y="71"/>
                    <a:pt x="359" y="69"/>
                    <a:pt x="359" y="66"/>
                  </a:cubicBezTo>
                  <a:cubicBezTo>
                    <a:pt x="359" y="64"/>
                    <a:pt x="360" y="63"/>
                    <a:pt x="360" y="61"/>
                  </a:cubicBezTo>
                  <a:cubicBezTo>
                    <a:pt x="361" y="61"/>
                    <a:pt x="361" y="60"/>
                    <a:pt x="361" y="60"/>
                  </a:cubicBezTo>
                  <a:cubicBezTo>
                    <a:pt x="361" y="58"/>
                    <a:pt x="359" y="57"/>
                    <a:pt x="356" y="54"/>
                  </a:cubicBezTo>
                  <a:cubicBezTo>
                    <a:pt x="353" y="52"/>
                    <a:pt x="348" y="48"/>
                    <a:pt x="348" y="42"/>
                  </a:cubicBezTo>
                  <a:cubicBezTo>
                    <a:pt x="348" y="38"/>
                    <a:pt x="349" y="34"/>
                    <a:pt x="350" y="30"/>
                  </a:cubicBezTo>
                  <a:cubicBezTo>
                    <a:pt x="351" y="30"/>
                    <a:pt x="351" y="29"/>
                    <a:pt x="351" y="28"/>
                  </a:cubicBezTo>
                  <a:cubicBezTo>
                    <a:pt x="351" y="28"/>
                    <a:pt x="351" y="28"/>
                    <a:pt x="351" y="27"/>
                  </a:cubicBezTo>
                  <a:cubicBezTo>
                    <a:pt x="351" y="26"/>
                    <a:pt x="350" y="24"/>
                    <a:pt x="350" y="22"/>
                  </a:cubicBezTo>
                  <a:cubicBezTo>
                    <a:pt x="350" y="21"/>
                    <a:pt x="350" y="19"/>
                    <a:pt x="351" y="18"/>
                  </a:cubicBezTo>
                  <a:cubicBezTo>
                    <a:pt x="349" y="18"/>
                    <a:pt x="348" y="17"/>
                    <a:pt x="347" y="17"/>
                  </a:cubicBezTo>
                  <a:cubicBezTo>
                    <a:pt x="345" y="17"/>
                    <a:pt x="344" y="16"/>
                    <a:pt x="343" y="16"/>
                  </a:cubicBezTo>
                  <a:cubicBezTo>
                    <a:pt x="340" y="15"/>
                    <a:pt x="338" y="15"/>
                    <a:pt x="336" y="14"/>
                  </a:cubicBezTo>
                  <a:cubicBezTo>
                    <a:pt x="331" y="13"/>
                    <a:pt x="328" y="13"/>
                    <a:pt x="324" y="14"/>
                  </a:cubicBezTo>
                  <a:cubicBezTo>
                    <a:pt x="322" y="14"/>
                    <a:pt x="321" y="14"/>
                    <a:pt x="320" y="14"/>
                  </a:cubicBezTo>
                  <a:cubicBezTo>
                    <a:pt x="316" y="14"/>
                    <a:pt x="314" y="12"/>
                    <a:pt x="313" y="10"/>
                  </a:cubicBezTo>
                  <a:cubicBezTo>
                    <a:pt x="312" y="10"/>
                    <a:pt x="311" y="10"/>
                    <a:pt x="310" y="10"/>
                  </a:cubicBezTo>
                  <a:cubicBezTo>
                    <a:pt x="309" y="10"/>
                    <a:pt x="308" y="10"/>
                    <a:pt x="306" y="10"/>
                  </a:cubicBezTo>
                  <a:cubicBezTo>
                    <a:pt x="303" y="10"/>
                    <a:pt x="300" y="10"/>
                    <a:pt x="299" y="12"/>
                  </a:cubicBezTo>
                  <a:cubicBezTo>
                    <a:pt x="297" y="13"/>
                    <a:pt x="296" y="15"/>
                    <a:pt x="294" y="16"/>
                  </a:cubicBezTo>
                  <a:cubicBezTo>
                    <a:pt x="290" y="20"/>
                    <a:pt x="286" y="24"/>
                    <a:pt x="282" y="27"/>
                  </a:cubicBezTo>
                  <a:cubicBezTo>
                    <a:pt x="278" y="29"/>
                    <a:pt x="275" y="30"/>
                    <a:pt x="271" y="31"/>
                  </a:cubicBezTo>
                  <a:cubicBezTo>
                    <a:pt x="268" y="32"/>
                    <a:pt x="266" y="32"/>
                    <a:pt x="263" y="34"/>
                  </a:cubicBezTo>
                  <a:cubicBezTo>
                    <a:pt x="261" y="35"/>
                    <a:pt x="258" y="37"/>
                    <a:pt x="256" y="38"/>
                  </a:cubicBezTo>
                  <a:cubicBezTo>
                    <a:pt x="253" y="40"/>
                    <a:pt x="249" y="43"/>
                    <a:pt x="246" y="45"/>
                  </a:cubicBezTo>
                  <a:cubicBezTo>
                    <a:pt x="243" y="46"/>
                    <a:pt x="239" y="47"/>
                    <a:pt x="236" y="47"/>
                  </a:cubicBezTo>
                  <a:cubicBezTo>
                    <a:pt x="233" y="48"/>
                    <a:pt x="229" y="48"/>
                    <a:pt x="228" y="50"/>
                  </a:cubicBezTo>
                  <a:cubicBezTo>
                    <a:pt x="227" y="50"/>
                    <a:pt x="227" y="53"/>
                    <a:pt x="226" y="56"/>
                  </a:cubicBezTo>
                  <a:cubicBezTo>
                    <a:pt x="226" y="59"/>
                    <a:pt x="226" y="62"/>
                    <a:pt x="224" y="64"/>
                  </a:cubicBezTo>
                  <a:cubicBezTo>
                    <a:pt x="223" y="67"/>
                    <a:pt x="220" y="69"/>
                    <a:pt x="216" y="69"/>
                  </a:cubicBezTo>
                  <a:cubicBezTo>
                    <a:pt x="212" y="69"/>
                    <a:pt x="208" y="67"/>
                    <a:pt x="203" y="65"/>
                  </a:cubicBezTo>
                  <a:cubicBezTo>
                    <a:pt x="200" y="63"/>
                    <a:pt x="196" y="61"/>
                    <a:pt x="194" y="61"/>
                  </a:cubicBezTo>
                  <a:cubicBezTo>
                    <a:pt x="191" y="62"/>
                    <a:pt x="188" y="65"/>
                    <a:pt x="186" y="67"/>
                  </a:cubicBezTo>
                  <a:cubicBezTo>
                    <a:pt x="183" y="69"/>
                    <a:pt x="181" y="71"/>
                    <a:pt x="179" y="73"/>
                  </a:cubicBezTo>
                  <a:cubicBezTo>
                    <a:pt x="175" y="75"/>
                    <a:pt x="175" y="75"/>
                    <a:pt x="174" y="79"/>
                  </a:cubicBezTo>
                  <a:cubicBezTo>
                    <a:pt x="173" y="80"/>
                    <a:pt x="173" y="80"/>
                    <a:pt x="173" y="80"/>
                  </a:cubicBezTo>
                  <a:cubicBezTo>
                    <a:pt x="172" y="85"/>
                    <a:pt x="170" y="89"/>
                    <a:pt x="171" y="92"/>
                  </a:cubicBezTo>
                  <a:cubicBezTo>
                    <a:pt x="172" y="96"/>
                    <a:pt x="171" y="98"/>
                    <a:pt x="170" y="100"/>
                  </a:cubicBezTo>
                  <a:cubicBezTo>
                    <a:pt x="168" y="103"/>
                    <a:pt x="164" y="103"/>
                    <a:pt x="163" y="103"/>
                  </a:cubicBezTo>
                  <a:cubicBezTo>
                    <a:pt x="162" y="103"/>
                    <a:pt x="162" y="103"/>
                    <a:pt x="162" y="103"/>
                  </a:cubicBezTo>
                  <a:cubicBezTo>
                    <a:pt x="160" y="104"/>
                    <a:pt x="158" y="104"/>
                    <a:pt x="157" y="104"/>
                  </a:cubicBezTo>
                  <a:cubicBezTo>
                    <a:pt x="155" y="104"/>
                    <a:pt x="153" y="102"/>
                    <a:pt x="153" y="100"/>
                  </a:cubicBezTo>
                  <a:cubicBezTo>
                    <a:pt x="153" y="100"/>
                    <a:pt x="153" y="100"/>
                    <a:pt x="152" y="100"/>
                  </a:cubicBezTo>
                  <a:cubicBezTo>
                    <a:pt x="152" y="100"/>
                    <a:pt x="151" y="100"/>
                    <a:pt x="150" y="100"/>
                  </a:cubicBezTo>
                  <a:cubicBezTo>
                    <a:pt x="150" y="107"/>
                    <a:pt x="150" y="113"/>
                    <a:pt x="151" y="120"/>
                  </a:cubicBezTo>
                  <a:cubicBezTo>
                    <a:pt x="151" y="121"/>
                    <a:pt x="151" y="122"/>
                    <a:pt x="150" y="123"/>
                  </a:cubicBezTo>
                  <a:cubicBezTo>
                    <a:pt x="149" y="124"/>
                    <a:pt x="148" y="125"/>
                    <a:pt x="146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0" y="125"/>
                    <a:pt x="140" y="125"/>
                    <a:pt x="139" y="125"/>
                  </a:cubicBezTo>
                  <a:cubicBezTo>
                    <a:pt x="139" y="127"/>
                    <a:pt x="139" y="129"/>
                    <a:pt x="138" y="130"/>
                  </a:cubicBezTo>
                  <a:cubicBezTo>
                    <a:pt x="137" y="132"/>
                    <a:pt x="134" y="133"/>
                    <a:pt x="132" y="133"/>
                  </a:cubicBezTo>
                  <a:cubicBezTo>
                    <a:pt x="131" y="132"/>
                    <a:pt x="130" y="132"/>
                    <a:pt x="130" y="132"/>
                  </a:cubicBezTo>
                  <a:cubicBezTo>
                    <a:pt x="128" y="132"/>
                    <a:pt x="126" y="131"/>
                    <a:pt x="124" y="130"/>
                  </a:cubicBezTo>
                  <a:cubicBezTo>
                    <a:pt x="122" y="129"/>
                    <a:pt x="121" y="128"/>
                    <a:pt x="120" y="127"/>
                  </a:cubicBezTo>
                  <a:cubicBezTo>
                    <a:pt x="119" y="126"/>
                    <a:pt x="118" y="126"/>
                    <a:pt x="117" y="125"/>
                  </a:cubicBezTo>
                  <a:cubicBezTo>
                    <a:pt x="115" y="124"/>
                    <a:pt x="113" y="123"/>
                    <a:pt x="112" y="122"/>
                  </a:cubicBezTo>
                  <a:cubicBezTo>
                    <a:pt x="110" y="120"/>
                    <a:pt x="108" y="119"/>
                    <a:pt x="106" y="119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03" y="119"/>
                    <a:pt x="100" y="118"/>
                    <a:pt x="99" y="117"/>
                  </a:cubicBezTo>
                  <a:cubicBezTo>
                    <a:pt x="99" y="117"/>
                    <a:pt x="99" y="117"/>
                    <a:pt x="99" y="117"/>
                  </a:cubicBezTo>
                  <a:cubicBezTo>
                    <a:pt x="99" y="117"/>
                    <a:pt x="98" y="118"/>
                    <a:pt x="97" y="119"/>
                  </a:cubicBezTo>
                  <a:cubicBezTo>
                    <a:pt x="97" y="120"/>
                    <a:pt x="96" y="121"/>
                    <a:pt x="95" y="122"/>
                  </a:cubicBezTo>
                  <a:cubicBezTo>
                    <a:pt x="94" y="124"/>
                    <a:pt x="93" y="124"/>
                    <a:pt x="91" y="125"/>
                  </a:cubicBezTo>
                  <a:cubicBezTo>
                    <a:pt x="91" y="125"/>
                    <a:pt x="91" y="125"/>
                    <a:pt x="91" y="125"/>
                  </a:cubicBezTo>
                  <a:cubicBezTo>
                    <a:pt x="91" y="127"/>
                    <a:pt x="91" y="128"/>
                    <a:pt x="91" y="129"/>
                  </a:cubicBezTo>
                  <a:cubicBezTo>
                    <a:pt x="90" y="131"/>
                    <a:pt x="87" y="132"/>
                    <a:pt x="86" y="132"/>
                  </a:cubicBezTo>
                  <a:cubicBezTo>
                    <a:pt x="86" y="133"/>
                    <a:pt x="87" y="134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8" y="135"/>
                    <a:pt x="88" y="136"/>
                  </a:cubicBezTo>
                  <a:cubicBezTo>
                    <a:pt x="89" y="137"/>
                    <a:pt x="92" y="139"/>
                    <a:pt x="92" y="143"/>
                  </a:cubicBezTo>
                  <a:cubicBezTo>
                    <a:pt x="92" y="144"/>
                    <a:pt x="92" y="145"/>
                    <a:pt x="92" y="146"/>
                  </a:cubicBezTo>
                  <a:cubicBezTo>
                    <a:pt x="92" y="147"/>
                    <a:pt x="92" y="149"/>
                    <a:pt x="92" y="150"/>
                  </a:cubicBezTo>
                  <a:cubicBezTo>
                    <a:pt x="92" y="159"/>
                    <a:pt x="87" y="162"/>
                    <a:pt x="82" y="162"/>
                  </a:cubicBezTo>
                  <a:cubicBezTo>
                    <a:pt x="82" y="162"/>
                    <a:pt x="81" y="162"/>
                    <a:pt x="81" y="162"/>
                  </a:cubicBezTo>
                  <a:cubicBezTo>
                    <a:pt x="79" y="161"/>
                    <a:pt x="78" y="161"/>
                    <a:pt x="77" y="160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7" y="160"/>
                    <a:pt x="77" y="160"/>
                    <a:pt x="77" y="160"/>
                  </a:cubicBezTo>
                  <a:cubicBezTo>
                    <a:pt x="77" y="160"/>
                    <a:pt x="78" y="160"/>
                    <a:pt x="78" y="160"/>
                  </a:cubicBezTo>
                  <a:cubicBezTo>
                    <a:pt x="80" y="163"/>
                    <a:pt x="82" y="167"/>
                    <a:pt x="81" y="171"/>
                  </a:cubicBezTo>
                  <a:cubicBezTo>
                    <a:pt x="80" y="173"/>
                    <a:pt x="79" y="174"/>
                    <a:pt x="78" y="175"/>
                  </a:cubicBezTo>
                  <a:cubicBezTo>
                    <a:pt x="78" y="175"/>
                    <a:pt x="78" y="175"/>
                    <a:pt x="78" y="175"/>
                  </a:cubicBezTo>
                  <a:cubicBezTo>
                    <a:pt x="78" y="175"/>
                    <a:pt x="78" y="176"/>
                    <a:pt x="78" y="176"/>
                  </a:cubicBezTo>
                  <a:cubicBezTo>
                    <a:pt x="79" y="179"/>
                    <a:pt x="81" y="182"/>
                    <a:pt x="79" y="185"/>
                  </a:cubicBezTo>
                  <a:cubicBezTo>
                    <a:pt x="79" y="186"/>
                    <a:pt x="78" y="188"/>
                    <a:pt x="75" y="188"/>
                  </a:cubicBezTo>
                  <a:cubicBezTo>
                    <a:pt x="74" y="188"/>
                    <a:pt x="74" y="188"/>
                    <a:pt x="73" y="188"/>
                  </a:cubicBezTo>
                  <a:cubicBezTo>
                    <a:pt x="73" y="188"/>
                    <a:pt x="73" y="188"/>
                    <a:pt x="73" y="188"/>
                  </a:cubicBezTo>
                  <a:cubicBezTo>
                    <a:pt x="72" y="190"/>
                    <a:pt x="71" y="191"/>
                    <a:pt x="70" y="191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3"/>
                    <a:pt x="71" y="195"/>
                    <a:pt x="69" y="196"/>
                  </a:cubicBezTo>
                  <a:cubicBezTo>
                    <a:pt x="68" y="198"/>
                    <a:pt x="67" y="199"/>
                    <a:pt x="65" y="199"/>
                  </a:cubicBezTo>
                  <a:cubicBezTo>
                    <a:pt x="64" y="201"/>
                    <a:pt x="63" y="203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8" y="205"/>
                    <a:pt x="57" y="205"/>
                  </a:cubicBezTo>
                  <a:cubicBezTo>
                    <a:pt x="56" y="206"/>
                    <a:pt x="54" y="207"/>
                    <a:pt x="52" y="207"/>
                  </a:cubicBezTo>
                  <a:cubicBezTo>
                    <a:pt x="51" y="207"/>
                    <a:pt x="50" y="207"/>
                    <a:pt x="50" y="207"/>
                  </a:cubicBezTo>
                  <a:cubicBezTo>
                    <a:pt x="49" y="207"/>
                    <a:pt x="49" y="206"/>
                    <a:pt x="48" y="206"/>
                  </a:cubicBezTo>
                  <a:cubicBezTo>
                    <a:pt x="46" y="206"/>
                    <a:pt x="43" y="207"/>
                    <a:pt x="42" y="208"/>
                  </a:cubicBezTo>
                  <a:cubicBezTo>
                    <a:pt x="39" y="209"/>
                    <a:pt x="37" y="209"/>
                    <a:pt x="35" y="210"/>
                  </a:cubicBezTo>
                  <a:cubicBezTo>
                    <a:pt x="33" y="210"/>
                    <a:pt x="32" y="210"/>
                    <a:pt x="31" y="211"/>
                  </a:cubicBezTo>
                  <a:cubicBezTo>
                    <a:pt x="29" y="212"/>
                    <a:pt x="27" y="214"/>
                    <a:pt x="26" y="216"/>
                  </a:cubicBezTo>
                  <a:cubicBezTo>
                    <a:pt x="26" y="216"/>
                    <a:pt x="26" y="216"/>
                    <a:pt x="26" y="216"/>
                  </a:cubicBezTo>
                  <a:cubicBezTo>
                    <a:pt x="27" y="219"/>
                    <a:pt x="26" y="223"/>
                    <a:pt x="26" y="225"/>
                  </a:cubicBezTo>
                  <a:cubicBezTo>
                    <a:pt x="27" y="225"/>
                    <a:pt x="28" y="226"/>
                    <a:pt x="28" y="227"/>
                  </a:cubicBezTo>
                  <a:cubicBezTo>
                    <a:pt x="30" y="230"/>
                    <a:pt x="30" y="232"/>
                    <a:pt x="30" y="234"/>
                  </a:cubicBezTo>
                  <a:cubicBezTo>
                    <a:pt x="30" y="235"/>
                    <a:pt x="30" y="235"/>
                    <a:pt x="30" y="236"/>
                  </a:cubicBezTo>
                  <a:cubicBezTo>
                    <a:pt x="30" y="238"/>
                    <a:pt x="31" y="240"/>
                    <a:pt x="30" y="242"/>
                  </a:cubicBezTo>
                  <a:cubicBezTo>
                    <a:pt x="29" y="243"/>
                    <a:pt x="28" y="244"/>
                    <a:pt x="27" y="245"/>
                  </a:cubicBezTo>
                  <a:cubicBezTo>
                    <a:pt x="27" y="245"/>
                    <a:pt x="27" y="246"/>
                    <a:pt x="27" y="246"/>
                  </a:cubicBezTo>
                  <a:cubicBezTo>
                    <a:pt x="27" y="248"/>
                    <a:pt x="28" y="251"/>
                    <a:pt x="27" y="254"/>
                  </a:cubicBezTo>
                  <a:cubicBezTo>
                    <a:pt x="26" y="255"/>
                    <a:pt x="25" y="256"/>
                    <a:pt x="24" y="257"/>
                  </a:cubicBezTo>
                  <a:cubicBezTo>
                    <a:pt x="24" y="258"/>
                    <a:pt x="24" y="260"/>
                    <a:pt x="23" y="262"/>
                  </a:cubicBezTo>
                  <a:cubicBezTo>
                    <a:pt x="20" y="265"/>
                    <a:pt x="17" y="265"/>
                    <a:pt x="14" y="266"/>
                  </a:cubicBezTo>
                  <a:cubicBezTo>
                    <a:pt x="14" y="266"/>
                    <a:pt x="13" y="266"/>
                    <a:pt x="13" y="266"/>
                  </a:cubicBezTo>
                  <a:cubicBezTo>
                    <a:pt x="13" y="266"/>
                    <a:pt x="13" y="266"/>
                    <a:pt x="13" y="266"/>
                  </a:cubicBezTo>
                  <a:cubicBezTo>
                    <a:pt x="14" y="268"/>
                    <a:pt x="15" y="270"/>
                    <a:pt x="15" y="271"/>
                  </a:cubicBezTo>
                  <a:cubicBezTo>
                    <a:pt x="15" y="272"/>
                    <a:pt x="15" y="273"/>
                    <a:pt x="16" y="273"/>
                  </a:cubicBezTo>
                  <a:cubicBezTo>
                    <a:pt x="18" y="277"/>
                    <a:pt x="16" y="281"/>
                    <a:pt x="15" y="283"/>
                  </a:cubicBezTo>
                  <a:cubicBezTo>
                    <a:pt x="15" y="284"/>
                    <a:pt x="14" y="284"/>
                    <a:pt x="14" y="285"/>
                  </a:cubicBezTo>
                  <a:cubicBezTo>
                    <a:pt x="14" y="287"/>
                    <a:pt x="13" y="291"/>
                    <a:pt x="13" y="292"/>
                  </a:cubicBezTo>
                  <a:cubicBezTo>
                    <a:pt x="14" y="296"/>
                    <a:pt x="12" y="299"/>
                    <a:pt x="11" y="301"/>
                  </a:cubicBezTo>
                  <a:cubicBezTo>
                    <a:pt x="11" y="302"/>
                    <a:pt x="10" y="303"/>
                    <a:pt x="10" y="303"/>
                  </a:cubicBezTo>
                  <a:cubicBezTo>
                    <a:pt x="11" y="305"/>
                    <a:pt x="14" y="308"/>
                    <a:pt x="15" y="308"/>
                  </a:cubicBezTo>
                  <a:cubicBezTo>
                    <a:pt x="15" y="308"/>
                    <a:pt x="16" y="308"/>
                    <a:pt x="17" y="307"/>
                  </a:cubicBezTo>
                  <a:cubicBezTo>
                    <a:pt x="18" y="307"/>
                    <a:pt x="19" y="307"/>
                    <a:pt x="20" y="307"/>
                  </a:cubicBezTo>
                  <a:cubicBezTo>
                    <a:pt x="23" y="306"/>
                    <a:pt x="26" y="307"/>
                    <a:pt x="27" y="308"/>
                  </a:cubicBezTo>
                  <a:cubicBezTo>
                    <a:pt x="28" y="307"/>
                    <a:pt x="31" y="308"/>
                    <a:pt x="33" y="309"/>
                  </a:cubicBezTo>
                  <a:cubicBezTo>
                    <a:pt x="34" y="311"/>
                    <a:pt x="35" y="312"/>
                    <a:pt x="35" y="314"/>
                  </a:cubicBezTo>
                  <a:cubicBezTo>
                    <a:pt x="35" y="314"/>
                    <a:pt x="35" y="314"/>
                    <a:pt x="35" y="314"/>
                  </a:cubicBezTo>
                  <a:cubicBezTo>
                    <a:pt x="36" y="315"/>
                    <a:pt x="37" y="317"/>
                    <a:pt x="37" y="319"/>
                  </a:cubicBezTo>
                  <a:cubicBezTo>
                    <a:pt x="37" y="319"/>
                    <a:pt x="38" y="320"/>
                    <a:pt x="38" y="321"/>
                  </a:cubicBezTo>
                  <a:cubicBezTo>
                    <a:pt x="38" y="322"/>
                    <a:pt x="39" y="323"/>
                    <a:pt x="38" y="323"/>
                  </a:cubicBezTo>
                  <a:cubicBezTo>
                    <a:pt x="40" y="324"/>
                    <a:pt x="43" y="326"/>
                    <a:pt x="44" y="330"/>
                  </a:cubicBezTo>
                  <a:cubicBezTo>
                    <a:pt x="44" y="331"/>
                    <a:pt x="44" y="332"/>
                    <a:pt x="43" y="333"/>
                  </a:cubicBezTo>
                  <a:cubicBezTo>
                    <a:pt x="43" y="333"/>
                    <a:pt x="43" y="333"/>
                    <a:pt x="43" y="333"/>
                  </a:cubicBezTo>
                  <a:cubicBezTo>
                    <a:pt x="44" y="334"/>
                    <a:pt x="44" y="334"/>
                    <a:pt x="44" y="335"/>
                  </a:cubicBezTo>
                  <a:cubicBezTo>
                    <a:pt x="44" y="335"/>
                    <a:pt x="44" y="335"/>
                    <a:pt x="45" y="335"/>
                  </a:cubicBezTo>
                  <a:cubicBezTo>
                    <a:pt x="46" y="335"/>
                    <a:pt x="47" y="336"/>
                    <a:pt x="48" y="336"/>
                  </a:cubicBezTo>
                  <a:cubicBezTo>
                    <a:pt x="52" y="339"/>
                    <a:pt x="53" y="340"/>
                    <a:pt x="54" y="343"/>
                  </a:cubicBezTo>
                  <a:cubicBezTo>
                    <a:pt x="55" y="344"/>
                    <a:pt x="56" y="345"/>
                    <a:pt x="57" y="346"/>
                  </a:cubicBezTo>
                  <a:cubicBezTo>
                    <a:pt x="57" y="346"/>
                    <a:pt x="57" y="346"/>
                    <a:pt x="57" y="346"/>
                  </a:cubicBezTo>
                  <a:cubicBezTo>
                    <a:pt x="59" y="345"/>
                    <a:pt x="60" y="345"/>
                    <a:pt x="60" y="345"/>
                  </a:cubicBezTo>
                  <a:cubicBezTo>
                    <a:pt x="61" y="345"/>
                    <a:pt x="61" y="345"/>
                    <a:pt x="61" y="345"/>
                  </a:cubicBezTo>
                  <a:cubicBezTo>
                    <a:pt x="62" y="344"/>
                    <a:pt x="63" y="343"/>
                    <a:pt x="65" y="343"/>
                  </a:cubicBezTo>
                  <a:cubicBezTo>
                    <a:pt x="67" y="343"/>
                    <a:pt x="68" y="343"/>
                    <a:pt x="70" y="346"/>
                  </a:cubicBezTo>
                  <a:cubicBezTo>
                    <a:pt x="71" y="347"/>
                    <a:pt x="71" y="348"/>
                    <a:pt x="71" y="349"/>
                  </a:cubicBezTo>
                  <a:cubicBezTo>
                    <a:pt x="73" y="349"/>
                    <a:pt x="74" y="350"/>
                    <a:pt x="76" y="351"/>
                  </a:cubicBezTo>
                  <a:cubicBezTo>
                    <a:pt x="76" y="351"/>
                    <a:pt x="76" y="351"/>
                    <a:pt x="76" y="351"/>
                  </a:cubicBezTo>
                  <a:cubicBezTo>
                    <a:pt x="76" y="351"/>
                    <a:pt x="76" y="351"/>
                    <a:pt x="76" y="351"/>
                  </a:cubicBezTo>
                  <a:cubicBezTo>
                    <a:pt x="76" y="349"/>
                    <a:pt x="76" y="347"/>
                    <a:pt x="78" y="345"/>
                  </a:cubicBezTo>
                  <a:cubicBezTo>
                    <a:pt x="80" y="344"/>
                    <a:pt x="81" y="343"/>
                    <a:pt x="82" y="342"/>
                  </a:cubicBezTo>
                  <a:cubicBezTo>
                    <a:pt x="83" y="342"/>
                    <a:pt x="83" y="342"/>
                    <a:pt x="84" y="341"/>
                  </a:cubicBezTo>
                  <a:cubicBezTo>
                    <a:pt x="84" y="340"/>
                    <a:pt x="86" y="338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2" y="338"/>
                    <a:pt x="93" y="338"/>
                    <a:pt x="93" y="339"/>
                  </a:cubicBezTo>
                  <a:cubicBezTo>
                    <a:pt x="94" y="339"/>
                    <a:pt x="94" y="339"/>
                    <a:pt x="95" y="339"/>
                  </a:cubicBezTo>
                  <a:cubicBezTo>
                    <a:pt x="95" y="338"/>
                    <a:pt x="97" y="336"/>
                    <a:pt x="99" y="336"/>
                  </a:cubicBezTo>
                  <a:cubicBezTo>
                    <a:pt x="100" y="335"/>
                    <a:pt x="101" y="334"/>
                    <a:pt x="102" y="334"/>
                  </a:cubicBezTo>
                  <a:cubicBezTo>
                    <a:pt x="103" y="333"/>
                    <a:pt x="104" y="333"/>
                    <a:pt x="105" y="333"/>
                  </a:cubicBezTo>
                  <a:cubicBezTo>
                    <a:pt x="106" y="338"/>
                    <a:pt x="106" y="338"/>
                    <a:pt x="106" y="338"/>
                  </a:cubicBezTo>
                  <a:cubicBezTo>
                    <a:pt x="106" y="333"/>
                    <a:pt x="106" y="333"/>
                    <a:pt x="106" y="333"/>
                  </a:cubicBezTo>
                  <a:cubicBezTo>
                    <a:pt x="109" y="332"/>
                    <a:pt x="109" y="332"/>
                    <a:pt x="109" y="332"/>
                  </a:cubicBezTo>
                  <a:cubicBezTo>
                    <a:pt x="112" y="331"/>
                    <a:pt x="115" y="330"/>
                    <a:pt x="118" y="330"/>
                  </a:cubicBezTo>
                  <a:cubicBezTo>
                    <a:pt x="121" y="330"/>
                    <a:pt x="123" y="331"/>
                    <a:pt x="124" y="332"/>
                  </a:cubicBezTo>
                  <a:cubicBezTo>
                    <a:pt x="124" y="332"/>
                    <a:pt x="125" y="332"/>
                    <a:pt x="126" y="332"/>
                  </a:cubicBezTo>
                  <a:cubicBezTo>
                    <a:pt x="127" y="332"/>
                    <a:pt x="128" y="332"/>
                    <a:pt x="129" y="332"/>
                  </a:cubicBezTo>
                  <a:cubicBezTo>
                    <a:pt x="129" y="332"/>
                    <a:pt x="130" y="332"/>
                    <a:pt x="130" y="332"/>
                  </a:cubicBezTo>
                  <a:cubicBezTo>
                    <a:pt x="131" y="332"/>
                    <a:pt x="132" y="332"/>
                    <a:pt x="133" y="332"/>
                  </a:cubicBezTo>
                  <a:cubicBezTo>
                    <a:pt x="134" y="332"/>
                    <a:pt x="135" y="332"/>
                    <a:pt x="136" y="332"/>
                  </a:cubicBezTo>
                  <a:cubicBezTo>
                    <a:pt x="136" y="332"/>
                    <a:pt x="138" y="333"/>
                    <a:pt x="139" y="333"/>
                  </a:cubicBezTo>
                  <a:cubicBezTo>
                    <a:pt x="140" y="333"/>
                    <a:pt x="141" y="333"/>
                    <a:pt x="142" y="334"/>
                  </a:cubicBezTo>
                  <a:cubicBezTo>
                    <a:pt x="143" y="333"/>
                    <a:pt x="144" y="332"/>
                    <a:pt x="146" y="332"/>
                  </a:cubicBezTo>
                  <a:cubicBezTo>
                    <a:pt x="147" y="332"/>
                    <a:pt x="149" y="333"/>
                    <a:pt x="150" y="334"/>
                  </a:cubicBezTo>
                  <a:cubicBezTo>
                    <a:pt x="150" y="335"/>
                    <a:pt x="151" y="336"/>
                    <a:pt x="151" y="337"/>
                  </a:cubicBezTo>
                  <a:cubicBezTo>
                    <a:pt x="152" y="337"/>
                    <a:pt x="152" y="338"/>
                    <a:pt x="153" y="338"/>
                  </a:cubicBezTo>
                  <a:cubicBezTo>
                    <a:pt x="154" y="340"/>
                    <a:pt x="155" y="342"/>
                    <a:pt x="155" y="343"/>
                  </a:cubicBezTo>
                  <a:cubicBezTo>
                    <a:pt x="156" y="344"/>
                    <a:pt x="156" y="344"/>
                    <a:pt x="156" y="344"/>
                  </a:cubicBezTo>
                  <a:cubicBezTo>
                    <a:pt x="156" y="344"/>
                    <a:pt x="156" y="344"/>
                    <a:pt x="157" y="34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49" name="Freeform 140">
              <a:extLst>
                <a:ext uri="{FF2B5EF4-FFF2-40B4-BE49-F238E27FC236}">
                  <a16:creationId xmlns:a16="http://schemas.microsoft.com/office/drawing/2014/main" id="{D9EE3C91-0D8F-45CA-B5D2-30873F66E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3" y="2257425"/>
              <a:ext cx="542925" cy="415925"/>
            </a:xfrm>
            <a:custGeom>
              <a:avLst/>
              <a:gdLst>
                <a:gd name="T0" fmla="*/ 340 w 481"/>
                <a:gd name="T1" fmla="*/ 9 h 367"/>
                <a:gd name="T2" fmla="*/ 348 w 481"/>
                <a:gd name="T3" fmla="*/ 39 h 367"/>
                <a:gd name="T4" fmla="*/ 362 w 481"/>
                <a:gd name="T5" fmla="*/ 70 h 367"/>
                <a:gd name="T6" fmla="*/ 375 w 481"/>
                <a:gd name="T7" fmla="*/ 86 h 367"/>
                <a:gd name="T8" fmla="*/ 385 w 481"/>
                <a:gd name="T9" fmla="*/ 94 h 367"/>
                <a:gd name="T10" fmla="*/ 409 w 481"/>
                <a:gd name="T11" fmla="*/ 111 h 367"/>
                <a:gd name="T12" fmla="*/ 407 w 481"/>
                <a:gd name="T13" fmla="*/ 115 h 367"/>
                <a:gd name="T14" fmla="*/ 410 w 481"/>
                <a:gd name="T15" fmla="*/ 140 h 367"/>
                <a:gd name="T16" fmla="*/ 456 w 481"/>
                <a:gd name="T17" fmla="*/ 154 h 367"/>
                <a:gd name="T18" fmla="*/ 473 w 481"/>
                <a:gd name="T19" fmla="*/ 172 h 367"/>
                <a:gd name="T20" fmla="*/ 479 w 481"/>
                <a:gd name="T21" fmla="*/ 213 h 367"/>
                <a:gd name="T22" fmla="*/ 456 w 481"/>
                <a:gd name="T23" fmla="*/ 237 h 367"/>
                <a:gd name="T24" fmla="*/ 431 w 481"/>
                <a:gd name="T25" fmla="*/ 236 h 367"/>
                <a:gd name="T26" fmla="*/ 412 w 481"/>
                <a:gd name="T27" fmla="*/ 245 h 367"/>
                <a:gd name="T28" fmla="*/ 400 w 481"/>
                <a:gd name="T29" fmla="*/ 256 h 367"/>
                <a:gd name="T30" fmla="*/ 393 w 481"/>
                <a:gd name="T31" fmla="*/ 264 h 367"/>
                <a:gd name="T32" fmla="*/ 360 w 481"/>
                <a:gd name="T33" fmla="*/ 262 h 367"/>
                <a:gd name="T34" fmla="*/ 313 w 481"/>
                <a:gd name="T35" fmla="*/ 258 h 367"/>
                <a:gd name="T36" fmla="*/ 300 w 481"/>
                <a:gd name="T37" fmla="*/ 267 h 367"/>
                <a:gd name="T38" fmla="*/ 286 w 481"/>
                <a:gd name="T39" fmla="*/ 264 h 367"/>
                <a:gd name="T40" fmla="*/ 255 w 481"/>
                <a:gd name="T41" fmla="*/ 264 h 367"/>
                <a:gd name="T42" fmla="*/ 169 w 481"/>
                <a:gd name="T43" fmla="*/ 264 h 367"/>
                <a:gd name="T44" fmla="*/ 159 w 481"/>
                <a:gd name="T45" fmla="*/ 286 h 367"/>
                <a:gd name="T46" fmla="*/ 164 w 481"/>
                <a:gd name="T47" fmla="*/ 309 h 367"/>
                <a:gd name="T48" fmla="*/ 168 w 481"/>
                <a:gd name="T49" fmla="*/ 335 h 367"/>
                <a:gd name="T50" fmla="*/ 169 w 481"/>
                <a:gd name="T51" fmla="*/ 351 h 367"/>
                <a:gd name="T52" fmla="*/ 158 w 481"/>
                <a:gd name="T53" fmla="*/ 354 h 367"/>
                <a:gd name="T54" fmla="*/ 143 w 481"/>
                <a:gd name="T55" fmla="*/ 338 h 367"/>
                <a:gd name="T56" fmla="*/ 131 w 481"/>
                <a:gd name="T57" fmla="*/ 334 h 367"/>
                <a:gd name="T58" fmla="*/ 104 w 481"/>
                <a:gd name="T59" fmla="*/ 335 h 367"/>
                <a:gd name="T60" fmla="*/ 86 w 481"/>
                <a:gd name="T61" fmla="*/ 340 h 367"/>
                <a:gd name="T62" fmla="*/ 71 w 481"/>
                <a:gd name="T63" fmla="*/ 354 h 367"/>
                <a:gd name="T64" fmla="*/ 59 w 481"/>
                <a:gd name="T65" fmla="*/ 348 h 367"/>
                <a:gd name="T66" fmla="*/ 53 w 481"/>
                <a:gd name="T67" fmla="*/ 347 h 367"/>
                <a:gd name="T68" fmla="*/ 45 w 481"/>
                <a:gd name="T69" fmla="*/ 342 h 367"/>
                <a:gd name="T70" fmla="*/ 35 w 481"/>
                <a:gd name="T71" fmla="*/ 333 h 367"/>
                <a:gd name="T72" fmla="*/ 30 w 481"/>
                <a:gd name="T73" fmla="*/ 320 h 367"/>
                <a:gd name="T74" fmla="*/ 17 w 481"/>
                <a:gd name="T75" fmla="*/ 308 h 367"/>
                <a:gd name="T76" fmla="*/ 6 w 481"/>
                <a:gd name="T77" fmla="*/ 280 h 367"/>
                <a:gd name="T78" fmla="*/ 15 w 481"/>
                <a:gd name="T79" fmla="*/ 256 h 367"/>
                <a:gd name="T80" fmla="*/ 22 w 481"/>
                <a:gd name="T81" fmla="*/ 237 h 367"/>
                <a:gd name="T82" fmla="*/ 17 w 481"/>
                <a:gd name="T83" fmla="*/ 214 h 367"/>
                <a:gd name="T84" fmla="*/ 36 w 481"/>
                <a:gd name="T85" fmla="*/ 201 h 367"/>
                <a:gd name="T86" fmla="*/ 59 w 481"/>
                <a:gd name="T87" fmla="*/ 191 h 367"/>
                <a:gd name="T88" fmla="*/ 70 w 481"/>
                <a:gd name="T89" fmla="*/ 181 h 367"/>
                <a:gd name="T90" fmla="*/ 67 w 481"/>
                <a:gd name="T91" fmla="*/ 154 h 367"/>
                <a:gd name="T92" fmla="*/ 83 w 481"/>
                <a:gd name="T93" fmla="*/ 140 h 367"/>
                <a:gd name="T94" fmla="*/ 88 w 481"/>
                <a:gd name="T95" fmla="*/ 117 h 367"/>
                <a:gd name="T96" fmla="*/ 101 w 481"/>
                <a:gd name="T97" fmla="*/ 107 h 367"/>
                <a:gd name="T98" fmla="*/ 122 w 481"/>
                <a:gd name="T99" fmla="*/ 123 h 367"/>
                <a:gd name="T100" fmla="*/ 142 w 481"/>
                <a:gd name="T101" fmla="*/ 117 h 367"/>
                <a:gd name="T102" fmla="*/ 151 w 481"/>
                <a:gd name="T103" fmla="*/ 92 h 367"/>
                <a:gd name="T104" fmla="*/ 163 w 481"/>
                <a:gd name="T105" fmla="*/ 91 h 367"/>
                <a:gd name="T106" fmla="*/ 216 w 481"/>
                <a:gd name="T107" fmla="*/ 59 h 367"/>
                <a:gd name="T108" fmla="*/ 275 w 481"/>
                <a:gd name="T109" fmla="*/ 2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81" h="367">
                  <a:moveTo>
                    <a:pt x="312" y="2"/>
                  </a:moveTo>
                  <a:cubicBezTo>
                    <a:pt x="313" y="6"/>
                    <a:pt x="314" y="7"/>
                    <a:pt x="319" y="6"/>
                  </a:cubicBezTo>
                  <a:cubicBezTo>
                    <a:pt x="324" y="5"/>
                    <a:pt x="327" y="6"/>
                    <a:pt x="332" y="7"/>
                  </a:cubicBezTo>
                  <a:cubicBezTo>
                    <a:pt x="335" y="7"/>
                    <a:pt x="338" y="8"/>
                    <a:pt x="340" y="9"/>
                  </a:cubicBezTo>
                  <a:cubicBezTo>
                    <a:pt x="343" y="10"/>
                    <a:pt x="352" y="11"/>
                    <a:pt x="352" y="13"/>
                  </a:cubicBezTo>
                  <a:cubicBezTo>
                    <a:pt x="353" y="15"/>
                    <a:pt x="350" y="17"/>
                    <a:pt x="351" y="19"/>
                  </a:cubicBezTo>
                  <a:cubicBezTo>
                    <a:pt x="351" y="22"/>
                    <a:pt x="353" y="23"/>
                    <a:pt x="352" y="26"/>
                  </a:cubicBezTo>
                  <a:cubicBezTo>
                    <a:pt x="351" y="30"/>
                    <a:pt x="348" y="35"/>
                    <a:pt x="348" y="39"/>
                  </a:cubicBezTo>
                  <a:cubicBezTo>
                    <a:pt x="349" y="47"/>
                    <a:pt x="362" y="49"/>
                    <a:pt x="361" y="58"/>
                  </a:cubicBezTo>
                  <a:cubicBezTo>
                    <a:pt x="361" y="60"/>
                    <a:pt x="359" y="62"/>
                    <a:pt x="359" y="63"/>
                  </a:cubicBezTo>
                  <a:cubicBezTo>
                    <a:pt x="359" y="65"/>
                    <a:pt x="361" y="65"/>
                    <a:pt x="361" y="67"/>
                  </a:cubicBezTo>
                  <a:cubicBezTo>
                    <a:pt x="361" y="68"/>
                    <a:pt x="361" y="69"/>
                    <a:pt x="362" y="70"/>
                  </a:cubicBezTo>
                  <a:cubicBezTo>
                    <a:pt x="363" y="72"/>
                    <a:pt x="364" y="73"/>
                    <a:pt x="365" y="74"/>
                  </a:cubicBezTo>
                  <a:cubicBezTo>
                    <a:pt x="367" y="77"/>
                    <a:pt x="367" y="79"/>
                    <a:pt x="369" y="81"/>
                  </a:cubicBezTo>
                  <a:cubicBezTo>
                    <a:pt x="370" y="83"/>
                    <a:pt x="372" y="84"/>
                    <a:pt x="373" y="86"/>
                  </a:cubicBezTo>
                  <a:cubicBezTo>
                    <a:pt x="373" y="86"/>
                    <a:pt x="374" y="86"/>
                    <a:pt x="375" y="86"/>
                  </a:cubicBezTo>
                  <a:cubicBezTo>
                    <a:pt x="375" y="87"/>
                    <a:pt x="373" y="88"/>
                    <a:pt x="374" y="88"/>
                  </a:cubicBezTo>
                  <a:cubicBezTo>
                    <a:pt x="374" y="91"/>
                    <a:pt x="374" y="92"/>
                    <a:pt x="378" y="92"/>
                  </a:cubicBezTo>
                  <a:cubicBezTo>
                    <a:pt x="380" y="92"/>
                    <a:pt x="383" y="91"/>
                    <a:pt x="384" y="92"/>
                  </a:cubicBezTo>
                  <a:cubicBezTo>
                    <a:pt x="385" y="93"/>
                    <a:pt x="384" y="93"/>
                    <a:pt x="385" y="94"/>
                  </a:cubicBezTo>
                  <a:cubicBezTo>
                    <a:pt x="386" y="95"/>
                    <a:pt x="387" y="95"/>
                    <a:pt x="389" y="96"/>
                  </a:cubicBezTo>
                  <a:cubicBezTo>
                    <a:pt x="391" y="96"/>
                    <a:pt x="396" y="98"/>
                    <a:pt x="397" y="100"/>
                  </a:cubicBezTo>
                  <a:cubicBezTo>
                    <a:pt x="399" y="102"/>
                    <a:pt x="398" y="104"/>
                    <a:pt x="401" y="107"/>
                  </a:cubicBezTo>
                  <a:cubicBezTo>
                    <a:pt x="403" y="108"/>
                    <a:pt x="406" y="110"/>
                    <a:pt x="409" y="111"/>
                  </a:cubicBezTo>
                  <a:cubicBezTo>
                    <a:pt x="411" y="111"/>
                    <a:pt x="412" y="110"/>
                    <a:pt x="413" y="112"/>
                  </a:cubicBezTo>
                  <a:cubicBezTo>
                    <a:pt x="415" y="113"/>
                    <a:pt x="414" y="114"/>
                    <a:pt x="412" y="114"/>
                  </a:cubicBezTo>
                  <a:cubicBezTo>
                    <a:pt x="411" y="114"/>
                    <a:pt x="411" y="112"/>
                    <a:pt x="409" y="113"/>
                  </a:cubicBezTo>
                  <a:cubicBezTo>
                    <a:pt x="408" y="113"/>
                    <a:pt x="409" y="115"/>
                    <a:pt x="407" y="115"/>
                  </a:cubicBezTo>
                  <a:cubicBezTo>
                    <a:pt x="405" y="116"/>
                    <a:pt x="402" y="113"/>
                    <a:pt x="400" y="113"/>
                  </a:cubicBezTo>
                  <a:cubicBezTo>
                    <a:pt x="396" y="112"/>
                    <a:pt x="397" y="114"/>
                    <a:pt x="397" y="118"/>
                  </a:cubicBezTo>
                  <a:cubicBezTo>
                    <a:pt x="397" y="121"/>
                    <a:pt x="394" y="133"/>
                    <a:pt x="398" y="134"/>
                  </a:cubicBezTo>
                  <a:cubicBezTo>
                    <a:pt x="404" y="136"/>
                    <a:pt x="406" y="137"/>
                    <a:pt x="410" y="140"/>
                  </a:cubicBezTo>
                  <a:cubicBezTo>
                    <a:pt x="415" y="145"/>
                    <a:pt x="420" y="149"/>
                    <a:pt x="426" y="154"/>
                  </a:cubicBezTo>
                  <a:cubicBezTo>
                    <a:pt x="431" y="158"/>
                    <a:pt x="434" y="160"/>
                    <a:pt x="440" y="160"/>
                  </a:cubicBezTo>
                  <a:cubicBezTo>
                    <a:pt x="444" y="160"/>
                    <a:pt x="447" y="161"/>
                    <a:pt x="450" y="159"/>
                  </a:cubicBezTo>
                  <a:cubicBezTo>
                    <a:pt x="452" y="158"/>
                    <a:pt x="453" y="154"/>
                    <a:pt x="456" y="154"/>
                  </a:cubicBezTo>
                  <a:cubicBezTo>
                    <a:pt x="459" y="153"/>
                    <a:pt x="463" y="153"/>
                    <a:pt x="465" y="155"/>
                  </a:cubicBezTo>
                  <a:cubicBezTo>
                    <a:pt x="466" y="156"/>
                    <a:pt x="466" y="158"/>
                    <a:pt x="467" y="159"/>
                  </a:cubicBezTo>
                  <a:cubicBezTo>
                    <a:pt x="469" y="160"/>
                    <a:pt x="470" y="161"/>
                    <a:pt x="471" y="163"/>
                  </a:cubicBezTo>
                  <a:cubicBezTo>
                    <a:pt x="471" y="165"/>
                    <a:pt x="474" y="170"/>
                    <a:pt x="473" y="172"/>
                  </a:cubicBezTo>
                  <a:cubicBezTo>
                    <a:pt x="472" y="174"/>
                    <a:pt x="469" y="173"/>
                    <a:pt x="466" y="174"/>
                  </a:cubicBezTo>
                  <a:cubicBezTo>
                    <a:pt x="465" y="174"/>
                    <a:pt x="460" y="176"/>
                    <a:pt x="461" y="177"/>
                  </a:cubicBezTo>
                  <a:cubicBezTo>
                    <a:pt x="466" y="186"/>
                    <a:pt x="472" y="194"/>
                    <a:pt x="478" y="202"/>
                  </a:cubicBezTo>
                  <a:cubicBezTo>
                    <a:pt x="481" y="207"/>
                    <a:pt x="481" y="208"/>
                    <a:pt x="479" y="213"/>
                  </a:cubicBezTo>
                  <a:cubicBezTo>
                    <a:pt x="478" y="215"/>
                    <a:pt x="477" y="216"/>
                    <a:pt x="476" y="217"/>
                  </a:cubicBezTo>
                  <a:cubicBezTo>
                    <a:pt x="476" y="218"/>
                    <a:pt x="476" y="220"/>
                    <a:pt x="475" y="221"/>
                  </a:cubicBezTo>
                  <a:cubicBezTo>
                    <a:pt x="474" y="223"/>
                    <a:pt x="470" y="224"/>
                    <a:pt x="469" y="226"/>
                  </a:cubicBezTo>
                  <a:cubicBezTo>
                    <a:pt x="465" y="229"/>
                    <a:pt x="461" y="236"/>
                    <a:pt x="456" y="237"/>
                  </a:cubicBezTo>
                  <a:cubicBezTo>
                    <a:pt x="454" y="238"/>
                    <a:pt x="450" y="236"/>
                    <a:pt x="448" y="236"/>
                  </a:cubicBezTo>
                  <a:cubicBezTo>
                    <a:pt x="445" y="236"/>
                    <a:pt x="441" y="237"/>
                    <a:pt x="438" y="238"/>
                  </a:cubicBezTo>
                  <a:cubicBezTo>
                    <a:pt x="436" y="238"/>
                    <a:pt x="434" y="240"/>
                    <a:pt x="432" y="239"/>
                  </a:cubicBezTo>
                  <a:cubicBezTo>
                    <a:pt x="431" y="239"/>
                    <a:pt x="431" y="236"/>
                    <a:pt x="431" y="236"/>
                  </a:cubicBezTo>
                  <a:cubicBezTo>
                    <a:pt x="428" y="234"/>
                    <a:pt x="424" y="235"/>
                    <a:pt x="421" y="235"/>
                  </a:cubicBezTo>
                  <a:cubicBezTo>
                    <a:pt x="419" y="236"/>
                    <a:pt x="417" y="242"/>
                    <a:pt x="416" y="243"/>
                  </a:cubicBezTo>
                  <a:cubicBezTo>
                    <a:pt x="416" y="245"/>
                    <a:pt x="418" y="244"/>
                    <a:pt x="415" y="245"/>
                  </a:cubicBezTo>
                  <a:cubicBezTo>
                    <a:pt x="413" y="246"/>
                    <a:pt x="414" y="244"/>
                    <a:pt x="412" y="245"/>
                  </a:cubicBezTo>
                  <a:cubicBezTo>
                    <a:pt x="412" y="245"/>
                    <a:pt x="413" y="247"/>
                    <a:pt x="412" y="248"/>
                  </a:cubicBezTo>
                  <a:cubicBezTo>
                    <a:pt x="412" y="248"/>
                    <a:pt x="408" y="247"/>
                    <a:pt x="407" y="247"/>
                  </a:cubicBezTo>
                  <a:cubicBezTo>
                    <a:pt x="403" y="247"/>
                    <a:pt x="405" y="250"/>
                    <a:pt x="405" y="254"/>
                  </a:cubicBezTo>
                  <a:cubicBezTo>
                    <a:pt x="403" y="253"/>
                    <a:pt x="400" y="256"/>
                    <a:pt x="400" y="256"/>
                  </a:cubicBezTo>
                  <a:cubicBezTo>
                    <a:pt x="400" y="258"/>
                    <a:pt x="403" y="260"/>
                    <a:pt x="403" y="262"/>
                  </a:cubicBezTo>
                  <a:cubicBezTo>
                    <a:pt x="402" y="261"/>
                    <a:pt x="401" y="261"/>
                    <a:pt x="400" y="261"/>
                  </a:cubicBezTo>
                  <a:cubicBezTo>
                    <a:pt x="400" y="261"/>
                    <a:pt x="396" y="260"/>
                    <a:pt x="396" y="260"/>
                  </a:cubicBezTo>
                  <a:cubicBezTo>
                    <a:pt x="393" y="260"/>
                    <a:pt x="393" y="264"/>
                    <a:pt x="393" y="264"/>
                  </a:cubicBezTo>
                  <a:cubicBezTo>
                    <a:pt x="387" y="265"/>
                    <a:pt x="379" y="263"/>
                    <a:pt x="373" y="265"/>
                  </a:cubicBezTo>
                  <a:cubicBezTo>
                    <a:pt x="372" y="266"/>
                    <a:pt x="367" y="268"/>
                    <a:pt x="367" y="267"/>
                  </a:cubicBezTo>
                  <a:cubicBezTo>
                    <a:pt x="366" y="267"/>
                    <a:pt x="367" y="265"/>
                    <a:pt x="366" y="264"/>
                  </a:cubicBezTo>
                  <a:cubicBezTo>
                    <a:pt x="365" y="263"/>
                    <a:pt x="362" y="263"/>
                    <a:pt x="360" y="262"/>
                  </a:cubicBezTo>
                  <a:cubicBezTo>
                    <a:pt x="356" y="262"/>
                    <a:pt x="351" y="261"/>
                    <a:pt x="347" y="260"/>
                  </a:cubicBezTo>
                  <a:cubicBezTo>
                    <a:pt x="338" y="258"/>
                    <a:pt x="330" y="256"/>
                    <a:pt x="321" y="254"/>
                  </a:cubicBezTo>
                  <a:cubicBezTo>
                    <a:pt x="317" y="253"/>
                    <a:pt x="320" y="257"/>
                    <a:pt x="316" y="258"/>
                  </a:cubicBezTo>
                  <a:cubicBezTo>
                    <a:pt x="313" y="259"/>
                    <a:pt x="315" y="258"/>
                    <a:pt x="313" y="258"/>
                  </a:cubicBezTo>
                  <a:cubicBezTo>
                    <a:pt x="310" y="258"/>
                    <a:pt x="311" y="259"/>
                    <a:pt x="309" y="260"/>
                  </a:cubicBezTo>
                  <a:cubicBezTo>
                    <a:pt x="308" y="262"/>
                    <a:pt x="308" y="263"/>
                    <a:pt x="306" y="264"/>
                  </a:cubicBezTo>
                  <a:cubicBezTo>
                    <a:pt x="304" y="265"/>
                    <a:pt x="303" y="265"/>
                    <a:pt x="302" y="265"/>
                  </a:cubicBezTo>
                  <a:cubicBezTo>
                    <a:pt x="300" y="265"/>
                    <a:pt x="301" y="266"/>
                    <a:pt x="300" y="267"/>
                  </a:cubicBezTo>
                  <a:cubicBezTo>
                    <a:pt x="298" y="269"/>
                    <a:pt x="298" y="270"/>
                    <a:pt x="295" y="267"/>
                  </a:cubicBezTo>
                  <a:cubicBezTo>
                    <a:pt x="295" y="266"/>
                    <a:pt x="297" y="266"/>
                    <a:pt x="295" y="265"/>
                  </a:cubicBezTo>
                  <a:cubicBezTo>
                    <a:pt x="293" y="264"/>
                    <a:pt x="290" y="264"/>
                    <a:pt x="287" y="264"/>
                  </a:cubicBezTo>
                  <a:cubicBezTo>
                    <a:pt x="287" y="264"/>
                    <a:pt x="287" y="264"/>
                    <a:pt x="286" y="264"/>
                  </a:cubicBezTo>
                  <a:cubicBezTo>
                    <a:pt x="285" y="264"/>
                    <a:pt x="284" y="266"/>
                    <a:pt x="283" y="266"/>
                  </a:cubicBezTo>
                  <a:cubicBezTo>
                    <a:pt x="281" y="266"/>
                    <a:pt x="282" y="264"/>
                    <a:pt x="279" y="264"/>
                  </a:cubicBezTo>
                  <a:cubicBezTo>
                    <a:pt x="274" y="264"/>
                    <a:pt x="269" y="264"/>
                    <a:pt x="264" y="264"/>
                  </a:cubicBezTo>
                  <a:cubicBezTo>
                    <a:pt x="261" y="264"/>
                    <a:pt x="258" y="264"/>
                    <a:pt x="255" y="264"/>
                  </a:cubicBezTo>
                  <a:cubicBezTo>
                    <a:pt x="253" y="264"/>
                    <a:pt x="251" y="262"/>
                    <a:pt x="249" y="263"/>
                  </a:cubicBezTo>
                  <a:cubicBezTo>
                    <a:pt x="243" y="263"/>
                    <a:pt x="238" y="264"/>
                    <a:pt x="232" y="264"/>
                  </a:cubicBezTo>
                  <a:cubicBezTo>
                    <a:pt x="225" y="264"/>
                    <a:pt x="218" y="264"/>
                    <a:pt x="211" y="264"/>
                  </a:cubicBezTo>
                  <a:cubicBezTo>
                    <a:pt x="198" y="264"/>
                    <a:pt x="182" y="265"/>
                    <a:pt x="169" y="264"/>
                  </a:cubicBezTo>
                  <a:cubicBezTo>
                    <a:pt x="163" y="264"/>
                    <a:pt x="165" y="265"/>
                    <a:pt x="165" y="268"/>
                  </a:cubicBezTo>
                  <a:cubicBezTo>
                    <a:pt x="165" y="271"/>
                    <a:pt x="164" y="271"/>
                    <a:pt x="163" y="273"/>
                  </a:cubicBezTo>
                  <a:cubicBezTo>
                    <a:pt x="161" y="275"/>
                    <a:pt x="160" y="278"/>
                    <a:pt x="160" y="281"/>
                  </a:cubicBezTo>
                  <a:cubicBezTo>
                    <a:pt x="159" y="283"/>
                    <a:pt x="159" y="284"/>
                    <a:pt x="159" y="286"/>
                  </a:cubicBezTo>
                  <a:cubicBezTo>
                    <a:pt x="159" y="288"/>
                    <a:pt x="158" y="288"/>
                    <a:pt x="159" y="290"/>
                  </a:cubicBezTo>
                  <a:cubicBezTo>
                    <a:pt x="159" y="292"/>
                    <a:pt x="160" y="294"/>
                    <a:pt x="161" y="295"/>
                  </a:cubicBezTo>
                  <a:cubicBezTo>
                    <a:pt x="162" y="297"/>
                    <a:pt x="167" y="303"/>
                    <a:pt x="167" y="303"/>
                  </a:cubicBezTo>
                  <a:cubicBezTo>
                    <a:pt x="167" y="303"/>
                    <a:pt x="160" y="307"/>
                    <a:pt x="164" y="309"/>
                  </a:cubicBezTo>
                  <a:cubicBezTo>
                    <a:pt x="165" y="309"/>
                    <a:pt x="168" y="312"/>
                    <a:pt x="169" y="312"/>
                  </a:cubicBezTo>
                  <a:cubicBezTo>
                    <a:pt x="169" y="314"/>
                    <a:pt x="167" y="314"/>
                    <a:pt x="166" y="315"/>
                  </a:cubicBezTo>
                  <a:cubicBezTo>
                    <a:pt x="165" y="319"/>
                    <a:pt x="166" y="324"/>
                    <a:pt x="167" y="328"/>
                  </a:cubicBezTo>
                  <a:cubicBezTo>
                    <a:pt x="168" y="331"/>
                    <a:pt x="168" y="332"/>
                    <a:pt x="168" y="335"/>
                  </a:cubicBezTo>
                  <a:cubicBezTo>
                    <a:pt x="167" y="337"/>
                    <a:pt x="169" y="337"/>
                    <a:pt x="169" y="339"/>
                  </a:cubicBezTo>
                  <a:cubicBezTo>
                    <a:pt x="169" y="341"/>
                    <a:pt x="168" y="340"/>
                    <a:pt x="167" y="342"/>
                  </a:cubicBezTo>
                  <a:cubicBezTo>
                    <a:pt x="167" y="344"/>
                    <a:pt x="166" y="346"/>
                    <a:pt x="166" y="347"/>
                  </a:cubicBezTo>
                  <a:cubicBezTo>
                    <a:pt x="166" y="349"/>
                    <a:pt x="169" y="350"/>
                    <a:pt x="169" y="351"/>
                  </a:cubicBezTo>
                  <a:cubicBezTo>
                    <a:pt x="166" y="356"/>
                    <a:pt x="168" y="356"/>
                    <a:pt x="170" y="359"/>
                  </a:cubicBezTo>
                  <a:cubicBezTo>
                    <a:pt x="172" y="361"/>
                    <a:pt x="172" y="361"/>
                    <a:pt x="171" y="363"/>
                  </a:cubicBezTo>
                  <a:cubicBezTo>
                    <a:pt x="170" y="365"/>
                    <a:pt x="169" y="367"/>
                    <a:pt x="167" y="367"/>
                  </a:cubicBezTo>
                  <a:cubicBezTo>
                    <a:pt x="164" y="366"/>
                    <a:pt x="159" y="357"/>
                    <a:pt x="158" y="354"/>
                  </a:cubicBezTo>
                  <a:cubicBezTo>
                    <a:pt x="157" y="352"/>
                    <a:pt x="156" y="350"/>
                    <a:pt x="155" y="348"/>
                  </a:cubicBezTo>
                  <a:cubicBezTo>
                    <a:pt x="153" y="344"/>
                    <a:pt x="152" y="347"/>
                    <a:pt x="149" y="345"/>
                  </a:cubicBezTo>
                  <a:cubicBezTo>
                    <a:pt x="147" y="344"/>
                    <a:pt x="147" y="340"/>
                    <a:pt x="145" y="339"/>
                  </a:cubicBezTo>
                  <a:cubicBezTo>
                    <a:pt x="145" y="338"/>
                    <a:pt x="143" y="340"/>
                    <a:pt x="143" y="338"/>
                  </a:cubicBezTo>
                  <a:cubicBezTo>
                    <a:pt x="142" y="336"/>
                    <a:pt x="141" y="339"/>
                    <a:pt x="141" y="338"/>
                  </a:cubicBezTo>
                  <a:cubicBezTo>
                    <a:pt x="140" y="339"/>
                    <a:pt x="138" y="339"/>
                    <a:pt x="136" y="338"/>
                  </a:cubicBezTo>
                  <a:cubicBezTo>
                    <a:pt x="134" y="337"/>
                    <a:pt x="136" y="336"/>
                    <a:pt x="135" y="335"/>
                  </a:cubicBezTo>
                  <a:cubicBezTo>
                    <a:pt x="135" y="335"/>
                    <a:pt x="131" y="334"/>
                    <a:pt x="131" y="334"/>
                  </a:cubicBezTo>
                  <a:cubicBezTo>
                    <a:pt x="129" y="333"/>
                    <a:pt x="127" y="334"/>
                    <a:pt x="126" y="333"/>
                  </a:cubicBezTo>
                  <a:cubicBezTo>
                    <a:pt x="124" y="333"/>
                    <a:pt x="120" y="334"/>
                    <a:pt x="118" y="333"/>
                  </a:cubicBezTo>
                  <a:cubicBezTo>
                    <a:pt x="117" y="333"/>
                    <a:pt x="116" y="331"/>
                    <a:pt x="115" y="332"/>
                  </a:cubicBezTo>
                  <a:cubicBezTo>
                    <a:pt x="111" y="332"/>
                    <a:pt x="108" y="334"/>
                    <a:pt x="104" y="335"/>
                  </a:cubicBezTo>
                  <a:cubicBezTo>
                    <a:pt x="103" y="335"/>
                    <a:pt x="101" y="335"/>
                    <a:pt x="100" y="335"/>
                  </a:cubicBezTo>
                  <a:cubicBezTo>
                    <a:pt x="98" y="336"/>
                    <a:pt x="98" y="337"/>
                    <a:pt x="96" y="337"/>
                  </a:cubicBezTo>
                  <a:cubicBezTo>
                    <a:pt x="95" y="338"/>
                    <a:pt x="94" y="339"/>
                    <a:pt x="93" y="340"/>
                  </a:cubicBezTo>
                  <a:cubicBezTo>
                    <a:pt x="91" y="342"/>
                    <a:pt x="89" y="340"/>
                    <a:pt x="86" y="340"/>
                  </a:cubicBezTo>
                  <a:cubicBezTo>
                    <a:pt x="84" y="339"/>
                    <a:pt x="84" y="341"/>
                    <a:pt x="83" y="342"/>
                  </a:cubicBezTo>
                  <a:cubicBezTo>
                    <a:pt x="81" y="343"/>
                    <a:pt x="79" y="344"/>
                    <a:pt x="77" y="345"/>
                  </a:cubicBezTo>
                  <a:cubicBezTo>
                    <a:pt x="76" y="347"/>
                    <a:pt x="77" y="351"/>
                    <a:pt x="75" y="353"/>
                  </a:cubicBezTo>
                  <a:cubicBezTo>
                    <a:pt x="74" y="353"/>
                    <a:pt x="71" y="352"/>
                    <a:pt x="71" y="354"/>
                  </a:cubicBezTo>
                  <a:cubicBezTo>
                    <a:pt x="71" y="358"/>
                    <a:pt x="69" y="352"/>
                    <a:pt x="68" y="352"/>
                  </a:cubicBezTo>
                  <a:cubicBezTo>
                    <a:pt x="67" y="350"/>
                    <a:pt x="64" y="352"/>
                    <a:pt x="63" y="351"/>
                  </a:cubicBezTo>
                  <a:cubicBezTo>
                    <a:pt x="60" y="349"/>
                    <a:pt x="62" y="350"/>
                    <a:pt x="61" y="348"/>
                  </a:cubicBezTo>
                  <a:cubicBezTo>
                    <a:pt x="59" y="346"/>
                    <a:pt x="60" y="348"/>
                    <a:pt x="59" y="348"/>
                  </a:cubicBezTo>
                  <a:cubicBezTo>
                    <a:pt x="58" y="349"/>
                    <a:pt x="58" y="347"/>
                    <a:pt x="57" y="347"/>
                  </a:cubicBezTo>
                  <a:cubicBezTo>
                    <a:pt x="57" y="347"/>
                    <a:pt x="57" y="346"/>
                    <a:pt x="56" y="346"/>
                  </a:cubicBezTo>
                  <a:cubicBezTo>
                    <a:pt x="56" y="346"/>
                    <a:pt x="56" y="347"/>
                    <a:pt x="55" y="347"/>
                  </a:cubicBezTo>
                  <a:cubicBezTo>
                    <a:pt x="55" y="347"/>
                    <a:pt x="54" y="347"/>
                    <a:pt x="53" y="347"/>
                  </a:cubicBezTo>
                  <a:cubicBezTo>
                    <a:pt x="53" y="347"/>
                    <a:pt x="53" y="349"/>
                    <a:pt x="52" y="349"/>
                  </a:cubicBezTo>
                  <a:cubicBezTo>
                    <a:pt x="51" y="349"/>
                    <a:pt x="48" y="342"/>
                    <a:pt x="47" y="345"/>
                  </a:cubicBezTo>
                  <a:cubicBezTo>
                    <a:pt x="46" y="345"/>
                    <a:pt x="45" y="344"/>
                    <a:pt x="45" y="344"/>
                  </a:cubicBezTo>
                  <a:cubicBezTo>
                    <a:pt x="44" y="342"/>
                    <a:pt x="45" y="343"/>
                    <a:pt x="45" y="342"/>
                  </a:cubicBezTo>
                  <a:cubicBezTo>
                    <a:pt x="45" y="340"/>
                    <a:pt x="45" y="339"/>
                    <a:pt x="42" y="338"/>
                  </a:cubicBezTo>
                  <a:cubicBezTo>
                    <a:pt x="42" y="337"/>
                    <a:pt x="41" y="337"/>
                    <a:pt x="40" y="336"/>
                  </a:cubicBezTo>
                  <a:cubicBezTo>
                    <a:pt x="39" y="336"/>
                    <a:pt x="37" y="336"/>
                    <a:pt x="37" y="336"/>
                  </a:cubicBezTo>
                  <a:cubicBezTo>
                    <a:pt x="34" y="335"/>
                    <a:pt x="36" y="335"/>
                    <a:pt x="35" y="333"/>
                  </a:cubicBezTo>
                  <a:cubicBezTo>
                    <a:pt x="35" y="332"/>
                    <a:pt x="35" y="330"/>
                    <a:pt x="35" y="330"/>
                  </a:cubicBezTo>
                  <a:cubicBezTo>
                    <a:pt x="35" y="330"/>
                    <a:pt x="35" y="327"/>
                    <a:pt x="35" y="328"/>
                  </a:cubicBezTo>
                  <a:cubicBezTo>
                    <a:pt x="34" y="324"/>
                    <a:pt x="32" y="325"/>
                    <a:pt x="30" y="323"/>
                  </a:cubicBezTo>
                  <a:cubicBezTo>
                    <a:pt x="28" y="321"/>
                    <a:pt x="30" y="321"/>
                    <a:pt x="30" y="320"/>
                  </a:cubicBezTo>
                  <a:cubicBezTo>
                    <a:pt x="29" y="317"/>
                    <a:pt x="26" y="317"/>
                    <a:pt x="28" y="314"/>
                  </a:cubicBezTo>
                  <a:cubicBezTo>
                    <a:pt x="24" y="317"/>
                    <a:pt x="27" y="311"/>
                    <a:pt x="26" y="310"/>
                  </a:cubicBezTo>
                  <a:cubicBezTo>
                    <a:pt x="24" y="308"/>
                    <a:pt x="24" y="310"/>
                    <a:pt x="22" y="310"/>
                  </a:cubicBezTo>
                  <a:cubicBezTo>
                    <a:pt x="20" y="309"/>
                    <a:pt x="20" y="307"/>
                    <a:pt x="17" y="308"/>
                  </a:cubicBezTo>
                  <a:cubicBezTo>
                    <a:pt x="15" y="308"/>
                    <a:pt x="11" y="310"/>
                    <a:pt x="9" y="310"/>
                  </a:cubicBezTo>
                  <a:cubicBezTo>
                    <a:pt x="6" y="309"/>
                    <a:pt x="3" y="304"/>
                    <a:pt x="2" y="302"/>
                  </a:cubicBezTo>
                  <a:cubicBezTo>
                    <a:pt x="0" y="297"/>
                    <a:pt x="5" y="294"/>
                    <a:pt x="4" y="290"/>
                  </a:cubicBezTo>
                  <a:cubicBezTo>
                    <a:pt x="4" y="288"/>
                    <a:pt x="5" y="282"/>
                    <a:pt x="6" y="280"/>
                  </a:cubicBezTo>
                  <a:cubicBezTo>
                    <a:pt x="7" y="278"/>
                    <a:pt x="10" y="275"/>
                    <a:pt x="8" y="272"/>
                  </a:cubicBezTo>
                  <a:cubicBezTo>
                    <a:pt x="6" y="271"/>
                    <a:pt x="7" y="265"/>
                    <a:pt x="4" y="266"/>
                  </a:cubicBezTo>
                  <a:cubicBezTo>
                    <a:pt x="5" y="262"/>
                    <a:pt x="3" y="260"/>
                    <a:pt x="7" y="259"/>
                  </a:cubicBezTo>
                  <a:cubicBezTo>
                    <a:pt x="9" y="258"/>
                    <a:pt x="13" y="258"/>
                    <a:pt x="15" y="256"/>
                  </a:cubicBezTo>
                  <a:cubicBezTo>
                    <a:pt x="16" y="255"/>
                    <a:pt x="15" y="253"/>
                    <a:pt x="15" y="252"/>
                  </a:cubicBezTo>
                  <a:cubicBezTo>
                    <a:pt x="16" y="251"/>
                    <a:pt x="18" y="250"/>
                    <a:pt x="18" y="249"/>
                  </a:cubicBezTo>
                  <a:cubicBezTo>
                    <a:pt x="20" y="246"/>
                    <a:pt x="17" y="242"/>
                    <a:pt x="19" y="239"/>
                  </a:cubicBezTo>
                  <a:cubicBezTo>
                    <a:pt x="20" y="238"/>
                    <a:pt x="21" y="238"/>
                    <a:pt x="22" y="237"/>
                  </a:cubicBezTo>
                  <a:cubicBezTo>
                    <a:pt x="22" y="236"/>
                    <a:pt x="21" y="232"/>
                    <a:pt x="21" y="231"/>
                  </a:cubicBezTo>
                  <a:cubicBezTo>
                    <a:pt x="21" y="229"/>
                    <a:pt x="21" y="228"/>
                    <a:pt x="20" y="226"/>
                  </a:cubicBezTo>
                  <a:cubicBezTo>
                    <a:pt x="19" y="225"/>
                    <a:pt x="17" y="226"/>
                    <a:pt x="17" y="224"/>
                  </a:cubicBezTo>
                  <a:cubicBezTo>
                    <a:pt x="15" y="222"/>
                    <a:pt x="20" y="218"/>
                    <a:pt x="17" y="214"/>
                  </a:cubicBezTo>
                  <a:cubicBezTo>
                    <a:pt x="15" y="212"/>
                    <a:pt x="12" y="213"/>
                    <a:pt x="10" y="211"/>
                  </a:cubicBezTo>
                  <a:cubicBezTo>
                    <a:pt x="12" y="211"/>
                    <a:pt x="18" y="211"/>
                    <a:pt x="19" y="210"/>
                  </a:cubicBezTo>
                  <a:cubicBezTo>
                    <a:pt x="20" y="208"/>
                    <a:pt x="22" y="206"/>
                    <a:pt x="24" y="204"/>
                  </a:cubicBezTo>
                  <a:cubicBezTo>
                    <a:pt x="28" y="201"/>
                    <a:pt x="32" y="203"/>
                    <a:pt x="36" y="201"/>
                  </a:cubicBezTo>
                  <a:cubicBezTo>
                    <a:pt x="38" y="200"/>
                    <a:pt x="42" y="199"/>
                    <a:pt x="44" y="199"/>
                  </a:cubicBezTo>
                  <a:cubicBezTo>
                    <a:pt x="48" y="199"/>
                    <a:pt x="47" y="201"/>
                    <a:pt x="51" y="198"/>
                  </a:cubicBezTo>
                  <a:cubicBezTo>
                    <a:pt x="53" y="197"/>
                    <a:pt x="52" y="196"/>
                    <a:pt x="55" y="196"/>
                  </a:cubicBezTo>
                  <a:cubicBezTo>
                    <a:pt x="58" y="196"/>
                    <a:pt x="56" y="192"/>
                    <a:pt x="59" y="191"/>
                  </a:cubicBezTo>
                  <a:cubicBezTo>
                    <a:pt x="63" y="191"/>
                    <a:pt x="62" y="190"/>
                    <a:pt x="61" y="188"/>
                  </a:cubicBezTo>
                  <a:cubicBezTo>
                    <a:pt x="61" y="186"/>
                    <a:pt x="64" y="185"/>
                    <a:pt x="65" y="183"/>
                  </a:cubicBezTo>
                  <a:cubicBezTo>
                    <a:pt x="66" y="182"/>
                    <a:pt x="66" y="179"/>
                    <a:pt x="67" y="179"/>
                  </a:cubicBezTo>
                  <a:cubicBezTo>
                    <a:pt x="69" y="178"/>
                    <a:pt x="69" y="181"/>
                    <a:pt x="70" y="181"/>
                  </a:cubicBezTo>
                  <a:cubicBezTo>
                    <a:pt x="74" y="180"/>
                    <a:pt x="69" y="174"/>
                    <a:pt x="69" y="172"/>
                  </a:cubicBezTo>
                  <a:cubicBezTo>
                    <a:pt x="69" y="170"/>
                    <a:pt x="72" y="168"/>
                    <a:pt x="72" y="167"/>
                  </a:cubicBezTo>
                  <a:cubicBezTo>
                    <a:pt x="73" y="165"/>
                    <a:pt x="72" y="162"/>
                    <a:pt x="70" y="160"/>
                  </a:cubicBezTo>
                  <a:cubicBezTo>
                    <a:pt x="68" y="157"/>
                    <a:pt x="67" y="158"/>
                    <a:pt x="67" y="154"/>
                  </a:cubicBezTo>
                  <a:cubicBezTo>
                    <a:pt x="70" y="154"/>
                    <a:pt x="71" y="152"/>
                    <a:pt x="74" y="152"/>
                  </a:cubicBezTo>
                  <a:cubicBezTo>
                    <a:pt x="76" y="153"/>
                    <a:pt x="76" y="154"/>
                    <a:pt x="78" y="154"/>
                  </a:cubicBezTo>
                  <a:cubicBezTo>
                    <a:pt x="82" y="154"/>
                    <a:pt x="83" y="150"/>
                    <a:pt x="83" y="147"/>
                  </a:cubicBezTo>
                  <a:cubicBezTo>
                    <a:pt x="83" y="145"/>
                    <a:pt x="83" y="142"/>
                    <a:pt x="83" y="140"/>
                  </a:cubicBezTo>
                  <a:cubicBezTo>
                    <a:pt x="83" y="137"/>
                    <a:pt x="79" y="136"/>
                    <a:pt x="79" y="133"/>
                  </a:cubicBezTo>
                  <a:cubicBezTo>
                    <a:pt x="78" y="131"/>
                    <a:pt x="74" y="127"/>
                    <a:pt x="77" y="125"/>
                  </a:cubicBezTo>
                  <a:cubicBezTo>
                    <a:pt x="79" y="124"/>
                    <a:pt x="85" y="126"/>
                    <a:pt x="82" y="122"/>
                  </a:cubicBezTo>
                  <a:cubicBezTo>
                    <a:pt x="80" y="120"/>
                    <a:pt x="86" y="118"/>
                    <a:pt x="88" y="117"/>
                  </a:cubicBezTo>
                  <a:cubicBezTo>
                    <a:pt x="90" y="114"/>
                    <a:pt x="90" y="112"/>
                    <a:pt x="93" y="110"/>
                  </a:cubicBezTo>
                  <a:cubicBezTo>
                    <a:pt x="94" y="109"/>
                    <a:pt x="101" y="106"/>
                    <a:pt x="98" y="105"/>
                  </a:cubicBezTo>
                  <a:cubicBezTo>
                    <a:pt x="98" y="105"/>
                    <a:pt x="98" y="104"/>
                    <a:pt x="98" y="104"/>
                  </a:cubicBezTo>
                  <a:cubicBezTo>
                    <a:pt x="99" y="104"/>
                    <a:pt x="101" y="106"/>
                    <a:pt x="101" y="107"/>
                  </a:cubicBezTo>
                  <a:cubicBezTo>
                    <a:pt x="101" y="109"/>
                    <a:pt x="100" y="107"/>
                    <a:pt x="100" y="108"/>
                  </a:cubicBezTo>
                  <a:cubicBezTo>
                    <a:pt x="98" y="113"/>
                    <a:pt x="99" y="110"/>
                    <a:pt x="103" y="111"/>
                  </a:cubicBezTo>
                  <a:cubicBezTo>
                    <a:pt x="108" y="112"/>
                    <a:pt x="110" y="116"/>
                    <a:pt x="115" y="118"/>
                  </a:cubicBezTo>
                  <a:cubicBezTo>
                    <a:pt x="118" y="119"/>
                    <a:pt x="120" y="122"/>
                    <a:pt x="122" y="123"/>
                  </a:cubicBezTo>
                  <a:cubicBezTo>
                    <a:pt x="124" y="124"/>
                    <a:pt x="126" y="124"/>
                    <a:pt x="129" y="125"/>
                  </a:cubicBezTo>
                  <a:cubicBezTo>
                    <a:pt x="131" y="125"/>
                    <a:pt x="131" y="122"/>
                    <a:pt x="130" y="121"/>
                  </a:cubicBezTo>
                  <a:cubicBezTo>
                    <a:pt x="129" y="119"/>
                    <a:pt x="130" y="119"/>
                    <a:pt x="132" y="118"/>
                  </a:cubicBezTo>
                  <a:cubicBezTo>
                    <a:pt x="134" y="117"/>
                    <a:pt x="140" y="117"/>
                    <a:pt x="142" y="117"/>
                  </a:cubicBezTo>
                  <a:cubicBezTo>
                    <a:pt x="141" y="110"/>
                    <a:pt x="141" y="103"/>
                    <a:pt x="142" y="96"/>
                  </a:cubicBezTo>
                  <a:cubicBezTo>
                    <a:pt x="142" y="92"/>
                    <a:pt x="139" y="89"/>
                    <a:pt x="144" y="91"/>
                  </a:cubicBezTo>
                  <a:cubicBezTo>
                    <a:pt x="145" y="91"/>
                    <a:pt x="145" y="92"/>
                    <a:pt x="146" y="92"/>
                  </a:cubicBezTo>
                  <a:cubicBezTo>
                    <a:pt x="147" y="93"/>
                    <a:pt x="149" y="91"/>
                    <a:pt x="151" y="92"/>
                  </a:cubicBezTo>
                  <a:cubicBezTo>
                    <a:pt x="152" y="92"/>
                    <a:pt x="152" y="94"/>
                    <a:pt x="153" y="95"/>
                  </a:cubicBezTo>
                  <a:cubicBezTo>
                    <a:pt x="153" y="95"/>
                    <a:pt x="153" y="96"/>
                    <a:pt x="154" y="96"/>
                  </a:cubicBezTo>
                  <a:cubicBezTo>
                    <a:pt x="155" y="97"/>
                    <a:pt x="155" y="95"/>
                    <a:pt x="155" y="95"/>
                  </a:cubicBezTo>
                  <a:cubicBezTo>
                    <a:pt x="159" y="95"/>
                    <a:pt x="164" y="96"/>
                    <a:pt x="163" y="91"/>
                  </a:cubicBezTo>
                  <a:cubicBezTo>
                    <a:pt x="161" y="85"/>
                    <a:pt x="164" y="80"/>
                    <a:pt x="165" y="75"/>
                  </a:cubicBezTo>
                  <a:cubicBezTo>
                    <a:pt x="167" y="70"/>
                    <a:pt x="167" y="69"/>
                    <a:pt x="172" y="66"/>
                  </a:cubicBezTo>
                  <a:cubicBezTo>
                    <a:pt x="178" y="63"/>
                    <a:pt x="182" y="55"/>
                    <a:pt x="188" y="54"/>
                  </a:cubicBezTo>
                  <a:cubicBezTo>
                    <a:pt x="196" y="52"/>
                    <a:pt x="212" y="67"/>
                    <a:pt x="216" y="59"/>
                  </a:cubicBezTo>
                  <a:cubicBezTo>
                    <a:pt x="219" y="55"/>
                    <a:pt x="217" y="47"/>
                    <a:pt x="221" y="43"/>
                  </a:cubicBezTo>
                  <a:cubicBezTo>
                    <a:pt x="224" y="39"/>
                    <a:pt x="235" y="40"/>
                    <a:pt x="240" y="38"/>
                  </a:cubicBezTo>
                  <a:cubicBezTo>
                    <a:pt x="245" y="34"/>
                    <a:pt x="251" y="30"/>
                    <a:pt x="257" y="27"/>
                  </a:cubicBezTo>
                  <a:cubicBezTo>
                    <a:pt x="262" y="23"/>
                    <a:pt x="270" y="23"/>
                    <a:pt x="275" y="20"/>
                  </a:cubicBezTo>
                  <a:cubicBezTo>
                    <a:pt x="281" y="17"/>
                    <a:pt x="287" y="10"/>
                    <a:pt x="292" y="5"/>
                  </a:cubicBezTo>
                  <a:cubicBezTo>
                    <a:pt x="297" y="0"/>
                    <a:pt x="304" y="2"/>
                    <a:pt x="312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0" name="Freeform 141">
              <a:extLst>
                <a:ext uri="{FF2B5EF4-FFF2-40B4-BE49-F238E27FC236}">
                  <a16:creationId xmlns:a16="http://schemas.microsoft.com/office/drawing/2014/main" id="{38C64EE7-FC74-43B6-A7A0-CD883626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063" y="2560638"/>
              <a:ext cx="15875" cy="19050"/>
            </a:xfrm>
            <a:custGeom>
              <a:avLst/>
              <a:gdLst>
                <a:gd name="T0" fmla="*/ 10 w 14"/>
                <a:gd name="T1" fmla="*/ 16 h 17"/>
                <a:gd name="T2" fmla="*/ 12 w 14"/>
                <a:gd name="T3" fmla="*/ 4 h 17"/>
                <a:gd name="T4" fmla="*/ 13 w 14"/>
                <a:gd name="T5" fmla="*/ 8 h 17"/>
                <a:gd name="T6" fmla="*/ 10 w 14"/>
                <a:gd name="T7" fmla="*/ 10 h 17"/>
                <a:gd name="T8" fmla="*/ 10 w 14"/>
                <a:gd name="T9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7">
                  <a:moveTo>
                    <a:pt x="10" y="16"/>
                  </a:moveTo>
                  <a:cubicBezTo>
                    <a:pt x="0" y="17"/>
                    <a:pt x="6" y="0"/>
                    <a:pt x="12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12" y="9"/>
                    <a:pt x="10" y="10"/>
                    <a:pt x="10" y="10"/>
                  </a:cubicBezTo>
                  <a:cubicBezTo>
                    <a:pt x="8" y="13"/>
                    <a:pt x="12" y="14"/>
                    <a:pt x="10" y="1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1" name="Freeform 142">
              <a:extLst>
                <a:ext uri="{FF2B5EF4-FFF2-40B4-BE49-F238E27FC236}">
                  <a16:creationId xmlns:a16="http://schemas.microsoft.com/office/drawing/2014/main" id="{1A0D5465-2632-46BF-BB6D-8811BA1B6C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53000" y="2430463"/>
              <a:ext cx="511175" cy="406400"/>
            </a:xfrm>
            <a:custGeom>
              <a:avLst/>
              <a:gdLst>
                <a:gd name="T0" fmla="*/ 333 w 452"/>
                <a:gd name="T1" fmla="*/ 350 h 361"/>
                <a:gd name="T2" fmla="*/ 333 w 452"/>
                <a:gd name="T3" fmla="*/ 300 h 361"/>
                <a:gd name="T4" fmla="*/ 310 w 452"/>
                <a:gd name="T5" fmla="*/ 279 h 361"/>
                <a:gd name="T6" fmla="*/ 267 w 452"/>
                <a:gd name="T7" fmla="*/ 288 h 361"/>
                <a:gd name="T8" fmla="*/ 265 w 452"/>
                <a:gd name="T9" fmla="*/ 241 h 361"/>
                <a:gd name="T10" fmla="*/ 250 w 452"/>
                <a:gd name="T11" fmla="*/ 210 h 361"/>
                <a:gd name="T12" fmla="*/ 198 w 452"/>
                <a:gd name="T13" fmla="*/ 181 h 361"/>
                <a:gd name="T14" fmla="*/ 154 w 452"/>
                <a:gd name="T15" fmla="*/ 199 h 361"/>
                <a:gd name="T16" fmla="*/ 128 w 452"/>
                <a:gd name="T17" fmla="*/ 234 h 361"/>
                <a:gd name="T18" fmla="*/ 94 w 452"/>
                <a:gd name="T19" fmla="*/ 218 h 361"/>
                <a:gd name="T20" fmla="*/ 43 w 452"/>
                <a:gd name="T21" fmla="*/ 168 h 361"/>
                <a:gd name="T22" fmla="*/ 18 w 452"/>
                <a:gd name="T23" fmla="*/ 81 h 361"/>
                <a:gd name="T24" fmla="*/ 65 w 452"/>
                <a:gd name="T25" fmla="*/ 67 h 361"/>
                <a:gd name="T26" fmla="*/ 70 w 452"/>
                <a:gd name="T27" fmla="*/ 43 h 361"/>
                <a:gd name="T28" fmla="*/ 107 w 452"/>
                <a:gd name="T29" fmla="*/ 1 h 361"/>
                <a:gd name="T30" fmla="*/ 147 w 452"/>
                <a:gd name="T31" fmla="*/ 15 h 361"/>
                <a:gd name="T32" fmla="*/ 189 w 452"/>
                <a:gd name="T33" fmla="*/ 18 h 361"/>
                <a:gd name="T34" fmla="*/ 227 w 452"/>
                <a:gd name="T35" fmla="*/ 37 h 361"/>
                <a:gd name="T36" fmla="*/ 266 w 452"/>
                <a:gd name="T37" fmla="*/ 45 h 361"/>
                <a:gd name="T38" fmla="*/ 280 w 452"/>
                <a:gd name="T39" fmla="*/ 35 h 361"/>
                <a:gd name="T40" fmla="*/ 324 w 452"/>
                <a:gd name="T41" fmla="*/ 41 h 361"/>
                <a:gd name="T42" fmla="*/ 343 w 452"/>
                <a:gd name="T43" fmla="*/ 15 h 361"/>
                <a:gd name="T44" fmla="*/ 385 w 452"/>
                <a:gd name="T45" fmla="*/ 61 h 361"/>
                <a:gd name="T46" fmla="*/ 410 w 452"/>
                <a:gd name="T47" fmla="*/ 85 h 361"/>
                <a:gd name="T48" fmla="*/ 404 w 452"/>
                <a:gd name="T49" fmla="*/ 104 h 361"/>
                <a:gd name="T50" fmla="*/ 426 w 452"/>
                <a:gd name="T51" fmla="*/ 149 h 361"/>
                <a:gd name="T52" fmla="*/ 427 w 452"/>
                <a:gd name="T53" fmla="*/ 211 h 361"/>
                <a:gd name="T54" fmla="*/ 435 w 452"/>
                <a:gd name="T55" fmla="*/ 243 h 361"/>
                <a:gd name="T56" fmla="*/ 443 w 452"/>
                <a:gd name="T57" fmla="*/ 285 h 361"/>
                <a:gd name="T58" fmla="*/ 416 w 452"/>
                <a:gd name="T59" fmla="*/ 287 h 361"/>
                <a:gd name="T60" fmla="*/ 428 w 452"/>
                <a:gd name="T61" fmla="*/ 308 h 361"/>
                <a:gd name="T62" fmla="*/ 403 w 452"/>
                <a:gd name="T63" fmla="*/ 336 h 361"/>
                <a:gd name="T64" fmla="*/ 371 w 452"/>
                <a:gd name="T65" fmla="*/ 357 h 361"/>
                <a:gd name="T66" fmla="*/ 361 w 452"/>
                <a:gd name="T67" fmla="*/ 349 h 361"/>
                <a:gd name="T68" fmla="*/ 401 w 452"/>
                <a:gd name="T69" fmla="*/ 325 h 361"/>
                <a:gd name="T70" fmla="*/ 421 w 452"/>
                <a:gd name="T71" fmla="*/ 298 h 361"/>
                <a:gd name="T72" fmla="*/ 437 w 452"/>
                <a:gd name="T73" fmla="*/ 270 h 361"/>
                <a:gd name="T74" fmla="*/ 431 w 452"/>
                <a:gd name="T75" fmla="*/ 235 h 361"/>
                <a:gd name="T76" fmla="*/ 413 w 452"/>
                <a:gd name="T77" fmla="*/ 180 h 361"/>
                <a:gd name="T78" fmla="*/ 406 w 452"/>
                <a:gd name="T79" fmla="*/ 130 h 361"/>
                <a:gd name="T80" fmla="*/ 383 w 452"/>
                <a:gd name="T81" fmla="*/ 116 h 361"/>
                <a:gd name="T82" fmla="*/ 379 w 452"/>
                <a:gd name="T83" fmla="*/ 75 h 361"/>
                <a:gd name="T84" fmla="*/ 359 w 452"/>
                <a:gd name="T85" fmla="*/ 22 h 361"/>
                <a:gd name="T86" fmla="*/ 313 w 452"/>
                <a:gd name="T87" fmla="*/ 47 h 361"/>
                <a:gd name="T88" fmla="*/ 281 w 452"/>
                <a:gd name="T89" fmla="*/ 47 h 361"/>
                <a:gd name="T90" fmla="*/ 245 w 452"/>
                <a:gd name="T91" fmla="*/ 45 h 361"/>
                <a:gd name="T92" fmla="*/ 202 w 452"/>
                <a:gd name="T93" fmla="*/ 28 h 361"/>
                <a:gd name="T94" fmla="*/ 157 w 452"/>
                <a:gd name="T95" fmla="*/ 28 h 361"/>
                <a:gd name="T96" fmla="*/ 128 w 452"/>
                <a:gd name="T97" fmla="*/ 22 h 361"/>
                <a:gd name="T98" fmla="*/ 92 w 452"/>
                <a:gd name="T99" fmla="*/ 29 h 361"/>
                <a:gd name="T100" fmla="*/ 89 w 452"/>
                <a:gd name="T101" fmla="*/ 57 h 361"/>
                <a:gd name="T102" fmla="*/ 41 w 452"/>
                <a:gd name="T103" fmla="*/ 81 h 361"/>
                <a:gd name="T104" fmla="*/ 42 w 452"/>
                <a:gd name="T105" fmla="*/ 157 h 361"/>
                <a:gd name="T106" fmla="*/ 97 w 452"/>
                <a:gd name="T107" fmla="*/ 209 h 361"/>
                <a:gd name="T108" fmla="*/ 109 w 452"/>
                <a:gd name="T109" fmla="*/ 231 h 361"/>
                <a:gd name="T110" fmla="*/ 136 w 452"/>
                <a:gd name="T111" fmla="*/ 213 h 361"/>
                <a:gd name="T112" fmla="*/ 170 w 452"/>
                <a:gd name="T113" fmla="*/ 176 h 361"/>
                <a:gd name="T114" fmla="*/ 240 w 452"/>
                <a:gd name="T115" fmla="*/ 179 h 361"/>
                <a:gd name="T116" fmla="*/ 266 w 452"/>
                <a:gd name="T117" fmla="*/ 215 h 361"/>
                <a:gd name="T118" fmla="*/ 272 w 452"/>
                <a:gd name="T119" fmla="*/ 272 h 361"/>
                <a:gd name="T120" fmla="*/ 313 w 452"/>
                <a:gd name="T121" fmla="*/ 268 h 361"/>
                <a:gd name="T122" fmla="*/ 339 w 452"/>
                <a:gd name="T123" fmla="*/ 290 h 361"/>
                <a:gd name="T124" fmla="*/ 345 w 452"/>
                <a:gd name="T125" fmla="*/ 337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2" h="361">
                  <a:moveTo>
                    <a:pt x="358" y="361"/>
                  </a:moveTo>
                  <a:cubicBezTo>
                    <a:pt x="356" y="361"/>
                    <a:pt x="355" y="361"/>
                    <a:pt x="354" y="360"/>
                  </a:cubicBezTo>
                  <a:cubicBezTo>
                    <a:pt x="353" y="358"/>
                    <a:pt x="353" y="357"/>
                    <a:pt x="353" y="355"/>
                  </a:cubicBezTo>
                  <a:cubicBezTo>
                    <a:pt x="353" y="355"/>
                    <a:pt x="353" y="355"/>
                    <a:pt x="352" y="354"/>
                  </a:cubicBezTo>
                  <a:cubicBezTo>
                    <a:pt x="351" y="353"/>
                    <a:pt x="349" y="352"/>
                    <a:pt x="348" y="350"/>
                  </a:cubicBezTo>
                  <a:cubicBezTo>
                    <a:pt x="348" y="350"/>
                    <a:pt x="348" y="349"/>
                    <a:pt x="348" y="348"/>
                  </a:cubicBezTo>
                  <a:cubicBezTo>
                    <a:pt x="347" y="348"/>
                    <a:pt x="346" y="348"/>
                    <a:pt x="345" y="348"/>
                  </a:cubicBezTo>
                  <a:cubicBezTo>
                    <a:pt x="345" y="348"/>
                    <a:pt x="345" y="348"/>
                    <a:pt x="344" y="347"/>
                  </a:cubicBezTo>
                  <a:cubicBezTo>
                    <a:pt x="344" y="348"/>
                    <a:pt x="342" y="349"/>
                    <a:pt x="341" y="349"/>
                  </a:cubicBezTo>
                  <a:cubicBezTo>
                    <a:pt x="340" y="349"/>
                    <a:pt x="340" y="349"/>
                    <a:pt x="339" y="348"/>
                  </a:cubicBezTo>
                  <a:cubicBezTo>
                    <a:pt x="339" y="349"/>
                    <a:pt x="338" y="349"/>
                    <a:pt x="338" y="349"/>
                  </a:cubicBezTo>
                  <a:cubicBezTo>
                    <a:pt x="337" y="350"/>
                    <a:pt x="334" y="351"/>
                    <a:pt x="333" y="350"/>
                  </a:cubicBezTo>
                  <a:cubicBezTo>
                    <a:pt x="331" y="349"/>
                    <a:pt x="330" y="347"/>
                    <a:pt x="331" y="345"/>
                  </a:cubicBezTo>
                  <a:cubicBezTo>
                    <a:pt x="331" y="341"/>
                    <a:pt x="333" y="339"/>
                    <a:pt x="334" y="337"/>
                  </a:cubicBezTo>
                  <a:cubicBezTo>
                    <a:pt x="335" y="335"/>
                    <a:pt x="336" y="334"/>
                    <a:pt x="336" y="333"/>
                  </a:cubicBezTo>
                  <a:cubicBezTo>
                    <a:pt x="338" y="330"/>
                    <a:pt x="338" y="329"/>
                    <a:pt x="338" y="328"/>
                  </a:cubicBezTo>
                  <a:cubicBezTo>
                    <a:pt x="338" y="327"/>
                    <a:pt x="338" y="326"/>
                    <a:pt x="338" y="324"/>
                  </a:cubicBezTo>
                  <a:cubicBezTo>
                    <a:pt x="339" y="323"/>
                    <a:pt x="339" y="322"/>
                    <a:pt x="339" y="321"/>
                  </a:cubicBezTo>
                  <a:cubicBezTo>
                    <a:pt x="339" y="321"/>
                    <a:pt x="338" y="319"/>
                    <a:pt x="337" y="318"/>
                  </a:cubicBezTo>
                  <a:cubicBezTo>
                    <a:pt x="336" y="317"/>
                    <a:pt x="335" y="316"/>
                    <a:pt x="335" y="314"/>
                  </a:cubicBezTo>
                  <a:cubicBezTo>
                    <a:pt x="334" y="310"/>
                    <a:pt x="334" y="308"/>
                    <a:pt x="335" y="307"/>
                  </a:cubicBezTo>
                  <a:cubicBezTo>
                    <a:pt x="335" y="306"/>
                    <a:pt x="335" y="306"/>
                    <a:pt x="335" y="306"/>
                  </a:cubicBezTo>
                  <a:cubicBezTo>
                    <a:pt x="335" y="306"/>
                    <a:pt x="335" y="306"/>
                    <a:pt x="335" y="306"/>
                  </a:cubicBezTo>
                  <a:cubicBezTo>
                    <a:pt x="333" y="305"/>
                    <a:pt x="332" y="302"/>
                    <a:pt x="333" y="300"/>
                  </a:cubicBezTo>
                  <a:cubicBezTo>
                    <a:pt x="333" y="300"/>
                    <a:pt x="333" y="298"/>
                    <a:pt x="333" y="297"/>
                  </a:cubicBezTo>
                  <a:cubicBezTo>
                    <a:pt x="331" y="296"/>
                    <a:pt x="330" y="294"/>
                    <a:pt x="330" y="290"/>
                  </a:cubicBezTo>
                  <a:cubicBezTo>
                    <a:pt x="330" y="289"/>
                    <a:pt x="330" y="289"/>
                    <a:pt x="330" y="289"/>
                  </a:cubicBezTo>
                  <a:cubicBezTo>
                    <a:pt x="330" y="288"/>
                    <a:pt x="330" y="286"/>
                    <a:pt x="330" y="285"/>
                  </a:cubicBezTo>
                  <a:cubicBezTo>
                    <a:pt x="330" y="284"/>
                    <a:pt x="330" y="284"/>
                    <a:pt x="330" y="284"/>
                  </a:cubicBezTo>
                  <a:cubicBezTo>
                    <a:pt x="330" y="284"/>
                    <a:pt x="329" y="284"/>
                    <a:pt x="329" y="284"/>
                  </a:cubicBezTo>
                  <a:cubicBezTo>
                    <a:pt x="327" y="285"/>
                    <a:pt x="323" y="284"/>
                    <a:pt x="322" y="282"/>
                  </a:cubicBezTo>
                  <a:cubicBezTo>
                    <a:pt x="321" y="282"/>
                    <a:pt x="321" y="281"/>
                    <a:pt x="321" y="281"/>
                  </a:cubicBezTo>
                  <a:cubicBezTo>
                    <a:pt x="320" y="281"/>
                    <a:pt x="320" y="280"/>
                    <a:pt x="319" y="280"/>
                  </a:cubicBezTo>
                  <a:cubicBezTo>
                    <a:pt x="319" y="279"/>
                    <a:pt x="318" y="278"/>
                    <a:pt x="317" y="277"/>
                  </a:cubicBezTo>
                  <a:cubicBezTo>
                    <a:pt x="316" y="277"/>
                    <a:pt x="315" y="277"/>
                    <a:pt x="314" y="277"/>
                  </a:cubicBezTo>
                  <a:cubicBezTo>
                    <a:pt x="312" y="277"/>
                    <a:pt x="311" y="278"/>
                    <a:pt x="310" y="279"/>
                  </a:cubicBezTo>
                  <a:cubicBezTo>
                    <a:pt x="309" y="279"/>
                    <a:pt x="308" y="280"/>
                    <a:pt x="306" y="281"/>
                  </a:cubicBezTo>
                  <a:cubicBezTo>
                    <a:pt x="305" y="281"/>
                    <a:pt x="303" y="282"/>
                    <a:pt x="302" y="282"/>
                  </a:cubicBezTo>
                  <a:cubicBezTo>
                    <a:pt x="301" y="282"/>
                    <a:pt x="299" y="281"/>
                    <a:pt x="298" y="280"/>
                  </a:cubicBezTo>
                  <a:cubicBezTo>
                    <a:pt x="297" y="279"/>
                    <a:pt x="297" y="277"/>
                    <a:pt x="297" y="276"/>
                  </a:cubicBezTo>
                  <a:cubicBezTo>
                    <a:pt x="296" y="276"/>
                    <a:pt x="296" y="276"/>
                    <a:pt x="295" y="277"/>
                  </a:cubicBezTo>
                  <a:cubicBezTo>
                    <a:pt x="294" y="277"/>
                    <a:pt x="293" y="278"/>
                    <a:pt x="292" y="278"/>
                  </a:cubicBezTo>
                  <a:cubicBezTo>
                    <a:pt x="290" y="278"/>
                    <a:pt x="287" y="278"/>
                    <a:pt x="286" y="278"/>
                  </a:cubicBezTo>
                  <a:cubicBezTo>
                    <a:pt x="286" y="277"/>
                    <a:pt x="285" y="277"/>
                    <a:pt x="285" y="277"/>
                  </a:cubicBezTo>
                  <a:cubicBezTo>
                    <a:pt x="284" y="278"/>
                    <a:pt x="283" y="279"/>
                    <a:pt x="282" y="281"/>
                  </a:cubicBezTo>
                  <a:cubicBezTo>
                    <a:pt x="281" y="283"/>
                    <a:pt x="279" y="286"/>
                    <a:pt x="276" y="287"/>
                  </a:cubicBezTo>
                  <a:cubicBezTo>
                    <a:pt x="274" y="289"/>
                    <a:pt x="270" y="289"/>
                    <a:pt x="267" y="288"/>
                  </a:cubicBezTo>
                  <a:cubicBezTo>
                    <a:pt x="267" y="288"/>
                    <a:pt x="267" y="288"/>
                    <a:pt x="267" y="288"/>
                  </a:cubicBezTo>
                  <a:cubicBezTo>
                    <a:pt x="266" y="289"/>
                    <a:pt x="265" y="291"/>
                    <a:pt x="264" y="291"/>
                  </a:cubicBezTo>
                  <a:cubicBezTo>
                    <a:pt x="262" y="292"/>
                    <a:pt x="260" y="292"/>
                    <a:pt x="259" y="290"/>
                  </a:cubicBezTo>
                  <a:cubicBezTo>
                    <a:pt x="257" y="288"/>
                    <a:pt x="255" y="284"/>
                    <a:pt x="260" y="279"/>
                  </a:cubicBezTo>
                  <a:cubicBezTo>
                    <a:pt x="260" y="278"/>
                    <a:pt x="260" y="278"/>
                    <a:pt x="260" y="278"/>
                  </a:cubicBezTo>
                  <a:cubicBezTo>
                    <a:pt x="261" y="277"/>
                    <a:pt x="261" y="276"/>
                    <a:pt x="262" y="274"/>
                  </a:cubicBezTo>
                  <a:cubicBezTo>
                    <a:pt x="262" y="272"/>
                    <a:pt x="262" y="270"/>
                    <a:pt x="263" y="268"/>
                  </a:cubicBezTo>
                  <a:cubicBezTo>
                    <a:pt x="265" y="264"/>
                    <a:pt x="268" y="263"/>
                    <a:pt x="271" y="262"/>
                  </a:cubicBezTo>
                  <a:cubicBezTo>
                    <a:pt x="271" y="262"/>
                    <a:pt x="271" y="261"/>
                    <a:pt x="271" y="261"/>
                  </a:cubicBezTo>
                  <a:cubicBezTo>
                    <a:pt x="270" y="261"/>
                    <a:pt x="270" y="260"/>
                    <a:pt x="269" y="259"/>
                  </a:cubicBezTo>
                  <a:cubicBezTo>
                    <a:pt x="267" y="257"/>
                    <a:pt x="265" y="254"/>
                    <a:pt x="265" y="252"/>
                  </a:cubicBezTo>
                  <a:cubicBezTo>
                    <a:pt x="265" y="250"/>
                    <a:pt x="265" y="248"/>
                    <a:pt x="265" y="246"/>
                  </a:cubicBezTo>
                  <a:cubicBezTo>
                    <a:pt x="265" y="245"/>
                    <a:pt x="265" y="243"/>
                    <a:pt x="265" y="241"/>
                  </a:cubicBezTo>
                  <a:cubicBezTo>
                    <a:pt x="265" y="241"/>
                    <a:pt x="265" y="241"/>
                    <a:pt x="266" y="240"/>
                  </a:cubicBezTo>
                  <a:cubicBezTo>
                    <a:pt x="265" y="240"/>
                    <a:pt x="265" y="240"/>
                    <a:pt x="264" y="240"/>
                  </a:cubicBezTo>
                  <a:cubicBezTo>
                    <a:pt x="263" y="240"/>
                    <a:pt x="263" y="240"/>
                    <a:pt x="263" y="240"/>
                  </a:cubicBezTo>
                  <a:cubicBezTo>
                    <a:pt x="261" y="240"/>
                    <a:pt x="259" y="239"/>
                    <a:pt x="257" y="237"/>
                  </a:cubicBezTo>
                  <a:cubicBezTo>
                    <a:pt x="256" y="235"/>
                    <a:pt x="256" y="233"/>
                    <a:pt x="256" y="232"/>
                  </a:cubicBezTo>
                  <a:cubicBezTo>
                    <a:pt x="257" y="228"/>
                    <a:pt x="259" y="226"/>
                    <a:pt x="260" y="224"/>
                  </a:cubicBezTo>
                  <a:cubicBezTo>
                    <a:pt x="261" y="224"/>
                    <a:pt x="261" y="224"/>
                    <a:pt x="261" y="223"/>
                  </a:cubicBezTo>
                  <a:cubicBezTo>
                    <a:pt x="261" y="223"/>
                    <a:pt x="261" y="223"/>
                    <a:pt x="259" y="222"/>
                  </a:cubicBezTo>
                  <a:cubicBezTo>
                    <a:pt x="259" y="221"/>
                    <a:pt x="258" y="221"/>
                    <a:pt x="258" y="220"/>
                  </a:cubicBezTo>
                  <a:cubicBezTo>
                    <a:pt x="257" y="220"/>
                    <a:pt x="256" y="220"/>
                    <a:pt x="255" y="219"/>
                  </a:cubicBezTo>
                  <a:cubicBezTo>
                    <a:pt x="254" y="218"/>
                    <a:pt x="253" y="217"/>
                    <a:pt x="253" y="216"/>
                  </a:cubicBezTo>
                  <a:cubicBezTo>
                    <a:pt x="251" y="214"/>
                    <a:pt x="251" y="212"/>
                    <a:pt x="250" y="210"/>
                  </a:cubicBezTo>
                  <a:cubicBezTo>
                    <a:pt x="250" y="209"/>
                    <a:pt x="250" y="209"/>
                    <a:pt x="250" y="208"/>
                  </a:cubicBezTo>
                  <a:cubicBezTo>
                    <a:pt x="249" y="207"/>
                    <a:pt x="248" y="205"/>
                    <a:pt x="246" y="203"/>
                  </a:cubicBezTo>
                  <a:cubicBezTo>
                    <a:pt x="245" y="201"/>
                    <a:pt x="244" y="199"/>
                    <a:pt x="243" y="198"/>
                  </a:cubicBezTo>
                  <a:cubicBezTo>
                    <a:pt x="243" y="197"/>
                    <a:pt x="242" y="195"/>
                    <a:pt x="241" y="194"/>
                  </a:cubicBezTo>
                  <a:cubicBezTo>
                    <a:pt x="240" y="193"/>
                    <a:pt x="239" y="192"/>
                    <a:pt x="238" y="191"/>
                  </a:cubicBezTo>
                  <a:cubicBezTo>
                    <a:pt x="237" y="190"/>
                    <a:pt x="236" y="189"/>
                    <a:pt x="235" y="189"/>
                  </a:cubicBezTo>
                  <a:cubicBezTo>
                    <a:pt x="233" y="187"/>
                    <a:pt x="233" y="186"/>
                    <a:pt x="232" y="184"/>
                  </a:cubicBezTo>
                  <a:cubicBezTo>
                    <a:pt x="231" y="183"/>
                    <a:pt x="231" y="182"/>
                    <a:pt x="231" y="181"/>
                  </a:cubicBezTo>
                  <a:cubicBezTo>
                    <a:pt x="230" y="181"/>
                    <a:pt x="227" y="181"/>
                    <a:pt x="225" y="181"/>
                  </a:cubicBezTo>
                  <a:cubicBezTo>
                    <a:pt x="224" y="181"/>
                    <a:pt x="223" y="181"/>
                    <a:pt x="222" y="181"/>
                  </a:cubicBezTo>
                  <a:cubicBezTo>
                    <a:pt x="214" y="181"/>
                    <a:pt x="206" y="181"/>
                    <a:pt x="198" y="181"/>
                  </a:cubicBezTo>
                  <a:cubicBezTo>
                    <a:pt x="198" y="181"/>
                    <a:pt x="198" y="181"/>
                    <a:pt x="198" y="181"/>
                  </a:cubicBezTo>
                  <a:cubicBezTo>
                    <a:pt x="197" y="181"/>
                    <a:pt x="197" y="181"/>
                    <a:pt x="196" y="181"/>
                  </a:cubicBezTo>
                  <a:cubicBezTo>
                    <a:pt x="196" y="181"/>
                    <a:pt x="196" y="181"/>
                    <a:pt x="196" y="181"/>
                  </a:cubicBezTo>
                  <a:cubicBezTo>
                    <a:pt x="195" y="184"/>
                    <a:pt x="194" y="185"/>
                    <a:pt x="192" y="185"/>
                  </a:cubicBezTo>
                  <a:cubicBezTo>
                    <a:pt x="186" y="188"/>
                    <a:pt x="177" y="190"/>
                    <a:pt x="172" y="187"/>
                  </a:cubicBezTo>
                  <a:cubicBezTo>
                    <a:pt x="171" y="187"/>
                    <a:pt x="170" y="186"/>
                    <a:pt x="169" y="185"/>
                  </a:cubicBezTo>
                  <a:cubicBezTo>
                    <a:pt x="168" y="186"/>
                    <a:pt x="168" y="186"/>
                    <a:pt x="167" y="186"/>
                  </a:cubicBezTo>
                  <a:cubicBezTo>
                    <a:pt x="165" y="187"/>
                    <a:pt x="165" y="187"/>
                    <a:pt x="165" y="187"/>
                  </a:cubicBezTo>
                  <a:cubicBezTo>
                    <a:pt x="160" y="188"/>
                    <a:pt x="160" y="188"/>
                    <a:pt x="159" y="189"/>
                  </a:cubicBezTo>
                  <a:cubicBezTo>
                    <a:pt x="159" y="190"/>
                    <a:pt x="159" y="190"/>
                    <a:pt x="159" y="191"/>
                  </a:cubicBezTo>
                  <a:cubicBezTo>
                    <a:pt x="158" y="193"/>
                    <a:pt x="158" y="195"/>
                    <a:pt x="157" y="197"/>
                  </a:cubicBezTo>
                  <a:cubicBezTo>
                    <a:pt x="156" y="198"/>
                    <a:pt x="155" y="199"/>
                    <a:pt x="155" y="199"/>
                  </a:cubicBezTo>
                  <a:cubicBezTo>
                    <a:pt x="154" y="199"/>
                    <a:pt x="154" y="199"/>
                    <a:pt x="154" y="199"/>
                  </a:cubicBezTo>
                  <a:cubicBezTo>
                    <a:pt x="154" y="202"/>
                    <a:pt x="153" y="204"/>
                    <a:pt x="151" y="205"/>
                  </a:cubicBezTo>
                  <a:cubicBezTo>
                    <a:pt x="150" y="207"/>
                    <a:pt x="150" y="209"/>
                    <a:pt x="149" y="211"/>
                  </a:cubicBezTo>
                  <a:cubicBezTo>
                    <a:pt x="149" y="212"/>
                    <a:pt x="149" y="212"/>
                    <a:pt x="149" y="212"/>
                  </a:cubicBezTo>
                  <a:cubicBezTo>
                    <a:pt x="148" y="213"/>
                    <a:pt x="148" y="215"/>
                    <a:pt x="147" y="216"/>
                  </a:cubicBezTo>
                  <a:cubicBezTo>
                    <a:pt x="146" y="218"/>
                    <a:pt x="145" y="219"/>
                    <a:pt x="144" y="219"/>
                  </a:cubicBezTo>
                  <a:cubicBezTo>
                    <a:pt x="143" y="220"/>
                    <a:pt x="143" y="220"/>
                    <a:pt x="143" y="221"/>
                  </a:cubicBezTo>
                  <a:cubicBezTo>
                    <a:pt x="142" y="222"/>
                    <a:pt x="141" y="222"/>
                    <a:pt x="141" y="223"/>
                  </a:cubicBezTo>
                  <a:cubicBezTo>
                    <a:pt x="139" y="225"/>
                    <a:pt x="138" y="226"/>
                    <a:pt x="136" y="226"/>
                  </a:cubicBezTo>
                  <a:cubicBezTo>
                    <a:pt x="134" y="227"/>
                    <a:pt x="133" y="227"/>
                    <a:pt x="132" y="227"/>
                  </a:cubicBezTo>
                  <a:cubicBezTo>
                    <a:pt x="132" y="228"/>
                    <a:pt x="131" y="229"/>
                    <a:pt x="131" y="230"/>
                  </a:cubicBezTo>
                  <a:cubicBezTo>
                    <a:pt x="131" y="231"/>
                    <a:pt x="130" y="232"/>
                    <a:pt x="129" y="233"/>
                  </a:cubicBezTo>
                  <a:cubicBezTo>
                    <a:pt x="128" y="234"/>
                    <a:pt x="128" y="234"/>
                    <a:pt x="128" y="234"/>
                  </a:cubicBezTo>
                  <a:cubicBezTo>
                    <a:pt x="128" y="234"/>
                    <a:pt x="128" y="235"/>
                    <a:pt x="127" y="235"/>
                  </a:cubicBezTo>
                  <a:cubicBezTo>
                    <a:pt x="126" y="238"/>
                    <a:pt x="123" y="241"/>
                    <a:pt x="119" y="242"/>
                  </a:cubicBezTo>
                  <a:cubicBezTo>
                    <a:pt x="119" y="242"/>
                    <a:pt x="118" y="242"/>
                    <a:pt x="117" y="242"/>
                  </a:cubicBezTo>
                  <a:cubicBezTo>
                    <a:pt x="115" y="242"/>
                    <a:pt x="113" y="241"/>
                    <a:pt x="112" y="241"/>
                  </a:cubicBezTo>
                  <a:cubicBezTo>
                    <a:pt x="111" y="240"/>
                    <a:pt x="111" y="241"/>
                    <a:pt x="110" y="241"/>
                  </a:cubicBezTo>
                  <a:cubicBezTo>
                    <a:pt x="109" y="242"/>
                    <a:pt x="107" y="243"/>
                    <a:pt x="105" y="243"/>
                  </a:cubicBezTo>
                  <a:cubicBezTo>
                    <a:pt x="104" y="243"/>
                    <a:pt x="102" y="242"/>
                    <a:pt x="101" y="241"/>
                  </a:cubicBezTo>
                  <a:cubicBezTo>
                    <a:pt x="99" y="238"/>
                    <a:pt x="100" y="236"/>
                    <a:pt x="100" y="235"/>
                  </a:cubicBezTo>
                  <a:cubicBezTo>
                    <a:pt x="100" y="230"/>
                    <a:pt x="100" y="230"/>
                    <a:pt x="100" y="230"/>
                  </a:cubicBezTo>
                  <a:cubicBezTo>
                    <a:pt x="100" y="229"/>
                    <a:pt x="100" y="228"/>
                    <a:pt x="100" y="227"/>
                  </a:cubicBezTo>
                  <a:cubicBezTo>
                    <a:pt x="99" y="227"/>
                    <a:pt x="97" y="227"/>
                    <a:pt x="96" y="226"/>
                  </a:cubicBezTo>
                  <a:cubicBezTo>
                    <a:pt x="94" y="224"/>
                    <a:pt x="94" y="220"/>
                    <a:pt x="94" y="218"/>
                  </a:cubicBezTo>
                  <a:cubicBezTo>
                    <a:pt x="93" y="218"/>
                    <a:pt x="92" y="217"/>
                    <a:pt x="91" y="217"/>
                  </a:cubicBezTo>
                  <a:cubicBezTo>
                    <a:pt x="91" y="217"/>
                    <a:pt x="91" y="216"/>
                    <a:pt x="90" y="216"/>
                  </a:cubicBezTo>
                  <a:cubicBezTo>
                    <a:pt x="85" y="209"/>
                    <a:pt x="85" y="209"/>
                    <a:pt x="85" y="209"/>
                  </a:cubicBezTo>
                  <a:cubicBezTo>
                    <a:pt x="75" y="188"/>
                    <a:pt x="75" y="188"/>
                    <a:pt x="75" y="188"/>
                  </a:cubicBezTo>
                  <a:cubicBezTo>
                    <a:pt x="74" y="187"/>
                    <a:pt x="74" y="187"/>
                    <a:pt x="72" y="187"/>
                  </a:cubicBezTo>
                  <a:cubicBezTo>
                    <a:pt x="70" y="186"/>
                    <a:pt x="68" y="186"/>
                    <a:pt x="65" y="184"/>
                  </a:cubicBezTo>
                  <a:cubicBezTo>
                    <a:pt x="65" y="184"/>
                    <a:pt x="64" y="183"/>
                    <a:pt x="63" y="183"/>
                  </a:cubicBezTo>
                  <a:cubicBezTo>
                    <a:pt x="62" y="182"/>
                    <a:pt x="60" y="181"/>
                    <a:pt x="59" y="180"/>
                  </a:cubicBezTo>
                  <a:cubicBezTo>
                    <a:pt x="49" y="174"/>
                    <a:pt x="49" y="174"/>
                    <a:pt x="49" y="174"/>
                  </a:cubicBezTo>
                  <a:cubicBezTo>
                    <a:pt x="48" y="173"/>
                    <a:pt x="47" y="172"/>
                    <a:pt x="46" y="171"/>
                  </a:cubicBezTo>
                  <a:cubicBezTo>
                    <a:pt x="46" y="170"/>
                    <a:pt x="46" y="170"/>
                    <a:pt x="46" y="170"/>
                  </a:cubicBezTo>
                  <a:cubicBezTo>
                    <a:pt x="45" y="170"/>
                    <a:pt x="44" y="169"/>
                    <a:pt x="43" y="168"/>
                  </a:cubicBezTo>
                  <a:cubicBezTo>
                    <a:pt x="42" y="167"/>
                    <a:pt x="41" y="166"/>
                    <a:pt x="40" y="166"/>
                  </a:cubicBezTo>
                  <a:cubicBezTo>
                    <a:pt x="39" y="167"/>
                    <a:pt x="38" y="167"/>
                    <a:pt x="37" y="167"/>
                  </a:cubicBezTo>
                  <a:cubicBezTo>
                    <a:pt x="35" y="167"/>
                    <a:pt x="34" y="166"/>
                    <a:pt x="33" y="165"/>
                  </a:cubicBezTo>
                  <a:cubicBezTo>
                    <a:pt x="32" y="163"/>
                    <a:pt x="32" y="160"/>
                    <a:pt x="32" y="159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2" y="157"/>
                    <a:pt x="32" y="157"/>
                    <a:pt x="31" y="157"/>
                  </a:cubicBezTo>
                  <a:cubicBezTo>
                    <a:pt x="19" y="140"/>
                    <a:pt x="5" y="121"/>
                    <a:pt x="2" y="118"/>
                  </a:cubicBezTo>
                  <a:cubicBezTo>
                    <a:pt x="2" y="118"/>
                    <a:pt x="2" y="117"/>
                    <a:pt x="1" y="117"/>
                  </a:cubicBezTo>
                  <a:cubicBezTo>
                    <a:pt x="0" y="114"/>
                    <a:pt x="0" y="112"/>
                    <a:pt x="3" y="110"/>
                  </a:cubicBezTo>
                  <a:cubicBezTo>
                    <a:pt x="7" y="108"/>
                    <a:pt x="8" y="103"/>
                    <a:pt x="10" y="97"/>
                  </a:cubicBezTo>
                  <a:cubicBezTo>
                    <a:pt x="11" y="95"/>
                    <a:pt x="11" y="92"/>
                    <a:pt x="13" y="89"/>
                  </a:cubicBezTo>
                  <a:cubicBezTo>
                    <a:pt x="14" y="86"/>
                    <a:pt x="16" y="83"/>
                    <a:pt x="18" y="81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22" y="76"/>
                    <a:pt x="24" y="75"/>
                    <a:pt x="28" y="75"/>
                  </a:cubicBezTo>
                  <a:cubicBezTo>
                    <a:pt x="29" y="75"/>
                    <a:pt x="30" y="75"/>
                    <a:pt x="31" y="75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4" y="75"/>
                    <a:pt x="34" y="75"/>
                    <a:pt x="36" y="73"/>
                  </a:cubicBezTo>
                  <a:cubicBezTo>
                    <a:pt x="37" y="73"/>
                    <a:pt x="38" y="72"/>
                    <a:pt x="40" y="72"/>
                  </a:cubicBezTo>
                  <a:cubicBezTo>
                    <a:pt x="41" y="71"/>
                    <a:pt x="43" y="70"/>
                    <a:pt x="44" y="70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4" y="69"/>
                    <a:pt x="44" y="69"/>
                  </a:cubicBezTo>
                  <a:cubicBezTo>
                    <a:pt x="45" y="68"/>
                    <a:pt x="45" y="66"/>
                    <a:pt x="47" y="66"/>
                  </a:cubicBezTo>
                  <a:cubicBezTo>
                    <a:pt x="51" y="63"/>
                    <a:pt x="56" y="64"/>
                    <a:pt x="60" y="66"/>
                  </a:cubicBezTo>
                  <a:cubicBezTo>
                    <a:pt x="62" y="66"/>
                    <a:pt x="64" y="67"/>
                    <a:pt x="65" y="67"/>
                  </a:cubicBezTo>
                  <a:cubicBezTo>
                    <a:pt x="66" y="66"/>
                    <a:pt x="67" y="66"/>
                    <a:pt x="67" y="66"/>
                  </a:cubicBezTo>
                  <a:cubicBezTo>
                    <a:pt x="68" y="65"/>
                    <a:pt x="69" y="64"/>
                    <a:pt x="71" y="64"/>
                  </a:cubicBezTo>
                  <a:cubicBezTo>
                    <a:pt x="71" y="63"/>
                    <a:pt x="72" y="61"/>
                    <a:pt x="73" y="61"/>
                  </a:cubicBezTo>
                  <a:cubicBezTo>
                    <a:pt x="74" y="59"/>
                    <a:pt x="78" y="60"/>
                    <a:pt x="80" y="61"/>
                  </a:cubicBezTo>
                  <a:cubicBezTo>
                    <a:pt x="80" y="60"/>
                    <a:pt x="80" y="59"/>
                    <a:pt x="80" y="58"/>
                  </a:cubicBezTo>
                  <a:cubicBezTo>
                    <a:pt x="79" y="56"/>
                    <a:pt x="79" y="53"/>
                    <a:pt x="79" y="51"/>
                  </a:cubicBezTo>
                  <a:cubicBezTo>
                    <a:pt x="79" y="51"/>
                    <a:pt x="79" y="51"/>
                    <a:pt x="80" y="50"/>
                  </a:cubicBezTo>
                  <a:cubicBezTo>
                    <a:pt x="79" y="50"/>
                    <a:pt x="79" y="50"/>
                    <a:pt x="78" y="50"/>
                  </a:cubicBezTo>
                  <a:cubicBezTo>
                    <a:pt x="77" y="49"/>
                    <a:pt x="76" y="47"/>
                    <a:pt x="75" y="47"/>
                  </a:cubicBezTo>
                  <a:cubicBezTo>
                    <a:pt x="75" y="46"/>
                    <a:pt x="75" y="46"/>
                    <a:pt x="74" y="46"/>
                  </a:cubicBezTo>
                  <a:cubicBezTo>
                    <a:pt x="74" y="46"/>
                    <a:pt x="73" y="45"/>
                    <a:pt x="72" y="45"/>
                  </a:cubicBezTo>
                  <a:cubicBezTo>
                    <a:pt x="71" y="44"/>
                    <a:pt x="71" y="43"/>
                    <a:pt x="70" y="43"/>
                  </a:cubicBezTo>
                  <a:cubicBezTo>
                    <a:pt x="70" y="43"/>
                    <a:pt x="70" y="43"/>
                    <a:pt x="70" y="43"/>
                  </a:cubicBezTo>
                  <a:cubicBezTo>
                    <a:pt x="68" y="43"/>
                    <a:pt x="65" y="42"/>
                    <a:pt x="65" y="37"/>
                  </a:cubicBezTo>
                  <a:cubicBezTo>
                    <a:pt x="65" y="29"/>
                    <a:pt x="77" y="26"/>
                    <a:pt x="77" y="26"/>
                  </a:cubicBezTo>
                  <a:cubicBezTo>
                    <a:pt x="77" y="26"/>
                    <a:pt x="79" y="25"/>
                    <a:pt x="80" y="25"/>
                  </a:cubicBezTo>
                  <a:cubicBezTo>
                    <a:pt x="81" y="25"/>
                    <a:pt x="82" y="26"/>
                    <a:pt x="83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3" y="24"/>
                    <a:pt x="84" y="23"/>
                    <a:pt x="84" y="21"/>
                  </a:cubicBezTo>
                  <a:cubicBezTo>
                    <a:pt x="84" y="20"/>
                    <a:pt x="84" y="19"/>
                    <a:pt x="84" y="19"/>
                  </a:cubicBezTo>
                  <a:cubicBezTo>
                    <a:pt x="83" y="18"/>
                    <a:pt x="83" y="17"/>
                    <a:pt x="82" y="16"/>
                  </a:cubicBezTo>
                  <a:cubicBezTo>
                    <a:pt x="80" y="12"/>
                    <a:pt x="78" y="7"/>
                    <a:pt x="80" y="3"/>
                  </a:cubicBezTo>
                  <a:cubicBezTo>
                    <a:pt x="81" y="1"/>
                    <a:pt x="83" y="0"/>
                    <a:pt x="85" y="0"/>
                  </a:cubicBezTo>
                  <a:cubicBezTo>
                    <a:pt x="93" y="0"/>
                    <a:pt x="100" y="0"/>
                    <a:pt x="107" y="1"/>
                  </a:cubicBezTo>
                  <a:cubicBezTo>
                    <a:pt x="111" y="2"/>
                    <a:pt x="114" y="2"/>
                    <a:pt x="117" y="2"/>
                  </a:cubicBezTo>
                  <a:cubicBezTo>
                    <a:pt x="119" y="2"/>
                    <a:pt x="119" y="2"/>
                    <a:pt x="119" y="2"/>
                  </a:cubicBezTo>
                  <a:cubicBezTo>
                    <a:pt x="120" y="2"/>
                    <a:pt x="120" y="2"/>
                    <a:pt x="121" y="2"/>
                  </a:cubicBezTo>
                  <a:cubicBezTo>
                    <a:pt x="127" y="2"/>
                    <a:pt x="129" y="5"/>
                    <a:pt x="130" y="8"/>
                  </a:cubicBezTo>
                  <a:cubicBezTo>
                    <a:pt x="130" y="8"/>
                    <a:pt x="130" y="9"/>
                    <a:pt x="130" y="9"/>
                  </a:cubicBezTo>
                  <a:cubicBezTo>
                    <a:pt x="131" y="9"/>
                    <a:pt x="132" y="9"/>
                    <a:pt x="132" y="8"/>
                  </a:cubicBezTo>
                  <a:cubicBezTo>
                    <a:pt x="136" y="8"/>
                    <a:pt x="141" y="12"/>
                    <a:pt x="141" y="12"/>
                  </a:cubicBezTo>
                  <a:cubicBezTo>
                    <a:pt x="141" y="12"/>
                    <a:pt x="142" y="13"/>
                    <a:pt x="142" y="14"/>
                  </a:cubicBezTo>
                  <a:cubicBezTo>
                    <a:pt x="143" y="14"/>
                    <a:pt x="143" y="14"/>
                    <a:pt x="143" y="15"/>
                  </a:cubicBezTo>
                  <a:cubicBezTo>
                    <a:pt x="143" y="15"/>
                    <a:pt x="144" y="15"/>
                    <a:pt x="145" y="16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46" y="15"/>
                    <a:pt x="147" y="15"/>
                    <a:pt x="147" y="15"/>
                  </a:cubicBezTo>
                  <a:cubicBezTo>
                    <a:pt x="148" y="15"/>
                    <a:pt x="149" y="15"/>
                    <a:pt x="149" y="15"/>
                  </a:cubicBezTo>
                  <a:cubicBezTo>
                    <a:pt x="152" y="16"/>
                    <a:pt x="154" y="18"/>
                    <a:pt x="155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7" y="18"/>
                    <a:pt x="160" y="18"/>
                    <a:pt x="163" y="19"/>
                  </a:cubicBezTo>
                  <a:cubicBezTo>
                    <a:pt x="166" y="20"/>
                    <a:pt x="168" y="22"/>
                    <a:pt x="169" y="23"/>
                  </a:cubicBezTo>
                  <a:cubicBezTo>
                    <a:pt x="169" y="23"/>
                    <a:pt x="170" y="23"/>
                    <a:pt x="171" y="23"/>
                  </a:cubicBezTo>
                  <a:cubicBezTo>
                    <a:pt x="173" y="22"/>
                    <a:pt x="174" y="21"/>
                    <a:pt x="176" y="21"/>
                  </a:cubicBezTo>
                  <a:cubicBezTo>
                    <a:pt x="176" y="21"/>
                    <a:pt x="176" y="21"/>
                    <a:pt x="177" y="20"/>
                  </a:cubicBezTo>
                  <a:cubicBezTo>
                    <a:pt x="178" y="19"/>
                    <a:pt x="181" y="17"/>
                    <a:pt x="184" y="17"/>
                  </a:cubicBezTo>
                  <a:cubicBezTo>
                    <a:pt x="184" y="17"/>
                    <a:pt x="185" y="17"/>
                    <a:pt x="185" y="17"/>
                  </a:cubicBezTo>
                  <a:cubicBezTo>
                    <a:pt x="185" y="18"/>
                    <a:pt x="186" y="18"/>
                    <a:pt x="187" y="18"/>
                  </a:cubicBezTo>
                  <a:cubicBezTo>
                    <a:pt x="188" y="18"/>
                    <a:pt x="188" y="18"/>
                    <a:pt x="189" y="18"/>
                  </a:cubicBezTo>
                  <a:cubicBezTo>
                    <a:pt x="190" y="17"/>
                    <a:pt x="191" y="17"/>
                    <a:pt x="193" y="17"/>
                  </a:cubicBezTo>
                  <a:cubicBezTo>
                    <a:pt x="195" y="16"/>
                    <a:pt x="197" y="17"/>
                    <a:pt x="198" y="18"/>
                  </a:cubicBezTo>
                  <a:cubicBezTo>
                    <a:pt x="200" y="18"/>
                    <a:pt x="201" y="19"/>
                    <a:pt x="202" y="19"/>
                  </a:cubicBezTo>
                  <a:cubicBezTo>
                    <a:pt x="204" y="19"/>
                    <a:pt x="206" y="18"/>
                    <a:pt x="208" y="17"/>
                  </a:cubicBezTo>
                  <a:cubicBezTo>
                    <a:pt x="212" y="16"/>
                    <a:pt x="218" y="15"/>
                    <a:pt x="223" y="16"/>
                  </a:cubicBezTo>
                  <a:cubicBezTo>
                    <a:pt x="223" y="16"/>
                    <a:pt x="224" y="17"/>
                    <a:pt x="225" y="17"/>
                  </a:cubicBezTo>
                  <a:cubicBezTo>
                    <a:pt x="226" y="17"/>
                    <a:pt x="229" y="18"/>
                    <a:pt x="230" y="20"/>
                  </a:cubicBezTo>
                  <a:cubicBezTo>
                    <a:pt x="231" y="23"/>
                    <a:pt x="229" y="26"/>
                    <a:pt x="228" y="27"/>
                  </a:cubicBezTo>
                  <a:cubicBezTo>
                    <a:pt x="228" y="27"/>
                    <a:pt x="227" y="28"/>
                    <a:pt x="227" y="28"/>
                  </a:cubicBezTo>
                  <a:cubicBezTo>
                    <a:pt x="227" y="29"/>
                    <a:pt x="227" y="31"/>
                    <a:pt x="226" y="33"/>
                  </a:cubicBezTo>
                  <a:cubicBezTo>
                    <a:pt x="226" y="34"/>
                    <a:pt x="225" y="35"/>
                    <a:pt x="224" y="36"/>
                  </a:cubicBezTo>
                  <a:cubicBezTo>
                    <a:pt x="225" y="36"/>
                    <a:pt x="226" y="36"/>
                    <a:pt x="227" y="37"/>
                  </a:cubicBezTo>
                  <a:cubicBezTo>
                    <a:pt x="229" y="38"/>
                    <a:pt x="230" y="40"/>
                    <a:pt x="231" y="41"/>
                  </a:cubicBezTo>
                  <a:cubicBezTo>
                    <a:pt x="232" y="42"/>
                    <a:pt x="233" y="44"/>
                    <a:pt x="233" y="44"/>
                  </a:cubicBezTo>
                  <a:cubicBezTo>
                    <a:pt x="234" y="44"/>
                    <a:pt x="234" y="44"/>
                    <a:pt x="235" y="42"/>
                  </a:cubicBezTo>
                  <a:cubicBezTo>
                    <a:pt x="236" y="41"/>
                    <a:pt x="236" y="41"/>
                    <a:pt x="236" y="41"/>
                  </a:cubicBezTo>
                  <a:cubicBezTo>
                    <a:pt x="237" y="40"/>
                    <a:pt x="237" y="39"/>
                    <a:pt x="238" y="38"/>
                  </a:cubicBezTo>
                  <a:cubicBezTo>
                    <a:pt x="240" y="37"/>
                    <a:pt x="241" y="36"/>
                    <a:pt x="241" y="34"/>
                  </a:cubicBezTo>
                  <a:cubicBezTo>
                    <a:pt x="243" y="30"/>
                    <a:pt x="249" y="29"/>
                    <a:pt x="251" y="29"/>
                  </a:cubicBezTo>
                  <a:cubicBezTo>
                    <a:pt x="253" y="29"/>
                    <a:pt x="255" y="30"/>
                    <a:pt x="257" y="31"/>
                  </a:cubicBezTo>
                  <a:cubicBezTo>
                    <a:pt x="259" y="32"/>
                    <a:pt x="259" y="34"/>
                    <a:pt x="260" y="35"/>
                  </a:cubicBezTo>
                  <a:cubicBezTo>
                    <a:pt x="260" y="35"/>
                    <a:pt x="260" y="35"/>
                    <a:pt x="261" y="35"/>
                  </a:cubicBezTo>
                  <a:cubicBezTo>
                    <a:pt x="262" y="36"/>
                    <a:pt x="265" y="38"/>
                    <a:pt x="265" y="40"/>
                  </a:cubicBezTo>
                  <a:cubicBezTo>
                    <a:pt x="266" y="42"/>
                    <a:pt x="266" y="44"/>
                    <a:pt x="266" y="45"/>
                  </a:cubicBezTo>
                  <a:cubicBezTo>
                    <a:pt x="266" y="45"/>
                    <a:pt x="266" y="46"/>
                    <a:pt x="267" y="46"/>
                  </a:cubicBezTo>
                  <a:cubicBezTo>
                    <a:pt x="267" y="47"/>
                    <a:pt x="267" y="48"/>
                    <a:pt x="268" y="49"/>
                  </a:cubicBezTo>
                  <a:cubicBezTo>
                    <a:pt x="268" y="49"/>
                    <a:pt x="268" y="49"/>
                    <a:pt x="268" y="49"/>
                  </a:cubicBezTo>
                  <a:cubicBezTo>
                    <a:pt x="268" y="48"/>
                    <a:pt x="268" y="48"/>
                    <a:pt x="268" y="48"/>
                  </a:cubicBezTo>
                  <a:cubicBezTo>
                    <a:pt x="268" y="48"/>
                    <a:pt x="269" y="47"/>
                    <a:pt x="269" y="47"/>
                  </a:cubicBezTo>
                  <a:cubicBezTo>
                    <a:pt x="269" y="46"/>
                    <a:pt x="270" y="46"/>
                    <a:pt x="270" y="45"/>
                  </a:cubicBezTo>
                  <a:cubicBezTo>
                    <a:pt x="270" y="45"/>
                    <a:pt x="271" y="44"/>
                    <a:pt x="271" y="44"/>
                  </a:cubicBezTo>
                  <a:cubicBezTo>
                    <a:pt x="272" y="44"/>
                    <a:pt x="272" y="43"/>
                    <a:pt x="273" y="43"/>
                  </a:cubicBezTo>
                  <a:cubicBezTo>
                    <a:pt x="273" y="43"/>
                    <a:pt x="273" y="43"/>
                    <a:pt x="273" y="43"/>
                  </a:cubicBezTo>
                  <a:cubicBezTo>
                    <a:pt x="273" y="41"/>
                    <a:pt x="273" y="40"/>
                    <a:pt x="274" y="38"/>
                  </a:cubicBezTo>
                  <a:cubicBezTo>
                    <a:pt x="276" y="37"/>
                    <a:pt x="278" y="36"/>
                    <a:pt x="279" y="36"/>
                  </a:cubicBezTo>
                  <a:cubicBezTo>
                    <a:pt x="279" y="36"/>
                    <a:pt x="280" y="36"/>
                    <a:pt x="280" y="35"/>
                  </a:cubicBezTo>
                  <a:cubicBezTo>
                    <a:pt x="281" y="35"/>
                    <a:pt x="283" y="34"/>
                    <a:pt x="283" y="33"/>
                  </a:cubicBezTo>
                  <a:cubicBezTo>
                    <a:pt x="284" y="33"/>
                    <a:pt x="284" y="33"/>
                    <a:pt x="284" y="33"/>
                  </a:cubicBezTo>
                  <a:cubicBezTo>
                    <a:pt x="285" y="31"/>
                    <a:pt x="286" y="30"/>
                    <a:pt x="287" y="30"/>
                  </a:cubicBezTo>
                  <a:cubicBezTo>
                    <a:pt x="289" y="29"/>
                    <a:pt x="290" y="29"/>
                    <a:pt x="292" y="30"/>
                  </a:cubicBezTo>
                  <a:cubicBezTo>
                    <a:pt x="293" y="29"/>
                    <a:pt x="295" y="30"/>
                    <a:pt x="297" y="30"/>
                  </a:cubicBezTo>
                  <a:cubicBezTo>
                    <a:pt x="298" y="31"/>
                    <a:pt x="298" y="31"/>
                    <a:pt x="299" y="31"/>
                  </a:cubicBezTo>
                  <a:cubicBezTo>
                    <a:pt x="302" y="32"/>
                    <a:pt x="305" y="32"/>
                    <a:pt x="307" y="35"/>
                  </a:cubicBezTo>
                  <a:cubicBezTo>
                    <a:pt x="308" y="35"/>
                    <a:pt x="311" y="36"/>
                    <a:pt x="312" y="37"/>
                  </a:cubicBezTo>
                  <a:cubicBezTo>
                    <a:pt x="314" y="37"/>
                    <a:pt x="316" y="38"/>
                    <a:pt x="316" y="38"/>
                  </a:cubicBezTo>
                  <a:cubicBezTo>
                    <a:pt x="318" y="39"/>
                    <a:pt x="318" y="39"/>
                    <a:pt x="319" y="40"/>
                  </a:cubicBezTo>
                  <a:cubicBezTo>
                    <a:pt x="320" y="40"/>
                    <a:pt x="320" y="40"/>
                    <a:pt x="320" y="40"/>
                  </a:cubicBezTo>
                  <a:cubicBezTo>
                    <a:pt x="321" y="40"/>
                    <a:pt x="322" y="40"/>
                    <a:pt x="324" y="41"/>
                  </a:cubicBezTo>
                  <a:cubicBezTo>
                    <a:pt x="324" y="41"/>
                    <a:pt x="324" y="41"/>
                    <a:pt x="324" y="41"/>
                  </a:cubicBezTo>
                  <a:cubicBezTo>
                    <a:pt x="325" y="40"/>
                    <a:pt x="325" y="40"/>
                    <a:pt x="325" y="39"/>
                  </a:cubicBezTo>
                  <a:cubicBezTo>
                    <a:pt x="326" y="37"/>
                    <a:pt x="327" y="34"/>
                    <a:pt x="331" y="32"/>
                  </a:cubicBezTo>
                  <a:cubicBezTo>
                    <a:pt x="332" y="32"/>
                    <a:pt x="333" y="32"/>
                    <a:pt x="334" y="31"/>
                  </a:cubicBezTo>
                  <a:cubicBezTo>
                    <a:pt x="334" y="31"/>
                    <a:pt x="335" y="31"/>
                    <a:pt x="335" y="31"/>
                  </a:cubicBezTo>
                  <a:cubicBezTo>
                    <a:pt x="336" y="30"/>
                    <a:pt x="337" y="29"/>
                    <a:pt x="338" y="28"/>
                  </a:cubicBezTo>
                  <a:cubicBezTo>
                    <a:pt x="341" y="27"/>
                    <a:pt x="343" y="27"/>
                    <a:pt x="345" y="27"/>
                  </a:cubicBezTo>
                  <a:cubicBezTo>
                    <a:pt x="346" y="27"/>
                    <a:pt x="346" y="27"/>
                    <a:pt x="347" y="27"/>
                  </a:cubicBezTo>
                  <a:cubicBezTo>
                    <a:pt x="347" y="26"/>
                    <a:pt x="347" y="26"/>
                    <a:pt x="346" y="26"/>
                  </a:cubicBezTo>
                  <a:cubicBezTo>
                    <a:pt x="346" y="25"/>
                    <a:pt x="345" y="25"/>
                    <a:pt x="345" y="25"/>
                  </a:cubicBezTo>
                  <a:cubicBezTo>
                    <a:pt x="344" y="24"/>
                    <a:pt x="342" y="23"/>
                    <a:pt x="341" y="20"/>
                  </a:cubicBezTo>
                  <a:cubicBezTo>
                    <a:pt x="341" y="18"/>
                    <a:pt x="342" y="16"/>
                    <a:pt x="343" y="15"/>
                  </a:cubicBezTo>
                  <a:cubicBezTo>
                    <a:pt x="345" y="12"/>
                    <a:pt x="349" y="11"/>
                    <a:pt x="352" y="12"/>
                  </a:cubicBezTo>
                  <a:cubicBezTo>
                    <a:pt x="353" y="12"/>
                    <a:pt x="353" y="12"/>
                    <a:pt x="353" y="12"/>
                  </a:cubicBezTo>
                  <a:cubicBezTo>
                    <a:pt x="357" y="12"/>
                    <a:pt x="360" y="12"/>
                    <a:pt x="363" y="14"/>
                  </a:cubicBezTo>
                  <a:cubicBezTo>
                    <a:pt x="364" y="14"/>
                    <a:pt x="365" y="14"/>
                    <a:pt x="366" y="15"/>
                  </a:cubicBezTo>
                  <a:cubicBezTo>
                    <a:pt x="368" y="16"/>
                    <a:pt x="371" y="17"/>
                    <a:pt x="374" y="19"/>
                  </a:cubicBezTo>
                  <a:cubicBezTo>
                    <a:pt x="378" y="24"/>
                    <a:pt x="377" y="27"/>
                    <a:pt x="376" y="30"/>
                  </a:cubicBezTo>
                  <a:cubicBezTo>
                    <a:pt x="375" y="30"/>
                    <a:pt x="375" y="31"/>
                    <a:pt x="375" y="31"/>
                  </a:cubicBezTo>
                  <a:cubicBezTo>
                    <a:pt x="375" y="31"/>
                    <a:pt x="375" y="31"/>
                    <a:pt x="375" y="31"/>
                  </a:cubicBezTo>
                  <a:cubicBezTo>
                    <a:pt x="377" y="32"/>
                    <a:pt x="378" y="33"/>
                    <a:pt x="379" y="35"/>
                  </a:cubicBezTo>
                  <a:cubicBezTo>
                    <a:pt x="381" y="38"/>
                    <a:pt x="380" y="40"/>
                    <a:pt x="380" y="42"/>
                  </a:cubicBezTo>
                  <a:cubicBezTo>
                    <a:pt x="382" y="42"/>
                    <a:pt x="384" y="44"/>
                    <a:pt x="385" y="46"/>
                  </a:cubicBezTo>
                  <a:cubicBezTo>
                    <a:pt x="388" y="51"/>
                    <a:pt x="386" y="57"/>
                    <a:pt x="385" y="61"/>
                  </a:cubicBezTo>
                  <a:cubicBezTo>
                    <a:pt x="385" y="63"/>
                    <a:pt x="385" y="63"/>
                    <a:pt x="385" y="63"/>
                  </a:cubicBezTo>
                  <a:cubicBezTo>
                    <a:pt x="385" y="64"/>
                    <a:pt x="384" y="65"/>
                    <a:pt x="384" y="65"/>
                  </a:cubicBezTo>
                  <a:cubicBezTo>
                    <a:pt x="384" y="66"/>
                    <a:pt x="384" y="66"/>
                    <a:pt x="384" y="66"/>
                  </a:cubicBezTo>
                  <a:cubicBezTo>
                    <a:pt x="385" y="66"/>
                    <a:pt x="385" y="66"/>
                    <a:pt x="386" y="66"/>
                  </a:cubicBezTo>
                  <a:cubicBezTo>
                    <a:pt x="387" y="66"/>
                    <a:pt x="388" y="66"/>
                    <a:pt x="389" y="67"/>
                  </a:cubicBezTo>
                  <a:cubicBezTo>
                    <a:pt x="391" y="68"/>
                    <a:pt x="392" y="70"/>
                    <a:pt x="393" y="73"/>
                  </a:cubicBezTo>
                  <a:cubicBezTo>
                    <a:pt x="393" y="74"/>
                    <a:pt x="393" y="76"/>
                    <a:pt x="394" y="77"/>
                  </a:cubicBezTo>
                  <a:cubicBezTo>
                    <a:pt x="395" y="76"/>
                    <a:pt x="396" y="76"/>
                    <a:pt x="398" y="76"/>
                  </a:cubicBezTo>
                  <a:cubicBezTo>
                    <a:pt x="399" y="77"/>
                    <a:pt x="400" y="78"/>
                    <a:pt x="401" y="79"/>
                  </a:cubicBezTo>
                  <a:cubicBezTo>
                    <a:pt x="401" y="80"/>
                    <a:pt x="401" y="80"/>
                    <a:pt x="401" y="81"/>
                  </a:cubicBezTo>
                  <a:cubicBezTo>
                    <a:pt x="402" y="81"/>
                    <a:pt x="402" y="81"/>
                    <a:pt x="403" y="81"/>
                  </a:cubicBezTo>
                  <a:cubicBezTo>
                    <a:pt x="405" y="82"/>
                    <a:pt x="408" y="83"/>
                    <a:pt x="410" y="85"/>
                  </a:cubicBezTo>
                  <a:cubicBezTo>
                    <a:pt x="411" y="86"/>
                    <a:pt x="411" y="88"/>
                    <a:pt x="411" y="89"/>
                  </a:cubicBezTo>
                  <a:cubicBezTo>
                    <a:pt x="411" y="90"/>
                    <a:pt x="411" y="90"/>
                    <a:pt x="411" y="90"/>
                  </a:cubicBezTo>
                  <a:cubicBezTo>
                    <a:pt x="412" y="94"/>
                    <a:pt x="411" y="95"/>
                    <a:pt x="410" y="96"/>
                  </a:cubicBezTo>
                  <a:cubicBezTo>
                    <a:pt x="410" y="97"/>
                    <a:pt x="408" y="99"/>
                    <a:pt x="405" y="99"/>
                  </a:cubicBezTo>
                  <a:cubicBezTo>
                    <a:pt x="405" y="99"/>
                    <a:pt x="404" y="99"/>
                    <a:pt x="404" y="99"/>
                  </a:cubicBezTo>
                  <a:cubicBezTo>
                    <a:pt x="403" y="99"/>
                    <a:pt x="403" y="99"/>
                    <a:pt x="403" y="100"/>
                  </a:cubicBezTo>
                  <a:cubicBezTo>
                    <a:pt x="402" y="101"/>
                    <a:pt x="400" y="102"/>
                    <a:pt x="399" y="102"/>
                  </a:cubicBezTo>
                  <a:cubicBezTo>
                    <a:pt x="399" y="102"/>
                    <a:pt x="399" y="102"/>
                    <a:pt x="399" y="102"/>
                  </a:cubicBezTo>
                  <a:cubicBezTo>
                    <a:pt x="399" y="103"/>
                    <a:pt x="399" y="104"/>
                    <a:pt x="398" y="105"/>
                  </a:cubicBezTo>
                  <a:cubicBezTo>
                    <a:pt x="399" y="104"/>
                    <a:pt x="400" y="104"/>
                    <a:pt x="402" y="104"/>
                  </a:cubicBezTo>
                  <a:cubicBezTo>
                    <a:pt x="402" y="104"/>
                    <a:pt x="403" y="104"/>
                    <a:pt x="403" y="104"/>
                  </a:cubicBezTo>
                  <a:cubicBezTo>
                    <a:pt x="404" y="104"/>
                    <a:pt x="404" y="104"/>
                    <a:pt x="404" y="104"/>
                  </a:cubicBezTo>
                  <a:cubicBezTo>
                    <a:pt x="404" y="104"/>
                    <a:pt x="404" y="104"/>
                    <a:pt x="404" y="104"/>
                  </a:cubicBezTo>
                  <a:cubicBezTo>
                    <a:pt x="407" y="104"/>
                    <a:pt x="411" y="104"/>
                    <a:pt x="414" y="109"/>
                  </a:cubicBezTo>
                  <a:cubicBezTo>
                    <a:pt x="416" y="113"/>
                    <a:pt x="416" y="120"/>
                    <a:pt x="415" y="123"/>
                  </a:cubicBezTo>
                  <a:cubicBezTo>
                    <a:pt x="414" y="124"/>
                    <a:pt x="414" y="125"/>
                    <a:pt x="414" y="126"/>
                  </a:cubicBezTo>
                  <a:cubicBezTo>
                    <a:pt x="414" y="126"/>
                    <a:pt x="414" y="127"/>
                    <a:pt x="414" y="127"/>
                  </a:cubicBezTo>
                  <a:cubicBezTo>
                    <a:pt x="415" y="130"/>
                    <a:pt x="415" y="132"/>
                    <a:pt x="415" y="135"/>
                  </a:cubicBezTo>
                  <a:cubicBezTo>
                    <a:pt x="415" y="136"/>
                    <a:pt x="415" y="137"/>
                    <a:pt x="415" y="138"/>
                  </a:cubicBezTo>
                  <a:cubicBezTo>
                    <a:pt x="416" y="142"/>
                    <a:pt x="416" y="144"/>
                    <a:pt x="417" y="145"/>
                  </a:cubicBezTo>
                  <a:cubicBezTo>
                    <a:pt x="417" y="145"/>
                    <a:pt x="417" y="144"/>
                    <a:pt x="417" y="144"/>
                  </a:cubicBezTo>
                  <a:cubicBezTo>
                    <a:pt x="418" y="144"/>
                    <a:pt x="419" y="144"/>
                    <a:pt x="420" y="144"/>
                  </a:cubicBezTo>
                  <a:cubicBezTo>
                    <a:pt x="421" y="144"/>
                    <a:pt x="423" y="145"/>
                    <a:pt x="424" y="146"/>
                  </a:cubicBezTo>
                  <a:cubicBezTo>
                    <a:pt x="425" y="147"/>
                    <a:pt x="425" y="148"/>
                    <a:pt x="426" y="149"/>
                  </a:cubicBezTo>
                  <a:cubicBezTo>
                    <a:pt x="426" y="149"/>
                    <a:pt x="427" y="149"/>
                    <a:pt x="427" y="150"/>
                  </a:cubicBezTo>
                  <a:cubicBezTo>
                    <a:pt x="433" y="151"/>
                    <a:pt x="436" y="157"/>
                    <a:pt x="435" y="163"/>
                  </a:cubicBezTo>
                  <a:cubicBezTo>
                    <a:pt x="434" y="167"/>
                    <a:pt x="431" y="173"/>
                    <a:pt x="427" y="176"/>
                  </a:cubicBezTo>
                  <a:cubicBezTo>
                    <a:pt x="426" y="177"/>
                    <a:pt x="425" y="177"/>
                    <a:pt x="424" y="177"/>
                  </a:cubicBezTo>
                  <a:cubicBezTo>
                    <a:pt x="424" y="177"/>
                    <a:pt x="423" y="178"/>
                    <a:pt x="423" y="178"/>
                  </a:cubicBezTo>
                  <a:cubicBezTo>
                    <a:pt x="422" y="180"/>
                    <a:pt x="422" y="180"/>
                    <a:pt x="422" y="180"/>
                  </a:cubicBezTo>
                  <a:cubicBezTo>
                    <a:pt x="423" y="181"/>
                    <a:pt x="423" y="181"/>
                    <a:pt x="423" y="181"/>
                  </a:cubicBezTo>
                  <a:cubicBezTo>
                    <a:pt x="425" y="183"/>
                    <a:pt x="426" y="185"/>
                    <a:pt x="425" y="188"/>
                  </a:cubicBezTo>
                  <a:cubicBezTo>
                    <a:pt x="425" y="189"/>
                    <a:pt x="425" y="190"/>
                    <a:pt x="425" y="192"/>
                  </a:cubicBezTo>
                  <a:cubicBezTo>
                    <a:pt x="424" y="193"/>
                    <a:pt x="424" y="193"/>
                    <a:pt x="424" y="194"/>
                  </a:cubicBezTo>
                  <a:cubicBezTo>
                    <a:pt x="424" y="197"/>
                    <a:pt x="424" y="197"/>
                    <a:pt x="424" y="197"/>
                  </a:cubicBezTo>
                  <a:cubicBezTo>
                    <a:pt x="423" y="204"/>
                    <a:pt x="423" y="207"/>
                    <a:pt x="427" y="211"/>
                  </a:cubicBezTo>
                  <a:cubicBezTo>
                    <a:pt x="427" y="211"/>
                    <a:pt x="427" y="211"/>
                    <a:pt x="428" y="210"/>
                  </a:cubicBezTo>
                  <a:cubicBezTo>
                    <a:pt x="428" y="210"/>
                    <a:pt x="429" y="210"/>
                    <a:pt x="430" y="210"/>
                  </a:cubicBezTo>
                  <a:cubicBezTo>
                    <a:pt x="432" y="209"/>
                    <a:pt x="433" y="209"/>
                    <a:pt x="434" y="209"/>
                  </a:cubicBezTo>
                  <a:cubicBezTo>
                    <a:pt x="436" y="209"/>
                    <a:pt x="438" y="210"/>
                    <a:pt x="439" y="211"/>
                  </a:cubicBezTo>
                  <a:cubicBezTo>
                    <a:pt x="441" y="213"/>
                    <a:pt x="440" y="216"/>
                    <a:pt x="440" y="218"/>
                  </a:cubicBezTo>
                  <a:cubicBezTo>
                    <a:pt x="439" y="219"/>
                    <a:pt x="438" y="221"/>
                    <a:pt x="438" y="223"/>
                  </a:cubicBezTo>
                  <a:cubicBezTo>
                    <a:pt x="437" y="223"/>
                    <a:pt x="437" y="224"/>
                    <a:pt x="437" y="225"/>
                  </a:cubicBezTo>
                  <a:cubicBezTo>
                    <a:pt x="437" y="225"/>
                    <a:pt x="438" y="225"/>
                    <a:pt x="438" y="225"/>
                  </a:cubicBezTo>
                  <a:cubicBezTo>
                    <a:pt x="438" y="225"/>
                    <a:pt x="445" y="230"/>
                    <a:pt x="447" y="233"/>
                  </a:cubicBezTo>
                  <a:cubicBezTo>
                    <a:pt x="447" y="233"/>
                    <a:pt x="447" y="233"/>
                    <a:pt x="447" y="233"/>
                  </a:cubicBezTo>
                  <a:cubicBezTo>
                    <a:pt x="448" y="238"/>
                    <a:pt x="445" y="239"/>
                    <a:pt x="439" y="242"/>
                  </a:cubicBezTo>
                  <a:cubicBezTo>
                    <a:pt x="437" y="242"/>
                    <a:pt x="436" y="243"/>
                    <a:pt x="435" y="243"/>
                  </a:cubicBezTo>
                  <a:cubicBezTo>
                    <a:pt x="435" y="243"/>
                    <a:pt x="435" y="244"/>
                    <a:pt x="435" y="246"/>
                  </a:cubicBezTo>
                  <a:cubicBezTo>
                    <a:pt x="435" y="246"/>
                    <a:pt x="434" y="247"/>
                    <a:pt x="434" y="248"/>
                  </a:cubicBezTo>
                  <a:cubicBezTo>
                    <a:pt x="434" y="249"/>
                    <a:pt x="434" y="250"/>
                    <a:pt x="434" y="251"/>
                  </a:cubicBezTo>
                  <a:cubicBezTo>
                    <a:pt x="434" y="251"/>
                    <a:pt x="434" y="251"/>
                    <a:pt x="435" y="251"/>
                  </a:cubicBezTo>
                  <a:cubicBezTo>
                    <a:pt x="436" y="251"/>
                    <a:pt x="436" y="251"/>
                    <a:pt x="437" y="252"/>
                  </a:cubicBezTo>
                  <a:cubicBezTo>
                    <a:pt x="440" y="252"/>
                    <a:pt x="445" y="253"/>
                    <a:pt x="446" y="258"/>
                  </a:cubicBezTo>
                  <a:cubicBezTo>
                    <a:pt x="447" y="259"/>
                    <a:pt x="447" y="260"/>
                    <a:pt x="448" y="261"/>
                  </a:cubicBezTo>
                  <a:cubicBezTo>
                    <a:pt x="449" y="263"/>
                    <a:pt x="450" y="264"/>
                    <a:pt x="450" y="266"/>
                  </a:cubicBezTo>
                  <a:cubicBezTo>
                    <a:pt x="451" y="270"/>
                    <a:pt x="451" y="273"/>
                    <a:pt x="450" y="276"/>
                  </a:cubicBezTo>
                  <a:cubicBezTo>
                    <a:pt x="451" y="278"/>
                    <a:pt x="452" y="281"/>
                    <a:pt x="450" y="283"/>
                  </a:cubicBezTo>
                  <a:cubicBezTo>
                    <a:pt x="449" y="285"/>
                    <a:pt x="447" y="285"/>
                    <a:pt x="445" y="285"/>
                  </a:cubicBezTo>
                  <a:cubicBezTo>
                    <a:pt x="444" y="285"/>
                    <a:pt x="444" y="285"/>
                    <a:pt x="443" y="285"/>
                  </a:cubicBezTo>
                  <a:cubicBezTo>
                    <a:pt x="439" y="285"/>
                    <a:pt x="438" y="283"/>
                    <a:pt x="437" y="281"/>
                  </a:cubicBezTo>
                  <a:cubicBezTo>
                    <a:pt x="436" y="282"/>
                    <a:pt x="435" y="282"/>
                    <a:pt x="434" y="282"/>
                  </a:cubicBezTo>
                  <a:cubicBezTo>
                    <a:pt x="434" y="282"/>
                    <a:pt x="433" y="282"/>
                    <a:pt x="433" y="282"/>
                  </a:cubicBezTo>
                  <a:cubicBezTo>
                    <a:pt x="429" y="281"/>
                    <a:pt x="427" y="279"/>
                    <a:pt x="427" y="277"/>
                  </a:cubicBezTo>
                  <a:cubicBezTo>
                    <a:pt x="426" y="277"/>
                    <a:pt x="424" y="277"/>
                    <a:pt x="423" y="277"/>
                  </a:cubicBezTo>
                  <a:cubicBezTo>
                    <a:pt x="421" y="277"/>
                    <a:pt x="421" y="277"/>
                    <a:pt x="421" y="277"/>
                  </a:cubicBezTo>
                  <a:cubicBezTo>
                    <a:pt x="420" y="278"/>
                    <a:pt x="419" y="278"/>
                    <a:pt x="418" y="278"/>
                  </a:cubicBezTo>
                  <a:cubicBezTo>
                    <a:pt x="417" y="278"/>
                    <a:pt x="417" y="278"/>
                    <a:pt x="416" y="278"/>
                  </a:cubicBezTo>
                  <a:cubicBezTo>
                    <a:pt x="416" y="279"/>
                    <a:pt x="416" y="280"/>
                    <a:pt x="416" y="281"/>
                  </a:cubicBezTo>
                  <a:cubicBezTo>
                    <a:pt x="416" y="283"/>
                    <a:pt x="416" y="285"/>
                    <a:pt x="416" y="287"/>
                  </a:cubicBezTo>
                  <a:cubicBezTo>
                    <a:pt x="416" y="287"/>
                    <a:pt x="416" y="287"/>
                    <a:pt x="416" y="287"/>
                  </a:cubicBezTo>
                  <a:cubicBezTo>
                    <a:pt x="416" y="287"/>
                    <a:pt x="416" y="287"/>
                    <a:pt x="416" y="287"/>
                  </a:cubicBezTo>
                  <a:cubicBezTo>
                    <a:pt x="418" y="288"/>
                    <a:pt x="418" y="288"/>
                    <a:pt x="420" y="289"/>
                  </a:cubicBezTo>
                  <a:cubicBezTo>
                    <a:pt x="421" y="289"/>
                    <a:pt x="421" y="289"/>
                    <a:pt x="421" y="289"/>
                  </a:cubicBezTo>
                  <a:cubicBezTo>
                    <a:pt x="421" y="289"/>
                    <a:pt x="422" y="289"/>
                    <a:pt x="422" y="289"/>
                  </a:cubicBezTo>
                  <a:cubicBezTo>
                    <a:pt x="422" y="289"/>
                    <a:pt x="423" y="289"/>
                    <a:pt x="423" y="289"/>
                  </a:cubicBezTo>
                  <a:cubicBezTo>
                    <a:pt x="424" y="288"/>
                    <a:pt x="428" y="288"/>
                    <a:pt x="430" y="290"/>
                  </a:cubicBezTo>
                  <a:cubicBezTo>
                    <a:pt x="431" y="291"/>
                    <a:pt x="431" y="293"/>
                    <a:pt x="431" y="294"/>
                  </a:cubicBezTo>
                  <a:cubicBezTo>
                    <a:pt x="431" y="295"/>
                    <a:pt x="431" y="296"/>
                    <a:pt x="430" y="296"/>
                  </a:cubicBezTo>
                  <a:cubicBezTo>
                    <a:pt x="430" y="297"/>
                    <a:pt x="430" y="297"/>
                    <a:pt x="430" y="297"/>
                  </a:cubicBezTo>
                  <a:cubicBezTo>
                    <a:pt x="430" y="297"/>
                    <a:pt x="430" y="297"/>
                    <a:pt x="431" y="298"/>
                  </a:cubicBezTo>
                  <a:cubicBezTo>
                    <a:pt x="431" y="299"/>
                    <a:pt x="433" y="300"/>
                    <a:pt x="433" y="302"/>
                  </a:cubicBezTo>
                  <a:cubicBezTo>
                    <a:pt x="434" y="304"/>
                    <a:pt x="433" y="306"/>
                    <a:pt x="432" y="307"/>
                  </a:cubicBezTo>
                  <a:cubicBezTo>
                    <a:pt x="431" y="308"/>
                    <a:pt x="429" y="308"/>
                    <a:pt x="428" y="308"/>
                  </a:cubicBezTo>
                  <a:cubicBezTo>
                    <a:pt x="426" y="308"/>
                    <a:pt x="426" y="308"/>
                    <a:pt x="426" y="308"/>
                  </a:cubicBezTo>
                  <a:cubicBezTo>
                    <a:pt x="426" y="308"/>
                    <a:pt x="426" y="308"/>
                    <a:pt x="426" y="308"/>
                  </a:cubicBezTo>
                  <a:cubicBezTo>
                    <a:pt x="426" y="309"/>
                    <a:pt x="425" y="310"/>
                    <a:pt x="425" y="310"/>
                  </a:cubicBezTo>
                  <a:cubicBezTo>
                    <a:pt x="424" y="311"/>
                    <a:pt x="424" y="311"/>
                    <a:pt x="424" y="311"/>
                  </a:cubicBezTo>
                  <a:cubicBezTo>
                    <a:pt x="424" y="312"/>
                    <a:pt x="424" y="313"/>
                    <a:pt x="424" y="313"/>
                  </a:cubicBezTo>
                  <a:cubicBezTo>
                    <a:pt x="424" y="313"/>
                    <a:pt x="424" y="313"/>
                    <a:pt x="424" y="313"/>
                  </a:cubicBezTo>
                  <a:cubicBezTo>
                    <a:pt x="424" y="313"/>
                    <a:pt x="424" y="314"/>
                    <a:pt x="424" y="315"/>
                  </a:cubicBezTo>
                  <a:cubicBezTo>
                    <a:pt x="427" y="318"/>
                    <a:pt x="423" y="324"/>
                    <a:pt x="420" y="328"/>
                  </a:cubicBezTo>
                  <a:cubicBezTo>
                    <a:pt x="419" y="331"/>
                    <a:pt x="419" y="331"/>
                    <a:pt x="419" y="331"/>
                  </a:cubicBezTo>
                  <a:cubicBezTo>
                    <a:pt x="419" y="332"/>
                    <a:pt x="418" y="335"/>
                    <a:pt x="416" y="337"/>
                  </a:cubicBezTo>
                  <a:cubicBezTo>
                    <a:pt x="412" y="340"/>
                    <a:pt x="408" y="337"/>
                    <a:pt x="406" y="335"/>
                  </a:cubicBezTo>
                  <a:cubicBezTo>
                    <a:pt x="405" y="335"/>
                    <a:pt x="404" y="336"/>
                    <a:pt x="403" y="336"/>
                  </a:cubicBezTo>
                  <a:cubicBezTo>
                    <a:pt x="402" y="336"/>
                    <a:pt x="402" y="335"/>
                    <a:pt x="401" y="335"/>
                  </a:cubicBezTo>
                  <a:cubicBezTo>
                    <a:pt x="401" y="335"/>
                    <a:pt x="400" y="335"/>
                    <a:pt x="400" y="335"/>
                  </a:cubicBezTo>
                  <a:cubicBezTo>
                    <a:pt x="399" y="336"/>
                    <a:pt x="398" y="337"/>
                    <a:pt x="397" y="337"/>
                  </a:cubicBezTo>
                  <a:cubicBezTo>
                    <a:pt x="395" y="337"/>
                    <a:pt x="393" y="336"/>
                    <a:pt x="392" y="335"/>
                  </a:cubicBezTo>
                  <a:cubicBezTo>
                    <a:pt x="391" y="334"/>
                    <a:pt x="389" y="333"/>
                    <a:pt x="388" y="332"/>
                  </a:cubicBezTo>
                  <a:cubicBezTo>
                    <a:pt x="387" y="331"/>
                    <a:pt x="387" y="330"/>
                    <a:pt x="387" y="329"/>
                  </a:cubicBezTo>
                  <a:cubicBezTo>
                    <a:pt x="387" y="329"/>
                    <a:pt x="387" y="330"/>
                    <a:pt x="387" y="330"/>
                  </a:cubicBezTo>
                  <a:cubicBezTo>
                    <a:pt x="386" y="331"/>
                    <a:pt x="386" y="332"/>
                    <a:pt x="386" y="333"/>
                  </a:cubicBezTo>
                  <a:cubicBezTo>
                    <a:pt x="386" y="336"/>
                    <a:pt x="386" y="339"/>
                    <a:pt x="383" y="342"/>
                  </a:cubicBezTo>
                  <a:cubicBezTo>
                    <a:pt x="382" y="344"/>
                    <a:pt x="381" y="346"/>
                    <a:pt x="379" y="347"/>
                  </a:cubicBezTo>
                  <a:cubicBezTo>
                    <a:pt x="379" y="348"/>
                    <a:pt x="379" y="349"/>
                    <a:pt x="379" y="350"/>
                  </a:cubicBezTo>
                  <a:cubicBezTo>
                    <a:pt x="378" y="352"/>
                    <a:pt x="377" y="357"/>
                    <a:pt x="371" y="357"/>
                  </a:cubicBezTo>
                  <a:cubicBezTo>
                    <a:pt x="371" y="357"/>
                    <a:pt x="371" y="357"/>
                    <a:pt x="371" y="357"/>
                  </a:cubicBezTo>
                  <a:cubicBezTo>
                    <a:pt x="370" y="357"/>
                    <a:pt x="369" y="357"/>
                    <a:pt x="368" y="356"/>
                  </a:cubicBezTo>
                  <a:cubicBezTo>
                    <a:pt x="366" y="357"/>
                    <a:pt x="364" y="358"/>
                    <a:pt x="363" y="359"/>
                  </a:cubicBezTo>
                  <a:cubicBezTo>
                    <a:pt x="362" y="360"/>
                    <a:pt x="361" y="360"/>
                    <a:pt x="360" y="361"/>
                  </a:cubicBezTo>
                  <a:cubicBezTo>
                    <a:pt x="359" y="361"/>
                    <a:pt x="358" y="361"/>
                    <a:pt x="358" y="361"/>
                  </a:cubicBezTo>
                  <a:close/>
                  <a:moveTo>
                    <a:pt x="354" y="354"/>
                  </a:moveTo>
                  <a:cubicBezTo>
                    <a:pt x="358" y="357"/>
                    <a:pt x="358" y="357"/>
                    <a:pt x="358" y="357"/>
                  </a:cubicBezTo>
                  <a:cubicBezTo>
                    <a:pt x="354" y="354"/>
                    <a:pt x="354" y="354"/>
                    <a:pt x="354" y="354"/>
                  </a:cubicBezTo>
                  <a:close/>
                  <a:moveTo>
                    <a:pt x="353" y="340"/>
                  </a:moveTo>
                  <a:cubicBezTo>
                    <a:pt x="356" y="342"/>
                    <a:pt x="357" y="345"/>
                    <a:pt x="357" y="346"/>
                  </a:cubicBezTo>
                  <a:cubicBezTo>
                    <a:pt x="357" y="346"/>
                    <a:pt x="357" y="347"/>
                    <a:pt x="358" y="347"/>
                  </a:cubicBezTo>
                  <a:cubicBezTo>
                    <a:pt x="359" y="348"/>
                    <a:pt x="360" y="348"/>
                    <a:pt x="361" y="349"/>
                  </a:cubicBezTo>
                  <a:cubicBezTo>
                    <a:pt x="363" y="348"/>
                    <a:pt x="364" y="348"/>
                    <a:pt x="366" y="347"/>
                  </a:cubicBezTo>
                  <a:cubicBezTo>
                    <a:pt x="368" y="347"/>
                    <a:pt x="369" y="347"/>
                    <a:pt x="370" y="347"/>
                  </a:cubicBezTo>
                  <a:cubicBezTo>
                    <a:pt x="370" y="345"/>
                    <a:pt x="370" y="341"/>
                    <a:pt x="374" y="339"/>
                  </a:cubicBezTo>
                  <a:cubicBezTo>
                    <a:pt x="374" y="339"/>
                    <a:pt x="375" y="338"/>
                    <a:pt x="375" y="338"/>
                  </a:cubicBezTo>
                  <a:cubicBezTo>
                    <a:pt x="376" y="337"/>
                    <a:pt x="376" y="337"/>
                    <a:pt x="376" y="337"/>
                  </a:cubicBezTo>
                  <a:cubicBezTo>
                    <a:pt x="377" y="335"/>
                    <a:pt x="377" y="335"/>
                    <a:pt x="377" y="333"/>
                  </a:cubicBezTo>
                  <a:cubicBezTo>
                    <a:pt x="377" y="331"/>
                    <a:pt x="377" y="329"/>
                    <a:pt x="378" y="327"/>
                  </a:cubicBezTo>
                  <a:cubicBezTo>
                    <a:pt x="380" y="321"/>
                    <a:pt x="384" y="319"/>
                    <a:pt x="392" y="320"/>
                  </a:cubicBezTo>
                  <a:cubicBezTo>
                    <a:pt x="394" y="320"/>
                    <a:pt x="397" y="322"/>
                    <a:pt x="396" y="327"/>
                  </a:cubicBezTo>
                  <a:cubicBezTo>
                    <a:pt x="396" y="327"/>
                    <a:pt x="396" y="327"/>
                    <a:pt x="397" y="327"/>
                  </a:cubicBezTo>
                  <a:cubicBezTo>
                    <a:pt x="397" y="327"/>
                    <a:pt x="397" y="327"/>
                    <a:pt x="397" y="327"/>
                  </a:cubicBezTo>
                  <a:cubicBezTo>
                    <a:pt x="398" y="326"/>
                    <a:pt x="399" y="325"/>
                    <a:pt x="401" y="325"/>
                  </a:cubicBezTo>
                  <a:cubicBezTo>
                    <a:pt x="402" y="325"/>
                    <a:pt x="403" y="325"/>
                    <a:pt x="404" y="326"/>
                  </a:cubicBezTo>
                  <a:cubicBezTo>
                    <a:pt x="405" y="326"/>
                    <a:pt x="406" y="326"/>
                    <a:pt x="406" y="326"/>
                  </a:cubicBezTo>
                  <a:cubicBezTo>
                    <a:pt x="407" y="326"/>
                    <a:pt x="408" y="326"/>
                    <a:pt x="408" y="326"/>
                  </a:cubicBezTo>
                  <a:cubicBezTo>
                    <a:pt x="409" y="326"/>
                    <a:pt x="410" y="326"/>
                    <a:pt x="410" y="327"/>
                  </a:cubicBezTo>
                  <a:cubicBezTo>
                    <a:pt x="410" y="327"/>
                    <a:pt x="410" y="326"/>
                    <a:pt x="410" y="326"/>
                  </a:cubicBezTo>
                  <a:cubicBezTo>
                    <a:pt x="413" y="323"/>
                    <a:pt x="413" y="323"/>
                    <a:pt x="413" y="323"/>
                  </a:cubicBezTo>
                  <a:cubicBezTo>
                    <a:pt x="414" y="322"/>
                    <a:pt x="415" y="319"/>
                    <a:pt x="416" y="318"/>
                  </a:cubicBezTo>
                  <a:cubicBezTo>
                    <a:pt x="414" y="314"/>
                    <a:pt x="414" y="311"/>
                    <a:pt x="416" y="308"/>
                  </a:cubicBezTo>
                  <a:cubicBezTo>
                    <a:pt x="416" y="307"/>
                    <a:pt x="416" y="307"/>
                    <a:pt x="416" y="307"/>
                  </a:cubicBezTo>
                  <a:cubicBezTo>
                    <a:pt x="417" y="306"/>
                    <a:pt x="417" y="305"/>
                    <a:pt x="418" y="303"/>
                  </a:cubicBezTo>
                  <a:cubicBezTo>
                    <a:pt x="419" y="301"/>
                    <a:pt x="419" y="299"/>
                    <a:pt x="421" y="298"/>
                  </a:cubicBezTo>
                  <a:cubicBezTo>
                    <a:pt x="421" y="298"/>
                    <a:pt x="421" y="298"/>
                    <a:pt x="421" y="298"/>
                  </a:cubicBezTo>
                  <a:cubicBezTo>
                    <a:pt x="419" y="298"/>
                    <a:pt x="418" y="298"/>
                    <a:pt x="417" y="297"/>
                  </a:cubicBezTo>
                  <a:cubicBezTo>
                    <a:pt x="414" y="296"/>
                    <a:pt x="413" y="295"/>
                    <a:pt x="411" y="294"/>
                  </a:cubicBezTo>
                  <a:cubicBezTo>
                    <a:pt x="406" y="291"/>
                    <a:pt x="406" y="289"/>
                    <a:pt x="407" y="285"/>
                  </a:cubicBezTo>
                  <a:cubicBezTo>
                    <a:pt x="407" y="284"/>
                    <a:pt x="407" y="282"/>
                    <a:pt x="407" y="281"/>
                  </a:cubicBezTo>
                  <a:cubicBezTo>
                    <a:pt x="407" y="277"/>
                    <a:pt x="407" y="272"/>
                    <a:pt x="412" y="269"/>
                  </a:cubicBezTo>
                  <a:cubicBezTo>
                    <a:pt x="413" y="269"/>
                    <a:pt x="414" y="268"/>
                    <a:pt x="415" y="268"/>
                  </a:cubicBezTo>
                  <a:cubicBezTo>
                    <a:pt x="416" y="268"/>
                    <a:pt x="417" y="269"/>
                    <a:pt x="418" y="269"/>
                  </a:cubicBezTo>
                  <a:cubicBezTo>
                    <a:pt x="419" y="268"/>
                    <a:pt x="420" y="268"/>
                    <a:pt x="421" y="268"/>
                  </a:cubicBezTo>
                  <a:cubicBezTo>
                    <a:pt x="423" y="268"/>
                    <a:pt x="423" y="268"/>
                    <a:pt x="423" y="268"/>
                  </a:cubicBezTo>
                  <a:cubicBezTo>
                    <a:pt x="425" y="268"/>
                    <a:pt x="428" y="268"/>
                    <a:pt x="430" y="268"/>
                  </a:cubicBezTo>
                  <a:cubicBezTo>
                    <a:pt x="432" y="269"/>
                    <a:pt x="433" y="270"/>
                    <a:pt x="434" y="271"/>
                  </a:cubicBezTo>
                  <a:cubicBezTo>
                    <a:pt x="435" y="270"/>
                    <a:pt x="436" y="270"/>
                    <a:pt x="437" y="270"/>
                  </a:cubicBezTo>
                  <a:cubicBezTo>
                    <a:pt x="439" y="270"/>
                    <a:pt x="440" y="271"/>
                    <a:pt x="441" y="271"/>
                  </a:cubicBezTo>
                  <a:cubicBezTo>
                    <a:pt x="441" y="270"/>
                    <a:pt x="441" y="269"/>
                    <a:pt x="441" y="268"/>
                  </a:cubicBezTo>
                  <a:cubicBezTo>
                    <a:pt x="441" y="267"/>
                    <a:pt x="441" y="267"/>
                    <a:pt x="441" y="267"/>
                  </a:cubicBezTo>
                  <a:cubicBezTo>
                    <a:pt x="441" y="267"/>
                    <a:pt x="440" y="266"/>
                    <a:pt x="440" y="266"/>
                  </a:cubicBezTo>
                  <a:cubicBezTo>
                    <a:pt x="440" y="266"/>
                    <a:pt x="438" y="264"/>
                    <a:pt x="437" y="261"/>
                  </a:cubicBezTo>
                  <a:cubicBezTo>
                    <a:pt x="437" y="261"/>
                    <a:pt x="436" y="261"/>
                    <a:pt x="436" y="261"/>
                  </a:cubicBezTo>
                  <a:cubicBezTo>
                    <a:pt x="436" y="261"/>
                    <a:pt x="435" y="261"/>
                    <a:pt x="435" y="261"/>
                  </a:cubicBezTo>
                  <a:cubicBezTo>
                    <a:pt x="434" y="260"/>
                    <a:pt x="434" y="260"/>
                    <a:pt x="433" y="260"/>
                  </a:cubicBezTo>
                  <a:cubicBezTo>
                    <a:pt x="431" y="260"/>
                    <a:pt x="427" y="259"/>
                    <a:pt x="425" y="256"/>
                  </a:cubicBezTo>
                  <a:cubicBezTo>
                    <a:pt x="424" y="253"/>
                    <a:pt x="424" y="250"/>
                    <a:pt x="425" y="246"/>
                  </a:cubicBezTo>
                  <a:cubicBezTo>
                    <a:pt x="425" y="245"/>
                    <a:pt x="426" y="245"/>
                    <a:pt x="426" y="244"/>
                  </a:cubicBezTo>
                  <a:cubicBezTo>
                    <a:pt x="426" y="242"/>
                    <a:pt x="427" y="237"/>
                    <a:pt x="431" y="235"/>
                  </a:cubicBezTo>
                  <a:cubicBezTo>
                    <a:pt x="432" y="235"/>
                    <a:pt x="432" y="234"/>
                    <a:pt x="433" y="234"/>
                  </a:cubicBezTo>
                  <a:cubicBezTo>
                    <a:pt x="431" y="234"/>
                    <a:pt x="429" y="233"/>
                    <a:pt x="428" y="230"/>
                  </a:cubicBezTo>
                  <a:cubicBezTo>
                    <a:pt x="426" y="227"/>
                    <a:pt x="427" y="225"/>
                    <a:pt x="428" y="223"/>
                  </a:cubicBezTo>
                  <a:cubicBezTo>
                    <a:pt x="428" y="222"/>
                    <a:pt x="428" y="221"/>
                    <a:pt x="429" y="220"/>
                  </a:cubicBezTo>
                  <a:cubicBezTo>
                    <a:pt x="426" y="221"/>
                    <a:pt x="423" y="220"/>
                    <a:pt x="420" y="218"/>
                  </a:cubicBezTo>
                  <a:cubicBezTo>
                    <a:pt x="413" y="211"/>
                    <a:pt x="414" y="203"/>
                    <a:pt x="415" y="196"/>
                  </a:cubicBezTo>
                  <a:cubicBezTo>
                    <a:pt x="415" y="193"/>
                    <a:pt x="415" y="193"/>
                    <a:pt x="415" y="193"/>
                  </a:cubicBezTo>
                  <a:cubicBezTo>
                    <a:pt x="415" y="192"/>
                    <a:pt x="415" y="191"/>
                    <a:pt x="416" y="189"/>
                  </a:cubicBezTo>
                  <a:cubicBezTo>
                    <a:pt x="416" y="189"/>
                    <a:pt x="416" y="188"/>
                    <a:pt x="416" y="188"/>
                  </a:cubicBezTo>
                  <a:cubicBezTo>
                    <a:pt x="416" y="187"/>
                    <a:pt x="415" y="187"/>
                    <a:pt x="415" y="186"/>
                  </a:cubicBezTo>
                  <a:cubicBezTo>
                    <a:pt x="415" y="186"/>
                    <a:pt x="415" y="186"/>
                    <a:pt x="415" y="186"/>
                  </a:cubicBezTo>
                  <a:cubicBezTo>
                    <a:pt x="413" y="184"/>
                    <a:pt x="413" y="180"/>
                    <a:pt x="413" y="180"/>
                  </a:cubicBezTo>
                  <a:cubicBezTo>
                    <a:pt x="413" y="180"/>
                    <a:pt x="413" y="179"/>
                    <a:pt x="413" y="179"/>
                  </a:cubicBezTo>
                  <a:cubicBezTo>
                    <a:pt x="414" y="175"/>
                    <a:pt x="414" y="175"/>
                    <a:pt x="414" y="175"/>
                  </a:cubicBezTo>
                  <a:cubicBezTo>
                    <a:pt x="415" y="174"/>
                    <a:pt x="416" y="172"/>
                    <a:pt x="417" y="170"/>
                  </a:cubicBezTo>
                  <a:cubicBezTo>
                    <a:pt x="419" y="169"/>
                    <a:pt x="420" y="169"/>
                    <a:pt x="421" y="168"/>
                  </a:cubicBezTo>
                  <a:cubicBezTo>
                    <a:pt x="423" y="167"/>
                    <a:pt x="426" y="163"/>
                    <a:pt x="426" y="161"/>
                  </a:cubicBezTo>
                  <a:cubicBezTo>
                    <a:pt x="426" y="160"/>
                    <a:pt x="426" y="159"/>
                    <a:pt x="425" y="159"/>
                  </a:cubicBezTo>
                  <a:cubicBezTo>
                    <a:pt x="422" y="159"/>
                    <a:pt x="420" y="158"/>
                    <a:pt x="419" y="157"/>
                  </a:cubicBezTo>
                  <a:cubicBezTo>
                    <a:pt x="418" y="156"/>
                    <a:pt x="417" y="155"/>
                    <a:pt x="417" y="154"/>
                  </a:cubicBezTo>
                  <a:cubicBezTo>
                    <a:pt x="415" y="154"/>
                    <a:pt x="413" y="154"/>
                    <a:pt x="412" y="153"/>
                  </a:cubicBezTo>
                  <a:cubicBezTo>
                    <a:pt x="408" y="150"/>
                    <a:pt x="407" y="146"/>
                    <a:pt x="406" y="139"/>
                  </a:cubicBezTo>
                  <a:cubicBezTo>
                    <a:pt x="406" y="137"/>
                    <a:pt x="406" y="136"/>
                    <a:pt x="406" y="134"/>
                  </a:cubicBezTo>
                  <a:cubicBezTo>
                    <a:pt x="406" y="133"/>
                    <a:pt x="406" y="131"/>
                    <a:pt x="406" y="130"/>
                  </a:cubicBezTo>
                  <a:cubicBezTo>
                    <a:pt x="405" y="129"/>
                    <a:pt x="404" y="128"/>
                    <a:pt x="404" y="125"/>
                  </a:cubicBezTo>
                  <a:cubicBezTo>
                    <a:pt x="404" y="123"/>
                    <a:pt x="405" y="121"/>
                    <a:pt x="406" y="120"/>
                  </a:cubicBezTo>
                  <a:cubicBezTo>
                    <a:pt x="407" y="119"/>
                    <a:pt x="407" y="115"/>
                    <a:pt x="406" y="114"/>
                  </a:cubicBezTo>
                  <a:cubicBezTo>
                    <a:pt x="406" y="113"/>
                    <a:pt x="406" y="113"/>
                    <a:pt x="405" y="113"/>
                  </a:cubicBezTo>
                  <a:cubicBezTo>
                    <a:pt x="404" y="113"/>
                    <a:pt x="404" y="113"/>
                    <a:pt x="404" y="113"/>
                  </a:cubicBezTo>
                  <a:cubicBezTo>
                    <a:pt x="404" y="113"/>
                    <a:pt x="402" y="113"/>
                    <a:pt x="402" y="113"/>
                  </a:cubicBezTo>
                  <a:cubicBezTo>
                    <a:pt x="402" y="113"/>
                    <a:pt x="402" y="113"/>
                    <a:pt x="402" y="113"/>
                  </a:cubicBezTo>
                  <a:cubicBezTo>
                    <a:pt x="401" y="114"/>
                    <a:pt x="401" y="114"/>
                    <a:pt x="401" y="114"/>
                  </a:cubicBezTo>
                  <a:cubicBezTo>
                    <a:pt x="398" y="118"/>
                    <a:pt x="396" y="118"/>
                    <a:pt x="394" y="119"/>
                  </a:cubicBezTo>
                  <a:cubicBezTo>
                    <a:pt x="392" y="119"/>
                    <a:pt x="392" y="119"/>
                    <a:pt x="392" y="119"/>
                  </a:cubicBezTo>
                  <a:cubicBezTo>
                    <a:pt x="391" y="119"/>
                    <a:pt x="390" y="119"/>
                    <a:pt x="389" y="119"/>
                  </a:cubicBezTo>
                  <a:cubicBezTo>
                    <a:pt x="385" y="119"/>
                    <a:pt x="384" y="117"/>
                    <a:pt x="383" y="116"/>
                  </a:cubicBezTo>
                  <a:cubicBezTo>
                    <a:pt x="381" y="113"/>
                    <a:pt x="384" y="110"/>
                    <a:pt x="385" y="108"/>
                  </a:cubicBezTo>
                  <a:cubicBezTo>
                    <a:pt x="386" y="107"/>
                    <a:pt x="387" y="106"/>
                    <a:pt x="387" y="105"/>
                  </a:cubicBezTo>
                  <a:cubicBezTo>
                    <a:pt x="387" y="105"/>
                    <a:pt x="387" y="101"/>
                    <a:pt x="390" y="100"/>
                  </a:cubicBezTo>
                  <a:cubicBezTo>
                    <a:pt x="390" y="99"/>
                    <a:pt x="390" y="99"/>
                    <a:pt x="390" y="99"/>
                  </a:cubicBezTo>
                  <a:cubicBezTo>
                    <a:pt x="391" y="98"/>
                    <a:pt x="391" y="97"/>
                    <a:pt x="392" y="96"/>
                  </a:cubicBezTo>
                  <a:cubicBezTo>
                    <a:pt x="393" y="94"/>
                    <a:pt x="394" y="94"/>
                    <a:pt x="395" y="94"/>
                  </a:cubicBezTo>
                  <a:cubicBezTo>
                    <a:pt x="395" y="92"/>
                    <a:pt x="396" y="90"/>
                    <a:pt x="399" y="89"/>
                  </a:cubicBezTo>
                  <a:cubicBezTo>
                    <a:pt x="398" y="89"/>
                    <a:pt x="398" y="89"/>
                    <a:pt x="398" y="89"/>
                  </a:cubicBezTo>
                  <a:cubicBezTo>
                    <a:pt x="396" y="89"/>
                    <a:pt x="395" y="88"/>
                    <a:pt x="394" y="87"/>
                  </a:cubicBezTo>
                  <a:cubicBezTo>
                    <a:pt x="388" y="88"/>
                    <a:pt x="385" y="80"/>
                    <a:pt x="384" y="76"/>
                  </a:cubicBezTo>
                  <a:cubicBezTo>
                    <a:pt x="384" y="76"/>
                    <a:pt x="384" y="76"/>
                    <a:pt x="384" y="76"/>
                  </a:cubicBezTo>
                  <a:cubicBezTo>
                    <a:pt x="382" y="76"/>
                    <a:pt x="381" y="75"/>
                    <a:pt x="379" y="75"/>
                  </a:cubicBezTo>
                  <a:cubicBezTo>
                    <a:pt x="373" y="72"/>
                    <a:pt x="375" y="65"/>
                    <a:pt x="375" y="63"/>
                  </a:cubicBezTo>
                  <a:cubicBezTo>
                    <a:pt x="375" y="62"/>
                    <a:pt x="376" y="62"/>
                    <a:pt x="376" y="61"/>
                  </a:cubicBezTo>
                  <a:cubicBezTo>
                    <a:pt x="376" y="59"/>
                    <a:pt x="376" y="59"/>
                    <a:pt x="376" y="59"/>
                  </a:cubicBezTo>
                  <a:cubicBezTo>
                    <a:pt x="377" y="56"/>
                    <a:pt x="378" y="53"/>
                    <a:pt x="377" y="51"/>
                  </a:cubicBezTo>
                  <a:cubicBezTo>
                    <a:pt x="376" y="51"/>
                    <a:pt x="374" y="50"/>
                    <a:pt x="373" y="50"/>
                  </a:cubicBezTo>
                  <a:cubicBezTo>
                    <a:pt x="369" y="46"/>
                    <a:pt x="370" y="41"/>
                    <a:pt x="371" y="40"/>
                  </a:cubicBezTo>
                  <a:cubicBezTo>
                    <a:pt x="371" y="40"/>
                    <a:pt x="371" y="40"/>
                    <a:pt x="371" y="39"/>
                  </a:cubicBezTo>
                  <a:cubicBezTo>
                    <a:pt x="371" y="39"/>
                    <a:pt x="371" y="39"/>
                    <a:pt x="370" y="39"/>
                  </a:cubicBezTo>
                  <a:cubicBezTo>
                    <a:pt x="369" y="38"/>
                    <a:pt x="364" y="36"/>
                    <a:pt x="366" y="29"/>
                  </a:cubicBezTo>
                  <a:cubicBezTo>
                    <a:pt x="366" y="28"/>
                    <a:pt x="367" y="27"/>
                    <a:pt x="367" y="26"/>
                  </a:cubicBezTo>
                  <a:cubicBezTo>
                    <a:pt x="366" y="25"/>
                    <a:pt x="364" y="24"/>
                    <a:pt x="362" y="23"/>
                  </a:cubicBezTo>
                  <a:cubicBezTo>
                    <a:pt x="361" y="23"/>
                    <a:pt x="360" y="23"/>
                    <a:pt x="359" y="22"/>
                  </a:cubicBezTo>
                  <a:cubicBezTo>
                    <a:pt x="358" y="21"/>
                    <a:pt x="356" y="21"/>
                    <a:pt x="354" y="21"/>
                  </a:cubicBezTo>
                  <a:cubicBezTo>
                    <a:pt x="356" y="25"/>
                    <a:pt x="356" y="29"/>
                    <a:pt x="354" y="32"/>
                  </a:cubicBezTo>
                  <a:cubicBezTo>
                    <a:pt x="352" y="36"/>
                    <a:pt x="348" y="36"/>
                    <a:pt x="345" y="36"/>
                  </a:cubicBezTo>
                  <a:cubicBezTo>
                    <a:pt x="344" y="36"/>
                    <a:pt x="343" y="36"/>
                    <a:pt x="343" y="37"/>
                  </a:cubicBezTo>
                  <a:cubicBezTo>
                    <a:pt x="342" y="37"/>
                    <a:pt x="341" y="38"/>
                    <a:pt x="340" y="39"/>
                  </a:cubicBezTo>
                  <a:cubicBezTo>
                    <a:pt x="339" y="40"/>
                    <a:pt x="337" y="40"/>
                    <a:pt x="336" y="40"/>
                  </a:cubicBezTo>
                  <a:cubicBezTo>
                    <a:pt x="336" y="40"/>
                    <a:pt x="336" y="41"/>
                    <a:pt x="335" y="41"/>
                  </a:cubicBezTo>
                  <a:cubicBezTo>
                    <a:pt x="334" y="41"/>
                    <a:pt x="334" y="41"/>
                    <a:pt x="334" y="41"/>
                  </a:cubicBezTo>
                  <a:cubicBezTo>
                    <a:pt x="334" y="43"/>
                    <a:pt x="333" y="43"/>
                    <a:pt x="333" y="44"/>
                  </a:cubicBezTo>
                  <a:cubicBezTo>
                    <a:pt x="330" y="50"/>
                    <a:pt x="325" y="53"/>
                    <a:pt x="320" y="49"/>
                  </a:cubicBezTo>
                  <a:cubicBezTo>
                    <a:pt x="318" y="49"/>
                    <a:pt x="317" y="49"/>
                    <a:pt x="316" y="49"/>
                  </a:cubicBezTo>
                  <a:cubicBezTo>
                    <a:pt x="314" y="48"/>
                    <a:pt x="313" y="47"/>
                    <a:pt x="313" y="47"/>
                  </a:cubicBezTo>
                  <a:cubicBezTo>
                    <a:pt x="312" y="46"/>
                    <a:pt x="311" y="46"/>
                    <a:pt x="309" y="45"/>
                  </a:cubicBezTo>
                  <a:cubicBezTo>
                    <a:pt x="305" y="44"/>
                    <a:pt x="302" y="43"/>
                    <a:pt x="300" y="41"/>
                  </a:cubicBezTo>
                  <a:cubicBezTo>
                    <a:pt x="299" y="41"/>
                    <a:pt x="298" y="40"/>
                    <a:pt x="297" y="40"/>
                  </a:cubicBezTo>
                  <a:cubicBezTo>
                    <a:pt x="296" y="40"/>
                    <a:pt x="295" y="40"/>
                    <a:pt x="295" y="40"/>
                  </a:cubicBezTo>
                  <a:cubicBezTo>
                    <a:pt x="293" y="39"/>
                    <a:pt x="293" y="39"/>
                    <a:pt x="293" y="39"/>
                  </a:cubicBezTo>
                  <a:cubicBezTo>
                    <a:pt x="293" y="39"/>
                    <a:pt x="292" y="40"/>
                    <a:pt x="291" y="40"/>
                  </a:cubicBezTo>
                  <a:cubicBezTo>
                    <a:pt x="291" y="40"/>
                    <a:pt x="291" y="40"/>
                    <a:pt x="290" y="40"/>
                  </a:cubicBezTo>
                  <a:cubicBezTo>
                    <a:pt x="290" y="40"/>
                    <a:pt x="289" y="41"/>
                    <a:pt x="289" y="41"/>
                  </a:cubicBezTo>
                  <a:cubicBezTo>
                    <a:pt x="289" y="41"/>
                    <a:pt x="289" y="41"/>
                    <a:pt x="289" y="41"/>
                  </a:cubicBezTo>
                  <a:cubicBezTo>
                    <a:pt x="288" y="42"/>
                    <a:pt x="286" y="43"/>
                    <a:pt x="285" y="44"/>
                  </a:cubicBezTo>
                  <a:cubicBezTo>
                    <a:pt x="284" y="44"/>
                    <a:pt x="283" y="44"/>
                    <a:pt x="282" y="45"/>
                  </a:cubicBezTo>
                  <a:cubicBezTo>
                    <a:pt x="282" y="46"/>
                    <a:pt x="282" y="47"/>
                    <a:pt x="281" y="47"/>
                  </a:cubicBezTo>
                  <a:cubicBezTo>
                    <a:pt x="280" y="49"/>
                    <a:pt x="279" y="50"/>
                    <a:pt x="278" y="51"/>
                  </a:cubicBezTo>
                  <a:cubicBezTo>
                    <a:pt x="277" y="52"/>
                    <a:pt x="276" y="52"/>
                    <a:pt x="276" y="53"/>
                  </a:cubicBezTo>
                  <a:cubicBezTo>
                    <a:pt x="273" y="57"/>
                    <a:pt x="270" y="60"/>
                    <a:pt x="267" y="59"/>
                  </a:cubicBezTo>
                  <a:cubicBezTo>
                    <a:pt x="261" y="58"/>
                    <a:pt x="260" y="54"/>
                    <a:pt x="259" y="52"/>
                  </a:cubicBezTo>
                  <a:cubicBezTo>
                    <a:pt x="259" y="51"/>
                    <a:pt x="259" y="51"/>
                    <a:pt x="258" y="50"/>
                  </a:cubicBezTo>
                  <a:cubicBezTo>
                    <a:pt x="258" y="50"/>
                    <a:pt x="257" y="49"/>
                    <a:pt x="256" y="47"/>
                  </a:cubicBezTo>
                  <a:cubicBezTo>
                    <a:pt x="256" y="46"/>
                    <a:pt x="256" y="44"/>
                    <a:pt x="256" y="43"/>
                  </a:cubicBezTo>
                  <a:cubicBezTo>
                    <a:pt x="256" y="43"/>
                    <a:pt x="256" y="43"/>
                    <a:pt x="256" y="43"/>
                  </a:cubicBezTo>
                  <a:cubicBezTo>
                    <a:pt x="255" y="43"/>
                    <a:pt x="254" y="42"/>
                    <a:pt x="253" y="41"/>
                  </a:cubicBezTo>
                  <a:cubicBezTo>
                    <a:pt x="252" y="40"/>
                    <a:pt x="251" y="39"/>
                    <a:pt x="251" y="38"/>
                  </a:cubicBezTo>
                  <a:cubicBezTo>
                    <a:pt x="251" y="38"/>
                    <a:pt x="250" y="39"/>
                    <a:pt x="249" y="39"/>
                  </a:cubicBezTo>
                  <a:cubicBezTo>
                    <a:pt x="248" y="41"/>
                    <a:pt x="246" y="43"/>
                    <a:pt x="245" y="45"/>
                  </a:cubicBezTo>
                  <a:cubicBezTo>
                    <a:pt x="244" y="45"/>
                    <a:pt x="244" y="46"/>
                    <a:pt x="243" y="47"/>
                  </a:cubicBezTo>
                  <a:cubicBezTo>
                    <a:pt x="242" y="48"/>
                    <a:pt x="242" y="48"/>
                    <a:pt x="242" y="48"/>
                  </a:cubicBezTo>
                  <a:cubicBezTo>
                    <a:pt x="241" y="50"/>
                    <a:pt x="238" y="53"/>
                    <a:pt x="233" y="53"/>
                  </a:cubicBezTo>
                  <a:cubicBezTo>
                    <a:pt x="228" y="53"/>
                    <a:pt x="225" y="49"/>
                    <a:pt x="223" y="47"/>
                  </a:cubicBezTo>
                  <a:cubicBezTo>
                    <a:pt x="223" y="46"/>
                    <a:pt x="222" y="45"/>
                    <a:pt x="222" y="45"/>
                  </a:cubicBezTo>
                  <a:cubicBezTo>
                    <a:pt x="222" y="44"/>
                    <a:pt x="221" y="44"/>
                    <a:pt x="220" y="44"/>
                  </a:cubicBezTo>
                  <a:cubicBezTo>
                    <a:pt x="218" y="43"/>
                    <a:pt x="214" y="41"/>
                    <a:pt x="214" y="36"/>
                  </a:cubicBezTo>
                  <a:cubicBezTo>
                    <a:pt x="214" y="33"/>
                    <a:pt x="216" y="31"/>
                    <a:pt x="217" y="30"/>
                  </a:cubicBezTo>
                  <a:cubicBezTo>
                    <a:pt x="217" y="29"/>
                    <a:pt x="218" y="29"/>
                    <a:pt x="218" y="29"/>
                  </a:cubicBezTo>
                  <a:cubicBezTo>
                    <a:pt x="217" y="28"/>
                    <a:pt x="217" y="26"/>
                    <a:pt x="218" y="25"/>
                  </a:cubicBezTo>
                  <a:cubicBezTo>
                    <a:pt x="216" y="25"/>
                    <a:pt x="213" y="25"/>
                    <a:pt x="211" y="26"/>
                  </a:cubicBezTo>
                  <a:cubicBezTo>
                    <a:pt x="208" y="27"/>
                    <a:pt x="205" y="28"/>
                    <a:pt x="202" y="28"/>
                  </a:cubicBezTo>
                  <a:cubicBezTo>
                    <a:pt x="199" y="28"/>
                    <a:pt x="197" y="27"/>
                    <a:pt x="195" y="26"/>
                  </a:cubicBezTo>
                  <a:cubicBezTo>
                    <a:pt x="195" y="26"/>
                    <a:pt x="194" y="26"/>
                    <a:pt x="193" y="26"/>
                  </a:cubicBezTo>
                  <a:cubicBezTo>
                    <a:pt x="193" y="27"/>
                    <a:pt x="191" y="27"/>
                    <a:pt x="189" y="28"/>
                  </a:cubicBezTo>
                  <a:cubicBezTo>
                    <a:pt x="187" y="28"/>
                    <a:pt x="186" y="27"/>
                    <a:pt x="185" y="27"/>
                  </a:cubicBezTo>
                  <a:cubicBezTo>
                    <a:pt x="185" y="27"/>
                    <a:pt x="184" y="27"/>
                    <a:pt x="184" y="27"/>
                  </a:cubicBezTo>
                  <a:cubicBezTo>
                    <a:pt x="184" y="27"/>
                    <a:pt x="183" y="27"/>
                    <a:pt x="183" y="27"/>
                  </a:cubicBezTo>
                  <a:cubicBezTo>
                    <a:pt x="181" y="28"/>
                    <a:pt x="180" y="30"/>
                    <a:pt x="177" y="30"/>
                  </a:cubicBezTo>
                  <a:cubicBezTo>
                    <a:pt x="176" y="30"/>
                    <a:pt x="175" y="31"/>
                    <a:pt x="174" y="31"/>
                  </a:cubicBezTo>
                  <a:cubicBezTo>
                    <a:pt x="170" y="33"/>
                    <a:pt x="168" y="33"/>
                    <a:pt x="166" y="33"/>
                  </a:cubicBezTo>
                  <a:cubicBezTo>
                    <a:pt x="163" y="32"/>
                    <a:pt x="162" y="30"/>
                    <a:pt x="161" y="29"/>
                  </a:cubicBezTo>
                  <a:cubicBezTo>
                    <a:pt x="161" y="28"/>
                    <a:pt x="160" y="28"/>
                    <a:pt x="160" y="28"/>
                  </a:cubicBezTo>
                  <a:cubicBezTo>
                    <a:pt x="159" y="27"/>
                    <a:pt x="159" y="28"/>
                    <a:pt x="157" y="28"/>
                  </a:cubicBezTo>
                  <a:cubicBezTo>
                    <a:pt x="155" y="29"/>
                    <a:pt x="155" y="29"/>
                    <a:pt x="155" y="29"/>
                  </a:cubicBezTo>
                  <a:cubicBezTo>
                    <a:pt x="154" y="30"/>
                    <a:pt x="152" y="30"/>
                    <a:pt x="151" y="29"/>
                  </a:cubicBezTo>
                  <a:cubicBezTo>
                    <a:pt x="150" y="28"/>
                    <a:pt x="149" y="27"/>
                    <a:pt x="149" y="26"/>
                  </a:cubicBezTo>
                  <a:cubicBezTo>
                    <a:pt x="148" y="26"/>
                    <a:pt x="148" y="25"/>
                    <a:pt x="148" y="25"/>
                  </a:cubicBezTo>
                  <a:cubicBezTo>
                    <a:pt x="147" y="24"/>
                    <a:pt x="147" y="25"/>
                    <a:pt x="146" y="25"/>
                  </a:cubicBezTo>
                  <a:cubicBezTo>
                    <a:pt x="145" y="25"/>
                    <a:pt x="143" y="25"/>
                    <a:pt x="142" y="24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39" y="24"/>
                    <a:pt x="137" y="21"/>
                    <a:pt x="137" y="21"/>
                  </a:cubicBezTo>
                  <a:cubicBezTo>
                    <a:pt x="136" y="21"/>
                    <a:pt x="136" y="21"/>
                    <a:pt x="136" y="21"/>
                  </a:cubicBezTo>
                  <a:cubicBezTo>
                    <a:pt x="135" y="21"/>
                    <a:pt x="135" y="20"/>
                    <a:pt x="134" y="20"/>
                  </a:cubicBezTo>
                  <a:cubicBezTo>
                    <a:pt x="134" y="20"/>
                    <a:pt x="134" y="20"/>
                    <a:pt x="134" y="19"/>
                  </a:cubicBezTo>
                  <a:cubicBezTo>
                    <a:pt x="133" y="22"/>
                    <a:pt x="130" y="22"/>
                    <a:pt x="128" y="22"/>
                  </a:cubicBezTo>
                  <a:cubicBezTo>
                    <a:pt x="126" y="22"/>
                    <a:pt x="122" y="22"/>
                    <a:pt x="120" y="19"/>
                  </a:cubicBezTo>
                  <a:cubicBezTo>
                    <a:pt x="119" y="16"/>
                    <a:pt x="119" y="13"/>
                    <a:pt x="120" y="12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9" y="12"/>
                    <a:pt x="118" y="12"/>
                    <a:pt x="118" y="12"/>
                  </a:cubicBezTo>
                  <a:cubicBezTo>
                    <a:pt x="113" y="11"/>
                    <a:pt x="110" y="11"/>
                    <a:pt x="106" y="11"/>
                  </a:cubicBezTo>
                  <a:cubicBezTo>
                    <a:pt x="101" y="10"/>
                    <a:pt x="95" y="9"/>
                    <a:pt x="89" y="9"/>
                  </a:cubicBezTo>
                  <a:cubicBezTo>
                    <a:pt x="89" y="9"/>
                    <a:pt x="89" y="9"/>
                    <a:pt x="89" y="9"/>
                  </a:cubicBezTo>
                  <a:cubicBezTo>
                    <a:pt x="89" y="10"/>
                    <a:pt x="90" y="11"/>
                    <a:pt x="90" y="11"/>
                  </a:cubicBezTo>
                  <a:cubicBezTo>
                    <a:pt x="90" y="11"/>
                    <a:pt x="90" y="12"/>
                    <a:pt x="91" y="12"/>
                  </a:cubicBezTo>
                  <a:cubicBezTo>
                    <a:pt x="92" y="13"/>
                    <a:pt x="94" y="15"/>
                    <a:pt x="94" y="20"/>
                  </a:cubicBezTo>
                  <a:cubicBezTo>
                    <a:pt x="93" y="20"/>
                    <a:pt x="93" y="21"/>
                    <a:pt x="93" y="22"/>
                  </a:cubicBezTo>
                  <a:cubicBezTo>
                    <a:pt x="93" y="24"/>
                    <a:pt x="92" y="27"/>
                    <a:pt x="92" y="29"/>
                  </a:cubicBezTo>
                  <a:cubicBezTo>
                    <a:pt x="89" y="36"/>
                    <a:pt x="84" y="36"/>
                    <a:pt x="81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78" y="36"/>
                    <a:pt x="78" y="36"/>
                    <a:pt x="77" y="36"/>
                  </a:cubicBezTo>
                  <a:cubicBezTo>
                    <a:pt x="77" y="36"/>
                    <a:pt x="77" y="36"/>
                    <a:pt x="76" y="36"/>
                  </a:cubicBezTo>
                  <a:cubicBezTo>
                    <a:pt x="77" y="36"/>
                    <a:pt x="77" y="36"/>
                    <a:pt x="77" y="37"/>
                  </a:cubicBezTo>
                  <a:cubicBezTo>
                    <a:pt x="78" y="37"/>
                    <a:pt x="78" y="38"/>
                    <a:pt x="79" y="38"/>
                  </a:cubicBezTo>
                  <a:cubicBezTo>
                    <a:pt x="80" y="38"/>
                    <a:pt x="80" y="39"/>
                    <a:pt x="81" y="40"/>
                  </a:cubicBezTo>
                  <a:cubicBezTo>
                    <a:pt x="82" y="40"/>
                    <a:pt x="83" y="41"/>
                    <a:pt x="83" y="42"/>
                  </a:cubicBezTo>
                  <a:cubicBezTo>
                    <a:pt x="87" y="42"/>
                    <a:pt x="89" y="45"/>
                    <a:pt x="89" y="47"/>
                  </a:cubicBezTo>
                  <a:cubicBezTo>
                    <a:pt x="89" y="49"/>
                    <a:pt x="89" y="50"/>
                    <a:pt x="89" y="51"/>
                  </a:cubicBezTo>
                  <a:cubicBezTo>
                    <a:pt x="89" y="52"/>
                    <a:pt x="89" y="52"/>
                    <a:pt x="89" y="52"/>
                  </a:cubicBezTo>
                  <a:cubicBezTo>
                    <a:pt x="88" y="53"/>
                    <a:pt x="89" y="55"/>
                    <a:pt x="89" y="57"/>
                  </a:cubicBezTo>
                  <a:cubicBezTo>
                    <a:pt x="89" y="60"/>
                    <a:pt x="90" y="65"/>
                    <a:pt x="88" y="68"/>
                  </a:cubicBezTo>
                  <a:cubicBezTo>
                    <a:pt x="87" y="70"/>
                    <a:pt x="83" y="73"/>
                    <a:pt x="80" y="73"/>
                  </a:cubicBezTo>
                  <a:cubicBezTo>
                    <a:pt x="79" y="73"/>
                    <a:pt x="78" y="73"/>
                    <a:pt x="77" y="72"/>
                  </a:cubicBezTo>
                  <a:cubicBezTo>
                    <a:pt x="77" y="72"/>
                    <a:pt x="77" y="72"/>
                    <a:pt x="77" y="73"/>
                  </a:cubicBezTo>
                  <a:cubicBezTo>
                    <a:pt x="76" y="74"/>
                    <a:pt x="74" y="74"/>
                    <a:pt x="72" y="74"/>
                  </a:cubicBezTo>
                  <a:cubicBezTo>
                    <a:pt x="71" y="75"/>
                    <a:pt x="69" y="75"/>
                    <a:pt x="67" y="76"/>
                  </a:cubicBezTo>
                  <a:cubicBezTo>
                    <a:pt x="64" y="76"/>
                    <a:pt x="61" y="75"/>
                    <a:pt x="58" y="74"/>
                  </a:cubicBezTo>
                  <a:cubicBezTo>
                    <a:pt x="56" y="74"/>
                    <a:pt x="54" y="73"/>
                    <a:pt x="52" y="73"/>
                  </a:cubicBezTo>
                  <a:cubicBezTo>
                    <a:pt x="52" y="73"/>
                    <a:pt x="52" y="74"/>
                    <a:pt x="52" y="74"/>
                  </a:cubicBezTo>
                  <a:cubicBezTo>
                    <a:pt x="51" y="75"/>
                    <a:pt x="50" y="76"/>
                    <a:pt x="49" y="77"/>
                  </a:cubicBezTo>
                  <a:cubicBezTo>
                    <a:pt x="47" y="78"/>
                    <a:pt x="45" y="79"/>
                    <a:pt x="44" y="80"/>
                  </a:cubicBezTo>
                  <a:cubicBezTo>
                    <a:pt x="43" y="80"/>
                    <a:pt x="42" y="81"/>
                    <a:pt x="41" y="81"/>
                  </a:cubicBezTo>
                  <a:cubicBezTo>
                    <a:pt x="38" y="83"/>
                    <a:pt x="36" y="84"/>
                    <a:pt x="32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28" y="84"/>
                    <a:pt x="27" y="84"/>
                    <a:pt x="27" y="84"/>
                  </a:cubicBezTo>
                  <a:cubicBezTo>
                    <a:pt x="27" y="84"/>
                    <a:pt x="27" y="84"/>
                    <a:pt x="26" y="85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4" y="89"/>
                    <a:pt x="22" y="91"/>
                    <a:pt x="21" y="93"/>
                  </a:cubicBezTo>
                  <a:cubicBezTo>
                    <a:pt x="20" y="95"/>
                    <a:pt x="19" y="97"/>
                    <a:pt x="19" y="100"/>
                  </a:cubicBezTo>
                  <a:cubicBezTo>
                    <a:pt x="17" y="105"/>
                    <a:pt x="15" y="110"/>
                    <a:pt x="12" y="115"/>
                  </a:cubicBezTo>
                  <a:cubicBezTo>
                    <a:pt x="16" y="120"/>
                    <a:pt x="23" y="130"/>
                    <a:pt x="38" y="151"/>
                  </a:cubicBezTo>
                  <a:cubicBezTo>
                    <a:pt x="39" y="151"/>
                    <a:pt x="39" y="151"/>
                    <a:pt x="39" y="151"/>
                  </a:cubicBezTo>
                  <a:cubicBezTo>
                    <a:pt x="40" y="152"/>
                    <a:pt x="41" y="153"/>
                    <a:pt x="41" y="156"/>
                  </a:cubicBezTo>
                  <a:cubicBezTo>
                    <a:pt x="42" y="156"/>
                    <a:pt x="42" y="157"/>
                    <a:pt x="42" y="157"/>
                  </a:cubicBezTo>
                  <a:cubicBezTo>
                    <a:pt x="45" y="157"/>
                    <a:pt x="47" y="159"/>
                    <a:pt x="49" y="161"/>
                  </a:cubicBezTo>
                  <a:cubicBezTo>
                    <a:pt x="50" y="161"/>
                    <a:pt x="52" y="161"/>
                    <a:pt x="53" y="162"/>
                  </a:cubicBezTo>
                  <a:cubicBezTo>
                    <a:pt x="54" y="164"/>
                    <a:pt x="54" y="165"/>
                    <a:pt x="55" y="166"/>
                  </a:cubicBezTo>
                  <a:cubicBezTo>
                    <a:pt x="55" y="166"/>
                    <a:pt x="55" y="166"/>
                    <a:pt x="55" y="166"/>
                  </a:cubicBezTo>
                  <a:cubicBezTo>
                    <a:pt x="64" y="172"/>
                    <a:pt x="64" y="172"/>
                    <a:pt x="64" y="172"/>
                  </a:cubicBezTo>
                  <a:cubicBezTo>
                    <a:pt x="65" y="172"/>
                    <a:pt x="65" y="173"/>
                    <a:pt x="66" y="173"/>
                  </a:cubicBezTo>
                  <a:cubicBezTo>
                    <a:pt x="66" y="174"/>
                    <a:pt x="67" y="174"/>
                    <a:pt x="68" y="175"/>
                  </a:cubicBezTo>
                  <a:cubicBezTo>
                    <a:pt x="69" y="175"/>
                    <a:pt x="71" y="176"/>
                    <a:pt x="72" y="177"/>
                  </a:cubicBezTo>
                  <a:cubicBezTo>
                    <a:pt x="72" y="177"/>
                    <a:pt x="73" y="177"/>
                    <a:pt x="73" y="177"/>
                  </a:cubicBezTo>
                  <a:cubicBezTo>
                    <a:pt x="76" y="178"/>
                    <a:pt x="79" y="178"/>
                    <a:pt x="83" y="18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97" y="209"/>
                    <a:pt x="97" y="209"/>
                    <a:pt x="97" y="209"/>
                  </a:cubicBezTo>
                  <a:cubicBezTo>
                    <a:pt x="98" y="208"/>
                    <a:pt x="100" y="208"/>
                    <a:pt x="102" y="209"/>
                  </a:cubicBezTo>
                  <a:cubicBezTo>
                    <a:pt x="104" y="210"/>
                    <a:pt x="105" y="211"/>
                    <a:pt x="105" y="213"/>
                  </a:cubicBezTo>
                  <a:cubicBezTo>
                    <a:pt x="105" y="213"/>
                    <a:pt x="105" y="213"/>
                    <a:pt x="105" y="214"/>
                  </a:cubicBezTo>
                  <a:cubicBezTo>
                    <a:pt x="105" y="214"/>
                    <a:pt x="105" y="214"/>
                    <a:pt x="106" y="214"/>
                  </a:cubicBezTo>
                  <a:cubicBezTo>
                    <a:pt x="108" y="214"/>
                    <a:pt x="110" y="215"/>
                    <a:pt x="110" y="217"/>
                  </a:cubicBezTo>
                  <a:cubicBezTo>
                    <a:pt x="110" y="218"/>
                    <a:pt x="111" y="219"/>
                    <a:pt x="110" y="221"/>
                  </a:cubicBezTo>
                  <a:cubicBezTo>
                    <a:pt x="110" y="222"/>
                    <a:pt x="110" y="222"/>
                    <a:pt x="110" y="223"/>
                  </a:cubicBezTo>
                  <a:cubicBezTo>
                    <a:pt x="110" y="223"/>
                    <a:pt x="110" y="224"/>
                    <a:pt x="110" y="224"/>
                  </a:cubicBezTo>
                  <a:cubicBezTo>
                    <a:pt x="110" y="225"/>
                    <a:pt x="110" y="226"/>
                    <a:pt x="110" y="227"/>
                  </a:cubicBezTo>
                  <a:cubicBezTo>
                    <a:pt x="109" y="228"/>
                    <a:pt x="109" y="228"/>
                    <a:pt x="109" y="228"/>
                  </a:cubicBezTo>
                  <a:cubicBezTo>
                    <a:pt x="109" y="229"/>
                    <a:pt x="109" y="229"/>
                    <a:pt x="109" y="229"/>
                  </a:cubicBezTo>
                  <a:cubicBezTo>
                    <a:pt x="109" y="231"/>
                    <a:pt x="109" y="231"/>
                    <a:pt x="109" y="231"/>
                  </a:cubicBezTo>
                  <a:cubicBezTo>
                    <a:pt x="110" y="231"/>
                    <a:pt x="110" y="231"/>
                    <a:pt x="110" y="231"/>
                  </a:cubicBezTo>
                  <a:cubicBezTo>
                    <a:pt x="110" y="231"/>
                    <a:pt x="111" y="231"/>
                    <a:pt x="111" y="231"/>
                  </a:cubicBezTo>
                  <a:cubicBezTo>
                    <a:pt x="114" y="231"/>
                    <a:pt x="116" y="232"/>
                    <a:pt x="117" y="233"/>
                  </a:cubicBezTo>
                  <a:cubicBezTo>
                    <a:pt x="118" y="233"/>
                    <a:pt x="119" y="231"/>
                    <a:pt x="120" y="230"/>
                  </a:cubicBezTo>
                  <a:cubicBezTo>
                    <a:pt x="120" y="229"/>
                    <a:pt x="121" y="229"/>
                    <a:pt x="121" y="228"/>
                  </a:cubicBezTo>
                  <a:cubicBezTo>
                    <a:pt x="121" y="228"/>
                    <a:pt x="122" y="228"/>
                    <a:pt x="122" y="227"/>
                  </a:cubicBezTo>
                  <a:cubicBezTo>
                    <a:pt x="122" y="227"/>
                    <a:pt x="122" y="227"/>
                    <a:pt x="122" y="227"/>
                  </a:cubicBezTo>
                  <a:cubicBezTo>
                    <a:pt x="122" y="226"/>
                    <a:pt x="122" y="224"/>
                    <a:pt x="123" y="222"/>
                  </a:cubicBezTo>
                  <a:cubicBezTo>
                    <a:pt x="125" y="218"/>
                    <a:pt x="128" y="218"/>
                    <a:pt x="131" y="218"/>
                  </a:cubicBezTo>
                  <a:cubicBezTo>
                    <a:pt x="131" y="218"/>
                    <a:pt x="132" y="218"/>
                    <a:pt x="133" y="218"/>
                  </a:cubicBezTo>
                  <a:cubicBezTo>
                    <a:pt x="133" y="217"/>
                    <a:pt x="134" y="216"/>
                    <a:pt x="134" y="216"/>
                  </a:cubicBezTo>
                  <a:cubicBezTo>
                    <a:pt x="135" y="215"/>
                    <a:pt x="135" y="214"/>
                    <a:pt x="136" y="213"/>
                  </a:cubicBezTo>
                  <a:cubicBezTo>
                    <a:pt x="137" y="211"/>
                    <a:pt x="139" y="211"/>
                    <a:pt x="139" y="211"/>
                  </a:cubicBezTo>
                  <a:cubicBezTo>
                    <a:pt x="139" y="211"/>
                    <a:pt x="140" y="210"/>
                    <a:pt x="140" y="210"/>
                  </a:cubicBezTo>
                  <a:cubicBezTo>
                    <a:pt x="140" y="209"/>
                    <a:pt x="140" y="208"/>
                    <a:pt x="140" y="208"/>
                  </a:cubicBezTo>
                  <a:cubicBezTo>
                    <a:pt x="141" y="205"/>
                    <a:pt x="142" y="203"/>
                    <a:pt x="144" y="200"/>
                  </a:cubicBezTo>
                  <a:cubicBezTo>
                    <a:pt x="144" y="199"/>
                    <a:pt x="144" y="199"/>
                    <a:pt x="145" y="198"/>
                  </a:cubicBezTo>
                  <a:cubicBezTo>
                    <a:pt x="145" y="197"/>
                    <a:pt x="145" y="197"/>
                    <a:pt x="146" y="196"/>
                  </a:cubicBezTo>
                  <a:cubicBezTo>
                    <a:pt x="147" y="194"/>
                    <a:pt x="148" y="193"/>
                    <a:pt x="149" y="192"/>
                  </a:cubicBezTo>
                  <a:cubicBezTo>
                    <a:pt x="149" y="192"/>
                    <a:pt x="149" y="190"/>
                    <a:pt x="150" y="189"/>
                  </a:cubicBezTo>
                  <a:cubicBezTo>
                    <a:pt x="150" y="188"/>
                    <a:pt x="150" y="187"/>
                    <a:pt x="151" y="186"/>
                  </a:cubicBezTo>
                  <a:cubicBezTo>
                    <a:pt x="153" y="180"/>
                    <a:pt x="158" y="179"/>
                    <a:pt x="162" y="178"/>
                  </a:cubicBezTo>
                  <a:cubicBezTo>
                    <a:pt x="164" y="177"/>
                    <a:pt x="164" y="177"/>
                    <a:pt x="164" y="177"/>
                  </a:cubicBezTo>
                  <a:cubicBezTo>
                    <a:pt x="166" y="177"/>
                    <a:pt x="168" y="176"/>
                    <a:pt x="170" y="176"/>
                  </a:cubicBezTo>
                  <a:cubicBezTo>
                    <a:pt x="170" y="176"/>
                    <a:pt x="170" y="176"/>
                    <a:pt x="170" y="176"/>
                  </a:cubicBezTo>
                  <a:cubicBezTo>
                    <a:pt x="173" y="176"/>
                    <a:pt x="174" y="178"/>
                    <a:pt x="176" y="179"/>
                  </a:cubicBezTo>
                  <a:cubicBezTo>
                    <a:pt x="176" y="179"/>
                    <a:pt x="177" y="179"/>
                    <a:pt x="178" y="179"/>
                  </a:cubicBezTo>
                  <a:cubicBezTo>
                    <a:pt x="181" y="179"/>
                    <a:pt x="184" y="178"/>
                    <a:pt x="187" y="178"/>
                  </a:cubicBezTo>
                  <a:cubicBezTo>
                    <a:pt x="187" y="176"/>
                    <a:pt x="188" y="174"/>
                    <a:pt x="189" y="173"/>
                  </a:cubicBezTo>
                  <a:cubicBezTo>
                    <a:pt x="192" y="171"/>
                    <a:pt x="195" y="172"/>
                    <a:pt x="197" y="172"/>
                  </a:cubicBezTo>
                  <a:cubicBezTo>
                    <a:pt x="198" y="172"/>
                    <a:pt x="198" y="172"/>
                    <a:pt x="198" y="172"/>
                  </a:cubicBezTo>
                  <a:cubicBezTo>
                    <a:pt x="206" y="172"/>
                    <a:pt x="214" y="172"/>
                    <a:pt x="222" y="172"/>
                  </a:cubicBezTo>
                  <a:cubicBezTo>
                    <a:pt x="222" y="172"/>
                    <a:pt x="223" y="172"/>
                    <a:pt x="224" y="172"/>
                  </a:cubicBezTo>
                  <a:cubicBezTo>
                    <a:pt x="226" y="172"/>
                    <a:pt x="227" y="172"/>
                    <a:pt x="229" y="172"/>
                  </a:cubicBezTo>
                  <a:cubicBezTo>
                    <a:pt x="231" y="172"/>
                    <a:pt x="234" y="172"/>
                    <a:pt x="237" y="173"/>
                  </a:cubicBezTo>
                  <a:cubicBezTo>
                    <a:pt x="240" y="175"/>
                    <a:pt x="240" y="178"/>
                    <a:pt x="240" y="179"/>
                  </a:cubicBezTo>
                  <a:cubicBezTo>
                    <a:pt x="240" y="181"/>
                    <a:pt x="241" y="181"/>
                    <a:pt x="241" y="181"/>
                  </a:cubicBezTo>
                  <a:cubicBezTo>
                    <a:pt x="241" y="181"/>
                    <a:pt x="241" y="181"/>
                    <a:pt x="241" y="182"/>
                  </a:cubicBezTo>
                  <a:cubicBezTo>
                    <a:pt x="242" y="183"/>
                    <a:pt x="243" y="183"/>
                    <a:pt x="244" y="184"/>
                  </a:cubicBezTo>
                  <a:cubicBezTo>
                    <a:pt x="245" y="185"/>
                    <a:pt x="247" y="187"/>
                    <a:pt x="249" y="189"/>
                  </a:cubicBezTo>
                  <a:cubicBezTo>
                    <a:pt x="250" y="190"/>
                    <a:pt x="251" y="192"/>
                    <a:pt x="251" y="193"/>
                  </a:cubicBezTo>
                  <a:cubicBezTo>
                    <a:pt x="252" y="194"/>
                    <a:pt x="253" y="196"/>
                    <a:pt x="254" y="197"/>
                  </a:cubicBezTo>
                  <a:cubicBezTo>
                    <a:pt x="255" y="199"/>
                    <a:pt x="258" y="202"/>
                    <a:pt x="259" y="205"/>
                  </a:cubicBezTo>
                  <a:cubicBezTo>
                    <a:pt x="259" y="206"/>
                    <a:pt x="259" y="207"/>
                    <a:pt x="259" y="208"/>
                  </a:cubicBezTo>
                  <a:cubicBezTo>
                    <a:pt x="260" y="210"/>
                    <a:pt x="260" y="210"/>
                    <a:pt x="260" y="211"/>
                  </a:cubicBezTo>
                  <a:cubicBezTo>
                    <a:pt x="260" y="211"/>
                    <a:pt x="260" y="211"/>
                    <a:pt x="261" y="211"/>
                  </a:cubicBezTo>
                  <a:cubicBezTo>
                    <a:pt x="261" y="211"/>
                    <a:pt x="262" y="211"/>
                    <a:pt x="262" y="212"/>
                  </a:cubicBezTo>
                  <a:cubicBezTo>
                    <a:pt x="263" y="213"/>
                    <a:pt x="265" y="214"/>
                    <a:pt x="266" y="215"/>
                  </a:cubicBezTo>
                  <a:cubicBezTo>
                    <a:pt x="270" y="219"/>
                    <a:pt x="272" y="223"/>
                    <a:pt x="269" y="228"/>
                  </a:cubicBezTo>
                  <a:cubicBezTo>
                    <a:pt x="268" y="229"/>
                    <a:pt x="267" y="230"/>
                    <a:pt x="267" y="231"/>
                  </a:cubicBezTo>
                  <a:cubicBezTo>
                    <a:pt x="270" y="231"/>
                    <a:pt x="274" y="232"/>
                    <a:pt x="275" y="237"/>
                  </a:cubicBezTo>
                  <a:cubicBezTo>
                    <a:pt x="275" y="239"/>
                    <a:pt x="275" y="241"/>
                    <a:pt x="274" y="243"/>
                  </a:cubicBezTo>
                  <a:cubicBezTo>
                    <a:pt x="274" y="244"/>
                    <a:pt x="274" y="246"/>
                    <a:pt x="274" y="246"/>
                  </a:cubicBezTo>
                  <a:cubicBezTo>
                    <a:pt x="274" y="248"/>
                    <a:pt x="274" y="249"/>
                    <a:pt x="274" y="251"/>
                  </a:cubicBezTo>
                  <a:cubicBezTo>
                    <a:pt x="274" y="251"/>
                    <a:pt x="276" y="253"/>
                    <a:pt x="276" y="254"/>
                  </a:cubicBezTo>
                  <a:cubicBezTo>
                    <a:pt x="277" y="255"/>
                    <a:pt x="278" y="256"/>
                    <a:pt x="278" y="257"/>
                  </a:cubicBezTo>
                  <a:cubicBezTo>
                    <a:pt x="280" y="259"/>
                    <a:pt x="281" y="261"/>
                    <a:pt x="281" y="264"/>
                  </a:cubicBezTo>
                  <a:cubicBezTo>
                    <a:pt x="280" y="266"/>
                    <a:pt x="278" y="268"/>
                    <a:pt x="276" y="269"/>
                  </a:cubicBezTo>
                  <a:cubicBezTo>
                    <a:pt x="275" y="270"/>
                    <a:pt x="275" y="270"/>
                    <a:pt x="275" y="270"/>
                  </a:cubicBezTo>
                  <a:cubicBezTo>
                    <a:pt x="273" y="271"/>
                    <a:pt x="272" y="271"/>
                    <a:pt x="272" y="272"/>
                  </a:cubicBezTo>
                  <a:cubicBezTo>
                    <a:pt x="271" y="273"/>
                    <a:pt x="271" y="275"/>
                    <a:pt x="271" y="276"/>
                  </a:cubicBezTo>
                  <a:cubicBezTo>
                    <a:pt x="270" y="277"/>
                    <a:pt x="270" y="278"/>
                    <a:pt x="270" y="279"/>
                  </a:cubicBezTo>
                  <a:cubicBezTo>
                    <a:pt x="270" y="279"/>
                    <a:pt x="271" y="280"/>
                    <a:pt x="271" y="280"/>
                  </a:cubicBezTo>
                  <a:cubicBezTo>
                    <a:pt x="272" y="279"/>
                    <a:pt x="273" y="277"/>
                    <a:pt x="274" y="276"/>
                  </a:cubicBezTo>
                  <a:cubicBezTo>
                    <a:pt x="276" y="273"/>
                    <a:pt x="278" y="270"/>
                    <a:pt x="281" y="269"/>
                  </a:cubicBezTo>
                  <a:cubicBezTo>
                    <a:pt x="284" y="268"/>
                    <a:pt x="287" y="268"/>
                    <a:pt x="288" y="269"/>
                  </a:cubicBezTo>
                  <a:cubicBezTo>
                    <a:pt x="289" y="269"/>
                    <a:pt x="289" y="269"/>
                    <a:pt x="290" y="269"/>
                  </a:cubicBezTo>
                  <a:cubicBezTo>
                    <a:pt x="290" y="269"/>
                    <a:pt x="291" y="268"/>
                    <a:pt x="291" y="268"/>
                  </a:cubicBezTo>
                  <a:cubicBezTo>
                    <a:pt x="294" y="267"/>
                    <a:pt x="299" y="265"/>
                    <a:pt x="303" y="268"/>
                  </a:cubicBezTo>
                  <a:cubicBezTo>
                    <a:pt x="304" y="269"/>
                    <a:pt x="305" y="270"/>
                    <a:pt x="305" y="271"/>
                  </a:cubicBezTo>
                  <a:cubicBezTo>
                    <a:pt x="305" y="271"/>
                    <a:pt x="305" y="271"/>
                    <a:pt x="305" y="271"/>
                  </a:cubicBezTo>
                  <a:cubicBezTo>
                    <a:pt x="307" y="270"/>
                    <a:pt x="309" y="268"/>
                    <a:pt x="313" y="268"/>
                  </a:cubicBezTo>
                  <a:cubicBezTo>
                    <a:pt x="313" y="268"/>
                    <a:pt x="314" y="268"/>
                    <a:pt x="314" y="268"/>
                  </a:cubicBezTo>
                  <a:cubicBezTo>
                    <a:pt x="314" y="266"/>
                    <a:pt x="315" y="265"/>
                    <a:pt x="317" y="264"/>
                  </a:cubicBezTo>
                  <a:cubicBezTo>
                    <a:pt x="317" y="264"/>
                    <a:pt x="318" y="264"/>
                    <a:pt x="319" y="264"/>
                  </a:cubicBezTo>
                  <a:cubicBezTo>
                    <a:pt x="322" y="264"/>
                    <a:pt x="323" y="266"/>
                    <a:pt x="324" y="269"/>
                  </a:cubicBezTo>
                  <a:cubicBezTo>
                    <a:pt x="326" y="268"/>
                    <a:pt x="328" y="269"/>
                    <a:pt x="329" y="271"/>
                  </a:cubicBezTo>
                  <a:cubicBezTo>
                    <a:pt x="330" y="271"/>
                    <a:pt x="331" y="272"/>
                    <a:pt x="331" y="274"/>
                  </a:cubicBezTo>
                  <a:cubicBezTo>
                    <a:pt x="333" y="274"/>
                    <a:pt x="334" y="275"/>
                    <a:pt x="335" y="276"/>
                  </a:cubicBezTo>
                  <a:cubicBezTo>
                    <a:pt x="336" y="277"/>
                    <a:pt x="339" y="278"/>
                    <a:pt x="340" y="280"/>
                  </a:cubicBezTo>
                  <a:cubicBezTo>
                    <a:pt x="340" y="281"/>
                    <a:pt x="340" y="283"/>
                    <a:pt x="340" y="284"/>
                  </a:cubicBezTo>
                  <a:cubicBezTo>
                    <a:pt x="339" y="287"/>
                    <a:pt x="339" y="287"/>
                    <a:pt x="339" y="287"/>
                  </a:cubicBezTo>
                  <a:cubicBezTo>
                    <a:pt x="339" y="287"/>
                    <a:pt x="339" y="288"/>
                    <a:pt x="339" y="289"/>
                  </a:cubicBezTo>
                  <a:cubicBezTo>
                    <a:pt x="339" y="290"/>
                    <a:pt x="339" y="290"/>
                    <a:pt x="339" y="290"/>
                  </a:cubicBezTo>
                  <a:cubicBezTo>
                    <a:pt x="339" y="290"/>
                    <a:pt x="340" y="291"/>
                    <a:pt x="340" y="291"/>
                  </a:cubicBezTo>
                  <a:cubicBezTo>
                    <a:pt x="341" y="293"/>
                    <a:pt x="342" y="295"/>
                    <a:pt x="342" y="298"/>
                  </a:cubicBezTo>
                  <a:cubicBezTo>
                    <a:pt x="343" y="298"/>
                    <a:pt x="343" y="298"/>
                    <a:pt x="343" y="298"/>
                  </a:cubicBezTo>
                  <a:cubicBezTo>
                    <a:pt x="343" y="299"/>
                    <a:pt x="345" y="301"/>
                    <a:pt x="344" y="308"/>
                  </a:cubicBezTo>
                  <a:cubicBezTo>
                    <a:pt x="344" y="308"/>
                    <a:pt x="344" y="309"/>
                    <a:pt x="344" y="309"/>
                  </a:cubicBezTo>
                  <a:cubicBezTo>
                    <a:pt x="343" y="310"/>
                    <a:pt x="343" y="310"/>
                    <a:pt x="343" y="311"/>
                  </a:cubicBezTo>
                  <a:cubicBezTo>
                    <a:pt x="344" y="311"/>
                    <a:pt x="344" y="312"/>
                    <a:pt x="345" y="313"/>
                  </a:cubicBezTo>
                  <a:cubicBezTo>
                    <a:pt x="346" y="315"/>
                    <a:pt x="348" y="318"/>
                    <a:pt x="348" y="321"/>
                  </a:cubicBezTo>
                  <a:cubicBezTo>
                    <a:pt x="348" y="323"/>
                    <a:pt x="348" y="324"/>
                    <a:pt x="347" y="326"/>
                  </a:cubicBezTo>
                  <a:cubicBezTo>
                    <a:pt x="347" y="327"/>
                    <a:pt x="347" y="328"/>
                    <a:pt x="347" y="329"/>
                  </a:cubicBezTo>
                  <a:cubicBezTo>
                    <a:pt x="347" y="331"/>
                    <a:pt x="346" y="333"/>
                    <a:pt x="345" y="336"/>
                  </a:cubicBezTo>
                  <a:cubicBezTo>
                    <a:pt x="345" y="336"/>
                    <a:pt x="345" y="337"/>
                    <a:pt x="345" y="337"/>
                  </a:cubicBezTo>
                  <a:cubicBezTo>
                    <a:pt x="347" y="337"/>
                    <a:pt x="348" y="338"/>
                    <a:pt x="349" y="339"/>
                  </a:cubicBezTo>
                  <a:cubicBezTo>
                    <a:pt x="349" y="339"/>
                    <a:pt x="349" y="339"/>
                    <a:pt x="349" y="339"/>
                  </a:cubicBezTo>
                  <a:cubicBezTo>
                    <a:pt x="351" y="339"/>
                    <a:pt x="352" y="340"/>
                    <a:pt x="353" y="340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2" name="Freeform 143">
              <a:extLst>
                <a:ext uri="{FF2B5EF4-FFF2-40B4-BE49-F238E27FC236}">
                  <a16:creationId xmlns:a16="http://schemas.microsoft.com/office/drawing/2014/main" id="{1145CE9C-E23F-4B29-9AAB-0D6F490E9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350" y="2433638"/>
              <a:ext cx="501650" cy="400050"/>
            </a:xfrm>
            <a:custGeom>
              <a:avLst/>
              <a:gdLst>
                <a:gd name="T0" fmla="*/ 334 w 444"/>
                <a:gd name="T1" fmla="*/ 303 h 353"/>
                <a:gd name="T2" fmla="*/ 330 w 444"/>
                <a:gd name="T3" fmla="*/ 342 h 353"/>
                <a:gd name="T4" fmla="*/ 346 w 444"/>
                <a:gd name="T5" fmla="*/ 340 h 353"/>
                <a:gd name="T6" fmla="*/ 369 w 444"/>
                <a:gd name="T7" fmla="*/ 345 h 353"/>
                <a:gd name="T8" fmla="*/ 387 w 444"/>
                <a:gd name="T9" fmla="*/ 325 h 353"/>
                <a:gd name="T10" fmla="*/ 402 w 444"/>
                <a:gd name="T11" fmla="*/ 326 h 353"/>
                <a:gd name="T12" fmla="*/ 416 w 444"/>
                <a:gd name="T13" fmla="*/ 304 h 353"/>
                <a:gd name="T14" fmla="*/ 418 w 444"/>
                <a:gd name="T15" fmla="*/ 289 h 353"/>
                <a:gd name="T16" fmla="*/ 413 w 444"/>
                <a:gd name="T17" fmla="*/ 269 h 353"/>
                <a:gd name="T18" fmla="*/ 439 w 444"/>
                <a:gd name="T19" fmla="*/ 277 h 353"/>
                <a:gd name="T20" fmla="*/ 431 w 444"/>
                <a:gd name="T21" fmla="*/ 252 h 353"/>
                <a:gd name="T22" fmla="*/ 431 w 444"/>
                <a:gd name="T23" fmla="*/ 225 h 353"/>
                <a:gd name="T24" fmla="*/ 419 w 444"/>
                <a:gd name="T25" fmla="*/ 211 h 353"/>
                <a:gd name="T26" fmla="*/ 414 w 444"/>
                <a:gd name="T27" fmla="*/ 172 h 353"/>
                <a:gd name="T28" fmla="*/ 417 w 444"/>
                <a:gd name="T29" fmla="*/ 150 h 353"/>
                <a:gd name="T30" fmla="*/ 404 w 444"/>
                <a:gd name="T31" fmla="*/ 121 h 353"/>
                <a:gd name="T32" fmla="*/ 387 w 444"/>
                <a:gd name="T33" fmla="*/ 110 h 353"/>
                <a:gd name="T34" fmla="*/ 396 w 444"/>
                <a:gd name="T35" fmla="*/ 90 h 353"/>
                <a:gd name="T36" fmla="*/ 382 w 444"/>
                <a:gd name="T37" fmla="*/ 67 h 353"/>
                <a:gd name="T38" fmla="*/ 370 w 444"/>
                <a:gd name="T39" fmla="*/ 34 h 353"/>
                <a:gd name="T40" fmla="*/ 342 w 444"/>
                <a:gd name="T41" fmla="*/ 14 h 353"/>
                <a:gd name="T42" fmla="*/ 328 w 444"/>
                <a:gd name="T43" fmla="*/ 33 h 353"/>
                <a:gd name="T44" fmla="*/ 299 w 444"/>
                <a:gd name="T45" fmla="*/ 34 h 353"/>
                <a:gd name="T46" fmla="*/ 281 w 444"/>
                <a:gd name="T47" fmla="*/ 33 h 353"/>
                <a:gd name="T48" fmla="*/ 268 w 444"/>
                <a:gd name="T49" fmla="*/ 46 h 353"/>
                <a:gd name="T50" fmla="*/ 251 w 444"/>
                <a:gd name="T51" fmla="*/ 34 h 353"/>
                <a:gd name="T52" fmla="*/ 220 w 444"/>
                <a:gd name="T53" fmla="*/ 37 h 353"/>
                <a:gd name="T54" fmla="*/ 220 w 444"/>
                <a:gd name="T55" fmla="*/ 20 h 353"/>
                <a:gd name="T56" fmla="*/ 179 w 444"/>
                <a:gd name="T57" fmla="*/ 18 h 353"/>
                <a:gd name="T58" fmla="*/ 148 w 444"/>
                <a:gd name="T59" fmla="*/ 19 h 353"/>
                <a:gd name="T60" fmla="*/ 133 w 444"/>
                <a:gd name="T61" fmla="*/ 11 h 353"/>
                <a:gd name="T62" fmla="*/ 121 w 444"/>
                <a:gd name="T63" fmla="*/ 5 h 353"/>
                <a:gd name="T64" fmla="*/ 82 w 444"/>
                <a:gd name="T65" fmla="*/ 23 h 353"/>
                <a:gd name="T66" fmla="*/ 70 w 444"/>
                <a:gd name="T67" fmla="*/ 37 h 353"/>
                <a:gd name="T68" fmla="*/ 79 w 444"/>
                <a:gd name="T69" fmla="*/ 62 h 353"/>
                <a:gd name="T70" fmla="*/ 65 w 444"/>
                <a:gd name="T71" fmla="*/ 65 h 353"/>
                <a:gd name="T72" fmla="*/ 26 w 444"/>
                <a:gd name="T73" fmla="*/ 75 h 353"/>
                <a:gd name="T74" fmla="*/ 32 w 444"/>
                <a:gd name="T75" fmla="*/ 153 h 353"/>
                <a:gd name="T76" fmla="*/ 57 w 444"/>
                <a:gd name="T77" fmla="*/ 172 h 353"/>
                <a:gd name="T78" fmla="*/ 95 w 444"/>
                <a:gd name="T79" fmla="*/ 209 h 353"/>
                <a:gd name="T80" fmla="*/ 100 w 444"/>
                <a:gd name="T81" fmla="*/ 221 h 353"/>
                <a:gd name="T82" fmla="*/ 120 w 444"/>
                <a:gd name="T83" fmla="*/ 227 h 353"/>
                <a:gd name="T84" fmla="*/ 134 w 444"/>
                <a:gd name="T85" fmla="*/ 214 h 353"/>
                <a:gd name="T86" fmla="*/ 145 w 444"/>
                <a:gd name="T87" fmla="*/ 196 h 353"/>
                <a:gd name="T88" fmla="*/ 165 w 444"/>
                <a:gd name="T89" fmla="*/ 177 h 353"/>
                <a:gd name="T90" fmla="*/ 217 w 444"/>
                <a:gd name="T91" fmla="*/ 173 h 353"/>
                <a:gd name="T92" fmla="*/ 245 w 444"/>
                <a:gd name="T93" fmla="*/ 196 h 353"/>
                <a:gd name="T94" fmla="*/ 257 w 444"/>
                <a:gd name="T95" fmla="*/ 214 h 353"/>
                <a:gd name="T96" fmla="*/ 264 w 444"/>
                <a:gd name="T97" fmla="*/ 242 h 353"/>
                <a:gd name="T98" fmla="*/ 260 w 444"/>
                <a:gd name="T99" fmla="*/ 276 h 353"/>
                <a:gd name="T100" fmla="*/ 295 w 444"/>
                <a:gd name="T101" fmla="*/ 268 h 353"/>
                <a:gd name="T102" fmla="*/ 323 w 444"/>
                <a:gd name="T103" fmla="*/ 27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44" h="353">
                  <a:moveTo>
                    <a:pt x="329" y="282"/>
                  </a:moveTo>
                  <a:cubicBezTo>
                    <a:pt x="329" y="283"/>
                    <a:pt x="329" y="285"/>
                    <a:pt x="329" y="286"/>
                  </a:cubicBezTo>
                  <a:cubicBezTo>
                    <a:pt x="329" y="290"/>
                    <a:pt x="330" y="288"/>
                    <a:pt x="331" y="290"/>
                  </a:cubicBezTo>
                  <a:cubicBezTo>
                    <a:pt x="333" y="292"/>
                    <a:pt x="333" y="296"/>
                    <a:pt x="332" y="298"/>
                  </a:cubicBezTo>
                  <a:cubicBezTo>
                    <a:pt x="335" y="295"/>
                    <a:pt x="335" y="301"/>
                    <a:pt x="334" y="303"/>
                  </a:cubicBezTo>
                  <a:cubicBezTo>
                    <a:pt x="334" y="305"/>
                    <a:pt x="333" y="306"/>
                    <a:pt x="334" y="308"/>
                  </a:cubicBezTo>
                  <a:cubicBezTo>
                    <a:pt x="335" y="311"/>
                    <a:pt x="338" y="314"/>
                    <a:pt x="338" y="317"/>
                  </a:cubicBezTo>
                  <a:cubicBezTo>
                    <a:pt x="338" y="319"/>
                    <a:pt x="337" y="323"/>
                    <a:pt x="337" y="324"/>
                  </a:cubicBezTo>
                  <a:cubicBezTo>
                    <a:pt x="337" y="326"/>
                    <a:pt x="337" y="328"/>
                    <a:pt x="336" y="330"/>
                  </a:cubicBezTo>
                  <a:cubicBezTo>
                    <a:pt x="334" y="334"/>
                    <a:pt x="331" y="337"/>
                    <a:pt x="330" y="342"/>
                  </a:cubicBezTo>
                  <a:cubicBezTo>
                    <a:pt x="331" y="341"/>
                    <a:pt x="332" y="339"/>
                    <a:pt x="333" y="339"/>
                  </a:cubicBezTo>
                  <a:cubicBezTo>
                    <a:pt x="335" y="338"/>
                    <a:pt x="334" y="340"/>
                    <a:pt x="336" y="340"/>
                  </a:cubicBezTo>
                  <a:cubicBezTo>
                    <a:pt x="337" y="340"/>
                    <a:pt x="337" y="338"/>
                    <a:pt x="338" y="338"/>
                  </a:cubicBezTo>
                  <a:cubicBezTo>
                    <a:pt x="341" y="337"/>
                    <a:pt x="340" y="339"/>
                    <a:pt x="342" y="339"/>
                  </a:cubicBezTo>
                  <a:cubicBezTo>
                    <a:pt x="342" y="340"/>
                    <a:pt x="346" y="340"/>
                    <a:pt x="346" y="340"/>
                  </a:cubicBezTo>
                  <a:cubicBezTo>
                    <a:pt x="348" y="341"/>
                    <a:pt x="347" y="342"/>
                    <a:pt x="347" y="344"/>
                  </a:cubicBezTo>
                  <a:cubicBezTo>
                    <a:pt x="349" y="347"/>
                    <a:pt x="355" y="349"/>
                    <a:pt x="353" y="353"/>
                  </a:cubicBezTo>
                  <a:cubicBezTo>
                    <a:pt x="355" y="351"/>
                    <a:pt x="360" y="348"/>
                    <a:pt x="362" y="348"/>
                  </a:cubicBezTo>
                  <a:cubicBezTo>
                    <a:pt x="365" y="347"/>
                    <a:pt x="364" y="348"/>
                    <a:pt x="366" y="348"/>
                  </a:cubicBezTo>
                  <a:cubicBezTo>
                    <a:pt x="368" y="348"/>
                    <a:pt x="369" y="347"/>
                    <a:pt x="369" y="345"/>
                  </a:cubicBezTo>
                  <a:cubicBezTo>
                    <a:pt x="370" y="343"/>
                    <a:pt x="368" y="341"/>
                    <a:pt x="372" y="339"/>
                  </a:cubicBezTo>
                  <a:cubicBezTo>
                    <a:pt x="373" y="338"/>
                    <a:pt x="374" y="336"/>
                    <a:pt x="374" y="335"/>
                  </a:cubicBezTo>
                  <a:cubicBezTo>
                    <a:pt x="378" y="331"/>
                    <a:pt x="376" y="329"/>
                    <a:pt x="377" y="325"/>
                  </a:cubicBezTo>
                  <a:cubicBezTo>
                    <a:pt x="379" y="320"/>
                    <a:pt x="381" y="320"/>
                    <a:pt x="386" y="321"/>
                  </a:cubicBezTo>
                  <a:cubicBezTo>
                    <a:pt x="388" y="321"/>
                    <a:pt x="386" y="324"/>
                    <a:pt x="387" y="325"/>
                  </a:cubicBezTo>
                  <a:cubicBezTo>
                    <a:pt x="388" y="326"/>
                    <a:pt x="389" y="327"/>
                    <a:pt x="390" y="327"/>
                  </a:cubicBezTo>
                  <a:cubicBezTo>
                    <a:pt x="393" y="330"/>
                    <a:pt x="391" y="328"/>
                    <a:pt x="394" y="327"/>
                  </a:cubicBezTo>
                  <a:cubicBezTo>
                    <a:pt x="395" y="327"/>
                    <a:pt x="395" y="326"/>
                    <a:pt x="397" y="326"/>
                  </a:cubicBezTo>
                  <a:cubicBezTo>
                    <a:pt x="397" y="326"/>
                    <a:pt x="397" y="327"/>
                    <a:pt x="398" y="327"/>
                  </a:cubicBezTo>
                  <a:cubicBezTo>
                    <a:pt x="399" y="327"/>
                    <a:pt x="401" y="326"/>
                    <a:pt x="402" y="326"/>
                  </a:cubicBezTo>
                  <a:cubicBezTo>
                    <a:pt x="404" y="327"/>
                    <a:pt x="406" y="331"/>
                    <a:pt x="408" y="329"/>
                  </a:cubicBezTo>
                  <a:cubicBezTo>
                    <a:pt x="410" y="328"/>
                    <a:pt x="408" y="326"/>
                    <a:pt x="409" y="325"/>
                  </a:cubicBezTo>
                  <a:cubicBezTo>
                    <a:pt x="410" y="324"/>
                    <a:pt x="411" y="322"/>
                    <a:pt x="412" y="321"/>
                  </a:cubicBezTo>
                  <a:cubicBezTo>
                    <a:pt x="413" y="320"/>
                    <a:pt x="416" y="314"/>
                    <a:pt x="415" y="313"/>
                  </a:cubicBezTo>
                  <a:cubicBezTo>
                    <a:pt x="413" y="309"/>
                    <a:pt x="414" y="308"/>
                    <a:pt x="416" y="304"/>
                  </a:cubicBezTo>
                  <a:cubicBezTo>
                    <a:pt x="416" y="303"/>
                    <a:pt x="418" y="299"/>
                    <a:pt x="418" y="299"/>
                  </a:cubicBezTo>
                  <a:cubicBezTo>
                    <a:pt x="421" y="298"/>
                    <a:pt x="421" y="299"/>
                    <a:pt x="424" y="300"/>
                  </a:cubicBezTo>
                  <a:cubicBezTo>
                    <a:pt x="423" y="298"/>
                    <a:pt x="421" y="296"/>
                    <a:pt x="421" y="295"/>
                  </a:cubicBezTo>
                  <a:cubicBezTo>
                    <a:pt x="420" y="293"/>
                    <a:pt x="421" y="291"/>
                    <a:pt x="421" y="289"/>
                  </a:cubicBezTo>
                  <a:cubicBezTo>
                    <a:pt x="422" y="288"/>
                    <a:pt x="419" y="289"/>
                    <a:pt x="418" y="289"/>
                  </a:cubicBezTo>
                  <a:cubicBezTo>
                    <a:pt x="416" y="290"/>
                    <a:pt x="416" y="290"/>
                    <a:pt x="413" y="289"/>
                  </a:cubicBezTo>
                  <a:cubicBezTo>
                    <a:pt x="411" y="288"/>
                    <a:pt x="410" y="288"/>
                    <a:pt x="409" y="286"/>
                  </a:cubicBezTo>
                  <a:cubicBezTo>
                    <a:pt x="406" y="285"/>
                    <a:pt x="406" y="285"/>
                    <a:pt x="407" y="282"/>
                  </a:cubicBezTo>
                  <a:cubicBezTo>
                    <a:pt x="407" y="278"/>
                    <a:pt x="406" y="271"/>
                    <a:pt x="409" y="269"/>
                  </a:cubicBezTo>
                  <a:cubicBezTo>
                    <a:pt x="411" y="268"/>
                    <a:pt x="411" y="269"/>
                    <a:pt x="413" y="269"/>
                  </a:cubicBezTo>
                  <a:cubicBezTo>
                    <a:pt x="414" y="269"/>
                    <a:pt x="415" y="269"/>
                    <a:pt x="417" y="268"/>
                  </a:cubicBezTo>
                  <a:cubicBezTo>
                    <a:pt x="418" y="268"/>
                    <a:pt x="422" y="268"/>
                    <a:pt x="423" y="269"/>
                  </a:cubicBezTo>
                  <a:cubicBezTo>
                    <a:pt x="426" y="270"/>
                    <a:pt x="426" y="273"/>
                    <a:pt x="428" y="273"/>
                  </a:cubicBezTo>
                  <a:cubicBezTo>
                    <a:pt x="433" y="274"/>
                    <a:pt x="430" y="268"/>
                    <a:pt x="434" y="271"/>
                  </a:cubicBezTo>
                  <a:cubicBezTo>
                    <a:pt x="436" y="274"/>
                    <a:pt x="434" y="276"/>
                    <a:pt x="439" y="277"/>
                  </a:cubicBezTo>
                  <a:cubicBezTo>
                    <a:pt x="444" y="277"/>
                    <a:pt x="440" y="275"/>
                    <a:pt x="441" y="272"/>
                  </a:cubicBezTo>
                  <a:cubicBezTo>
                    <a:pt x="441" y="269"/>
                    <a:pt x="441" y="266"/>
                    <a:pt x="440" y="263"/>
                  </a:cubicBezTo>
                  <a:cubicBezTo>
                    <a:pt x="440" y="261"/>
                    <a:pt x="440" y="261"/>
                    <a:pt x="439" y="259"/>
                  </a:cubicBezTo>
                  <a:cubicBezTo>
                    <a:pt x="438" y="258"/>
                    <a:pt x="437" y="258"/>
                    <a:pt x="437" y="256"/>
                  </a:cubicBezTo>
                  <a:cubicBezTo>
                    <a:pt x="436" y="253"/>
                    <a:pt x="433" y="253"/>
                    <a:pt x="431" y="252"/>
                  </a:cubicBezTo>
                  <a:cubicBezTo>
                    <a:pt x="429" y="252"/>
                    <a:pt x="425" y="252"/>
                    <a:pt x="424" y="250"/>
                  </a:cubicBezTo>
                  <a:cubicBezTo>
                    <a:pt x="423" y="248"/>
                    <a:pt x="425" y="243"/>
                    <a:pt x="425" y="241"/>
                  </a:cubicBezTo>
                  <a:cubicBezTo>
                    <a:pt x="425" y="239"/>
                    <a:pt x="426" y="236"/>
                    <a:pt x="428" y="235"/>
                  </a:cubicBezTo>
                  <a:cubicBezTo>
                    <a:pt x="430" y="234"/>
                    <a:pt x="438" y="231"/>
                    <a:pt x="437" y="231"/>
                  </a:cubicBezTo>
                  <a:cubicBezTo>
                    <a:pt x="437" y="231"/>
                    <a:pt x="431" y="226"/>
                    <a:pt x="431" y="225"/>
                  </a:cubicBezTo>
                  <a:cubicBezTo>
                    <a:pt x="430" y="225"/>
                    <a:pt x="428" y="226"/>
                    <a:pt x="427" y="224"/>
                  </a:cubicBezTo>
                  <a:cubicBezTo>
                    <a:pt x="426" y="223"/>
                    <a:pt x="427" y="222"/>
                    <a:pt x="427" y="220"/>
                  </a:cubicBezTo>
                  <a:cubicBezTo>
                    <a:pt x="428" y="218"/>
                    <a:pt x="429" y="215"/>
                    <a:pt x="430" y="213"/>
                  </a:cubicBezTo>
                  <a:cubicBezTo>
                    <a:pt x="431" y="209"/>
                    <a:pt x="430" y="209"/>
                    <a:pt x="426" y="210"/>
                  </a:cubicBezTo>
                  <a:cubicBezTo>
                    <a:pt x="424" y="211"/>
                    <a:pt x="421" y="213"/>
                    <a:pt x="419" y="211"/>
                  </a:cubicBezTo>
                  <a:cubicBezTo>
                    <a:pt x="412" y="204"/>
                    <a:pt x="414" y="198"/>
                    <a:pt x="414" y="189"/>
                  </a:cubicBezTo>
                  <a:cubicBezTo>
                    <a:pt x="415" y="187"/>
                    <a:pt x="416" y="185"/>
                    <a:pt x="416" y="183"/>
                  </a:cubicBezTo>
                  <a:cubicBezTo>
                    <a:pt x="416" y="181"/>
                    <a:pt x="415" y="182"/>
                    <a:pt x="414" y="180"/>
                  </a:cubicBezTo>
                  <a:cubicBezTo>
                    <a:pt x="414" y="180"/>
                    <a:pt x="413" y="176"/>
                    <a:pt x="413" y="176"/>
                  </a:cubicBezTo>
                  <a:cubicBezTo>
                    <a:pt x="414" y="172"/>
                    <a:pt x="414" y="172"/>
                    <a:pt x="414" y="172"/>
                  </a:cubicBezTo>
                  <a:cubicBezTo>
                    <a:pt x="414" y="172"/>
                    <a:pt x="415" y="170"/>
                    <a:pt x="415" y="170"/>
                  </a:cubicBezTo>
                  <a:cubicBezTo>
                    <a:pt x="417" y="169"/>
                    <a:pt x="418" y="169"/>
                    <a:pt x="419" y="168"/>
                  </a:cubicBezTo>
                  <a:cubicBezTo>
                    <a:pt x="422" y="166"/>
                    <a:pt x="425" y="161"/>
                    <a:pt x="426" y="158"/>
                  </a:cubicBezTo>
                  <a:cubicBezTo>
                    <a:pt x="426" y="155"/>
                    <a:pt x="425" y="151"/>
                    <a:pt x="421" y="150"/>
                  </a:cubicBezTo>
                  <a:cubicBezTo>
                    <a:pt x="420" y="150"/>
                    <a:pt x="418" y="151"/>
                    <a:pt x="417" y="150"/>
                  </a:cubicBezTo>
                  <a:cubicBezTo>
                    <a:pt x="416" y="148"/>
                    <a:pt x="417" y="146"/>
                    <a:pt x="415" y="145"/>
                  </a:cubicBezTo>
                  <a:cubicBezTo>
                    <a:pt x="415" y="144"/>
                    <a:pt x="411" y="146"/>
                    <a:pt x="409" y="145"/>
                  </a:cubicBezTo>
                  <a:cubicBezTo>
                    <a:pt x="407" y="143"/>
                    <a:pt x="406" y="137"/>
                    <a:pt x="405" y="134"/>
                  </a:cubicBezTo>
                  <a:cubicBezTo>
                    <a:pt x="405" y="131"/>
                    <a:pt x="406" y="128"/>
                    <a:pt x="405" y="125"/>
                  </a:cubicBezTo>
                  <a:cubicBezTo>
                    <a:pt x="404" y="123"/>
                    <a:pt x="403" y="123"/>
                    <a:pt x="404" y="121"/>
                  </a:cubicBezTo>
                  <a:cubicBezTo>
                    <a:pt x="404" y="120"/>
                    <a:pt x="405" y="119"/>
                    <a:pt x="405" y="118"/>
                  </a:cubicBezTo>
                  <a:cubicBezTo>
                    <a:pt x="406" y="115"/>
                    <a:pt x="406" y="110"/>
                    <a:pt x="405" y="107"/>
                  </a:cubicBezTo>
                  <a:cubicBezTo>
                    <a:pt x="403" y="104"/>
                    <a:pt x="401" y="105"/>
                    <a:pt x="398" y="105"/>
                  </a:cubicBezTo>
                  <a:cubicBezTo>
                    <a:pt x="394" y="105"/>
                    <a:pt x="395" y="105"/>
                    <a:pt x="392" y="107"/>
                  </a:cubicBezTo>
                  <a:cubicBezTo>
                    <a:pt x="390" y="110"/>
                    <a:pt x="390" y="110"/>
                    <a:pt x="387" y="110"/>
                  </a:cubicBezTo>
                  <a:cubicBezTo>
                    <a:pt x="377" y="112"/>
                    <a:pt x="387" y="105"/>
                    <a:pt x="386" y="101"/>
                  </a:cubicBezTo>
                  <a:cubicBezTo>
                    <a:pt x="386" y="99"/>
                    <a:pt x="388" y="100"/>
                    <a:pt x="389" y="99"/>
                  </a:cubicBezTo>
                  <a:cubicBezTo>
                    <a:pt x="390" y="98"/>
                    <a:pt x="390" y="96"/>
                    <a:pt x="391" y="94"/>
                  </a:cubicBezTo>
                  <a:cubicBezTo>
                    <a:pt x="392" y="94"/>
                    <a:pt x="394" y="94"/>
                    <a:pt x="394" y="93"/>
                  </a:cubicBezTo>
                  <a:cubicBezTo>
                    <a:pt x="396" y="91"/>
                    <a:pt x="394" y="90"/>
                    <a:pt x="396" y="90"/>
                  </a:cubicBezTo>
                  <a:cubicBezTo>
                    <a:pt x="397" y="89"/>
                    <a:pt x="403" y="92"/>
                    <a:pt x="402" y="88"/>
                  </a:cubicBezTo>
                  <a:cubicBezTo>
                    <a:pt x="402" y="87"/>
                    <a:pt x="396" y="85"/>
                    <a:pt x="402" y="84"/>
                  </a:cubicBezTo>
                  <a:cubicBezTo>
                    <a:pt x="400" y="83"/>
                    <a:pt x="398" y="82"/>
                    <a:pt x="396" y="81"/>
                  </a:cubicBezTo>
                  <a:cubicBezTo>
                    <a:pt x="392" y="80"/>
                    <a:pt x="393" y="82"/>
                    <a:pt x="391" y="77"/>
                  </a:cubicBezTo>
                  <a:cubicBezTo>
                    <a:pt x="384" y="83"/>
                    <a:pt x="383" y="68"/>
                    <a:pt x="382" y="67"/>
                  </a:cubicBezTo>
                  <a:cubicBezTo>
                    <a:pt x="380" y="66"/>
                    <a:pt x="379" y="68"/>
                    <a:pt x="376" y="67"/>
                  </a:cubicBezTo>
                  <a:cubicBezTo>
                    <a:pt x="373" y="65"/>
                    <a:pt x="374" y="62"/>
                    <a:pt x="375" y="58"/>
                  </a:cubicBezTo>
                  <a:cubicBezTo>
                    <a:pt x="376" y="54"/>
                    <a:pt x="378" y="48"/>
                    <a:pt x="376" y="44"/>
                  </a:cubicBezTo>
                  <a:cubicBezTo>
                    <a:pt x="374" y="41"/>
                    <a:pt x="373" y="43"/>
                    <a:pt x="371" y="42"/>
                  </a:cubicBezTo>
                  <a:cubicBezTo>
                    <a:pt x="368" y="39"/>
                    <a:pt x="372" y="37"/>
                    <a:pt x="370" y="34"/>
                  </a:cubicBezTo>
                  <a:cubicBezTo>
                    <a:pt x="369" y="30"/>
                    <a:pt x="364" y="32"/>
                    <a:pt x="366" y="26"/>
                  </a:cubicBezTo>
                  <a:cubicBezTo>
                    <a:pt x="366" y="23"/>
                    <a:pt x="369" y="22"/>
                    <a:pt x="365" y="19"/>
                  </a:cubicBezTo>
                  <a:cubicBezTo>
                    <a:pt x="363" y="17"/>
                    <a:pt x="359" y="15"/>
                    <a:pt x="356" y="14"/>
                  </a:cubicBezTo>
                  <a:cubicBezTo>
                    <a:pt x="354" y="13"/>
                    <a:pt x="351" y="13"/>
                    <a:pt x="348" y="13"/>
                  </a:cubicBezTo>
                  <a:cubicBezTo>
                    <a:pt x="346" y="12"/>
                    <a:pt x="344" y="12"/>
                    <a:pt x="342" y="14"/>
                  </a:cubicBezTo>
                  <a:cubicBezTo>
                    <a:pt x="340" y="16"/>
                    <a:pt x="342" y="16"/>
                    <a:pt x="345" y="19"/>
                  </a:cubicBezTo>
                  <a:cubicBezTo>
                    <a:pt x="346" y="21"/>
                    <a:pt x="347" y="23"/>
                    <a:pt x="345" y="25"/>
                  </a:cubicBezTo>
                  <a:cubicBezTo>
                    <a:pt x="343" y="29"/>
                    <a:pt x="339" y="26"/>
                    <a:pt x="335" y="28"/>
                  </a:cubicBezTo>
                  <a:cubicBezTo>
                    <a:pt x="335" y="29"/>
                    <a:pt x="334" y="30"/>
                    <a:pt x="333" y="31"/>
                  </a:cubicBezTo>
                  <a:cubicBezTo>
                    <a:pt x="331" y="32"/>
                    <a:pt x="330" y="32"/>
                    <a:pt x="328" y="33"/>
                  </a:cubicBezTo>
                  <a:cubicBezTo>
                    <a:pt x="324" y="34"/>
                    <a:pt x="325" y="35"/>
                    <a:pt x="324" y="38"/>
                  </a:cubicBezTo>
                  <a:cubicBezTo>
                    <a:pt x="323" y="41"/>
                    <a:pt x="320" y="44"/>
                    <a:pt x="317" y="42"/>
                  </a:cubicBezTo>
                  <a:cubicBezTo>
                    <a:pt x="315" y="40"/>
                    <a:pt x="314" y="41"/>
                    <a:pt x="312" y="40"/>
                  </a:cubicBezTo>
                  <a:cubicBezTo>
                    <a:pt x="311" y="40"/>
                    <a:pt x="311" y="39"/>
                    <a:pt x="309" y="38"/>
                  </a:cubicBezTo>
                  <a:cubicBezTo>
                    <a:pt x="307" y="37"/>
                    <a:pt x="300" y="35"/>
                    <a:pt x="299" y="34"/>
                  </a:cubicBezTo>
                  <a:cubicBezTo>
                    <a:pt x="298" y="32"/>
                    <a:pt x="293" y="32"/>
                    <a:pt x="291" y="31"/>
                  </a:cubicBezTo>
                  <a:cubicBezTo>
                    <a:pt x="289" y="30"/>
                    <a:pt x="289" y="30"/>
                    <a:pt x="287" y="31"/>
                  </a:cubicBezTo>
                  <a:cubicBezTo>
                    <a:pt x="285" y="32"/>
                    <a:pt x="285" y="29"/>
                    <a:pt x="284" y="30"/>
                  </a:cubicBezTo>
                  <a:cubicBezTo>
                    <a:pt x="283" y="30"/>
                    <a:pt x="284" y="32"/>
                    <a:pt x="283" y="32"/>
                  </a:cubicBezTo>
                  <a:cubicBezTo>
                    <a:pt x="283" y="32"/>
                    <a:pt x="281" y="33"/>
                    <a:pt x="281" y="33"/>
                  </a:cubicBezTo>
                  <a:cubicBezTo>
                    <a:pt x="280" y="34"/>
                    <a:pt x="279" y="35"/>
                    <a:pt x="277" y="35"/>
                  </a:cubicBezTo>
                  <a:cubicBezTo>
                    <a:pt x="276" y="36"/>
                    <a:pt x="274" y="36"/>
                    <a:pt x="273" y="38"/>
                  </a:cubicBezTo>
                  <a:cubicBezTo>
                    <a:pt x="272" y="38"/>
                    <a:pt x="273" y="40"/>
                    <a:pt x="272" y="41"/>
                  </a:cubicBezTo>
                  <a:cubicBezTo>
                    <a:pt x="272" y="42"/>
                    <a:pt x="270" y="43"/>
                    <a:pt x="269" y="43"/>
                  </a:cubicBezTo>
                  <a:cubicBezTo>
                    <a:pt x="269" y="43"/>
                    <a:pt x="268" y="45"/>
                    <a:pt x="268" y="46"/>
                  </a:cubicBezTo>
                  <a:cubicBezTo>
                    <a:pt x="267" y="47"/>
                    <a:pt x="264" y="51"/>
                    <a:pt x="263" y="51"/>
                  </a:cubicBezTo>
                  <a:cubicBezTo>
                    <a:pt x="259" y="50"/>
                    <a:pt x="259" y="47"/>
                    <a:pt x="257" y="44"/>
                  </a:cubicBezTo>
                  <a:cubicBezTo>
                    <a:pt x="257" y="43"/>
                    <a:pt x="256" y="43"/>
                    <a:pt x="256" y="42"/>
                  </a:cubicBezTo>
                  <a:cubicBezTo>
                    <a:pt x="255" y="41"/>
                    <a:pt x="257" y="39"/>
                    <a:pt x="256" y="38"/>
                  </a:cubicBezTo>
                  <a:cubicBezTo>
                    <a:pt x="255" y="36"/>
                    <a:pt x="252" y="35"/>
                    <a:pt x="251" y="34"/>
                  </a:cubicBezTo>
                  <a:cubicBezTo>
                    <a:pt x="250" y="33"/>
                    <a:pt x="250" y="31"/>
                    <a:pt x="249" y="30"/>
                  </a:cubicBezTo>
                  <a:cubicBezTo>
                    <a:pt x="247" y="29"/>
                    <a:pt x="241" y="30"/>
                    <a:pt x="241" y="32"/>
                  </a:cubicBezTo>
                  <a:cubicBezTo>
                    <a:pt x="239" y="35"/>
                    <a:pt x="237" y="37"/>
                    <a:pt x="234" y="40"/>
                  </a:cubicBezTo>
                  <a:cubicBezTo>
                    <a:pt x="233" y="42"/>
                    <a:pt x="231" y="45"/>
                    <a:pt x="228" y="44"/>
                  </a:cubicBezTo>
                  <a:cubicBezTo>
                    <a:pt x="223" y="44"/>
                    <a:pt x="222" y="39"/>
                    <a:pt x="220" y="37"/>
                  </a:cubicBezTo>
                  <a:cubicBezTo>
                    <a:pt x="217" y="35"/>
                    <a:pt x="214" y="36"/>
                    <a:pt x="214" y="31"/>
                  </a:cubicBezTo>
                  <a:cubicBezTo>
                    <a:pt x="213" y="30"/>
                    <a:pt x="216" y="29"/>
                    <a:pt x="217" y="27"/>
                  </a:cubicBezTo>
                  <a:cubicBezTo>
                    <a:pt x="218" y="25"/>
                    <a:pt x="217" y="24"/>
                    <a:pt x="217" y="22"/>
                  </a:cubicBezTo>
                  <a:cubicBezTo>
                    <a:pt x="217" y="21"/>
                    <a:pt x="217" y="21"/>
                    <a:pt x="218" y="20"/>
                  </a:cubicBezTo>
                  <a:cubicBezTo>
                    <a:pt x="218" y="19"/>
                    <a:pt x="220" y="20"/>
                    <a:pt x="220" y="20"/>
                  </a:cubicBezTo>
                  <a:cubicBezTo>
                    <a:pt x="222" y="17"/>
                    <a:pt x="220" y="18"/>
                    <a:pt x="216" y="17"/>
                  </a:cubicBezTo>
                  <a:cubicBezTo>
                    <a:pt x="209" y="15"/>
                    <a:pt x="203" y="19"/>
                    <a:pt x="197" y="19"/>
                  </a:cubicBezTo>
                  <a:cubicBezTo>
                    <a:pt x="194" y="19"/>
                    <a:pt x="190" y="17"/>
                    <a:pt x="188" y="17"/>
                  </a:cubicBezTo>
                  <a:cubicBezTo>
                    <a:pt x="187" y="17"/>
                    <a:pt x="185" y="19"/>
                    <a:pt x="184" y="19"/>
                  </a:cubicBezTo>
                  <a:cubicBezTo>
                    <a:pt x="183" y="19"/>
                    <a:pt x="181" y="18"/>
                    <a:pt x="179" y="18"/>
                  </a:cubicBezTo>
                  <a:cubicBezTo>
                    <a:pt x="176" y="18"/>
                    <a:pt x="175" y="21"/>
                    <a:pt x="171" y="22"/>
                  </a:cubicBezTo>
                  <a:cubicBezTo>
                    <a:pt x="169" y="22"/>
                    <a:pt x="164" y="25"/>
                    <a:pt x="162" y="24"/>
                  </a:cubicBezTo>
                  <a:cubicBezTo>
                    <a:pt x="160" y="24"/>
                    <a:pt x="159" y="20"/>
                    <a:pt x="157" y="19"/>
                  </a:cubicBezTo>
                  <a:cubicBezTo>
                    <a:pt x="153" y="18"/>
                    <a:pt x="151" y="20"/>
                    <a:pt x="148" y="21"/>
                  </a:cubicBezTo>
                  <a:cubicBezTo>
                    <a:pt x="148" y="21"/>
                    <a:pt x="148" y="19"/>
                    <a:pt x="148" y="19"/>
                  </a:cubicBezTo>
                  <a:cubicBezTo>
                    <a:pt x="146" y="18"/>
                    <a:pt x="146" y="17"/>
                    <a:pt x="143" y="16"/>
                  </a:cubicBezTo>
                  <a:cubicBezTo>
                    <a:pt x="142" y="16"/>
                    <a:pt x="140" y="16"/>
                    <a:pt x="138" y="16"/>
                  </a:cubicBezTo>
                  <a:cubicBezTo>
                    <a:pt x="138" y="16"/>
                    <a:pt x="135" y="14"/>
                    <a:pt x="135" y="14"/>
                  </a:cubicBezTo>
                  <a:cubicBezTo>
                    <a:pt x="135" y="14"/>
                    <a:pt x="133" y="13"/>
                    <a:pt x="133" y="12"/>
                  </a:cubicBezTo>
                  <a:cubicBezTo>
                    <a:pt x="133" y="12"/>
                    <a:pt x="133" y="12"/>
                    <a:pt x="133" y="11"/>
                  </a:cubicBezTo>
                  <a:cubicBezTo>
                    <a:pt x="132" y="11"/>
                    <a:pt x="129" y="9"/>
                    <a:pt x="128" y="9"/>
                  </a:cubicBezTo>
                  <a:cubicBezTo>
                    <a:pt x="126" y="9"/>
                    <a:pt x="127" y="11"/>
                    <a:pt x="126" y="12"/>
                  </a:cubicBezTo>
                  <a:cubicBezTo>
                    <a:pt x="125" y="13"/>
                    <a:pt x="126" y="14"/>
                    <a:pt x="123" y="14"/>
                  </a:cubicBezTo>
                  <a:cubicBezTo>
                    <a:pt x="121" y="13"/>
                    <a:pt x="120" y="14"/>
                    <a:pt x="119" y="12"/>
                  </a:cubicBezTo>
                  <a:cubicBezTo>
                    <a:pt x="118" y="10"/>
                    <a:pt x="121" y="8"/>
                    <a:pt x="121" y="5"/>
                  </a:cubicBezTo>
                  <a:cubicBezTo>
                    <a:pt x="119" y="2"/>
                    <a:pt x="115" y="3"/>
                    <a:pt x="112" y="3"/>
                  </a:cubicBezTo>
                  <a:cubicBezTo>
                    <a:pt x="102" y="2"/>
                    <a:pt x="92" y="0"/>
                    <a:pt x="80" y="1"/>
                  </a:cubicBezTo>
                  <a:cubicBezTo>
                    <a:pt x="76" y="1"/>
                    <a:pt x="81" y="10"/>
                    <a:pt x="81" y="10"/>
                  </a:cubicBezTo>
                  <a:cubicBezTo>
                    <a:pt x="82" y="11"/>
                    <a:pt x="84" y="12"/>
                    <a:pt x="84" y="15"/>
                  </a:cubicBezTo>
                  <a:cubicBezTo>
                    <a:pt x="83" y="17"/>
                    <a:pt x="83" y="21"/>
                    <a:pt x="82" y="23"/>
                  </a:cubicBezTo>
                  <a:cubicBezTo>
                    <a:pt x="81" y="28"/>
                    <a:pt x="78" y="27"/>
                    <a:pt x="74" y="28"/>
                  </a:cubicBezTo>
                  <a:cubicBezTo>
                    <a:pt x="75" y="25"/>
                    <a:pt x="74" y="26"/>
                    <a:pt x="73" y="27"/>
                  </a:cubicBezTo>
                  <a:cubicBezTo>
                    <a:pt x="71" y="27"/>
                    <a:pt x="64" y="29"/>
                    <a:pt x="64" y="32"/>
                  </a:cubicBezTo>
                  <a:cubicBezTo>
                    <a:pt x="64" y="35"/>
                    <a:pt x="66" y="33"/>
                    <a:pt x="67" y="35"/>
                  </a:cubicBezTo>
                  <a:cubicBezTo>
                    <a:pt x="68" y="35"/>
                    <a:pt x="69" y="36"/>
                    <a:pt x="70" y="37"/>
                  </a:cubicBezTo>
                  <a:cubicBezTo>
                    <a:pt x="71" y="38"/>
                    <a:pt x="72" y="38"/>
                    <a:pt x="73" y="39"/>
                  </a:cubicBezTo>
                  <a:cubicBezTo>
                    <a:pt x="74" y="40"/>
                    <a:pt x="74" y="41"/>
                    <a:pt x="76" y="42"/>
                  </a:cubicBezTo>
                  <a:cubicBezTo>
                    <a:pt x="77" y="43"/>
                    <a:pt x="79" y="42"/>
                    <a:pt x="80" y="44"/>
                  </a:cubicBezTo>
                  <a:cubicBezTo>
                    <a:pt x="80" y="45"/>
                    <a:pt x="79" y="47"/>
                    <a:pt x="79" y="48"/>
                  </a:cubicBezTo>
                  <a:cubicBezTo>
                    <a:pt x="79" y="52"/>
                    <a:pt x="81" y="58"/>
                    <a:pt x="79" y="62"/>
                  </a:cubicBezTo>
                  <a:cubicBezTo>
                    <a:pt x="78" y="62"/>
                    <a:pt x="76" y="64"/>
                    <a:pt x="75" y="64"/>
                  </a:cubicBezTo>
                  <a:cubicBezTo>
                    <a:pt x="73" y="64"/>
                    <a:pt x="74" y="63"/>
                    <a:pt x="73" y="62"/>
                  </a:cubicBezTo>
                  <a:cubicBezTo>
                    <a:pt x="72" y="62"/>
                    <a:pt x="71" y="60"/>
                    <a:pt x="70" y="61"/>
                  </a:cubicBezTo>
                  <a:cubicBezTo>
                    <a:pt x="70" y="61"/>
                    <a:pt x="70" y="64"/>
                    <a:pt x="69" y="65"/>
                  </a:cubicBezTo>
                  <a:cubicBezTo>
                    <a:pt x="68" y="66"/>
                    <a:pt x="66" y="64"/>
                    <a:pt x="65" y="65"/>
                  </a:cubicBezTo>
                  <a:cubicBezTo>
                    <a:pt x="64" y="66"/>
                    <a:pt x="63" y="67"/>
                    <a:pt x="62" y="67"/>
                  </a:cubicBezTo>
                  <a:cubicBezTo>
                    <a:pt x="57" y="68"/>
                    <a:pt x="49" y="63"/>
                    <a:pt x="44" y="65"/>
                  </a:cubicBezTo>
                  <a:cubicBezTo>
                    <a:pt x="43" y="66"/>
                    <a:pt x="42" y="68"/>
                    <a:pt x="41" y="69"/>
                  </a:cubicBezTo>
                  <a:cubicBezTo>
                    <a:pt x="39" y="71"/>
                    <a:pt x="36" y="72"/>
                    <a:pt x="34" y="73"/>
                  </a:cubicBezTo>
                  <a:cubicBezTo>
                    <a:pt x="30" y="75"/>
                    <a:pt x="29" y="75"/>
                    <a:pt x="26" y="75"/>
                  </a:cubicBezTo>
                  <a:cubicBezTo>
                    <a:pt x="21" y="75"/>
                    <a:pt x="20" y="75"/>
                    <a:pt x="17" y="79"/>
                  </a:cubicBezTo>
                  <a:cubicBezTo>
                    <a:pt x="15" y="81"/>
                    <a:pt x="13" y="84"/>
                    <a:pt x="12" y="87"/>
                  </a:cubicBezTo>
                  <a:cubicBezTo>
                    <a:pt x="8" y="95"/>
                    <a:pt x="8" y="105"/>
                    <a:pt x="0" y="110"/>
                  </a:cubicBezTo>
                  <a:cubicBezTo>
                    <a:pt x="1" y="110"/>
                    <a:pt x="30" y="149"/>
                    <a:pt x="30" y="149"/>
                  </a:cubicBezTo>
                  <a:cubicBezTo>
                    <a:pt x="31" y="151"/>
                    <a:pt x="31" y="151"/>
                    <a:pt x="32" y="153"/>
                  </a:cubicBezTo>
                  <a:cubicBezTo>
                    <a:pt x="32" y="155"/>
                    <a:pt x="31" y="157"/>
                    <a:pt x="32" y="159"/>
                  </a:cubicBezTo>
                  <a:cubicBezTo>
                    <a:pt x="37" y="155"/>
                    <a:pt x="40" y="161"/>
                    <a:pt x="43" y="162"/>
                  </a:cubicBezTo>
                  <a:cubicBezTo>
                    <a:pt x="44" y="163"/>
                    <a:pt x="43" y="161"/>
                    <a:pt x="45" y="162"/>
                  </a:cubicBezTo>
                  <a:cubicBezTo>
                    <a:pt x="45" y="162"/>
                    <a:pt x="45" y="165"/>
                    <a:pt x="46" y="166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8" y="174"/>
                    <a:pt x="62" y="175"/>
                    <a:pt x="64" y="177"/>
                  </a:cubicBezTo>
                  <a:cubicBezTo>
                    <a:pt x="67" y="179"/>
                    <a:pt x="70" y="176"/>
                    <a:pt x="74" y="182"/>
                  </a:cubicBezTo>
                  <a:cubicBezTo>
                    <a:pt x="84" y="202"/>
                    <a:pt x="84" y="202"/>
                    <a:pt x="84" y="202"/>
                  </a:cubicBezTo>
                  <a:cubicBezTo>
                    <a:pt x="89" y="209"/>
                    <a:pt x="89" y="209"/>
                    <a:pt x="89" y="209"/>
                  </a:cubicBezTo>
                  <a:cubicBezTo>
                    <a:pt x="91" y="210"/>
                    <a:pt x="94" y="210"/>
                    <a:pt x="95" y="209"/>
                  </a:cubicBezTo>
                  <a:cubicBezTo>
                    <a:pt x="95" y="211"/>
                    <a:pt x="93" y="211"/>
                    <a:pt x="93" y="213"/>
                  </a:cubicBezTo>
                  <a:cubicBezTo>
                    <a:pt x="93" y="214"/>
                    <a:pt x="94" y="218"/>
                    <a:pt x="94" y="218"/>
                  </a:cubicBezTo>
                  <a:cubicBezTo>
                    <a:pt x="97" y="221"/>
                    <a:pt x="97" y="214"/>
                    <a:pt x="101" y="214"/>
                  </a:cubicBezTo>
                  <a:cubicBezTo>
                    <a:pt x="101" y="215"/>
                    <a:pt x="101" y="216"/>
                    <a:pt x="101" y="216"/>
                  </a:cubicBezTo>
                  <a:cubicBezTo>
                    <a:pt x="98" y="216"/>
                    <a:pt x="100" y="219"/>
                    <a:pt x="100" y="221"/>
                  </a:cubicBezTo>
                  <a:cubicBezTo>
                    <a:pt x="100" y="222"/>
                    <a:pt x="99" y="224"/>
                    <a:pt x="100" y="225"/>
                  </a:cubicBezTo>
                  <a:cubicBezTo>
                    <a:pt x="100" y="232"/>
                    <a:pt x="100" y="232"/>
                    <a:pt x="100" y="232"/>
                  </a:cubicBezTo>
                  <a:cubicBezTo>
                    <a:pt x="99" y="237"/>
                    <a:pt x="103" y="232"/>
                    <a:pt x="106" y="232"/>
                  </a:cubicBezTo>
                  <a:cubicBezTo>
                    <a:pt x="109" y="231"/>
                    <a:pt x="110" y="234"/>
                    <a:pt x="113" y="234"/>
                  </a:cubicBezTo>
                  <a:cubicBezTo>
                    <a:pt x="116" y="233"/>
                    <a:pt x="118" y="229"/>
                    <a:pt x="120" y="227"/>
                  </a:cubicBezTo>
                  <a:cubicBezTo>
                    <a:pt x="121" y="226"/>
                    <a:pt x="122" y="225"/>
                    <a:pt x="122" y="224"/>
                  </a:cubicBezTo>
                  <a:cubicBezTo>
                    <a:pt x="122" y="223"/>
                    <a:pt x="121" y="222"/>
                    <a:pt x="122" y="220"/>
                  </a:cubicBezTo>
                  <a:cubicBezTo>
                    <a:pt x="123" y="217"/>
                    <a:pt x="125" y="220"/>
                    <a:pt x="128" y="218"/>
                  </a:cubicBezTo>
                  <a:cubicBezTo>
                    <a:pt x="130" y="218"/>
                    <a:pt x="131" y="218"/>
                    <a:pt x="132" y="216"/>
                  </a:cubicBezTo>
                  <a:cubicBezTo>
                    <a:pt x="132" y="215"/>
                    <a:pt x="133" y="215"/>
                    <a:pt x="134" y="214"/>
                  </a:cubicBezTo>
                  <a:cubicBezTo>
                    <a:pt x="134" y="214"/>
                    <a:pt x="134" y="212"/>
                    <a:pt x="134" y="212"/>
                  </a:cubicBezTo>
                  <a:cubicBezTo>
                    <a:pt x="136" y="211"/>
                    <a:pt x="137" y="211"/>
                    <a:pt x="138" y="209"/>
                  </a:cubicBezTo>
                  <a:cubicBezTo>
                    <a:pt x="139" y="209"/>
                    <a:pt x="139" y="206"/>
                    <a:pt x="140" y="205"/>
                  </a:cubicBezTo>
                  <a:cubicBezTo>
                    <a:pt x="140" y="203"/>
                    <a:pt x="141" y="200"/>
                    <a:pt x="143" y="198"/>
                  </a:cubicBezTo>
                  <a:cubicBezTo>
                    <a:pt x="143" y="197"/>
                    <a:pt x="145" y="198"/>
                    <a:pt x="145" y="196"/>
                  </a:cubicBezTo>
                  <a:cubicBezTo>
                    <a:pt x="144" y="195"/>
                    <a:pt x="145" y="195"/>
                    <a:pt x="145" y="194"/>
                  </a:cubicBezTo>
                  <a:cubicBezTo>
                    <a:pt x="146" y="192"/>
                    <a:pt x="147" y="192"/>
                    <a:pt x="148" y="191"/>
                  </a:cubicBezTo>
                  <a:cubicBezTo>
                    <a:pt x="149" y="189"/>
                    <a:pt x="149" y="186"/>
                    <a:pt x="150" y="183"/>
                  </a:cubicBezTo>
                  <a:cubicBezTo>
                    <a:pt x="151" y="180"/>
                    <a:pt x="154" y="179"/>
                    <a:pt x="159" y="178"/>
                  </a:cubicBezTo>
                  <a:cubicBezTo>
                    <a:pt x="161" y="178"/>
                    <a:pt x="163" y="177"/>
                    <a:pt x="165" y="177"/>
                  </a:cubicBezTo>
                  <a:cubicBezTo>
                    <a:pt x="166" y="177"/>
                    <a:pt x="168" y="178"/>
                    <a:pt x="169" y="179"/>
                  </a:cubicBezTo>
                  <a:cubicBezTo>
                    <a:pt x="174" y="182"/>
                    <a:pt x="181" y="179"/>
                    <a:pt x="186" y="177"/>
                  </a:cubicBezTo>
                  <a:cubicBezTo>
                    <a:pt x="187" y="177"/>
                    <a:pt x="186" y="174"/>
                    <a:pt x="187" y="173"/>
                  </a:cubicBezTo>
                  <a:cubicBezTo>
                    <a:pt x="188" y="172"/>
                    <a:pt x="192" y="173"/>
                    <a:pt x="193" y="173"/>
                  </a:cubicBezTo>
                  <a:cubicBezTo>
                    <a:pt x="201" y="173"/>
                    <a:pt x="209" y="173"/>
                    <a:pt x="217" y="173"/>
                  </a:cubicBezTo>
                  <a:cubicBezTo>
                    <a:pt x="220" y="173"/>
                    <a:pt x="226" y="171"/>
                    <a:pt x="229" y="173"/>
                  </a:cubicBezTo>
                  <a:cubicBezTo>
                    <a:pt x="231" y="174"/>
                    <a:pt x="230" y="176"/>
                    <a:pt x="231" y="178"/>
                  </a:cubicBezTo>
                  <a:cubicBezTo>
                    <a:pt x="232" y="180"/>
                    <a:pt x="232" y="180"/>
                    <a:pt x="233" y="181"/>
                  </a:cubicBezTo>
                  <a:cubicBezTo>
                    <a:pt x="235" y="183"/>
                    <a:pt x="238" y="185"/>
                    <a:pt x="240" y="188"/>
                  </a:cubicBezTo>
                  <a:cubicBezTo>
                    <a:pt x="242" y="190"/>
                    <a:pt x="243" y="193"/>
                    <a:pt x="245" y="196"/>
                  </a:cubicBezTo>
                  <a:cubicBezTo>
                    <a:pt x="247" y="198"/>
                    <a:pt x="249" y="200"/>
                    <a:pt x="249" y="203"/>
                  </a:cubicBezTo>
                  <a:cubicBezTo>
                    <a:pt x="250" y="206"/>
                    <a:pt x="250" y="208"/>
                    <a:pt x="252" y="210"/>
                  </a:cubicBezTo>
                  <a:cubicBezTo>
                    <a:pt x="252" y="210"/>
                    <a:pt x="252" y="211"/>
                    <a:pt x="253" y="211"/>
                  </a:cubicBezTo>
                  <a:cubicBezTo>
                    <a:pt x="253" y="212"/>
                    <a:pt x="254" y="211"/>
                    <a:pt x="255" y="211"/>
                  </a:cubicBezTo>
                  <a:cubicBezTo>
                    <a:pt x="256" y="212"/>
                    <a:pt x="256" y="213"/>
                    <a:pt x="257" y="214"/>
                  </a:cubicBezTo>
                  <a:cubicBezTo>
                    <a:pt x="260" y="216"/>
                    <a:pt x="262" y="218"/>
                    <a:pt x="260" y="222"/>
                  </a:cubicBezTo>
                  <a:cubicBezTo>
                    <a:pt x="259" y="224"/>
                    <a:pt x="256" y="224"/>
                    <a:pt x="256" y="228"/>
                  </a:cubicBezTo>
                  <a:cubicBezTo>
                    <a:pt x="256" y="230"/>
                    <a:pt x="255" y="231"/>
                    <a:pt x="258" y="231"/>
                  </a:cubicBezTo>
                  <a:cubicBezTo>
                    <a:pt x="261" y="232"/>
                    <a:pt x="265" y="231"/>
                    <a:pt x="265" y="234"/>
                  </a:cubicBezTo>
                  <a:cubicBezTo>
                    <a:pt x="266" y="236"/>
                    <a:pt x="264" y="240"/>
                    <a:pt x="264" y="242"/>
                  </a:cubicBezTo>
                  <a:cubicBezTo>
                    <a:pt x="264" y="244"/>
                    <a:pt x="264" y="246"/>
                    <a:pt x="265" y="247"/>
                  </a:cubicBezTo>
                  <a:cubicBezTo>
                    <a:pt x="265" y="249"/>
                    <a:pt x="268" y="253"/>
                    <a:pt x="270" y="255"/>
                  </a:cubicBezTo>
                  <a:cubicBezTo>
                    <a:pt x="271" y="258"/>
                    <a:pt x="272" y="259"/>
                    <a:pt x="269" y="261"/>
                  </a:cubicBezTo>
                  <a:cubicBezTo>
                    <a:pt x="266" y="262"/>
                    <a:pt x="264" y="263"/>
                    <a:pt x="263" y="266"/>
                  </a:cubicBezTo>
                  <a:cubicBezTo>
                    <a:pt x="261" y="269"/>
                    <a:pt x="261" y="273"/>
                    <a:pt x="260" y="276"/>
                  </a:cubicBezTo>
                  <a:cubicBezTo>
                    <a:pt x="258" y="278"/>
                    <a:pt x="254" y="281"/>
                    <a:pt x="257" y="283"/>
                  </a:cubicBezTo>
                  <a:cubicBezTo>
                    <a:pt x="259" y="276"/>
                    <a:pt x="264" y="282"/>
                    <a:pt x="268" y="279"/>
                  </a:cubicBezTo>
                  <a:cubicBezTo>
                    <a:pt x="273" y="277"/>
                    <a:pt x="274" y="271"/>
                    <a:pt x="278" y="269"/>
                  </a:cubicBezTo>
                  <a:cubicBezTo>
                    <a:pt x="281" y="268"/>
                    <a:pt x="283" y="270"/>
                    <a:pt x="286" y="269"/>
                  </a:cubicBezTo>
                  <a:cubicBezTo>
                    <a:pt x="288" y="269"/>
                    <a:pt x="292" y="265"/>
                    <a:pt x="295" y="268"/>
                  </a:cubicBezTo>
                  <a:cubicBezTo>
                    <a:pt x="298" y="270"/>
                    <a:pt x="294" y="275"/>
                    <a:pt x="299" y="272"/>
                  </a:cubicBezTo>
                  <a:cubicBezTo>
                    <a:pt x="303" y="271"/>
                    <a:pt x="304" y="269"/>
                    <a:pt x="308" y="268"/>
                  </a:cubicBezTo>
                  <a:cubicBezTo>
                    <a:pt x="310" y="268"/>
                    <a:pt x="311" y="269"/>
                    <a:pt x="312" y="268"/>
                  </a:cubicBezTo>
                  <a:cubicBezTo>
                    <a:pt x="312" y="268"/>
                    <a:pt x="316" y="268"/>
                    <a:pt x="316" y="271"/>
                  </a:cubicBezTo>
                  <a:cubicBezTo>
                    <a:pt x="317" y="274"/>
                    <a:pt x="319" y="277"/>
                    <a:pt x="323" y="277"/>
                  </a:cubicBezTo>
                  <a:cubicBezTo>
                    <a:pt x="327" y="277"/>
                    <a:pt x="330" y="278"/>
                    <a:pt x="329" y="28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3" name="Freeform 144">
              <a:extLst>
                <a:ext uri="{FF2B5EF4-FFF2-40B4-BE49-F238E27FC236}">
                  <a16:creationId xmlns:a16="http://schemas.microsoft.com/office/drawing/2014/main" id="{13A5F08B-7873-49E5-A909-7D11B4902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9488" y="2138363"/>
              <a:ext cx="427038" cy="327025"/>
            </a:xfrm>
            <a:custGeom>
              <a:avLst/>
              <a:gdLst>
                <a:gd name="T0" fmla="*/ 114 w 378"/>
                <a:gd name="T1" fmla="*/ 214 h 290"/>
                <a:gd name="T2" fmla="*/ 172 w 378"/>
                <a:gd name="T3" fmla="*/ 212 h 290"/>
                <a:gd name="T4" fmla="*/ 202 w 378"/>
                <a:gd name="T5" fmla="*/ 222 h 290"/>
                <a:gd name="T6" fmla="*/ 193 w 378"/>
                <a:gd name="T7" fmla="*/ 217 h 290"/>
                <a:gd name="T8" fmla="*/ 142 w 378"/>
                <a:gd name="T9" fmla="*/ 198 h 290"/>
                <a:gd name="T10" fmla="*/ 59 w 378"/>
                <a:gd name="T11" fmla="*/ 209 h 290"/>
                <a:gd name="T12" fmla="*/ 32 w 378"/>
                <a:gd name="T13" fmla="*/ 154 h 290"/>
                <a:gd name="T14" fmla="*/ 5 w 378"/>
                <a:gd name="T15" fmla="*/ 124 h 290"/>
                <a:gd name="T16" fmla="*/ 63 w 378"/>
                <a:gd name="T17" fmla="*/ 45 h 290"/>
                <a:gd name="T18" fmla="*/ 74 w 378"/>
                <a:gd name="T19" fmla="*/ 27 h 290"/>
                <a:gd name="T20" fmla="*/ 113 w 378"/>
                <a:gd name="T21" fmla="*/ 13 h 290"/>
                <a:gd name="T22" fmla="*/ 135 w 378"/>
                <a:gd name="T23" fmla="*/ 8 h 290"/>
                <a:gd name="T24" fmla="*/ 154 w 378"/>
                <a:gd name="T25" fmla="*/ 2 h 290"/>
                <a:gd name="T26" fmla="*/ 200 w 378"/>
                <a:gd name="T27" fmla="*/ 4 h 290"/>
                <a:gd name="T28" fmla="*/ 225 w 378"/>
                <a:gd name="T29" fmla="*/ 25 h 290"/>
                <a:gd name="T30" fmla="*/ 252 w 378"/>
                <a:gd name="T31" fmla="*/ 36 h 290"/>
                <a:gd name="T32" fmla="*/ 270 w 378"/>
                <a:gd name="T33" fmla="*/ 69 h 290"/>
                <a:gd name="T34" fmla="*/ 293 w 378"/>
                <a:gd name="T35" fmla="*/ 96 h 290"/>
                <a:gd name="T36" fmla="*/ 331 w 378"/>
                <a:gd name="T37" fmla="*/ 131 h 290"/>
                <a:gd name="T38" fmla="*/ 337 w 378"/>
                <a:gd name="T39" fmla="*/ 156 h 290"/>
                <a:gd name="T40" fmla="*/ 347 w 378"/>
                <a:gd name="T41" fmla="*/ 213 h 290"/>
                <a:gd name="T42" fmla="*/ 371 w 378"/>
                <a:gd name="T43" fmla="*/ 234 h 290"/>
                <a:gd name="T44" fmla="*/ 373 w 378"/>
                <a:gd name="T45" fmla="*/ 267 h 290"/>
                <a:gd name="T46" fmla="*/ 359 w 378"/>
                <a:gd name="T47" fmla="*/ 283 h 290"/>
                <a:gd name="T48" fmla="*/ 315 w 378"/>
                <a:gd name="T49" fmla="*/ 290 h 290"/>
                <a:gd name="T50" fmla="*/ 293 w 378"/>
                <a:gd name="T51" fmla="*/ 283 h 290"/>
                <a:gd name="T52" fmla="*/ 265 w 378"/>
                <a:gd name="T53" fmla="*/ 270 h 290"/>
                <a:gd name="T54" fmla="*/ 130 w 378"/>
                <a:gd name="T55" fmla="*/ 274 h 290"/>
                <a:gd name="T56" fmla="*/ 62 w 378"/>
                <a:gd name="T57" fmla="*/ 288 h 290"/>
                <a:gd name="T58" fmla="*/ 313 w 378"/>
                <a:gd name="T59" fmla="*/ 281 h 290"/>
                <a:gd name="T60" fmla="*/ 322 w 378"/>
                <a:gd name="T61" fmla="*/ 279 h 290"/>
                <a:gd name="T62" fmla="*/ 358 w 378"/>
                <a:gd name="T63" fmla="*/ 274 h 290"/>
                <a:gd name="T64" fmla="*/ 365 w 378"/>
                <a:gd name="T65" fmla="*/ 245 h 290"/>
                <a:gd name="T66" fmla="*/ 357 w 378"/>
                <a:gd name="T67" fmla="*/ 226 h 290"/>
                <a:gd name="T68" fmla="*/ 338 w 378"/>
                <a:gd name="T69" fmla="*/ 216 h 290"/>
                <a:gd name="T70" fmla="*/ 331 w 378"/>
                <a:gd name="T71" fmla="*/ 174 h 290"/>
                <a:gd name="T72" fmla="*/ 322 w 378"/>
                <a:gd name="T73" fmla="*/ 139 h 290"/>
                <a:gd name="T74" fmla="*/ 287 w 378"/>
                <a:gd name="T75" fmla="*/ 106 h 290"/>
                <a:gd name="T76" fmla="*/ 267 w 378"/>
                <a:gd name="T77" fmla="*/ 78 h 290"/>
                <a:gd name="T78" fmla="*/ 251 w 378"/>
                <a:gd name="T79" fmla="*/ 48 h 290"/>
                <a:gd name="T80" fmla="*/ 216 w 378"/>
                <a:gd name="T81" fmla="*/ 30 h 290"/>
                <a:gd name="T82" fmla="*/ 195 w 378"/>
                <a:gd name="T83" fmla="*/ 12 h 290"/>
                <a:gd name="T84" fmla="*/ 154 w 378"/>
                <a:gd name="T85" fmla="*/ 16 h 290"/>
                <a:gd name="T86" fmla="*/ 125 w 378"/>
                <a:gd name="T87" fmla="*/ 21 h 290"/>
                <a:gd name="T88" fmla="*/ 88 w 378"/>
                <a:gd name="T89" fmla="*/ 21 h 290"/>
                <a:gd name="T90" fmla="*/ 72 w 378"/>
                <a:gd name="T91" fmla="*/ 50 h 290"/>
                <a:gd name="T92" fmla="*/ 21 w 378"/>
                <a:gd name="T93" fmla="*/ 128 h 290"/>
                <a:gd name="T94" fmla="*/ 47 w 378"/>
                <a:gd name="T95" fmla="*/ 164 h 290"/>
                <a:gd name="T96" fmla="*/ 116 w 378"/>
                <a:gd name="T97" fmla="*/ 199 h 290"/>
                <a:gd name="T98" fmla="*/ 191 w 378"/>
                <a:gd name="T99" fmla="*/ 204 h 290"/>
                <a:gd name="T100" fmla="*/ 213 w 378"/>
                <a:gd name="T101" fmla="*/ 227 h 290"/>
                <a:gd name="T102" fmla="*/ 170 w 378"/>
                <a:gd name="T103" fmla="*/ 223 h 290"/>
                <a:gd name="T104" fmla="*/ 125 w 378"/>
                <a:gd name="T105" fmla="*/ 222 h 290"/>
                <a:gd name="T106" fmla="*/ 60 w 378"/>
                <a:gd name="T107" fmla="*/ 236 h 290"/>
                <a:gd name="T108" fmla="*/ 54 w 378"/>
                <a:gd name="T109" fmla="*/ 280 h 290"/>
                <a:gd name="T110" fmla="*/ 126 w 378"/>
                <a:gd name="T111" fmla="*/ 266 h 290"/>
                <a:gd name="T112" fmla="*/ 265 w 378"/>
                <a:gd name="T113" fmla="*/ 260 h 290"/>
                <a:gd name="T114" fmla="*/ 302 w 378"/>
                <a:gd name="T115" fmla="*/ 277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78" h="290">
                  <a:moveTo>
                    <a:pt x="58" y="227"/>
                  </a:moveTo>
                  <a:cubicBezTo>
                    <a:pt x="58" y="227"/>
                    <a:pt x="58" y="227"/>
                    <a:pt x="59" y="22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70" y="227"/>
                    <a:pt x="81" y="227"/>
                    <a:pt x="91" y="227"/>
                  </a:cubicBezTo>
                  <a:cubicBezTo>
                    <a:pt x="100" y="227"/>
                    <a:pt x="100" y="227"/>
                    <a:pt x="100" y="227"/>
                  </a:cubicBezTo>
                  <a:cubicBezTo>
                    <a:pt x="100" y="227"/>
                    <a:pt x="100" y="227"/>
                    <a:pt x="100" y="227"/>
                  </a:cubicBezTo>
                  <a:cubicBezTo>
                    <a:pt x="100" y="227"/>
                    <a:pt x="100" y="227"/>
                    <a:pt x="100" y="226"/>
                  </a:cubicBezTo>
                  <a:cubicBezTo>
                    <a:pt x="100" y="224"/>
                    <a:pt x="100" y="224"/>
                    <a:pt x="100" y="224"/>
                  </a:cubicBezTo>
                  <a:cubicBezTo>
                    <a:pt x="101" y="219"/>
                    <a:pt x="102" y="216"/>
                    <a:pt x="109" y="215"/>
                  </a:cubicBezTo>
                  <a:cubicBezTo>
                    <a:pt x="111" y="214"/>
                    <a:pt x="113" y="214"/>
                    <a:pt x="114" y="214"/>
                  </a:cubicBezTo>
                  <a:cubicBezTo>
                    <a:pt x="116" y="214"/>
                    <a:pt x="118" y="214"/>
                    <a:pt x="118" y="214"/>
                  </a:cubicBezTo>
                  <a:cubicBezTo>
                    <a:pt x="122" y="212"/>
                    <a:pt x="125" y="212"/>
                    <a:pt x="129" y="213"/>
                  </a:cubicBezTo>
                  <a:cubicBezTo>
                    <a:pt x="129" y="213"/>
                    <a:pt x="130" y="213"/>
                    <a:pt x="131" y="213"/>
                  </a:cubicBezTo>
                  <a:cubicBezTo>
                    <a:pt x="133" y="214"/>
                    <a:pt x="135" y="214"/>
                    <a:pt x="136" y="213"/>
                  </a:cubicBezTo>
                  <a:cubicBezTo>
                    <a:pt x="137" y="213"/>
                    <a:pt x="137" y="212"/>
                    <a:pt x="137" y="211"/>
                  </a:cubicBezTo>
                  <a:cubicBezTo>
                    <a:pt x="137" y="209"/>
                    <a:pt x="138" y="206"/>
                    <a:pt x="140" y="204"/>
                  </a:cubicBezTo>
                  <a:cubicBezTo>
                    <a:pt x="141" y="202"/>
                    <a:pt x="144" y="200"/>
                    <a:pt x="147" y="200"/>
                  </a:cubicBezTo>
                  <a:cubicBezTo>
                    <a:pt x="149" y="200"/>
                    <a:pt x="151" y="201"/>
                    <a:pt x="153" y="204"/>
                  </a:cubicBezTo>
                  <a:cubicBezTo>
                    <a:pt x="157" y="206"/>
                    <a:pt x="159" y="207"/>
                    <a:pt x="164" y="208"/>
                  </a:cubicBezTo>
                  <a:cubicBezTo>
                    <a:pt x="167" y="209"/>
                    <a:pt x="169" y="210"/>
                    <a:pt x="172" y="212"/>
                  </a:cubicBezTo>
                  <a:cubicBezTo>
                    <a:pt x="173" y="213"/>
                    <a:pt x="173" y="214"/>
                    <a:pt x="173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78" y="214"/>
                    <a:pt x="181" y="214"/>
                    <a:pt x="183" y="216"/>
                  </a:cubicBezTo>
                  <a:cubicBezTo>
                    <a:pt x="184" y="217"/>
                    <a:pt x="184" y="217"/>
                    <a:pt x="184" y="217"/>
                  </a:cubicBezTo>
                  <a:cubicBezTo>
                    <a:pt x="185" y="217"/>
                    <a:pt x="185" y="218"/>
                    <a:pt x="185" y="218"/>
                  </a:cubicBezTo>
                  <a:cubicBezTo>
                    <a:pt x="188" y="218"/>
                    <a:pt x="190" y="220"/>
                    <a:pt x="191" y="221"/>
                  </a:cubicBezTo>
                  <a:cubicBezTo>
                    <a:pt x="192" y="221"/>
                    <a:pt x="192" y="222"/>
                    <a:pt x="193" y="222"/>
                  </a:cubicBezTo>
                  <a:cubicBezTo>
                    <a:pt x="193" y="222"/>
                    <a:pt x="194" y="222"/>
                    <a:pt x="195" y="222"/>
                  </a:cubicBezTo>
                  <a:cubicBezTo>
                    <a:pt x="197" y="222"/>
                    <a:pt x="199" y="222"/>
                    <a:pt x="201" y="222"/>
                  </a:cubicBezTo>
                  <a:cubicBezTo>
                    <a:pt x="201" y="222"/>
                    <a:pt x="202" y="222"/>
                    <a:pt x="202" y="222"/>
                  </a:cubicBezTo>
                  <a:cubicBezTo>
                    <a:pt x="203" y="221"/>
                    <a:pt x="204" y="220"/>
                    <a:pt x="205" y="220"/>
                  </a:cubicBezTo>
                  <a:cubicBezTo>
                    <a:pt x="207" y="219"/>
                    <a:pt x="210" y="218"/>
                    <a:pt x="212" y="218"/>
                  </a:cubicBezTo>
                  <a:cubicBezTo>
                    <a:pt x="213" y="218"/>
                    <a:pt x="214" y="218"/>
                    <a:pt x="215" y="217"/>
                  </a:cubicBezTo>
                  <a:cubicBezTo>
                    <a:pt x="217" y="216"/>
                    <a:pt x="219" y="216"/>
                    <a:pt x="220" y="216"/>
                  </a:cubicBezTo>
                  <a:cubicBezTo>
                    <a:pt x="221" y="216"/>
                    <a:pt x="221" y="216"/>
                    <a:pt x="221" y="216"/>
                  </a:cubicBezTo>
                  <a:cubicBezTo>
                    <a:pt x="222" y="216"/>
                    <a:pt x="222" y="215"/>
                    <a:pt x="221" y="214"/>
                  </a:cubicBezTo>
                  <a:cubicBezTo>
                    <a:pt x="218" y="210"/>
                    <a:pt x="217" y="210"/>
                    <a:pt x="215" y="210"/>
                  </a:cubicBezTo>
                  <a:cubicBezTo>
                    <a:pt x="214" y="210"/>
                    <a:pt x="212" y="210"/>
                    <a:pt x="210" y="211"/>
                  </a:cubicBezTo>
                  <a:cubicBezTo>
                    <a:pt x="209" y="211"/>
                    <a:pt x="207" y="212"/>
                    <a:pt x="205" y="213"/>
                  </a:cubicBezTo>
                  <a:cubicBezTo>
                    <a:pt x="202" y="215"/>
                    <a:pt x="197" y="218"/>
                    <a:pt x="193" y="217"/>
                  </a:cubicBezTo>
                  <a:cubicBezTo>
                    <a:pt x="186" y="216"/>
                    <a:pt x="184" y="211"/>
                    <a:pt x="182" y="208"/>
                  </a:cubicBezTo>
                  <a:cubicBezTo>
                    <a:pt x="181" y="205"/>
                    <a:pt x="180" y="204"/>
                    <a:pt x="179" y="204"/>
                  </a:cubicBezTo>
                  <a:cubicBezTo>
                    <a:pt x="178" y="204"/>
                    <a:pt x="178" y="204"/>
                    <a:pt x="177" y="204"/>
                  </a:cubicBezTo>
                  <a:cubicBezTo>
                    <a:pt x="176" y="205"/>
                    <a:pt x="175" y="207"/>
                    <a:pt x="172" y="207"/>
                  </a:cubicBezTo>
                  <a:cubicBezTo>
                    <a:pt x="172" y="207"/>
                    <a:pt x="172" y="207"/>
                    <a:pt x="172" y="207"/>
                  </a:cubicBezTo>
                  <a:cubicBezTo>
                    <a:pt x="165" y="207"/>
                    <a:pt x="163" y="201"/>
                    <a:pt x="162" y="198"/>
                  </a:cubicBezTo>
                  <a:cubicBezTo>
                    <a:pt x="162" y="198"/>
                    <a:pt x="162" y="197"/>
                    <a:pt x="162" y="197"/>
                  </a:cubicBezTo>
                  <a:cubicBezTo>
                    <a:pt x="161" y="195"/>
                    <a:pt x="161" y="195"/>
                    <a:pt x="157" y="195"/>
                  </a:cubicBezTo>
                  <a:cubicBezTo>
                    <a:pt x="156" y="195"/>
                    <a:pt x="156" y="195"/>
                    <a:pt x="156" y="195"/>
                  </a:cubicBezTo>
                  <a:cubicBezTo>
                    <a:pt x="151" y="194"/>
                    <a:pt x="149" y="195"/>
                    <a:pt x="142" y="198"/>
                  </a:cubicBezTo>
                  <a:cubicBezTo>
                    <a:pt x="140" y="199"/>
                    <a:pt x="137" y="198"/>
                    <a:pt x="136" y="197"/>
                  </a:cubicBezTo>
                  <a:cubicBezTo>
                    <a:pt x="135" y="196"/>
                    <a:pt x="135" y="196"/>
                    <a:pt x="134" y="196"/>
                  </a:cubicBezTo>
                  <a:cubicBezTo>
                    <a:pt x="133" y="197"/>
                    <a:pt x="131" y="199"/>
                    <a:pt x="130" y="201"/>
                  </a:cubicBezTo>
                  <a:cubicBezTo>
                    <a:pt x="130" y="201"/>
                    <a:pt x="130" y="202"/>
                    <a:pt x="130" y="202"/>
                  </a:cubicBezTo>
                  <a:cubicBezTo>
                    <a:pt x="129" y="205"/>
                    <a:pt x="128" y="208"/>
                    <a:pt x="123" y="208"/>
                  </a:cubicBezTo>
                  <a:cubicBezTo>
                    <a:pt x="120" y="209"/>
                    <a:pt x="118" y="209"/>
                    <a:pt x="116" y="209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7" y="209"/>
                    <a:pt x="85" y="209"/>
                    <a:pt x="84" y="209"/>
                  </a:cubicBezTo>
                  <a:cubicBezTo>
                    <a:pt x="79" y="209"/>
                    <a:pt x="73" y="209"/>
                    <a:pt x="67" y="209"/>
                  </a:cubicBezTo>
                  <a:cubicBezTo>
                    <a:pt x="64" y="209"/>
                    <a:pt x="61" y="209"/>
                    <a:pt x="59" y="209"/>
                  </a:cubicBezTo>
                  <a:cubicBezTo>
                    <a:pt x="55" y="207"/>
                    <a:pt x="52" y="188"/>
                    <a:pt x="52" y="188"/>
                  </a:cubicBezTo>
                  <a:cubicBezTo>
                    <a:pt x="45" y="181"/>
                    <a:pt x="45" y="181"/>
                    <a:pt x="45" y="181"/>
                  </a:cubicBezTo>
                  <a:cubicBezTo>
                    <a:pt x="44" y="180"/>
                    <a:pt x="44" y="179"/>
                    <a:pt x="43" y="178"/>
                  </a:cubicBezTo>
                  <a:cubicBezTo>
                    <a:pt x="43" y="176"/>
                    <a:pt x="43" y="173"/>
                    <a:pt x="42" y="172"/>
                  </a:cubicBezTo>
                  <a:cubicBezTo>
                    <a:pt x="42" y="172"/>
                    <a:pt x="42" y="172"/>
                    <a:pt x="41" y="171"/>
                  </a:cubicBezTo>
                  <a:cubicBezTo>
                    <a:pt x="40" y="171"/>
                    <a:pt x="39" y="169"/>
                    <a:pt x="38" y="167"/>
                  </a:cubicBezTo>
                  <a:cubicBezTo>
                    <a:pt x="37" y="166"/>
                    <a:pt x="37" y="165"/>
                    <a:pt x="37" y="164"/>
                  </a:cubicBezTo>
                  <a:cubicBezTo>
                    <a:pt x="36" y="162"/>
                    <a:pt x="35" y="161"/>
                    <a:pt x="34" y="159"/>
                  </a:cubicBezTo>
                  <a:cubicBezTo>
                    <a:pt x="34" y="158"/>
                    <a:pt x="34" y="156"/>
                    <a:pt x="34" y="155"/>
                  </a:cubicBezTo>
                  <a:cubicBezTo>
                    <a:pt x="34" y="155"/>
                    <a:pt x="33" y="155"/>
                    <a:pt x="32" y="154"/>
                  </a:cubicBezTo>
                  <a:cubicBezTo>
                    <a:pt x="32" y="154"/>
                    <a:pt x="31" y="153"/>
                    <a:pt x="30" y="153"/>
                  </a:cubicBezTo>
                  <a:cubicBezTo>
                    <a:pt x="27" y="150"/>
                    <a:pt x="25" y="147"/>
                    <a:pt x="24" y="144"/>
                  </a:cubicBezTo>
                  <a:cubicBezTo>
                    <a:pt x="22" y="140"/>
                    <a:pt x="21" y="138"/>
                    <a:pt x="19" y="137"/>
                  </a:cubicBezTo>
                  <a:cubicBezTo>
                    <a:pt x="18" y="137"/>
                    <a:pt x="18" y="137"/>
                    <a:pt x="17" y="136"/>
                  </a:cubicBezTo>
                  <a:cubicBezTo>
                    <a:pt x="16" y="136"/>
                    <a:pt x="16" y="136"/>
                    <a:pt x="15" y="135"/>
                  </a:cubicBezTo>
                  <a:cubicBezTo>
                    <a:pt x="15" y="136"/>
                    <a:pt x="14" y="138"/>
                    <a:pt x="12" y="139"/>
                  </a:cubicBezTo>
                  <a:cubicBezTo>
                    <a:pt x="12" y="139"/>
                    <a:pt x="10" y="140"/>
                    <a:pt x="9" y="140"/>
                  </a:cubicBezTo>
                  <a:cubicBezTo>
                    <a:pt x="5" y="140"/>
                    <a:pt x="2" y="135"/>
                    <a:pt x="1" y="133"/>
                  </a:cubicBezTo>
                  <a:cubicBezTo>
                    <a:pt x="0" y="131"/>
                    <a:pt x="0" y="130"/>
                    <a:pt x="0" y="128"/>
                  </a:cubicBezTo>
                  <a:cubicBezTo>
                    <a:pt x="1" y="125"/>
                    <a:pt x="3" y="125"/>
                    <a:pt x="5" y="124"/>
                  </a:cubicBezTo>
                  <a:cubicBezTo>
                    <a:pt x="6" y="124"/>
                    <a:pt x="7" y="124"/>
                    <a:pt x="8" y="123"/>
                  </a:cubicBezTo>
                  <a:cubicBezTo>
                    <a:pt x="9" y="123"/>
                    <a:pt x="9" y="123"/>
                    <a:pt x="10" y="123"/>
                  </a:cubicBezTo>
                  <a:cubicBezTo>
                    <a:pt x="20" y="119"/>
                    <a:pt x="26" y="114"/>
                    <a:pt x="33" y="106"/>
                  </a:cubicBezTo>
                  <a:cubicBezTo>
                    <a:pt x="38" y="101"/>
                    <a:pt x="41" y="95"/>
                    <a:pt x="45" y="89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3"/>
                    <a:pt x="51" y="80"/>
                    <a:pt x="53" y="77"/>
                  </a:cubicBezTo>
                  <a:cubicBezTo>
                    <a:pt x="56" y="72"/>
                    <a:pt x="60" y="68"/>
                    <a:pt x="62" y="63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62" y="58"/>
                    <a:pt x="62" y="58"/>
                    <a:pt x="62" y="57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5"/>
                    <a:pt x="63" y="45"/>
                  </a:cubicBezTo>
                  <a:cubicBezTo>
                    <a:pt x="63" y="45"/>
                    <a:pt x="63" y="44"/>
                    <a:pt x="63" y="43"/>
                  </a:cubicBezTo>
                  <a:cubicBezTo>
                    <a:pt x="64" y="43"/>
                    <a:pt x="65" y="41"/>
                    <a:pt x="66" y="40"/>
                  </a:cubicBezTo>
                  <a:cubicBezTo>
                    <a:pt x="67" y="38"/>
                    <a:pt x="67" y="36"/>
                    <a:pt x="69" y="33"/>
                  </a:cubicBezTo>
                  <a:cubicBezTo>
                    <a:pt x="70" y="32"/>
                    <a:pt x="72" y="32"/>
                    <a:pt x="73" y="31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30"/>
                    <a:pt x="73" y="29"/>
                    <a:pt x="74" y="29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5" y="24"/>
                    <a:pt x="76" y="22"/>
                    <a:pt x="76" y="20"/>
                  </a:cubicBezTo>
                  <a:cubicBezTo>
                    <a:pt x="77" y="18"/>
                    <a:pt x="78" y="14"/>
                    <a:pt x="82" y="12"/>
                  </a:cubicBezTo>
                  <a:cubicBezTo>
                    <a:pt x="84" y="11"/>
                    <a:pt x="86" y="11"/>
                    <a:pt x="87" y="12"/>
                  </a:cubicBezTo>
                  <a:cubicBezTo>
                    <a:pt x="88" y="11"/>
                    <a:pt x="88" y="11"/>
                    <a:pt x="89" y="10"/>
                  </a:cubicBezTo>
                  <a:cubicBezTo>
                    <a:pt x="90" y="9"/>
                    <a:pt x="92" y="9"/>
                    <a:pt x="93" y="9"/>
                  </a:cubicBezTo>
                  <a:cubicBezTo>
                    <a:pt x="94" y="9"/>
                    <a:pt x="97" y="10"/>
                    <a:pt x="98" y="13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102" y="13"/>
                    <a:pt x="102" y="13"/>
                    <a:pt x="102" y="13"/>
                  </a:cubicBezTo>
                  <a:cubicBezTo>
                    <a:pt x="106" y="13"/>
                    <a:pt x="109" y="12"/>
                    <a:pt x="113" y="13"/>
                  </a:cubicBezTo>
                  <a:cubicBezTo>
                    <a:pt x="114" y="13"/>
                    <a:pt x="115" y="13"/>
                    <a:pt x="116" y="13"/>
                  </a:cubicBezTo>
                  <a:cubicBezTo>
                    <a:pt x="117" y="14"/>
                    <a:pt x="118" y="14"/>
                    <a:pt x="119" y="14"/>
                  </a:cubicBezTo>
                  <a:cubicBezTo>
                    <a:pt x="120" y="13"/>
                    <a:pt x="120" y="13"/>
                    <a:pt x="122" y="12"/>
                  </a:cubicBezTo>
                  <a:cubicBezTo>
                    <a:pt x="123" y="12"/>
                    <a:pt x="124" y="12"/>
                    <a:pt x="125" y="12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12"/>
                    <a:pt x="125" y="12"/>
                    <a:pt x="125" y="12"/>
                  </a:cubicBezTo>
                  <a:cubicBezTo>
                    <a:pt x="125" y="12"/>
                    <a:pt x="126" y="12"/>
                    <a:pt x="126" y="12"/>
                  </a:cubicBezTo>
                  <a:cubicBezTo>
                    <a:pt x="126" y="12"/>
                    <a:pt x="126" y="11"/>
                    <a:pt x="127" y="11"/>
                  </a:cubicBezTo>
                  <a:cubicBezTo>
                    <a:pt x="127" y="10"/>
                    <a:pt x="129" y="8"/>
                    <a:pt x="132" y="8"/>
                  </a:cubicBezTo>
                  <a:cubicBezTo>
                    <a:pt x="134" y="8"/>
                    <a:pt x="135" y="8"/>
                    <a:pt x="135" y="8"/>
                  </a:cubicBezTo>
                  <a:cubicBezTo>
                    <a:pt x="136" y="8"/>
                    <a:pt x="136" y="9"/>
                    <a:pt x="137" y="9"/>
                  </a:cubicBezTo>
                  <a:cubicBezTo>
                    <a:pt x="137" y="9"/>
                    <a:pt x="138" y="9"/>
                    <a:pt x="138" y="9"/>
                  </a:cubicBezTo>
                  <a:cubicBezTo>
                    <a:pt x="138" y="9"/>
                    <a:pt x="139" y="9"/>
                    <a:pt x="139" y="9"/>
                  </a:cubicBezTo>
                  <a:cubicBezTo>
                    <a:pt x="140" y="8"/>
                    <a:pt x="141" y="8"/>
                    <a:pt x="142" y="8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6" y="13"/>
                    <a:pt x="146" y="13"/>
                    <a:pt x="146" y="13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7" y="8"/>
                    <a:pt x="148" y="8"/>
                    <a:pt x="149" y="8"/>
                  </a:cubicBezTo>
                  <a:cubicBezTo>
                    <a:pt x="149" y="7"/>
                    <a:pt x="149" y="7"/>
                    <a:pt x="149" y="6"/>
                  </a:cubicBezTo>
                  <a:cubicBezTo>
                    <a:pt x="149" y="5"/>
                    <a:pt x="150" y="3"/>
                    <a:pt x="154" y="2"/>
                  </a:cubicBezTo>
                  <a:cubicBezTo>
                    <a:pt x="155" y="2"/>
                    <a:pt x="156" y="2"/>
                    <a:pt x="158" y="2"/>
                  </a:cubicBezTo>
                  <a:cubicBezTo>
                    <a:pt x="158" y="2"/>
                    <a:pt x="158" y="2"/>
                    <a:pt x="159" y="2"/>
                  </a:cubicBezTo>
                  <a:cubicBezTo>
                    <a:pt x="164" y="0"/>
                    <a:pt x="166" y="3"/>
                    <a:pt x="167" y="4"/>
                  </a:cubicBezTo>
                  <a:cubicBezTo>
                    <a:pt x="167" y="4"/>
                    <a:pt x="169" y="4"/>
                    <a:pt x="170" y="3"/>
                  </a:cubicBezTo>
                  <a:cubicBezTo>
                    <a:pt x="171" y="3"/>
                    <a:pt x="174" y="3"/>
                    <a:pt x="176" y="3"/>
                  </a:cubicBezTo>
                  <a:cubicBezTo>
                    <a:pt x="176" y="4"/>
                    <a:pt x="177" y="4"/>
                    <a:pt x="178" y="4"/>
                  </a:cubicBezTo>
                  <a:cubicBezTo>
                    <a:pt x="180" y="4"/>
                    <a:pt x="182" y="4"/>
                    <a:pt x="184" y="4"/>
                  </a:cubicBezTo>
                  <a:cubicBezTo>
                    <a:pt x="185" y="4"/>
                    <a:pt x="186" y="4"/>
                    <a:pt x="186" y="4"/>
                  </a:cubicBezTo>
                  <a:cubicBezTo>
                    <a:pt x="190" y="5"/>
                    <a:pt x="190" y="4"/>
                    <a:pt x="193" y="3"/>
                  </a:cubicBezTo>
                  <a:cubicBezTo>
                    <a:pt x="194" y="2"/>
                    <a:pt x="197" y="3"/>
                    <a:pt x="200" y="4"/>
                  </a:cubicBezTo>
                  <a:cubicBezTo>
                    <a:pt x="200" y="4"/>
                    <a:pt x="201" y="4"/>
                    <a:pt x="201" y="4"/>
                  </a:cubicBezTo>
                  <a:cubicBezTo>
                    <a:pt x="201" y="4"/>
                    <a:pt x="204" y="5"/>
                    <a:pt x="205" y="8"/>
                  </a:cubicBezTo>
                  <a:cubicBezTo>
                    <a:pt x="205" y="8"/>
                    <a:pt x="206" y="8"/>
                    <a:pt x="206" y="8"/>
                  </a:cubicBezTo>
                  <a:cubicBezTo>
                    <a:pt x="207" y="9"/>
                    <a:pt x="207" y="10"/>
                    <a:pt x="208" y="10"/>
                  </a:cubicBezTo>
                  <a:cubicBezTo>
                    <a:pt x="209" y="11"/>
                    <a:pt x="209" y="11"/>
                    <a:pt x="210" y="11"/>
                  </a:cubicBezTo>
                  <a:cubicBezTo>
                    <a:pt x="212" y="12"/>
                    <a:pt x="213" y="14"/>
                    <a:pt x="214" y="16"/>
                  </a:cubicBezTo>
                  <a:cubicBezTo>
                    <a:pt x="215" y="16"/>
                    <a:pt x="215" y="17"/>
                    <a:pt x="215" y="17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8" y="20"/>
                    <a:pt x="219" y="21"/>
                    <a:pt x="220" y="22"/>
                  </a:cubicBezTo>
                  <a:cubicBezTo>
                    <a:pt x="222" y="23"/>
                    <a:pt x="224" y="23"/>
                    <a:pt x="225" y="25"/>
                  </a:cubicBezTo>
                  <a:cubicBezTo>
                    <a:pt x="227" y="27"/>
                    <a:pt x="227" y="29"/>
                    <a:pt x="226" y="31"/>
                  </a:cubicBezTo>
                  <a:cubicBezTo>
                    <a:pt x="226" y="31"/>
                    <a:pt x="226" y="31"/>
                    <a:pt x="226" y="31"/>
                  </a:cubicBezTo>
                  <a:cubicBezTo>
                    <a:pt x="227" y="31"/>
                    <a:pt x="228" y="32"/>
                    <a:pt x="228" y="32"/>
                  </a:cubicBezTo>
                  <a:cubicBezTo>
                    <a:pt x="230" y="34"/>
                    <a:pt x="230" y="35"/>
                    <a:pt x="231" y="36"/>
                  </a:cubicBezTo>
                  <a:cubicBezTo>
                    <a:pt x="231" y="36"/>
                    <a:pt x="231" y="36"/>
                    <a:pt x="231" y="35"/>
                  </a:cubicBezTo>
                  <a:cubicBezTo>
                    <a:pt x="234" y="34"/>
                    <a:pt x="237" y="32"/>
                    <a:pt x="240" y="34"/>
                  </a:cubicBezTo>
                  <a:cubicBezTo>
                    <a:pt x="241" y="34"/>
                    <a:pt x="242" y="35"/>
                    <a:pt x="242" y="37"/>
                  </a:cubicBezTo>
                  <a:cubicBezTo>
                    <a:pt x="243" y="37"/>
                    <a:pt x="243" y="37"/>
                    <a:pt x="243" y="37"/>
                  </a:cubicBezTo>
                  <a:cubicBezTo>
                    <a:pt x="247" y="36"/>
                    <a:pt x="248" y="35"/>
                    <a:pt x="249" y="35"/>
                  </a:cubicBezTo>
                  <a:cubicBezTo>
                    <a:pt x="250" y="35"/>
                    <a:pt x="251" y="36"/>
                    <a:pt x="252" y="36"/>
                  </a:cubicBezTo>
                  <a:cubicBezTo>
                    <a:pt x="253" y="37"/>
                    <a:pt x="254" y="38"/>
                    <a:pt x="255" y="39"/>
                  </a:cubicBezTo>
                  <a:cubicBezTo>
                    <a:pt x="255" y="40"/>
                    <a:pt x="255" y="40"/>
                    <a:pt x="255" y="40"/>
                  </a:cubicBezTo>
                  <a:cubicBezTo>
                    <a:pt x="256" y="40"/>
                    <a:pt x="257" y="41"/>
                    <a:pt x="257" y="41"/>
                  </a:cubicBezTo>
                  <a:cubicBezTo>
                    <a:pt x="259" y="43"/>
                    <a:pt x="259" y="44"/>
                    <a:pt x="260" y="46"/>
                  </a:cubicBezTo>
                  <a:cubicBezTo>
                    <a:pt x="261" y="47"/>
                    <a:pt x="262" y="49"/>
                    <a:pt x="263" y="51"/>
                  </a:cubicBezTo>
                  <a:cubicBezTo>
                    <a:pt x="264" y="52"/>
                    <a:pt x="264" y="52"/>
                    <a:pt x="264" y="52"/>
                  </a:cubicBezTo>
                  <a:cubicBezTo>
                    <a:pt x="265" y="54"/>
                    <a:pt x="265" y="56"/>
                    <a:pt x="265" y="58"/>
                  </a:cubicBezTo>
                  <a:cubicBezTo>
                    <a:pt x="266" y="59"/>
                    <a:pt x="266" y="60"/>
                    <a:pt x="266" y="61"/>
                  </a:cubicBezTo>
                  <a:cubicBezTo>
                    <a:pt x="267" y="63"/>
                    <a:pt x="267" y="63"/>
                    <a:pt x="268" y="64"/>
                  </a:cubicBezTo>
                  <a:cubicBezTo>
                    <a:pt x="269" y="66"/>
                    <a:pt x="270" y="67"/>
                    <a:pt x="270" y="69"/>
                  </a:cubicBezTo>
                  <a:cubicBezTo>
                    <a:pt x="270" y="69"/>
                    <a:pt x="270" y="69"/>
                    <a:pt x="270" y="69"/>
                  </a:cubicBezTo>
                  <a:cubicBezTo>
                    <a:pt x="271" y="70"/>
                    <a:pt x="271" y="70"/>
                    <a:pt x="272" y="70"/>
                  </a:cubicBezTo>
                  <a:cubicBezTo>
                    <a:pt x="276" y="72"/>
                    <a:pt x="277" y="74"/>
                    <a:pt x="277" y="77"/>
                  </a:cubicBezTo>
                  <a:cubicBezTo>
                    <a:pt x="277" y="77"/>
                    <a:pt x="278" y="77"/>
                    <a:pt x="278" y="77"/>
                  </a:cubicBezTo>
                  <a:cubicBezTo>
                    <a:pt x="285" y="77"/>
                    <a:pt x="286" y="82"/>
                    <a:pt x="286" y="85"/>
                  </a:cubicBezTo>
                  <a:cubicBezTo>
                    <a:pt x="287" y="86"/>
                    <a:pt x="287" y="87"/>
                    <a:pt x="287" y="87"/>
                  </a:cubicBezTo>
                  <a:cubicBezTo>
                    <a:pt x="287" y="87"/>
                    <a:pt x="287" y="87"/>
                    <a:pt x="287" y="87"/>
                  </a:cubicBezTo>
                  <a:cubicBezTo>
                    <a:pt x="288" y="88"/>
                    <a:pt x="289" y="89"/>
                    <a:pt x="290" y="90"/>
                  </a:cubicBezTo>
                  <a:cubicBezTo>
                    <a:pt x="291" y="91"/>
                    <a:pt x="292" y="93"/>
                    <a:pt x="292" y="96"/>
                  </a:cubicBezTo>
                  <a:cubicBezTo>
                    <a:pt x="292" y="96"/>
                    <a:pt x="292" y="96"/>
                    <a:pt x="293" y="96"/>
                  </a:cubicBezTo>
                  <a:cubicBezTo>
                    <a:pt x="295" y="98"/>
                    <a:pt x="295" y="101"/>
                    <a:pt x="295" y="102"/>
                  </a:cubicBezTo>
                  <a:cubicBezTo>
                    <a:pt x="295" y="102"/>
                    <a:pt x="296" y="102"/>
                    <a:pt x="296" y="102"/>
                  </a:cubicBezTo>
                  <a:cubicBezTo>
                    <a:pt x="296" y="102"/>
                    <a:pt x="296" y="102"/>
                    <a:pt x="297" y="102"/>
                  </a:cubicBezTo>
                  <a:cubicBezTo>
                    <a:pt x="298" y="102"/>
                    <a:pt x="301" y="103"/>
                    <a:pt x="303" y="104"/>
                  </a:cubicBezTo>
                  <a:cubicBezTo>
                    <a:pt x="306" y="105"/>
                    <a:pt x="311" y="108"/>
                    <a:pt x="313" y="112"/>
                  </a:cubicBezTo>
                  <a:cubicBezTo>
                    <a:pt x="314" y="114"/>
                    <a:pt x="315" y="116"/>
                    <a:pt x="315" y="117"/>
                  </a:cubicBezTo>
                  <a:cubicBezTo>
                    <a:pt x="315" y="118"/>
                    <a:pt x="315" y="118"/>
                    <a:pt x="316" y="119"/>
                  </a:cubicBezTo>
                  <a:cubicBezTo>
                    <a:pt x="318" y="120"/>
                    <a:pt x="321" y="122"/>
                    <a:pt x="323" y="124"/>
                  </a:cubicBezTo>
                  <a:cubicBezTo>
                    <a:pt x="326" y="125"/>
                    <a:pt x="327" y="127"/>
                    <a:pt x="328" y="129"/>
                  </a:cubicBezTo>
                  <a:cubicBezTo>
                    <a:pt x="329" y="129"/>
                    <a:pt x="330" y="130"/>
                    <a:pt x="331" y="131"/>
                  </a:cubicBezTo>
                  <a:cubicBezTo>
                    <a:pt x="331" y="131"/>
                    <a:pt x="332" y="132"/>
                    <a:pt x="331" y="134"/>
                  </a:cubicBezTo>
                  <a:cubicBezTo>
                    <a:pt x="333" y="137"/>
                    <a:pt x="331" y="141"/>
                    <a:pt x="330" y="143"/>
                  </a:cubicBezTo>
                  <a:cubicBezTo>
                    <a:pt x="329" y="144"/>
                    <a:pt x="329" y="144"/>
                    <a:pt x="329" y="144"/>
                  </a:cubicBezTo>
                  <a:cubicBezTo>
                    <a:pt x="329" y="145"/>
                    <a:pt x="329" y="145"/>
                    <a:pt x="328" y="146"/>
                  </a:cubicBezTo>
                  <a:cubicBezTo>
                    <a:pt x="328" y="147"/>
                    <a:pt x="329" y="147"/>
                    <a:pt x="329" y="148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0" y="149"/>
                    <a:pt x="333" y="150"/>
                    <a:pt x="334" y="152"/>
                  </a:cubicBezTo>
                  <a:cubicBezTo>
                    <a:pt x="335" y="152"/>
                    <a:pt x="335" y="154"/>
                    <a:pt x="335" y="155"/>
                  </a:cubicBezTo>
                  <a:cubicBezTo>
                    <a:pt x="336" y="156"/>
                    <a:pt x="336" y="156"/>
                    <a:pt x="337" y="156"/>
                  </a:cubicBezTo>
                  <a:cubicBezTo>
                    <a:pt x="339" y="158"/>
                    <a:pt x="340" y="161"/>
                    <a:pt x="341" y="164"/>
                  </a:cubicBezTo>
                  <a:cubicBezTo>
                    <a:pt x="342" y="168"/>
                    <a:pt x="341" y="171"/>
                    <a:pt x="340" y="174"/>
                  </a:cubicBezTo>
                  <a:cubicBezTo>
                    <a:pt x="340" y="176"/>
                    <a:pt x="340" y="176"/>
                    <a:pt x="340" y="176"/>
                  </a:cubicBezTo>
                  <a:cubicBezTo>
                    <a:pt x="340" y="177"/>
                    <a:pt x="340" y="178"/>
                    <a:pt x="341" y="180"/>
                  </a:cubicBezTo>
                  <a:cubicBezTo>
                    <a:pt x="343" y="183"/>
                    <a:pt x="345" y="187"/>
                    <a:pt x="342" y="193"/>
                  </a:cubicBezTo>
                  <a:cubicBezTo>
                    <a:pt x="341" y="196"/>
                    <a:pt x="339" y="197"/>
                    <a:pt x="337" y="198"/>
                  </a:cubicBezTo>
                  <a:cubicBezTo>
                    <a:pt x="337" y="198"/>
                    <a:pt x="336" y="198"/>
                    <a:pt x="336" y="198"/>
                  </a:cubicBezTo>
                  <a:cubicBezTo>
                    <a:pt x="337" y="199"/>
                    <a:pt x="337" y="200"/>
                    <a:pt x="337" y="201"/>
                  </a:cubicBezTo>
                  <a:cubicBezTo>
                    <a:pt x="338" y="202"/>
                    <a:pt x="340" y="204"/>
                    <a:pt x="342" y="205"/>
                  </a:cubicBezTo>
                  <a:cubicBezTo>
                    <a:pt x="345" y="208"/>
                    <a:pt x="346" y="210"/>
                    <a:pt x="347" y="213"/>
                  </a:cubicBezTo>
                  <a:cubicBezTo>
                    <a:pt x="347" y="213"/>
                    <a:pt x="347" y="212"/>
                    <a:pt x="348" y="212"/>
                  </a:cubicBezTo>
                  <a:cubicBezTo>
                    <a:pt x="351" y="210"/>
                    <a:pt x="354" y="211"/>
                    <a:pt x="355" y="212"/>
                  </a:cubicBezTo>
                  <a:cubicBezTo>
                    <a:pt x="356" y="212"/>
                    <a:pt x="357" y="212"/>
                    <a:pt x="358" y="212"/>
                  </a:cubicBezTo>
                  <a:cubicBezTo>
                    <a:pt x="360" y="214"/>
                    <a:pt x="361" y="215"/>
                    <a:pt x="361" y="216"/>
                  </a:cubicBezTo>
                  <a:cubicBezTo>
                    <a:pt x="363" y="217"/>
                    <a:pt x="366" y="221"/>
                    <a:pt x="367" y="225"/>
                  </a:cubicBezTo>
                  <a:cubicBezTo>
                    <a:pt x="367" y="226"/>
                    <a:pt x="367" y="227"/>
                    <a:pt x="366" y="227"/>
                  </a:cubicBezTo>
                  <a:cubicBezTo>
                    <a:pt x="367" y="228"/>
                    <a:pt x="367" y="229"/>
                    <a:pt x="367" y="229"/>
                  </a:cubicBezTo>
                  <a:cubicBezTo>
                    <a:pt x="367" y="230"/>
                    <a:pt x="367" y="231"/>
                    <a:pt x="367" y="231"/>
                  </a:cubicBezTo>
                  <a:cubicBezTo>
                    <a:pt x="368" y="232"/>
                    <a:pt x="368" y="232"/>
                    <a:pt x="368" y="232"/>
                  </a:cubicBezTo>
                  <a:cubicBezTo>
                    <a:pt x="369" y="232"/>
                    <a:pt x="370" y="233"/>
                    <a:pt x="371" y="234"/>
                  </a:cubicBezTo>
                  <a:cubicBezTo>
                    <a:pt x="372" y="235"/>
                    <a:pt x="373" y="236"/>
                    <a:pt x="373" y="238"/>
                  </a:cubicBezTo>
                  <a:cubicBezTo>
                    <a:pt x="373" y="238"/>
                    <a:pt x="373" y="238"/>
                    <a:pt x="373" y="238"/>
                  </a:cubicBezTo>
                  <a:cubicBezTo>
                    <a:pt x="374" y="239"/>
                    <a:pt x="374" y="239"/>
                    <a:pt x="375" y="240"/>
                  </a:cubicBezTo>
                  <a:cubicBezTo>
                    <a:pt x="378" y="243"/>
                    <a:pt x="377" y="246"/>
                    <a:pt x="376" y="248"/>
                  </a:cubicBezTo>
                  <a:cubicBezTo>
                    <a:pt x="376" y="249"/>
                    <a:pt x="375" y="250"/>
                    <a:pt x="374" y="250"/>
                  </a:cubicBezTo>
                  <a:cubicBezTo>
                    <a:pt x="375" y="251"/>
                    <a:pt x="375" y="252"/>
                    <a:pt x="375" y="252"/>
                  </a:cubicBezTo>
                  <a:cubicBezTo>
                    <a:pt x="375" y="252"/>
                    <a:pt x="376" y="258"/>
                    <a:pt x="375" y="260"/>
                  </a:cubicBezTo>
                  <a:cubicBezTo>
                    <a:pt x="375" y="262"/>
                    <a:pt x="374" y="263"/>
                    <a:pt x="373" y="263"/>
                  </a:cubicBezTo>
                  <a:cubicBezTo>
                    <a:pt x="373" y="264"/>
                    <a:pt x="373" y="265"/>
                    <a:pt x="373" y="265"/>
                  </a:cubicBezTo>
                  <a:cubicBezTo>
                    <a:pt x="373" y="266"/>
                    <a:pt x="373" y="267"/>
                    <a:pt x="373" y="267"/>
                  </a:cubicBezTo>
                  <a:cubicBezTo>
                    <a:pt x="373" y="268"/>
                    <a:pt x="373" y="269"/>
                    <a:pt x="373" y="269"/>
                  </a:cubicBezTo>
                  <a:cubicBezTo>
                    <a:pt x="373" y="269"/>
                    <a:pt x="373" y="269"/>
                    <a:pt x="373" y="270"/>
                  </a:cubicBezTo>
                  <a:cubicBezTo>
                    <a:pt x="373" y="270"/>
                    <a:pt x="374" y="270"/>
                    <a:pt x="374" y="270"/>
                  </a:cubicBezTo>
                  <a:cubicBezTo>
                    <a:pt x="374" y="270"/>
                    <a:pt x="375" y="271"/>
                    <a:pt x="375" y="271"/>
                  </a:cubicBezTo>
                  <a:cubicBezTo>
                    <a:pt x="377" y="273"/>
                    <a:pt x="376" y="276"/>
                    <a:pt x="376" y="279"/>
                  </a:cubicBezTo>
                  <a:cubicBezTo>
                    <a:pt x="376" y="279"/>
                    <a:pt x="376" y="280"/>
                    <a:pt x="376" y="280"/>
                  </a:cubicBezTo>
                  <a:cubicBezTo>
                    <a:pt x="376" y="281"/>
                    <a:pt x="375" y="283"/>
                    <a:pt x="374" y="284"/>
                  </a:cubicBezTo>
                  <a:cubicBezTo>
                    <a:pt x="373" y="285"/>
                    <a:pt x="372" y="285"/>
                    <a:pt x="371" y="284"/>
                  </a:cubicBezTo>
                  <a:cubicBezTo>
                    <a:pt x="369" y="284"/>
                    <a:pt x="368" y="284"/>
                    <a:pt x="367" y="284"/>
                  </a:cubicBezTo>
                  <a:cubicBezTo>
                    <a:pt x="364" y="283"/>
                    <a:pt x="362" y="283"/>
                    <a:pt x="359" y="283"/>
                  </a:cubicBezTo>
                  <a:cubicBezTo>
                    <a:pt x="358" y="283"/>
                    <a:pt x="357" y="284"/>
                    <a:pt x="355" y="284"/>
                  </a:cubicBezTo>
                  <a:cubicBezTo>
                    <a:pt x="354" y="285"/>
                    <a:pt x="352" y="285"/>
                    <a:pt x="351" y="286"/>
                  </a:cubicBezTo>
                  <a:cubicBezTo>
                    <a:pt x="347" y="286"/>
                    <a:pt x="344" y="286"/>
                    <a:pt x="342" y="285"/>
                  </a:cubicBezTo>
                  <a:cubicBezTo>
                    <a:pt x="341" y="285"/>
                    <a:pt x="340" y="284"/>
                    <a:pt x="339" y="284"/>
                  </a:cubicBezTo>
                  <a:cubicBezTo>
                    <a:pt x="339" y="284"/>
                    <a:pt x="338" y="284"/>
                    <a:pt x="337" y="284"/>
                  </a:cubicBezTo>
                  <a:cubicBezTo>
                    <a:pt x="336" y="285"/>
                    <a:pt x="334" y="285"/>
                    <a:pt x="332" y="285"/>
                  </a:cubicBezTo>
                  <a:cubicBezTo>
                    <a:pt x="331" y="285"/>
                    <a:pt x="330" y="285"/>
                    <a:pt x="329" y="285"/>
                  </a:cubicBezTo>
                  <a:cubicBezTo>
                    <a:pt x="329" y="285"/>
                    <a:pt x="329" y="285"/>
                    <a:pt x="329" y="285"/>
                  </a:cubicBezTo>
                  <a:cubicBezTo>
                    <a:pt x="328" y="286"/>
                    <a:pt x="327" y="287"/>
                    <a:pt x="326" y="287"/>
                  </a:cubicBezTo>
                  <a:cubicBezTo>
                    <a:pt x="323" y="288"/>
                    <a:pt x="318" y="290"/>
                    <a:pt x="315" y="290"/>
                  </a:cubicBezTo>
                  <a:cubicBezTo>
                    <a:pt x="314" y="290"/>
                    <a:pt x="314" y="290"/>
                    <a:pt x="313" y="290"/>
                  </a:cubicBezTo>
                  <a:cubicBezTo>
                    <a:pt x="310" y="290"/>
                    <a:pt x="308" y="288"/>
                    <a:pt x="307" y="287"/>
                  </a:cubicBezTo>
                  <a:cubicBezTo>
                    <a:pt x="307" y="287"/>
                    <a:pt x="306" y="286"/>
                    <a:pt x="306" y="286"/>
                  </a:cubicBezTo>
                  <a:cubicBezTo>
                    <a:pt x="305" y="286"/>
                    <a:pt x="305" y="286"/>
                    <a:pt x="305" y="286"/>
                  </a:cubicBezTo>
                  <a:cubicBezTo>
                    <a:pt x="305" y="286"/>
                    <a:pt x="304" y="286"/>
                    <a:pt x="304" y="286"/>
                  </a:cubicBezTo>
                  <a:cubicBezTo>
                    <a:pt x="303" y="286"/>
                    <a:pt x="302" y="286"/>
                    <a:pt x="301" y="286"/>
                  </a:cubicBezTo>
                  <a:cubicBezTo>
                    <a:pt x="301" y="287"/>
                    <a:pt x="300" y="287"/>
                    <a:pt x="300" y="287"/>
                  </a:cubicBezTo>
                  <a:cubicBezTo>
                    <a:pt x="299" y="288"/>
                    <a:pt x="297" y="288"/>
                    <a:pt x="296" y="287"/>
                  </a:cubicBezTo>
                  <a:cubicBezTo>
                    <a:pt x="295" y="287"/>
                    <a:pt x="294" y="285"/>
                    <a:pt x="294" y="284"/>
                  </a:cubicBezTo>
                  <a:cubicBezTo>
                    <a:pt x="294" y="283"/>
                    <a:pt x="293" y="283"/>
                    <a:pt x="293" y="283"/>
                  </a:cubicBezTo>
                  <a:cubicBezTo>
                    <a:pt x="293" y="283"/>
                    <a:pt x="293" y="283"/>
                    <a:pt x="292" y="283"/>
                  </a:cubicBezTo>
                  <a:cubicBezTo>
                    <a:pt x="291" y="283"/>
                    <a:pt x="290" y="283"/>
                    <a:pt x="289" y="283"/>
                  </a:cubicBezTo>
                  <a:cubicBezTo>
                    <a:pt x="287" y="282"/>
                    <a:pt x="286" y="281"/>
                    <a:pt x="285" y="281"/>
                  </a:cubicBezTo>
                  <a:cubicBezTo>
                    <a:pt x="284" y="280"/>
                    <a:pt x="283" y="280"/>
                    <a:pt x="282" y="280"/>
                  </a:cubicBezTo>
                  <a:cubicBezTo>
                    <a:pt x="281" y="279"/>
                    <a:pt x="280" y="279"/>
                    <a:pt x="279" y="278"/>
                  </a:cubicBezTo>
                  <a:cubicBezTo>
                    <a:pt x="279" y="279"/>
                    <a:pt x="278" y="279"/>
                    <a:pt x="277" y="280"/>
                  </a:cubicBezTo>
                  <a:cubicBezTo>
                    <a:pt x="276" y="280"/>
                    <a:pt x="275" y="280"/>
                    <a:pt x="274" y="280"/>
                  </a:cubicBezTo>
                  <a:cubicBezTo>
                    <a:pt x="274" y="280"/>
                    <a:pt x="269" y="280"/>
                    <a:pt x="267" y="279"/>
                  </a:cubicBezTo>
                  <a:cubicBezTo>
                    <a:pt x="264" y="276"/>
                    <a:pt x="264" y="273"/>
                    <a:pt x="265" y="270"/>
                  </a:cubicBezTo>
                  <a:cubicBezTo>
                    <a:pt x="265" y="270"/>
                    <a:pt x="265" y="270"/>
                    <a:pt x="265" y="270"/>
                  </a:cubicBezTo>
                  <a:cubicBezTo>
                    <a:pt x="263" y="269"/>
                    <a:pt x="263" y="269"/>
                    <a:pt x="263" y="269"/>
                  </a:cubicBezTo>
                  <a:cubicBezTo>
                    <a:pt x="260" y="269"/>
                    <a:pt x="256" y="269"/>
                    <a:pt x="252" y="269"/>
                  </a:cubicBezTo>
                  <a:cubicBezTo>
                    <a:pt x="246" y="268"/>
                    <a:pt x="239" y="268"/>
                    <a:pt x="232" y="267"/>
                  </a:cubicBezTo>
                  <a:cubicBezTo>
                    <a:pt x="226" y="267"/>
                    <a:pt x="219" y="267"/>
                    <a:pt x="213" y="267"/>
                  </a:cubicBezTo>
                  <a:cubicBezTo>
                    <a:pt x="187" y="267"/>
                    <a:pt x="187" y="267"/>
                    <a:pt x="187" y="267"/>
                  </a:cubicBezTo>
                  <a:cubicBezTo>
                    <a:pt x="185" y="267"/>
                    <a:pt x="185" y="267"/>
                    <a:pt x="185" y="267"/>
                  </a:cubicBezTo>
                  <a:cubicBezTo>
                    <a:pt x="181" y="267"/>
                    <a:pt x="177" y="267"/>
                    <a:pt x="173" y="267"/>
                  </a:cubicBezTo>
                  <a:cubicBezTo>
                    <a:pt x="168" y="266"/>
                    <a:pt x="164" y="266"/>
                    <a:pt x="159" y="266"/>
                  </a:cubicBezTo>
                  <a:cubicBezTo>
                    <a:pt x="149" y="266"/>
                    <a:pt x="142" y="267"/>
                    <a:pt x="137" y="270"/>
                  </a:cubicBezTo>
                  <a:cubicBezTo>
                    <a:pt x="135" y="271"/>
                    <a:pt x="132" y="272"/>
                    <a:pt x="130" y="274"/>
                  </a:cubicBezTo>
                  <a:cubicBezTo>
                    <a:pt x="127" y="275"/>
                    <a:pt x="124" y="277"/>
                    <a:pt x="120" y="279"/>
                  </a:cubicBezTo>
                  <a:cubicBezTo>
                    <a:pt x="113" y="283"/>
                    <a:pt x="108" y="282"/>
                    <a:pt x="101" y="282"/>
                  </a:cubicBezTo>
                  <a:cubicBezTo>
                    <a:pt x="100" y="282"/>
                    <a:pt x="100" y="282"/>
                    <a:pt x="100" y="282"/>
                  </a:cubicBezTo>
                  <a:cubicBezTo>
                    <a:pt x="96" y="282"/>
                    <a:pt x="92" y="282"/>
                    <a:pt x="87" y="281"/>
                  </a:cubicBezTo>
                  <a:cubicBezTo>
                    <a:pt x="87" y="281"/>
                    <a:pt x="87" y="281"/>
                    <a:pt x="87" y="281"/>
                  </a:cubicBezTo>
                  <a:cubicBezTo>
                    <a:pt x="87" y="281"/>
                    <a:pt x="87" y="281"/>
                    <a:pt x="87" y="281"/>
                  </a:cubicBezTo>
                  <a:cubicBezTo>
                    <a:pt x="84" y="281"/>
                    <a:pt x="81" y="281"/>
                    <a:pt x="80" y="282"/>
                  </a:cubicBezTo>
                  <a:cubicBezTo>
                    <a:pt x="78" y="282"/>
                    <a:pt x="76" y="283"/>
                    <a:pt x="74" y="284"/>
                  </a:cubicBezTo>
                  <a:cubicBezTo>
                    <a:pt x="74" y="285"/>
                    <a:pt x="73" y="285"/>
                    <a:pt x="72" y="286"/>
                  </a:cubicBezTo>
                  <a:cubicBezTo>
                    <a:pt x="69" y="288"/>
                    <a:pt x="65" y="288"/>
                    <a:pt x="62" y="288"/>
                  </a:cubicBezTo>
                  <a:cubicBezTo>
                    <a:pt x="60" y="288"/>
                    <a:pt x="58" y="289"/>
                    <a:pt x="56" y="289"/>
                  </a:cubicBezTo>
                  <a:cubicBezTo>
                    <a:pt x="53" y="290"/>
                    <a:pt x="50" y="290"/>
                    <a:pt x="49" y="290"/>
                  </a:cubicBezTo>
                  <a:cubicBezTo>
                    <a:pt x="48" y="290"/>
                    <a:pt x="47" y="290"/>
                    <a:pt x="46" y="289"/>
                  </a:cubicBezTo>
                  <a:cubicBezTo>
                    <a:pt x="45" y="289"/>
                    <a:pt x="44" y="287"/>
                    <a:pt x="44" y="285"/>
                  </a:cubicBezTo>
                  <a:cubicBezTo>
                    <a:pt x="47" y="246"/>
                    <a:pt x="47" y="246"/>
                    <a:pt x="47" y="246"/>
                  </a:cubicBezTo>
                  <a:cubicBezTo>
                    <a:pt x="47" y="246"/>
                    <a:pt x="46" y="245"/>
                    <a:pt x="46" y="244"/>
                  </a:cubicBezTo>
                  <a:cubicBezTo>
                    <a:pt x="45" y="242"/>
                    <a:pt x="43" y="238"/>
                    <a:pt x="45" y="234"/>
                  </a:cubicBezTo>
                  <a:cubicBezTo>
                    <a:pt x="45" y="232"/>
                    <a:pt x="47" y="230"/>
                    <a:pt x="48" y="229"/>
                  </a:cubicBezTo>
                  <a:cubicBezTo>
                    <a:pt x="51" y="227"/>
                    <a:pt x="58" y="227"/>
                    <a:pt x="58" y="227"/>
                  </a:cubicBezTo>
                  <a:close/>
                  <a:moveTo>
                    <a:pt x="313" y="281"/>
                  </a:moveTo>
                  <a:cubicBezTo>
                    <a:pt x="313" y="286"/>
                    <a:pt x="313" y="286"/>
                    <a:pt x="313" y="286"/>
                  </a:cubicBezTo>
                  <a:cubicBezTo>
                    <a:pt x="313" y="281"/>
                    <a:pt x="313" y="281"/>
                    <a:pt x="313" y="281"/>
                  </a:cubicBezTo>
                  <a:close/>
                  <a:moveTo>
                    <a:pt x="313" y="281"/>
                  </a:moveTo>
                  <a:cubicBezTo>
                    <a:pt x="313" y="286"/>
                    <a:pt x="313" y="286"/>
                    <a:pt x="313" y="286"/>
                  </a:cubicBezTo>
                  <a:cubicBezTo>
                    <a:pt x="314" y="281"/>
                    <a:pt x="314" y="281"/>
                    <a:pt x="314" y="281"/>
                  </a:cubicBezTo>
                  <a:cubicBezTo>
                    <a:pt x="314" y="281"/>
                    <a:pt x="314" y="281"/>
                    <a:pt x="313" y="281"/>
                  </a:cubicBezTo>
                  <a:close/>
                  <a:moveTo>
                    <a:pt x="305" y="276"/>
                  </a:moveTo>
                  <a:cubicBezTo>
                    <a:pt x="307" y="276"/>
                    <a:pt x="309" y="277"/>
                    <a:pt x="311" y="278"/>
                  </a:cubicBezTo>
                  <a:cubicBezTo>
                    <a:pt x="313" y="279"/>
                    <a:pt x="314" y="280"/>
                    <a:pt x="314" y="281"/>
                  </a:cubicBezTo>
                  <a:cubicBezTo>
                    <a:pt x="316" y="281"/>
                    <a:pt x="320" y="280"/>
                    <a:pt x="322" y="279"/>
                  </a:cubicBezTo>
                  <a:cubicBezTo>
                    <a:pt x="322" y="278"/>
                    <a:pt x="323" y="277"/>
                    <a:pt x="325" y="276"/>
                  </a:cubicBezTo>
                  <a:cubicBezTo>
                    <a:pt x="327" y="275"/>
                    <a:pt x="329" y="275"/>
                    <a:pt x="331" y="276"/>
                  </a:cubicBezTo>
                  <a:cubicBezTo>
                    <a:pt x="331" y="276"/>
                    <a:pt x="332" y="276"/>
                    <a:pt x="332" y="276"/>
                  </a:cubicBezTo>
                  <a:cubicBezTo>
                    <a:pt x="333" y="276"/>
                    <a:pt x="334" y="276"/>
                    <a:pt x="335" y="275"/>
                  </a:cubicBezTo>
                  <a:cubicBezTo>
                    <a:pt x="337" y="275"/>
                    <a:pt x="338" y="275"/>
                    <a:pt x="339" y="275"/>
                  </a:cubicBezTo>
                  <a:cubicBezTo>
                    <a:pt x="339" y="275"/>
                    <a:pt x="340" y="275"/>
                    <a:pt x="340" y="275"/>
                  </a:cubicBezTo>
                  <a:cubicBezTo>
                    <a:pt x="342" y="275"/>
                    <a:pt x="343" y="276"/>
                    <a:pt x="345" y="276"/>
                  </a:cubicBezTo>
                  <a:cubicBezTo>
                    <a:pt x="346" y="276"/>
                    <a:pt x="347" y="277"/>
                    <a:pt x="349" y="277"/>
                  </a:cubicBezTo>
                  <a:cubicBezTo>
                    <a:pt x="350" y="276"/>
                    <a:pt x="351" y="276"/>
                    <a:pt x="352" y="276"/>
                  </a:cubicBezTo>
                  <a:cubicBezTo>
                    <a:pt x="354" y="275"/>
                    <a:pt x="356" y="274"/>
                    <a:pt x="358" y="274"/>
                  </a:cubicBezTo>
                  <a:cubicBezTo>
                    <a:pt x="360" y="274"/>
                    <a:pt x="362" y="274"/>
                    <a:pt x="363" y="274"/>
                  </a:cubicBezTo>
                  <a:cubicBezTo>
                    <a:pt x="363" y="273"/>
                    <a:pt x="363" y="273"/>
                    <a:pt x="363" y="272"/>
                  </a:cubicBezTo>
                  <a:cubicBezTo>
                    <a:pt x="363" y="271"/>
                    <a:pt x="363" y="269"/>
                    <a:pt x="364" y="268"/>
                  </a:cubicBezTo>
                  <a:cubicBezTo>
                    <a:pt x="364" y="268"/>
                    <a:pt x="364" y="268"/>
                    <a:pt x="364" y="268"/>
                  </a:cubicBezTo>
                  <a:cubicBezTo>
                    <a:pt x="364" y="267"/>
                    <a:pt x="364" y="266"/>
                    <a:pt x="364" y="265"/>
                  </a:cubicBezTo>
                  <a:cubicBezTo>
                    <a:pt x="362" y="263"/>
                    <a:pt x="363" y="260"/>
                    <a:pt x="364" y="259"/>
                  </a:cubicBezTo>
                  <a:cubicBezTo>
                    <a:pt x="364" y="258"/>
                    <a:pt x="365" y="257"/>
                    <a:pt x="366" y="257"/>
                  </a:cubicBezTo>
                  <a:cubicBezTo>
                    <a:pt x="366" y="256"/>
                    <a:pt x="366" y="255"/>
                    <a:pt x="366" y="254"/>
                  </a:cubicBezTo>
                  <a:cubicBezTo>
                    <a:pt x="365" y="252"/>
                    <a:pt x="365" y="251"/>
                    <a:pt x="365" y="249"/>
                  </a:cubicBezTo>
                  <a:cubicBezTo>
                    <a:pt x="365" y="247"/>
                    <a:pt x="365" y="246"/>
                    <a:pt x="365" y="245"/>
                  </a:cubicBezTo>
                  <a:cubicBezTo>
                    <a:pt x="365" y="245"/>
                    <a:pt x="365" y="245"/>
                    <a:pt x="365" y="245"/>
                  </a:cubicBezTo>
                  <a:cubicBezTo>
                    <a:pt x="365" y="245"/>
                    <a:pt x="365" y="244"/>
                    <a:pt x="365" y="244"/>
                  </a:cubicBezTo>
                  <a:cubicBezTo>
                    <a:pt x="365" y="243"/>
                    <a:pt x="365" y="243"/>
                    <a:pt x="364" y="242"/>
                  </a:cubicBezTo>
                  <a:cubicBezTo>
                    <a:pt x="364" y="242"/>
                    <a:pt x="364" y="241"/>
                    <a:pt x="364" y="241"/>
                  </a:cubicBezTo>
                  <a:cubicBezTo>
                    <a:pt x="364" y="241"/>
                    <a:pt x="364" y="240"/>
                    <a:pt x="364" y="240"/>
                  </a:cubicBezTo>
                  <a:cubicBezTo>
                    <a:pt x="363" y="240"/>
                    <a:pt x="363" y="240"/>
                    <a:pt x="363" y="239"/>
                  </a:cubicBezTo>
                  <a:cubicBezTo>
                    <a:pt x="362" y="239"/>
                    <a:pt x="360" y="238"/>
                    <a:pt x="360" y="236"/>
                  </a:cubicBezTo>
                  <a:cubicBezTo>
                    <a:pt x="359" y="235"/>
                    <a:pt x="358" y="233"/>
                    <a:pt x="358" y="232"/>
                  </a:cubicBezTo>
                  <a:cubicBezTo>
                    <a:pt x="357" y="231"/>
                    <a:pt x="357" y="230"/>
                    <a:pt x="357" y="228"/>
                  </a:cubicBezTo>
                  <a:cubicBezTo>
                    <a:pt x="356" y="227"/>
                    <a:pt x="357" y="227"/>
                    <a:pt x="357" y="226"/>
                  </a:cubicBezTo>
                  <a:cubicBezTo>
                    <a:pt x="356" y="224"/>
                    <a:pt x="355" y="223"/>
                    <a:pt x="355" y="222"/>
                  </a:cubicBezTo>
                  <a:cubicBezTo>
                    <a:pt x="355" y="222"/>
                    <a:pt x="354" y="222"/>
                    <a:pt x="354" y="222"/>
                  </a:cubicBezTo>
                  <a:cubicBezTo>
                    <a:pt x="354" y="222"/>
                    <a:pt x="353" y="222"/>
                    <a:pt x="353" y="222"/>
                  </a:cubicBezTo>
                  <a:cubicBezTo>
                    <a:pt x="352" y="224"/>
                    <a:pt x="350" y="227"/>
                    <a:pt x="346" y="227"/>
                  </a:cubicBezTo>
                  <a:cubicBezTo>
                    <a:pt x="346" y="227"/>
                    <a:pt x="345" y="227"/>
                    <a:pt x="345" y="227"/>
                  </a:cubicBezTo>
                  <a:cubicBezTo>
                    <a:pt x="344" y="226"/>
                    <a:pt x="343" y="226"/>
                    <a:pt x="342" y="225"/>
                  </a:cubicBezTo>
                  <a:cubicBezTo>
                    <a:pt x="341" y="223"/>
                    <a:pt x="341" y="223"/>
                    <a:pt x="341" y="223"/>
                  </a:cubicBezTo>
                  <a:cubicBezTo>
                    <a:pt x="340" y="222"/>
                    <a:pt x="340" y="222"/>
                    <a:pt x="339" y="221"/>
                  </a:cubicBezTo>
                  <a:cubicBezTo>
                    <a:pt x="339" y="221"/>
                    <a:pt x="339" y="221"/>
                    <a:pt x="339" y="221"/>
                  </a:cubicBezTo>
                  <a:cubicBezTo>
                    <a:pt x="338" y="219"/>
                    <a:pt x="338" y="218"/>
                    <a:pt x="338" y="216"/>
                  </a:cubicBezTo>
                  <a:cubicBezTo>
                    <a:pt x="337" y="214"/>
                    <a:pt x="337" y="214"/>
                    <a:pt x="337" y="214"/>
                  </a:cubicBezTo>
                  <a:cubicBezTo>
                    <a:pt x="337" y="214"/>
                    <a:pt x="337" y="214"/>
                    <a:pt x="337" y="213"/>
                  </a:cubicBezTo>
                  <a:cubicBezTo>
                    <a:pt x="337" y="213"/>
                    <a:pt x="337" y="213"/>
                    <a:pt x="336" y="213"/>
                  </a:cubicBezTo>
                  <a:cubicBezTo>
                    <a:pt x="334" y="210"/>
                    <a:pt x="331" y="208"/>
                    <a:pt x="329" y="205"/>
                  </a:cubicBezTo>
                  <a:cubicBezTo>
                    <a:pt x="329" y="205"/>
                    <a:pt x="327" y="201"/>
                    <a:pt x="327" y="199"/>
                  </a:cubicBezTo>
                  <a:cubicBezTo>
                    <a:pt x="326" y="197"/>
                    <a:pt x="327" y="194"/>
                    <a:pt x="328" y="193"/>
                  </a:cubicBezTo>
                  <a:cubicBezTo>
                    <a:pt x="330" y="191"/>
                    <a:pt x="331" y="190"/>
                    <a:pt x="332" y="190"/>
                  </a:cubicBezTo>
                  <a:cubicBezTo>
                    <a:pt x="333" y="189"/>
                    <a:pt x="334" y="189"/>
                    <a:pt x="334" y="189"/>
                  </a:cubicBezTo>
                  <a:cubicBezTo>
                    <a:pt x="335" y="187"/>
                    <a:pt x="335" y="187"/>
                    <a:pt x="333" y="184"/>
                  </a:cubicBezTo>
                  <a:cubicBezTo>
                    <a:pt x="332" y="182"/>
                    <a:pt x="330" y="178"/>
                    <a:pt x="331" y="174"/>
                  </a:cubicBezTo>
                  <a:cubicBezTo>
                    <a:pt x="331" y="172"/>
                    <a:pt x="331" y="172"/>
                    <a:pt x="331" y="172"/>
                  </a:cubicBezTo>
                  <a:cubicBezTo>
                    <a:pt x="332" y="170"/>
                    <a:pt x="332" y="168"/>
                    <a:pt x="332" y="166"/>
                  </a:cubicBezTo>
                  <a:cubicBezTo>
                    <a:pt x="332" y="165"/>
                    <a:pt x="331" y="164"/>
                    <a:pt x="331" y="163"/>
                  </a:cubicBezTo>
                  <a:cubicBezTo>
                    <a:pt x="330" y="163"/>
                    <a:pt x="328" y="163"/>
                    <a:pt x="326" y="160"/>
                  </a:cubicBezTo>
                  <a:cubicBezTo>
                    <a:pt x="326" y="159"/>
                    <a:pt x="326" y="159"/>
                    <a:pt x="325" y="158"/>
                  </a:cubicBezTo>
                  <a:cubicBezTo>
                    <a:pt x="322" y="156"/>
                    <a:pt x="320" y="155"/>
                    <a:pt x="320" y="151"/>
                  </a:cubicBezTo>
                  <a:cubicBezTo>
                    <a:pt x="320" y="151"/>
                    <a:pt x="320" y="150"/>
                    <a:pt x="320" y="150"/>
                  </a:cubicBezTo>
                  <a:cubicBezTo>
                    <a:pt x="319" y="148"/>
                    <a:pt x="318" y="146"/>
                    <a:pt x="319" y="144"/>
                  </a:cubicBezTo>
                  <a:cubicBezTo>
                    <a:pt x="319" y="141"/>
                    <a:pt x="321" y="140"/>
                    <a:pt x="321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8"/>
                    <a:pt x="322" y="138"/>
                    <a:pt x="322" y="137"/>
                  </a:cubicBezTo>
                  <a:cubicBezTo>
                    <a:pt x="322" y="137"/>
                    <a:pt x="322" y="136"/>
                    <a:pt x="322" y="136"/>
                  </a:cubicBezTo>
                  <a:cubicBezTo>
                    <a:pt x="322" y="136"/>
                    <a:pt x="321" y="135"/>
                    <a:pt x="321" y="135"/>
                  </a:cubicBezTo>
                  <a:cubicBezTo>
                    <a:pt x="320" y="133"/>
                    <a:pt x="319" y="132"/>
                    <a:pt x="318" y="132"/>
                  </a:cubicBezTo>
                  <a:cubicBezTo>
                    <a:pt x="316" y="130"/>
                    <a:pt x="312" y="128"/>
                    <a:pt x="310" y="126"/>
                  </a:cubicBezTo>
                  <a:cubicBezTo>
                    <a:pt x="307" y="123"/>
                    <a:pt x="306" y="121"/>
                    <a:pt x="306" y="119"/>
                  </a:cubicBezTo>
                  <a:cubicBezTo>
                    <a:pt x="306" y="118"/>
                    <a:pt x="305" y="117"/>
                    <a:pt x="305" y="117"/>
                  </a:cubicBezTo>
                  <a:cubicBezTo>
                    <a:pt x="305" y="116"/>
                    <a:pt x="302" y="114"/>
                    <a:pt x="299" y="112"/>
                  </a:cubicBezTo>
                  <a:cubicBezTo>
                    <a:pt x="298" y="112"/>
                    <a:pt x="298" y="112"/>
                    <a:pt x="297" y="112"/>
                  </a:cubicBezTo>
                  <a:cubicBezTo>
                    <a:pt x="294" y="112"/>
                    <a:pt x="290" y="112"/>
                    <a:pt x="287" y="106"/>
                  </a:cubicBezTo>
                  <a:cubicBezTo>
                    <a:pt x="287" y="105"/>
                    <a:pt x="286" y="105"/>
                    <a:pt x="286" y="104"/>
                  </a:cubicBezTo>
                  <a:cubicBezTo>
                    <a:pt x="285" y="104"/>
                    <a:pt x="283" y="103"/>
                    <a:pt x="282" y="101"/>
                  </a:cubicBezTo>
                  <a:cubicBezTo>
                    <a:pt x="280" y="100"/>
                    <a:pt x="280" y="98"/>
                    <a:pt x="280" y="96"/>
                  </a:cubicBezTo>
                  <a:cubicBezTo>
                    <a:pt x="280" y="95"/>
                    <a:pt x="281" y="95"/>
                    <a:pt x="281" y="95"/>
                  </a:cubicBezTo>
                  <a:cubicBezTo>
                    <a:pt x="280" y="94"/>
                    <a:pt x="280" y="94"/>
                    <a:pt x="280" y="94"/>
                  </a:cubicBezTo>
                  <a:cubicBezTo>
                    <a:pt x="277" y="92"/>
                    <a:pt x="277" y="88"/>
                    <a:pt x="277" y="87"/>
                  </a:cubicBezTo>
                  <a:cubicBezTo>
                    <a:pt x="277" y="87"/>
                    <a:pt x="277" y="87"/>
                    <a:pt x="277" y="87"/>
                  </a:cubicBezTo>
                  <a:cubicBezTo>
                    <a:pt x="276" y="87"/>
                    <a:pt x="276" y="87"/>
                    <a:pt x="274" y="87"/>
                  </a:cubicBezTo>
                  <a:cubicBezTo>
                    <a:pt x="273" y="87"/>
                    <a:pt x="270" y="87"/>
                    <a:pt x="268" y="83"/>
                  </a:cubicBezTo>
                  <a:cubicBezTo>
                    <a:pt x="267" y="81"/>
                    <a:pt x="267" y="79"/>
                    <a:pt x="267" y="78"/>
                  </a:cubicBezTo>
                  <a:cubicBezTo>
                    <a:pt x="267" y="78"/>
                    <a:pt x="267" y="78"/>
                    <a:pt x="267" y="78"/>
                  </a:cubicBezTo>
                  <a:cubicBezTo>
                    <a:pt x="265" y="78"/>
                    <a:pt x="259" y="77"/>
                    <a:pt x="259" y="71"/>
                  </a:cubicBezTo>
                  <a:cubicBezTo>
                    <a:pt x="259" y="70"/>
                    <a:pt x="259" y="70"/>
                    <a:pt x="259" y="68"/>
                  </a:cubicBezTo>
                  <a:cubicBezTo>
                    <a:pt x="259" y="67"/>
                    <a:pt x="258" y="66"/>
                    <a:pt x="258" y="65"/>
                  </a:cubicBezTo>
                  <a:cubicBezTo>
                    <a:pt x="257" y="63"/>
                    <a:pt x="257" y="62"/>
                    <a:pt x="256" y="60"/>
                  </a:cubicBezTo>
                  <a:cubicBezTo>
                    <a:pt x="256" y="59"/>
                    <a:pt x="256" y="57"/>
                    <a:pt x="255" y="57"/>
                  </a:cubicBezTo>
                  <a:cubicBezTo>
                    <a:pt x="254" y="55"/>
                    <a:pt x="254" y="55"/>
                    <a:pt x="254" y="55"/>
                  </a:cubicBezTo>
                  <a:cubicBezTo>
                    <a:pt x="254" y="53"/>
                    <a:pt x="253" y="51"/>
                    <a:pt x="252" y="50"/>
                  </a:cubicBezTo>
                  <a:cubicBezTo>
                    <a:pt x="252" y="49"/>
                    <a:pt x="252" y="49"/>
                    <a:pt x="252" y="49"/>
                  </a:cubicBezTo>
                  <a:cubicBezTo>
                    <a:pt x="251" y="49"/>
                    <a:pt x="251" y="49"/>
                    <a:pt x="251" y="48"/>
                  </a:cubicBezTo>
                  <a:cubicBezTo>
                    <a:pt x="249" y="49"/>
                    <a:pt x="246" y="48"/>
                    <a:pt x="245" y="46"/>
                  </a:cubicBezTo>
                  <a:cubicBezTo>
                    <a:pt x="244" y="46"/>
                    <a:pt x="243" y="46"/>
                    <a:pt x="243" y="46"/>
                  </a:cubicBezTo>
                  <a:cubicBezTo>
                    <a:pt x="242" y="47"/>
                    <a:pt x="241" y="47"/>
                    <a:pt x="239" y="47"/>
                  </a:cubicBezTo>
                  <a:cubicBezTo>
                    <a:pt x="237" y="47"/>
                    <a:pt x="235" y="45"/>
                    <a:pt x="234" y="45"/>
                  </a:cubicBezTo>
                  <a:cubicBezTo>
                    <a:pt x="233" y="45"/>
                    <a:pt x="231" y="46"/>
                    <a:pt x="230" y="46"/>
                  </a:cubicBezTo>
                  <a:cubicBezTo>
                    <a:pt x="225" y="46"/>
                    <a:pt x="224" y="42"/>
                    <a:pt x="223" y="41"/>
                  </a:cubicBezTo>
                  <a:cubicBezTo>
                    <a:pt x="223" y="40"/>
                    <a:pt x="223" y="40"/>
                    <a:pt x="222" y="40"/>
                  </a:cubicBezTo>
                  <a:cubicBezTo>
                    <a:pt x="222" y="39"/>
                    <a:pt x="221" y="39"/>
                    <a:pt x="221" y="39"/>
                  </a:cubicBezTo>
                  <a:cubicBezTo>
                    <a:pt x="219" y="37"/>
                    <a:pt x="217" y="36"/>
                    <a:pt x="216" y="31"/>
                  </a:cubicBezTo>
                  <a:cubicBezTo>
                    <a:pt x="216" y="31"/>
                    <a:pt x="216" y="30"/>
                    <a:pt x="216" y="30"/>
                  </a:cubicBezTo>
                  <a:cubicBezTo>
                    <a:pt x="216" y="30"/>
                    <a:pt x="215" y="29"/>
                    <a:pt x="215" y="29"/>
                  </a:cubicBezTo>
                  <a:cubicBezTo>
                    <a:pt x="213" y="28"/>
                    <a:pt x="212" y="26"/>
                    <a:pt x="210" y="25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08" y="23"/>
                    <a:pt x="208" y="22"/>
                    <a:pt x="207" y="21"/>
                  </a:cubicBezTo>
                  <a:cubicBezTo>
                    <a:pt x="207" y="21"/>
                    <a:pt x="206" y="20"/>
                    <a:pt x="205" y="19"/>
                  </a:cubicBezTo>
                  <a:cubicBezTo>
                    <a:pt x="204" y="19"/>
                    <a:pt x="203" y="19"/>
                    <a:pt x="202" y="19"/>
                  </a:cubicBezTo>
                  <a:cubicBezTo>
                    <a:pt x="201" y="18"/>
                    <a:pt x="201" y="18"/>
                    <a:pt x="200" y="17"/>
                  </a:cubicBezTo>
                  <a:cubicBezTo>
                    <a:pt x="200" y="17"/>
                    <a:pt x="199" y="17"/>
                    <a:pt x="199" y="16"/>
                  </a:cubicBezTo>
                  <a:cubicBezTo>
                    <a:pt x="197" y="16"/>
                    <a:pt x="196" y="14"/>
                    <a:pt x="196" y="12"/>
                  </a:cubicBezTo>
                  <a:cubicBezTo>
                    <a:pt x="196" y="12"/>
                    <a:pt x="196" y="12"/>
                    <a:pt x="195" y="12"/>
                  </a:cubicBezTo>
                  <a:cubicBezTo>
                    <a:pt x="192" y="14"/>
                    <a:pt x="189" y="14"/>
                    <a:pt x="186" y="14"/>
                  </a:cubicBezTo>
                  <a:cubicBezTo>
                    <a:pt x="185" y="14"/>
                    <a:pt x="184" y="13"/>
                    <a:pt x="183" y="13"/>
                  </a:cubicBezTo>
                  <a:cubicBezTo>
                    <a:pt x="181" y="13"/>
                    <a:pt x="180" y="13"/>
                    <a:pt x="180" y="13"/>
                  </a:cubicBezTo>
                  <a:cubicBezTo>
                    <a:pt x="178" y="14"/>
                    <a:pt x="175" y="13"/>
                    <a:pt x="174" y="13"/>
                  </a:cubicBezTo>
                  <a:cubicBezTo>
                    <a:pt x="173" y="12"/>
                    <a:pt x="172" y="12"/>
                    <a:pt x="172" y="12"/>
                  </a:cubicBezTo>
                  <a:cubicBezTo>
                    <a:pt x="171" y="13"/>
                    <a:pt x="167" y="13"/>
                    <a:pt x="167" y="13"/>
                  </a:cubicBezTo>
                  <a:cubicBezTo>
                    <a:pt x="166" y="13"/>
                    <a:pt x="166" y="13"/>
                    <a:pt x="166" y="13"/>
                  </a:cubicBezTo>
                  <a:cubicBezTo>
                    <a:pt x="164" y="13"/>
                    <a:pt x="163" y="12"/>
                    <a:pt x="162" y="12"/>
                  </a:cubicBezTo>
                  <a:cubicBezTo>
                    <a:pt x="161" y="13"/>
                    <a:pt x="160" y="13"/>
                    <a:pt x="159" y="13"/>
                  </a:cubicBezTo>
                  <a:cubicBezTo>
                    <a:pt x="157" y="16"/>
                    <a:pt x="155" y="16"/>
                    <a:pt x="154" y="16"/>
                  </a:cubicBezTo>
                  <a:cubicBezTo>
                    <a:pt x="151" y="17"/>
                    <a:pt x="148" y="17"/>
                    <a:pt x="146" y="17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3" y="17"/>
                    <a:pt x="143" y="17"/>
                    <a:pt x="143" y="17"/>
                  </a:cubicBezTo>
                  <a:cubicBezTo>
                    <a:pt x="143" y="17"/>
                    <a:pt x="142" y="17"/>
                    <a:pt x="142" y="18"/>
                  </a:cubicBezTo>
                  <a:cubicBezTo>
                    <a:pt x="141" y="18"/>
                    <a:pt x="140" y="18"/>
                    <a:pt x="139" y="18"/>
                  </a:cubicBezTo>
                  <a:cubicBezTo>
                    <a:pt x="139" y="19"/>
                    <a:pt x="136" y="19"/>
                    <a:pt x="135" y="19"/>
                  </a:cubicBezTo>
                  <a:cubicBezTo>
                    <a:pt x="134" y="19"/>
                    <a:pt x="133" y="18"/>
                    <a:pt x="133" y="18"/>
                  </a:cubicBezTo>
                  <a:cubicBezTo>
                    <a:pt x="132" y="19"/>
                    <a:pt x="130" y="21"/>
                    <a:pt x="128" y="21"/>
                  </a:cubicBezTo>
                  <a:cubicBezTo>
                    <a:pt x="127" y="21"/>
                    <a:pt x="126" y="21"/>
                    <a:pt x="125" y="21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4" y="22"/>
                    <a:pt x="122" y="23"/>
                    <a:pt x="121" y="23"/>
                  </a:cubicBezTo>
                  <a:cubicBezTo>
                    <a:pt x="118" y="24"/>
                    <a:pt x="116" y="23"/>
                    <a:pt x="114" y="22"/>
                  </a:cubicBezTo>
                  <a:cubicBezTo>
                    <a:pt x="113" y="22"/>
                    <a:pt x="112" y="22"/>
                    <a:pt x="112" y="22"/>
                  </a:cubicBezTo>
                  <a:cubicBezTo>
                    <a:pt x="109" y="22"/>
                    <a:pt x="106" y="22"/>
                    <a:pt x="103" y="22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99" y="22"/>
                    <a:pt x="98" y="23"/>
                    <a:pt x="98" y="23"/>
                  </a:cubicBezTo>
                  <a:cubicBezTo>
                    <a:pt x="95" y="23"/>
                    <a:pt x="93" y="21"/>
                    <a:pt x="92" y="20"/>
                  </a:cubicBezTo>
                  <a:cubicBezTo>
                    <a:pt x="92" y="20"/>
                    <a:pt x="92" y="20"/>
                    <a:pt x="92" y="20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9" y="21"/>
                    <a:pt x="88" y="21"/>
                    <a:pt x="88" y="21"/>
                  </a:cubicBezTo>
                  <a:cubicBezTo>
                    <a:pt x="87" y="21"/>
                    <a:pt x="86" y="21"/>
                    <a:pt x="86" y="21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85" y="25"/>
                    <a:pt x="84" y="27"/>
                    <a:pt x="83" y="29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34"/>
                    <a:pt x="81" y="36"/>
                    <a:pt x="80" y="38"/>
                  </a:cubicBezTo>
                  <a:cubicBezTo>
                    <a:pt x="79" y="39"/>
                    <a:pt x="77" y="40"/>
                    <a:pt x="76" y="40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3"/>
                    <a:pt x="76" y="47"/>
                    <a:pt x="73" y="49"/>
                  </a:cubicBezTo>
                  <a:cubicBezTo>
                    <a:pt x="73" y="49"/>
                    <a:pt x="72" y="50"/>
                    <a:pt x="72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53"/>
                    <a:pt x="72" y="55"/>
                    <a:pt x="71" y="58"/>
                  </a:cubicBezTo>
                  <a:cubicBezTo>
                    <a:pt x="71" y="60"/>
                    <a:pt x="71" y="60"/>
                    <a:pt x="71" y="60"/>
                  </a:cubicBezTo>
                  <a:cubicBezTo>
                    <a:pt x="71" y="62"/>
                    <a:pt x="71" y="63"/>
                    <a:pt x="71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1" y="65"/>
                    <a:pt x="70" y="66"/>
                    <a:pt x="70" y="66"/>
                  </a:cubicBezTo>
                  <a:cubicBezTo>
                    <a:pt x="69" y="72"/>
                    <a:pt x="64" y="77"/>
                    <a:pt x="60" y="83"/>
                  </a:cubicBezTo>
                  <a:cubicBezTo>
                    <a:pt x="58" y="85"/>
                    <a:pt x="56" y="88"/>
                    <a:pt x="55" y="90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49" y="100"/>
                    <a:pt x="45" y="106"/>
                    <a:pt x="40" y="112"/>
                  </a:cubicBezTo>
                  <a:cubicBezTo>
                    <a:pt x="34" y="119"/>
                    <a:pt x="29" y="124"/>
                    <a:pt x="21" y="128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22" y="128"/>
                    <a:pt x="22" y="129"/>
                    <a:pt x="23" y="129"/>
                  </a:cubicBezTo>
                  <a:cubicBezTo>
                    <a:pt x="29" y="132"/>
                    <a:pt x="31" y="136"/>
                    <a:pt x="32" y="140"/>
                  </a:cubicBezTo>
                  <a:cubicBezTo>
                    <a:pt x="33" y="142"/>
                    <a:pt x="34" y="144"/>
                    <a:pt x="36" y="146"/>
                  </a:cubicBezTo>
                  <a:cubicBezTo>
                    <a:pt x="37" y="146"/>
                    <a:pt x="37" y="146"/>
                    <a:pt x="37" y="147"/>
                  </a:cubicBezTo>
                  <a:cubicBezTo>
                    <a:pt x="39" y="147"/>
                    <a:pt x="40" y="148"/>
                    <a:pt x="42" y="150"/>
                  </a:cubicBezTo>
                  <a:cubicBezTo>
                    <a:pt x="44" y="153"/>
                    <a:pt x="43" y="156"/>
                    <a:pt x="43" y="157"/>
                  </a:cubicBezTo>
                  <a:cubicBezTo>
                    <a:pt x="44" y="157"/>
                    <a:pt x="45" y="158"/>
                    <a:pt x="45" y="159"/>
                  </a:cubicBezTo>
                  <a:cubicBezTo>
                    <a:pt x="46" y="161"/>
                    <a:pt x="46" y="162"/>
                    <a:pt x="47" y="163"/>
                  </a:cubicBezTo>
                  <a:cubicBezTo>
                    <a:pt x="47" y="164"/>
                    <a:pt x="47" y="164"/>
                    <a:pt x="47" y="164"/>
                  </a:cubicBezTo>
                  <a:cubicBezTo>
                    <a:pt x="48" y="165"/>
                    <a:pt x="49" y="166"/>
                    <a:pt x="50" y="167"/>
                  </a:cubicBezTo>
                  <a:cubicBezTo>
                    <a:pt x="52" y="170"/>
                    <a:pt x="52" y="173"/>
                    <a:pt x="53" y="176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9" y="193"/>
                    <a:pt x="68" y="197"/>
                    <a:pt x="68" y="199"/>
                  </a:cubicBezTo>
                  <a:cubicBezTo>
                    <a:pt x="68" y="199"/>
                    <a:pt x="68" y="200"/>
                    <a:pt x="67" y="200"/>
                  </a:cubicBezTo>
                  <a:cubicBezTo>
                    <a:pt x="67" y="200"/>
                    <a:pt x="67" y="200"/>
                    <a:pt x="67" y="200"/>
                  </a:cubicBezTo>
                  <a:cubicBezTo>
                    <a:pt x="67" y="200"/>
                    <a:pt x="67" y="200"/>
                    <a:pt x="67" y="200"/>
                  </a:cubicBezTo>
                  <a:cubicBezTo>
                    <a:pt x="72" y="200"/>
                    <a:pt x="79" y="200"/>
                    <a:pt x="83" y="199"/>
                  </a:cubicBezTo>
                  <a:cubicBezTo>
                    <a:pt x="85" y="199"/>
                    <a:pt x="86" y="199"/>
                    <a:pt x="87" y="199"/>
                  </a:cubicBezTo>
                  <a:cubicBezTo>
                    <a:pt x="116" y="199"/>
                    <a:pt x="116" y="199"/>
                    <a:pt x="116" y="199"/>
                  </a:cubicBezTo>
                  <a:cubicBezTo>
                    <a:pt x="118" y="199"/>
                    <a:pt x="119" y="199"/>
                    <a:pt x="121" y="199"/>
                  </a:cubicBezTo>
                  <a:cubicBezTo>
                    <a:pt x="121" y="199"/>
                    <a:pt x="121" y="198"/>
                    <a:pt x="122" y="197"/>
                  </a:cubicBezTo>
                  <a:cubicBezTo>
                    <a:pt x="123" y="194"/>
                    <a:pt x="126" y="189"/>
                    <a:pt x="131" y="187"/>
                  </a:cubicBezTo>
                  <a:cubicBezTo>
                    <a:pt x="135" y="186"/>
                    <a:pt x="138" y="187"/>
                    <a:pt x="140" y="189"/>
                  </a:cubicBezTo>
                  <a:cubicBezTo>
                    <a:pt x="146" y="186"/>
                    <a:pt x="150" y="185"/>
                    <a:pt x="157" y="186"/>
                  </a:cubicBezTo>
                  <a:cubicBezTo>
                    <a:pt x="162" y="186"/>
                    <a:pt x="166" y="187"/>
                    <a:pt x="170" y="192"/>
                  </a:cubicBezTo>
                  <a:cubicBezTo>
                    <a:pt x="170" y="193"/>
                    <a:pt x="171" y="194"/>
                    <a:pt x="171" y="196"/>
                  </a:cubicBezTo>
                  <a:cubicBezTo>
                    <a:pt x="171" y="196"/>
                    <a:pt x="171" y="197"/>
                    <a:pt x="171" y="197"/>
                  </a:cubicBezTo>
                  <a:cubicBezTo>
                    <a:pt x="174" y="196"/>
                    <a:pt x="176" y="194"/>
                    <a:pt x="180" y="195"/>
                  </a:cubicBezTo>
                  <a:cubicBezTo>
                    <a:pt x="187" y="196"/>
                    <a:pt x="189" y="201"/>
                    <a:pt x="191" y="204"/>
                  </a:cubicBezTo>
                  <a:cubicBezTo>
                    <a:pt x="192" y="207"/>
                    <a:pt x="193" y="208"/>
                    <a:pt x="195" y="208"/>
                  </a:cubicBezTo>
                  <a:cubicBezTo>
                    <a:pt x="196" y="208"/>
                    <a:pt x="199" y="206"/>
                    <a:pt x="201" y="205"/>
                  </a:cubicBezTo>
                  <a:cubicBezTo>
                    <a:pt x="203" y="204"/>
                    <a:pt x="205" y="203"/>
                    <a:pt x="207" y="202"/>
                  </a:cubicBezTo>
                  <a:cubicBezTo>
                    <a:pt x="211" y="201"/>
                    <a:pt x="213" y="201"/>
                    <a:pt x="215" y="201"/>
                  </a:cubicBezTo>
                  <a:cubicBezTo>
                    <a:pt x="221" y="201"/>
                    <a:pt x="225" y="204"/>
                    <a:pt x="228" y="208"/>
                  </a:cubicBezTo>
                  <a:cubicBezTo>
                    <a:pt x="232" y="213"/>
                    <a:pt x="232" y="219"/>
                    <a:pt x="227" y="223"/>
                  </a:cubicBezTo>
                  <a:cubicBezTo>
                    <a:pt x="224" y="226"/>
                    <a:pt x="222" y="226"/>
                    <a:pt x="220" y="226"/>
                  </a:cubicBezTo>
                  <a:cubicBezTo>
                    <a:pt x="220" y="226"/>
                    <a:pt x="220" y="226"/>
                    <a:pt x="220" y="226"/>
                  </a:cubicBezTo>
                  <a:cubicBezTo>
                    <a:pt x="219" y="226"/>
                    <a:pt x="219" y="226"/>
                    <a:pt x="218" y="226"/>
                  </a:cubicBezTo>
                  <a:cubicBezTo>
                    <a:pt x="217" y="226"/>
                    <a:pt x="215" y="227"/>
                    <a:pt x="213" y="227"/>
                  </a:cubicBezTo>
                  <a:cubicBezTo>
                    <a:pt x="212" y="227"/>
                    <a:pt x="210" y="228"/>
                    <a:pt x="209" y="228"/>
                  </a:cubicBezTo>
                  <a:cubicBezTo>
                    <a:pt x="209" y="229"/>
                    <a:pt x="208" y="229"/>
                    <a:pt x="208" y="229"/>
                  </a:cubicBezTo>
                  <a:cubicBezTo>
                    <a:pt x="206" y="231"/>
                    <a:pt x="202" y="232"/>
                    <a:pt x="198" y="231"/>
                  </a:cubicBezTo>
                  <a:cubicBezTo>
                    <a:pt x="197" y="231"/>
                    <a:pt x="196" y="231"/>
                    <a:pt x="196" y="231"/>
                  </a:cubicBezTo>
                  <a:cubicBezTo>
                    <a:pt x="193" y="231"/>
                    <a:pt x="191" y="231"/>
                    <a:pt x="189" y="230"/>
                  </a:cubicBezTo>
                  <a:cubicBezTo>
                    <a:pt x="187" y="230"/>
                    <a:pt x="186" y="228"/>
                    <a:pt x="185" y="228"/>
                  </a:cubicBezTo>
                  <a:cubicBezTo>
                    <a:pt x="185" y="227"/>
                    <a:pt x="184" y="227"/>
                    <a:pt x="184" y="227"/>
                  </a:cubicBezTo>
                  <a:cubicBezTo>
                    <a:pt x="181" y="227"/>
                    <a:pt x="179" y="225"/>
                    <a:pt x="178" y="224"/>
                  </a:cubicBezTo>
                  <a:cubicBezTo>
                    <a:pt x="176" y="224"/>
                    <a:pt x="176" y="224"/>
                    <a:pt x="176" y="224"/>
                  </a:cubicBezTo>
                  <a:cubicBezTo>
                    <a:pt x="174" y="224"/>
                    <a:pt x="172" y="224"/>
                    <a:pt x="170" y="223"/>
                  </a:cubicBezTo>
                  <a:cubicBezTo>
                    <a:pt x="168" y="223"/>
                    <a:pt x="166" y="220"/>
                    <a:pt x="166" y="219"/>
                  </a:cubicBezTo>
                  <a:cubicBezTo>
                    <a:pt x="165" y="219"/>
                    <a:pt x="163" y="218"/>
                    <a:pt x="162" y="217"/>
                  </a:cubicBezTo>
                  <a:cubicBezTo>
                    <a:pt x="156" y="216"/>
                    <a:pt x="152" y="215"/>
                    <a:pt x="148" y="211"/>
                  </a:cubicBezTo>
                  <a:cubicBezTo>
                    <a:pt x="147" y="210"/>
                    <a:pt x="147" y="210"/>
                    <a:pt x="147" y="210"/>
                  </a:cubicBezTo>
                  <a:cubicBezTo>
                    <a:pt x="147" y="210"/>
                    <a:pt x="147" y="210"/>
                    <a:pt x="146" y="210"/>
                  </a:cubicBezTo>
                  <a:cubicBezTo>
                    <a:pt x="146" y="210"/>
                    <a:pt x="146" y="212"/>
                    <a:pt x="146" y="212"/>
                  </a:cubicBezTo>
                  <a:cubicBezTo>
                    <a:pt x="146" y="214"/>
                    <a:pt x="145" y="218"/>
                    <a:pt x="141" y="221"/>
                  </a:cubicBezTo>
                  <a:cubicBezTo>
                    <a:pt x="138" y="223"/>
                    <a:pt x="134" y="223"/>
                    <a:pt x="130" y="223"/>
                  </a:cubicBezTo>
                  <a:cubicBezTo>
                    <a:pt x="128" y="222"/>
                    <a:pt x="128" y="222"/>
                    <a:pt x="127" y="222"/>
                  </a:cubicBezTo>
                  <a:cubicBezTo>
                    <a:pt x="126" y="222"/>
                    <a:pt x="125" y="222"/>
                    <a:pt x="125" y="222"/>
                  </a:cubicBezTo>
                  <a:cubicBezTo>
                    <a:pt x="124" y="222"/>
                    <a:pt x="124" y="222"/>
                    <a:pt x="122" y="223"/>
                  </a:cubicBezTo>
                  <a:cubicBezTo>
                    <a:pt x="120" y="224"/>
                    <a:pt x="117" y="224"/>
                    <a:pt x="114" y="224"/>
                  </a:cubicBezTo>
                  <a:cubicBezTo>
                    <a:pt x="114" y="224"/>
                    <a:pt x="114" y="224"/>
                    <a:pt x="113" y="224"/>
                  </a:cubicBezTo>
                  <a:cubicBezTo>
                    <a:pt x="113" y="224"/>
                    <a:pt x="112" y="224"/>
                    <a:pt x="111" y="224"/>
                  </a:cubicBezTo>
                  <a:cubicBezTo>
                    <a:pt x="111" y="224"/>
                    <a:pt x="110" y="224"/>
                    <a:pt x="110" y="224"/>
                  </a:cubicBezTo>
                  <a:cubicBezTo>
                    <a:pt x="110" y="224"/>
                    <a:pt x="110" y="225"/>
                    <a:pt x="110" y="225"/>
                  </a:cubicBezTo>
                  <a:cubicBezTo>
                    <a:pt x="109" y="227"/>
                    <a:pt x="109" y="227"/>
                    <a:pt x="109" y="227"/>
                  </a:cubicBezTo>
                  <a:cubicBezTo>
                    <a:pt x="109" y="232"/>
                    <a:pt x="108" y="236"/>
                    <a:pt x="100" y="236"/>
                  </a:cubicBezTo>
                  <a:cubicBezTo>
                    <a:pt x="91" y="236"/>
                    <a:pt x="91" y="236"/>
                    <a:pt x="91" y="236"/>
                  </a:cubicBezTo>
                  <a:cubicBezTo>
                    <a:pt x="81" y="236"/>
                    <a:pt x="70" y="236"/>
                    <a:pt x="60" y="236"/>
                  </a:cubicBezTo>
                  <a:cubicBezTo>
                    <a:pt x="59" y="236"/>
                    <a:pt x="59" y="236"/>
                    <a:pt x="59" y="236"/>
                  </a:cubicBezTo>
                  <a:cubicBezTo>
                    <a:pt x="57" y="236"/>
                    <a:pt x="55" y="236"/>
                    <a:pt x="54" y="236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54" y="237"/>
                    <a:pt x="54" y="237"/>
                    <a:pt x="53" y="238"/>
                  </a:cubicBezTo>
                  <a:cubicBezTo>
                    <a:pt x="53" y="238"/>
                    <a:pt x="54" y="239"/>
                    <a:pt x="54" y="240"/>
                  </a:cubicBezTo>
                  <a:cubicBezTo>
                    <a:pt x="55" y="241"/>
                    <a:pt x="55" y="242"/>
                    <a:pt x="56" y="243"/>
                  </a:cubicBezTo>
                  <a:cubicBezTo>
                    <a:pt x="56" y="244"/>
                    <a:pt x="56" y="245"/>
                    <a:pt x="56" y="246"/>
                  </a:cubicBezTo>
                  <a:cubicBezTo>
                    <a:pt x="56" y="246"/>
                    <a:pt x="56" y="246"/>
                    <a:pt x="56" y="246"/>
                  </a:cubicBezTo>
                  <a:cubicBezTo>
                    <a:pt x="57" y="247"/>
                    <a:pt x="57" y="247"/>
                    <a:pt x="57" y="248"/>
                  </a:cubicBezTo>
                  <a:cubicBezTo>
                    <a:pt x="54" y="280"/>
                    <a:pt x="54" y="280"/>
                    <a:pt x="54" y="280"/>
                  </a:cubicBezTo>
                  <a:cubicBezTo>
                    <a:pt x="54" y="280"/>
                    <a:pt x="54" y="280"/>
                    <a:pt x="54" y="280"/>
                  </a:cubicBezTo>
                  <a:cubicBezTo>
                    <a:pt x="57" y="279"/>
                    <a:pt x="60" y="279"/>
                    <a:pt x="61" y="279"/>
                  </a:cubicBezTo>
                  <a:cubicBezTo>
                    <a:pt x="63" y="279"/>
                    <a:pt x="66" y="279"/>
                    <a:pt x="67" y="278"/>
                  </a:cubicBezTo>
                  <a:cubicBezTo>
                    <a:pt x="68" y="277"/>
                    <a:pt x="69" y="277"/>
                    <a:pt x="70" y="276"/>
                  </a:cubicBezTo>
                  <a:cubicBezTo>
                    <a:pt x="72" y="275"/>
                    <a:pt x="74" y="274"/>
                    <a:pt x="77" y="273"/>
                  </a:cubicBezTo>
                  <a:cubicBezTo>
                    <a:pt x="80" y="272"/>
                    <a:pt x="86" y="271"/>
                    <a:pt x="90" y="272"/>
                  </a:cubicBezTo>
                  <a:cubicBezTo>
                    <a:pt x="94" y="273"/>
                    <a:pt x="96" y="273"/>
                    <a:pt x="101" y="273"/>
                  </a:cubicBezTo>
                  <a:cubicBezTo>
                    <a:pt x="102" y="273"/>
                    <a:pt x="102" y="273"/>
                    <a:pt x="102" y="273"/>
                  </a:cubicBezTo>
                  <a:cubicBezTo>
                    <a:pt x="107" y="273"/>
                    <a:pt x="110" y="273"/>
                    <a:pt x="116" y="271"/>
                  </a:cubicBezTo>
                  <a:cubicBezTo>
                    <a:pt x="120" y="269"/>
                    <a:pt x="123" y="267"/>
                    <a:pt x="126" y="266"/>
                  </a:cubicBezTo>
                  <a:cubicBezTo>
                    <a:pt x="128" y="264"/>
                    <a:pt x="130" y="263"/>
                    <a:pt x="132" y="262"/>
                  </a:cubicBezTo>
                  <a:cubicBezTo>
                    <a:pt x="139" y="258"/>
                    <a:pt x="147" y="257"/>
                    <a:pt x="159" y="257"/>
                  </a:cubicBezTo>
                  <a:cubicBezTo>
                    <a:pt x="164" y="257"/>
                    <a:pt x="169" y="257"/>
                    <a:pt x="173" y="257"/>
                  </a:cubicBezTo>
                  <a:cubicBezTo>
                    <a:pt x="177" y="258"/>
                    <a:pt x="181" y="258"/>
                    <a:pt x="185" y="258"/>
                  </a:cubicBezTo>
                  <a:cubicBezTo>
                    <a:pt x="187" y="258"/>
                    <a:pt x="187" y="258"/>
                    <a:pt x="187" y="258"/>
                  </a:cubicBezTo>
                  <a:cubicBezTo>
                    <a:pt x="213" y="258"/>
                    <a:pt x="213" y="258"/>
                    <a:pt x="213" y="258"/>
                  </a:cubicBezTo>
                  <a:cubicBezTo>
                    <a:pt x="219" y="258"/>
                    <a:pt x="226" y="258"/>
                    <a:pt x="233" y="258"/>
                  </a:cubicBezTo>
                  <a:cubicBezTo>
                    <a:pt x="240" y="258"/>
                    <a:pt x="246" y="259"/>
                    <a:pt x="253" y="259"/>
                  </a:cubicBezTo>
                  <a:cubicBezTo>
                    <a:pt x="257" y="260"/>
                    <a:pt x="260" y="260"/>
                    <a:pt x="264" y="260"/>
                  </a:cubicBezTo>
                  <a:cubicBezTo>
                    <a:pt x="265" y="260"/>
                    <a:pt x="265" y="260"/>
                    <a:pt x="265" y="260"/>
                  </a:cubicBezTo>
                  <a:cubicBezTo>
                    <a:pt x="268" y="260"/>
                    <a:pt x="271" y="260"/>
                    <a:pt x="273" y="263"/>
                  </a:cubicBezTo>
                  <a:cubicBezTo>
                    <a:pt x="274" y="264"/>
                    <a:pt x="275" y="265"/>
                    <a:pt x="275" y="268"/>
                  </a:cubicBezTo>
                  <a:cubicBezTo>
                    <a:pt x="279" y="266"/>
                    <a:pt x="283" y="268"/>
                    <a:pt x="285" y="270"/>
                  </a:cubicBezTo>
                  <a:cubicBezTo>
                    <a:pt x="286" y="270"/>
                    <a:pt x="286" y="270"/>
                    <a:pt x="286" y="270"/>
                  </a:cubicBezTo>
                  <a:cubicBezTo>
                    <a:pt x="286" y="271"/>
                    <a:pt x="287" y="271"/>
                    <a:pt x="287" y="272"/>
                  </a:cubicBezTo>
                  <a:cubicBezTo>
                    <a:pt x="288" y="272"/>
                    <a:pt x="288" y="272"/>
                    <a:pt x="288" y="272"/>
                  </a:cubicBezTo>
                  <a:cubicBezTo>
                    <a:pt x="290" y="273"/>
                    <a:pt x="290" y="273"/>
                    <a:pt x="291" y="274"/>
                  </a:cubicBezTo>
                  <a:cubicBezTo>
                    <a:pt x="292" y="274"/>
                    <a:pt x="292" y="274"/>
                    <a:pt x="293" y="274"/>
                  </a:cubicBezTo>
                  <a:cubicBezTo>
                    <a:pt x="295" y="274"/>
                    <a:pt x="298" y="274"/>
                    <a:pt x="301" y="277"/>
                  </a:cubicBezTo>
                  <a:cubicBezTo>
                    <a:pt x="301" y="277"/>
                    <a:pt x="301" y="277"/>
                    <a:pt x="302" y="277"/>
                  </a:cubicBezTo>
                  <a:cubicBezTo>
                    <a:pt x="303" y="277"/>
                    <a:pt x="304" y="276"/>
                    <a:pt x="305" y="27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4" name="Freeform 145">
              <a:extLst>
                <a:ext uri="{FF2B5EF4-FFF2-40B4-BE49-F238E27FC236}">
                  <a16:creationId xmlns:a16="http://schemas.microsoft.com/office/drawing/2014/main" id="{F5E4E90F-AF59-4249-A712-0E12B0C279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92663" y="2144713"/>
              <a:ext cx="419100" cy="315913"/>
            </a:xfrm>
            <a:custGeom>
              <a:avLst/>
              <a:gdLst>
                <a:gd name="T0" fmla="*/ 46 w 370"/>
                <a:gd name="T1" fmla="*/ 280 h 281"/>
                <a:gd name="T2" fmla="*/ 86 w 370"/>
                <a:gd name="T3" fmla="*/ 271 h 281"/>
                <a:gd name="T4" fmla="*/ 182 w 370"/>
                <a:gd name="T5" fmla="*/ 257 h 281"/>
                <a:gd name="T6" fmla="*/ 267 w 370"/>
                <a:gd name="T7" fmla="*/ 270 h 281"/>
                <a:gd name="T8" fmla="*/ 281 w 370"/>
                <a:gd name="T9" fmla="*/ 271 h 281"/>
                <a:gd name="T10" fmla="*/ 298 w 370"/>
                <a:gd name="T11" fmla="*/ 277 h 281"/>
                <a:gd name="T12" fmla="*/ 324 w 370"/>
                <a:gd name="T13" fmla="*/ 275 h 281"/>
                <a:gd name="T14" fmla="*/ 355 w 370"/>
                <a:gd name="T15" fmla="*/ 274 h 281"/>
                <a:gd name="T16" fmla="*/ 366 w 370"/>
                <a:gd name="T17" fmla="*/ 268 h 281"/>
                <a:gd name="T18" fmla="*/ 368 w 370"/>
                <a:gd name="T19" fmla="*/ 254 h 281"/>
                <a:gd name="T20" fmla="*/ 368 w 370"/>
                <a:gd name="T21" fmla="*/ 242 h 281"/>
                <a:gd name="T22" fmla="*/ 365 w 370"/>
                <a:gd name="T23" fmla="*/ 232 h 281"/>
                <a:gd name="T24" fmla="*/ 358 w 370"/>
                <a:gd name="T25" fmla="*/ 223 h 281"/>
                <a:gd name="T26" fmla="*/ 351 w 370"/>
                <a:gd name="T27" fmla="*/ 212 h 281"/>
                <a:gd name="T28" fmla="*/ 339 w 370"/>
                <a:gd name="T29" fmla="*/ 210 h 281"/>
                <a:gd name="T30" fmla="*/ 329 w 370"/>
                <a:gd name="T31" fmla="*/ 190 h 281"/>
                <a:gd name="T32" fmla="*/ 331 w 370"/>
                <a:gd name="T33" fmla="*/ 155 h 281"/>
                <a:gd name="T34" fmla="*/ 321 w 370"/>
                <a:gd name="T35" fmla="*/ 144 h 281"/>
                <a:gd name="T36" fmla="*/ 324 w 370"/>
                <a:gd name="T37" fmla="*/ 128 h 281"/>
                <a:gd name="T38" fmla="*/ 306 w 370"/>
                <a:gd name="T39" fmla="*/ 109 h 281"/>
                <a:gd name="T40" fmla="*/ 283 w 370"/>
                <a:gd name="T41" fmla="*/ 94 h 281"/>
                <a:gd name="T42" fmla="*/ 275 w 370"/>
                <a:gd name="T43" fmla="*/ 77 h 281"/>
                <a:gd name="T44" fmla="*/ 262 w 370"/>
                <a:gd name="T45" fmla="*/ 62 h 281"/>
                <a:gd name="T46" fmla="*/ 251 w 370"/>
                <a:gd name="T47" fmla="*/ 40 h 281"/>
                <a:gd name="T48" fmla="*/ 246 w 370"/>
                <a:gd name="T49" fmla="*/ 37 h 281"/>
                <a:gd name="T50" fmla="*/ 235 w 370"/>
                <a:gd name="T51" fmla="*/ 33 h 281"/>
                <a:gd name="T52" fmla="*/ 218 w 370"/>
                <a:gd name="T53" fmla="*/ 23 h 281"/>
                <a:gd name="T54" fmla="*/ 201 w 370"/>
                <a:gd name="T55" fmla="*/ 9 h 281"/>
                <a:gd name="T56" fmla="*/ 192 w 370"/>
                <a:gd name="T57" fmla="*/ 3 h 281"/>
                <a:gd name="T58" fmla="*/ 172 w 370"/>
                <a:gd name="T59" fmla="*/ 3 h 281"/>
                <a:gd name="T60" fmla="*/ 155 w 370"/>
                <a:gd name="T61" fmla="*/ 4 h 281"/>
                <a:gd name="T62" fmla="*/ 140 w 370"/>
                <a:gd name="T63" fmla="*/ 8 h 281"/>
                <a:gd name="T64" fmla="*/ 127 w 370"/>
                <a:gd name="T65" fmla="*/ 9 h 281"/>
                <a:gd name="T66" fmla="*/ 109 w 370"/>
                <a:gd name="T67" fmla="*/ 12 h 281"/>
                <a:gd name="T68" fmla="*/ 85 w 370"/>
                <a:gd name="T69" fmla="*/ 11 h 281"/>
                <a:gd name="T70" fmla="*/ 73 w 370"/>
                <a:gd name="T71" fmla="*/ 30 h 281"/>
                <a:gd name="T72" fmla="*/ 65 w 370"/>
                <a:gd name="T73" fmla="*/ 41 h 281"/>
                <a:gd name="T74" fmla="*/ 65 w 370"/>
                <a:gd name="T75" fmla="*/ 41 h 281"/>
                <a:gd name="T76" fmla="*/ 9 w 370"/>
                <a:gd name="T77" fmla="*/ 122 h 281"/>
                <a:gd name="T78" fmla="*/ 10 w 370"/>
                <a:gd name="T79" fmla="*/ 125 h 281"/>
                <a:gd name="T80" fmla="*/ 36 w 370"/>
                <a:gd name="T81" fmla="*/ 153 h 281"/>
                <a:gd name="T82" fmla="*/ 45 w 370"/>
                <a:gd name="T83" fmla="*/ 173 h 281"/>
                <a:gd name="T84" fmla="*/ 60 w 370"/>
                <a:gd name="T85" fmla="*/ 193 h 281"/>
                <a:gd name="T86" fmla="*/ 119 w 370"/>
                <a:gd name="T87" fmla="*/ 199 h 281"/>
                <a:gd name="T88" fmla="*/ 154 w 370"/>
                <a:gd name="T89" fmla="*/ 185 h 281"/>
                <a:gd name="T90" fmla="*/ 191 w 370"/>
                <a:gd name="T91" fmla="*/ 208 h 281"/>
                <a:gd name="T92" fmla="*/ 214 w 370"/>
                <a:gd name="T93" fmla="*/ 217 h 281"/>
                <a:gd name="T94" fmla="*/ 181 w 370"/>
                <a:gd name="T95" fmla="*/ 217 h 281"/>
                <a:gd name="T96" fmla="*/ 160 w 370"/>
                <a:gd name="T97" fmla="*/ 208 h 281"/>
                <a:gd name="T98" fmla="*/ 127 w 370"/>
                <a:gd name="T99" fmla="*/ 213 h 281"/>
                <a:gd name="T100" fmla="*/ 97 w 370"/>
                <a:gd name="T101" fmla="*/ 227 h 281"/>
                <a:gd name="T102" fmla="*/ 46 w 370"/>
                <a:gd name="T103" fmla="*/ 28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70" h="281">
                  <a:moveTo>
                    <a:pt x="50" y="227"/>
                  </a:moveTo>
                  <a:cubicBezTo>
                    <a:pt x="48" y="228"/>
                    <a:pt x="47" y="229"/>
                    <a:pt x="46" y="231"/>
                  </a:cubicBezTo>
                  <a:cubicBezTo>
                    <a:pt x="45" y="234"/>
                    <a:pt x="48" y="238"/>
                    <a:pt x="49" y="241"/>
                  </a:cubicBezTo>
                  <a:cubicBezTo>
                    <a:pt x="46" y="280"/>
                    <a:pt x="46" y="280"/>
                    <a:pt x="46" y="280"/>
                  </a:cubicBezTo>
                  <a:cubicBezTo>
                    <a:pt x="46" y="281"/>
                    <a:pt x="55" y="279"/>
                    <a:pt x="58" y="279"/>
                  </a:cubicBezTo>
                  <a:cubicBezTo>
                    <a:pt x="61" y="278"/>
                    <a:pt x="64" y="278"/>
                    <a:pt x="67" y="277"/>
                  </a:cubicBezTo>
                  <a:cubicBezTo>
                    <a:pt x="69" y="275"/>
                    <a:pt x="72" y="273"/>
                    <a:pt x="75" y="272"/>
                  </a:cubicBezTo>
                  <a:cubicBezTo>
                    <a:pt x="77" y="271"/>
                    <a:pt x="83" y="271"/>
                    <a:pt x="86" y="271"/>
                  </a:cubicBezTo>
                  <a:cubicBezTo>
                    <a:pt x="90" y="272"/>
                    <a:pt x="93" y="272"/>
                    <a:pt x="98" y="273"/>
                  </a:cubicBezTo>
                  <a:cubicBezTo>
                    <a:pt x="105" y="273"/>
                    <a:pt x="109" y="273"/>
                    <a:pt x="115" y="270"/>
                  </a:cubicBezTo>
                  <a:cubicBezTo>
                    <a:pt x="121" y="267"/>
                    <a:pt x="126" y="264"/>
                    <a:pt x="132" y="261"/>
                  </a:cubicBezTo>
                  <a:cubicBezTo>
                    <a:pt x="145" y="254"/>
                    <a:pt x="166" y="257"/>
                    <a:pt x="182" y="257"/>
                  </a:cubicBezTo>
                  <a:cubicBezTo>
                    <a:pt x="197" y="258"/>
                    <a:pt x="213" y="257"/>
                    <a:pt x="229" y="258"/>
                  </a:cubicBezTo>
                  <a:cubicBezTo>
                    <a:pt x="241" y="258"/>
                    <a:pt x="251" y="259"/>
                    <a:pt x="260" y="260"/>
                  </a:cubicBezTo>
                  <a:cubicBezTo>
                    <a:pt x="264" y="260"/>
                    <a:pt x="268" y="259"/>
                    <a:pt x="268" y="264"/>
                  </a:cubicBezTo>
                  <a:cubicBezTo>
                    <a:pt x="267" y="266"/>
                    <a:pt x="265" y="268"/>
                    <a:pt x="267" y="270"/>
                  </a:cubicBezTo>
                  <a:cubicBezTo>
                    <a:pt x="268" y="271"/>
                    <a:pt x="271" y="271"/>
                    <a:pt x="272" y="271"/>
                  </a:cubicBezTo>
                  <a:cubicBezTo>
                    <a:pt x="274" y="270"/>
                    <a:pt x="272" y="269"/>
                    <a:pt x="273" y="268"/>
                  </a:cubicBezTo>
                  <a:cubicBezTo>
                    <a:pt x="276" y="265"/>
                    <a:pt x="278" y="267"/>
                    <a:pt x="280" y="269"/>
                  </a:cubicBezTo>
                  <a:cubicBezTo>
                    <a:pt x="280" y="269"/>
                    <a:pt x="280" y="270"/>
                    <a:pt x="281" y="271"/>
                  </a:cubicBezTo>
                  <a:cubicBezTo>
                    <a:pt x="282" y="271"/>
                    <a:pt x="283" y="271"/>
                    <a:pt x="284" y="271"/>
                  </a:cubicBezTo>
                  <a:cubicBezTo>
                    <a:pt x="285" y="272"/>
                    <a:pt x="285" y="272"/>
                    <a:pt x="287" y="273"/>
                  </a:cubicBezTo>
                  <a:cubicBezTo>
                    <a:pt x="291" y="274"/>
                    <a:pt x="294" y="273"/>
                    <a:pt x="295" y="278"/>
                  </a:cubicBezTo>
                  <a:cubicBezTo>
                    <a:pt x="296" y="278"/>
                    <a:pt x="297" y="277"/>
                    <a:pt x="298" y="277"/>
                  </a:cubicBezTo>
                  <a:cubicBezTo>
                    <a:pt x="301" y="276"/>
                    <a:pt x="302" y="275"/>
                    <a:pt x="305" y="277"/>
                  </a:cubicBezTo>
                  <a:cubicBezTo>
                    <a:pt x="308" y="279"/>
                    <a:pt x="308" y="281"/>
                    <a:pt x="311" y="281"/>
                  </a:cubicBezTo>
                  <a:cubicBezTo>
                    <a:pt x="313" y="281"/>
                    <a:pt x="319" y="279"/>
                    <a:pt x="321" y="278"/>
                  </a:cubicBezTo>
                  <a:cubicBezTo>
                    <a:pt x="322" y="277"/>
                    <a:pt x="322" y="276"/>
                    <a:pt x="324" y="275"/>
                  </a:cubicBezTo>
                  <a:cubicBezTo>
                    <a:pt x="325" y="275"/>
                    <a:pt x="327" y="275"/>
                    <a:pt x="329" y="275"/>
                  </a:cubicBezTo>
                  <a:cubicBezTo>
                    <a:pt x="332" y="276"/>
                    <a:pt x="335" y="274"/>
                    <a:pt x="337" y="275"/>
                  </a:cubicBezTo>
                  <a:cubicBezTo>
                    <a:pt x="340" y="275"/>
                    <a:pt x="343" y="277"/>
                    <a:pt x="347" y="276"/>
                  </a:cubicBezTo>
                  <a:cubicBezTo>
                    <a:pt x="350" y="276"/>
                    <a:pt x="352" y="274"/>
                    <a:pt x="355" y="274"/>
                  </a:cubicBezTo>
                  <a:cubicBezTo>
                    <a:pt x="360" y="273"/>
                    <a:pt x="363" y="274"/>
                    <a:pt x="368" y="275"/>
                  </a:cubicBezTo>
                  <a:cubicBezTo>
                    <a:pt x="368" y="274"/>
                    <a:pt x="370" y="268"/>
                    <a:pt x="368" y="270"/>
                  </a:cubicBezTo>
                  <a:cubicBezTo>
                    <a:pt x="368" y="269"/>
                    <a:pt x="367" y="268"/>
                    <a:pt x="366" y="267"/>
                  </a:cubicBezTo>
                  <a:cubicBezTo>
                    <a:pt x="366" y="267"/>
                    <a:pt x="366" y="267"/>
                    <a:pt x="366" y="268"/>
                  </a:cubicBezTo>
                  <a:cubicBezTo>
                    <a:pt x="363" y="266"/>
                    <a:pt x="365" y="266"/>
                    <a:pt x="365" y="265"/>
                  </a:cubicBezTo>
                  <a:cubicBezTo>
                    <a:pt x="365" y="263"/>
                    <a:pt x="365" y="262"/>
                    <a:pt x="365" y="260"/>
                  </a:cubicBezTo>
                  <a:cubicBezTo>
                    <a:pt x="365" y="258"/>
                    <a:pt x="364" y="259"/>
                    <a:pt x="365" y="256"/>
                  </a:cubicBezTo>
                  <a:cubicBezTo>
                    <a:pt x="366" y="255"/>
                    <a:pt x="367" y="255"/>
                    <a:pt x="368" y="254"/>
                  </a:cubicBezTo>
                  <a:cubicBezTo>
                    <a:pt x="368" y="253"/>
                    <a:pt x="368" y="249"/>
                    <a:pt x="367" y="248"/>
                  </a:cubicBezTo>
                  <a:cubicBezTo>
                    <a:pt x="367" y="247"/>
                    <a:pt x="366" y="246"/>
                    <a:pt x="367" y="244"/>
                  </a:cubicBezTo>
                  <a:cubicBezTo>
                    <a:pt x="367" y="244"/>
                    <a:pt x="367" y="242"/>
                    <a:pt x="367" y="242"/>
                  </a:cubicBezTo>
                  <a:cubicBezTo>
                    <a:pt x="367" y="241"/>
                    <a:pt x="368" y="242"/>
                    <a:pt x="368" y="242"/>
                  </a:cubicBezTo>
                  <a:cubicBezTo>
                    <a:pt x="369" y="240"/>
                    <a:pt x="370" y="239"/>
                    <a:pt x="368" y="238"/>
                  </a:cubicBezTo>
                  <a:cubicBezTo>
                    <a:pt x="368" y="241"/>
                    <a:pt x="367" y="238"/>
                    <a:pt x="366" y="237"/>
                  </a:cubicBezTo>
                  <a:cubicBezTo>
                    <a:pt x="366" y="236"/>
                    <a:pt x="366" y="235"/>
                    <a:pt x="365" y="234"/>
                  </a:cubicBezTo>
                  <a:cubicBezTo>
                    <a:pt x="365" y="233"/>
                    <a:pt x="365" y="232"/>
                    <a:pt x="365" y="232"/>
                  </a:cubicBezTo>
                  <a:cubicBezTo>
                    <a:pt x="365" y="231"/>
                    <a:pt x="363" y="231"/>
                    <a:pt x="363" y="231"/>
                  </a:cubicBezTo>
                  <a:cubicBezTo>
                    <a:pt x="362" y="230"/>
                    <a:pt x="361" y="230"/>
                    <a:pt x="361" y="229"/>
                  </a:cubicBezTo>
                  <a:cubicBezTo>
                    <a:pt x="360" y="228"/>
                    <a:pt x="360" y="226"/>
                    <a:pt x="359" y="225"/>
                  </a:cubicBezTo>
                  <a:cubicBezTo>
                    <a:pt x="359" y="224"/>
                    <a:pt x="358" y="224"/>
                    <a:pt x="358" y="223"/>
                  </a:cubicBezTo>
                  <a:cubicBezTo>
                    <a:pt x="358" y="222"/>
                    <a:pt x="359" y="222"/>
                    <a:pt x="359" y="221"/>
                  </a:cubicBezTo>
                  <a:cubicBezTo>
                    <a:pt x="358" y="219"/>
                    <a:pt x="356" y="215"/>
                    <a:pt x="355" y="214"/>
                  </a:cubicBezTo>
                  <a:cubicBezTo>
                    <a:pt x="354" y="213"/>
                    <a:pt x="354" y="212"/>
                    <a:pt x="353" y="212"/>
                  </a:cubicBezTo>
                  <a:cubicBezTo>
                    <a:pt x="353" y="212"/>
                    <a:pt x="352" y="213"/>
                    <a:pt x="351" y="212"/>
                  </a:cubicBezTo>
                  <a:cubicBezTo>
                    <a:pt x="349" y="212"/>
                    <a:pt x="349" y="210"/>
                    <a:pt x="347" y="211"/>
                  </a:cubicBezTo>
                  <a:cubicBezTo>
                    <a:pt x="346" y="212"/>
                    <a:pt x="346" y="218"/>
                    <a:pt x="343" y="217"/>
                  </a:cubicBezTo>
                  <a:cubicBezTo>
                    <a:pt x="343" y="217"/>
                    <a:pt x="340" y="214"/>
                    <a:pt x="340" y="214"/>
                  </a:cubicBezTo>
                  <a:cubicBezTo>
                    <a:pt x="339" y="212"/>
                    <a:pt x="339" y="213"/>
                    <a:pt x="339" y="210"/>
                  </a:cubicBezTo>
                  <a:cubicBezTo>
                    <a:pt x="339" y="207"/>
                    <a:pt x="339" y="207"/>
                    <a:pt x="336" y="204"/>
                  </a:cubicBezTo>
                  <a:cubicBezTo>
                    <a:pt x="334" y="202"/>
                    <a:pt x="332" y="200"/>
                    <a:pt x="330" y="198"/>
                  </a:cubicBezTo>
                  <a:cubicBezTo>
                    <a:pt x="330" y="197"/>
                    <a:pt x="329" y="194"/>
                    <a:pt x="328" y="193"/>
                  </a:cubicBezTo>
                  <a:cubicBezTo>
                    <a:pt x="328" y="191"/>
                    <a:pt x="328" y="192"/>
                    <a:pt x="329" y="190"/>
                  </a:cubicBezTo>
                  <a:cubicBezTo>
                    <a:pt x="331" y="189"/>
                    <a:pt x="334" y="188"/>
                    <a:pt x="335" y="186"/>
                  </a:cubicBezTo>
                  <a:cubicBezTo>
                    <a:pt x="339" y="179"/>
                    <a:pt x="331" y="176"/>
                    <a:pt x="332" y="170"/>
                  </a:cubicBezTo>
                  <a:cubicBezTo>
                    <a:pt x="333" y="166"/>
                    <a:pt x="334" y="164"/>
                    <a:pt x="333" y="160"/>
                  </a:cubicBezTo>
                  <a:cubicBezTo>
                    <a:pt x="333" y="158"/>
                    <a:pt x="332" y="156"/>
                    <a:pt x="331" y="155"/>
                  </a:cubicBezTo>
                  <a:cubicBezTo>
                    <a:pt x="330" y="154"/>
                    <a:pt x="328" y="154"/>
                    <a:pt x="327" y="153"/>
                  </a:cubicBezTo>
                  <a:cubicBezTo>
                    <a:pt x="327" y="152"/>
                    <a:pt x="328" y="151"/>
                    <a:pt x="328" y="149"/>
                  </a:cubicBezTo>
                  <a:cubicBezTo>
                    <a:pt x="327" y="149"/>
                    <a:pt x="325" y="149"/>
                    <a:pt x="324" y="149"/>
                  </a:cubicBezTo>
                  <a:cubicBezTo>
                    <a:pt x="321" y="147"/>
                    <a:pt x="322" y="147"/>
                    <a:pt x="321" y="144"/>
                  </a:cubicBezTo>
                  <a:cubicBezTo>
                    <a:pt x="321" y="142"/>
                    <a:pt x="320" y="141"/>
                    <a:pt x="320" y="140"/>
                  </a:cubicBezTo>
                  <a:cubicBezTo>
                    <a:pt x="321" y="138"/>
                    <a:pt x="322" y="138"/>
                    <a:pt x="322" y="137"/>
                  </a:cubicBezTo>
                  <a:cubicBezTo>
                    <a:pt x="323" y="135"/>
                    <a:pt x="325" y="132"/>
                    <a:pt x="323" y="130"/>
                  </a:cubicBezTo>
                  <a:cubicBezTo>
                    <a:pt x="323" y="129"/>
                    <a:pt x="324" y="129"/>
                    <a:pt x="324" y="128"/>
                  </a:cubicBezTo>
                  <a:cubicBezTo>
                    <a:pt x="323" y="128"/>
                    <a:pt x="322" y="128"/>
                    <a:pt x="322" y="127"/>
                  </a:cubicBezTo>
                  <a:cubicBezTo>
                    <a:pt x="321" y="125"/>
                    <a:pt x="320" y="124"/>
                    <a:pt x="318" y="123"/>
                  </a:cubicBezTo>
                  <a:cubicBezTo>
                    <a:pt x="315" y="121"/>
                    <a:pt x="312" y="119"/>
                    <a:pt x="310" y="117"/>
                  </a:cubicBezTo>
                  <a:cubicBezTo>
                    <a:pt x="307" y="115"/>
                    <a:pt x="308" y="112"/>
                    <a:pt x="306" y="109"/>
                  </a:cubicBezTo>
                  <a:cubicBezTo>
                    <a:pt x="305" y="107"/>
                    <a:pt x="301" y="104"/>
                    <a:pt x="298" y="103"/>
                  </a:cubicBezTo>
                  <a:cubicBezTo>
                    <a:pt x="294" y="101"/>
                    <a:pt x="291" y="104"/>
                    <a:pt x="288" y="99"/>
                  </a:cubicBezTo>
                  <a:cubicBezTo>
                    <a:pt x="287" y="97"/>
                    <a:pt x="288" y="96"/>
                    <a:pt x="287" y="95"/>
                  </a:cubicBezTo>
                  <a:cubicBezTo>
                    <a:pt x="286" y="94"/>
                    <a:pt x="284" y="96"/>
                    <a:pt x="283" y="94"/>
                  </a:cubicBezTo>
                  <a:cubicBezTo>
                    <a:pt x="280" y="90"/>
                    <a:pt x="287" y="93"/>
                    <a:pt x="284" y="88"/>
                  </a:cubicBezTo>
                  <a:cubicBezTo>
                    <a:pt x="283" y="87"/>
                    <a:pt x="281" y="86"/>
                    <a:pt x="280" y="85"/>
                  </a:cubicBezTo>
                  <a:cubicBezTo>
                    <a:pt x="278" y="84"/>
                    <a:pt x="279" y="83"/>
                    <a:pt x="279" y="81"/>
                  </a:cubicBezTo>
                  <a:cubicBezTo>
                    <a:pt x="278" y="78"/>
                    <a:pt x="278" y="77"/>
                    <a:pt x="275" y="77"/>
                  </a:cubicBezTo>
                  <a:cubicBezTo>
                    <a:pt x="273" y="77"/>
                    <a:pt x="271" y="79"/>
                    <a:pt x="269" y="76"/>
                  </a:cubicBezTo>
                  <a:cubicBezTo>
                    <a:pt x="268" y="73"/>
                    <a:pt x="272" y="72"/>
                    <a:pt x="267" y="69"/>
                  </a:cubicBezTo>
                  <a:cubicBezTo>
                    <a:pt x="264" y="68"/>
                    <a:pt x="261" y="69"/>
                    <a:pt x="261" y="66"/>
                  </a:cubicBezTo>
                  <a:cubicBezTo>
                    <a:pt x="260" y="64"/>
                    <a:pt x="264" y="65"/>
                    <a:pt x="262" y="62"/>
                  </a:cubicBezTo>
                  <a:cubicBezTo>
                    <a:pt x="260" y="61"/>
                    <a:pt x="259" y="60"/>
                    <a:pt x="259" y="58"/>
                  </a:cubicBezTo>
                  <a:cubicBezTo>
                    <a:pt x="258" y="56"/>
                    <a:pt x="258" y="52"/>
                    <a:pt x="256" y="49"/>
                  </a:cubicBezTo>
                  <a:cubicBezTo>
                    <a:pt x="255" y="47"/>
                    <a:pt x="254" y="45"/>
                    <a:pt x="253" y="43"/>
                  </a:cubicBezTo>
                  <a:cubicBezTo>
                    <a:pt x="252" y="41"/>
                    <a:pt x="252" y="41"/>
                    <a:pt x="251" y="40"/>
                  </a:cubicBezTo>
                  <a:cubicBezTo>
                    <a:pt x="250" y="39"/>
                    <a:pt x="250" y="39"/>
                    <a:pt x="249" y="38"/>
                  </a:cubicBezTo>
                  <a:cubicBezTo>
                    <a:pt x="248" y="37"/>
                    <a:pt x="248" y="39"/>
                    <a:pt x="247" y="39"/>
                  </a:cubicBezTo>
                  <a:cubicBezTo>
                    <a:pt x="247" y="38"/>
                    <a:pt x="246" y="40"/>
                    <a:pt x="246" y="38"/>
                  </a:cubicBezTo>
                  <a:cubicBezTo>
                    <a:pt x="245" y="38"/>
                    <a:pt x="246" y="37"/>
                    <a:pt x="246" y="37"/>
                  </a:cubicBezTo>
                  <a:cubicBezTo>
                    <a:pt x="246" y="36"/>
                    <a:pt x="248" y="36"/>
                    <a:pt x="247" y="35"/>
                  </a:cubicBezTo>
                  <a:cubicBezTo>
                    <a:pt x="246" y="35"/>
                    <a:pt x="240" y="37"/>
                    <a:pt x="239" y="37"/>
                  </a:cubicBezTo>
                  <a:cubicBezTo>
                    <a:pt x="237" y="37"/>
                    <a:pt x="236" y="39"/>
                    <a:pt x="234" y="36"/>
                  </a:cubicBezTo>
                  <a:cubicBezTo>
                    <a:pt x="233" y="35"/>
                    <a:pt x="235" y="33"/>
                    <a:pt x="235" y="33"/>
                  </a:cubicBezTo>
                  <a:cubicBezTo>
                    <a:pt x="233" y="32"/>
                    <a:pt x="229" y="36"/>
                    <a:pt x="227" y="36"/>
                  </a:cubicBezTo>
                  <a:cubicBezTo>
                    <a:pt x="224" y="36"/>
                    <a:pt x="225" y="33"/>
                    <a:pt x="222" y="31"/>
                  </a:cubicBezTo>
                  <a:cubicBezTo>
                    <a:pt x="220" y="29"/>
                    <a:pt x="218" y="29"/>
                    <a:pt x="218" y="26"/>
                  </a:cubicBezTo>
                  <a:cubicBezTo>
                    <a:pt x="218" y="24"/>
                    <a:pt x="220" y="25"/>
                    <a:pt x="218" y="23"/>
                  </a:cubicBezTo>
                  <a:cubicBezTo>
                    <a:pt x="217" y="22"/>
                    <a:pt x="216" y="21"/>
                    <a:pt x="215" y="20"/>
                  </a:cubicBezTo>
                  <a:cubicBezTo>
                    <a:pt x="213" y="19"/>
                    <a:pt x="211" y="17"/>
                    <a:pt x="209" y="15"/>
                  </a:cubicBezTo>
                  <a:cubicBezTo>
                    <a:pt x="208" y="14"/>
                    <a:pt x="206" y="11"/>
                    <a:pt x="205" y="10"/>
                  </a:cubicBezTo>
                  <a:cubicBezTo>
                    <a:pt x="203" y="9"/>
                    <a:pt x="202" y="10"/>
                    <a:pt x="201" y="9"/>
                  </a:cubicBezTo>
                  <a:cubicBezTo>
                    <a:pt x="201" y="9"/>
                    <a:pt x="201" y="8"/>
                    <a:pt x="200" y="7"/>
                  </a:cubicBezTo>
                  <a:cubicBezTo>
                    <a:pt x="200" y="7"/>
                    <a:pt x="199" y="8"/>
                    <a:pt x="198" y="7"/>
                  </a:cubicBezTo>
                  <a:cubicBezTo>
                    <a:pt x="196" y="6"/>
                    <a:pt x="199" y="4"/>
                    <a:pt x="196" y="3"/>
                  </a:cubicBezTo>
                  <a:cubicBezTo>
                    <a:pt x="196" y="3"/>
                    <a:pt x="192" y="2"/>
                    <a:pt x="192" y="3"/>
                  </a:cubicBezTo>
                  <a:cubicBezTo>
                    <a:pt x="189" y="4"/>
                    <a:pt x="186" y="4"/>
                    <a:pt x="183" y="4"/>
                  </a:cubicBezTo>
                  <a:cubicBezTo>
                    <a:pt x="181" y="4"/>
                    <a:pt x="180" y="3"/>
                    <a:pt x="178" y="3"/>
                  </a:cubicBezTo>
                  <a:cubicBezTo>
                    <a:pt x="177" y="3"/>
                    <a:pt x="175" y="4"/>
                    <a:pt x="174" y="4"/>
                  </a:cubicBezTo>
                  <a:cubicBezTo>
                    <a:pt x="173" y="4"/>
                    <a:pt x="173" y="3"/>
                    <a:pt x="172" y="3"/>
                  </a:cubicBezTo>
                  <a:cubicBezTo>
                    <a:pt x="171" y="3"/>
                    <a:pt x="169" y="3"/>
                    <a:pt x="168" y="3"/>
                  </a:cubicBezTo>
                  <a:cubicBezTo>
                    <a:pt x="167" y="3"/>
                    <a:pt x="164" y="3"/>
                    <a:pt x="164" y="3"/>
                  </a:cubicBezTo>
                  <a:cubicBezTo>
                    <a:pt x="160" y="3"/>
                    <a:pt x="161" y="0"/>
                    <a:pt x="158" y="1"/>
                  </a:cubicBezTo>
                  <a:cubicBezTo>
                    <a:pt x="156" y="1"/>
                    <a:pt x="157" y="4"/>
                    <a:pt x="155" y="4"/>
                  </a:cubicBezTo>
                  <a:cubicBezTo>
                    <a:pt x="153" y="4"/>
                    <a:pt x="154" y="1"/>
                    <a:pt x="152" y="2"/>
                  </a:cubicBezTo>
                  <a:cubicBezTo>
                    <a:pt x="149" y="2"/>
                    <a:pt x="152" y="4"/>
                    <a:pt x="152" y="5"/>
                  </a:cubicBezTo>
                  <a:cubicBezTo>
                    <a:pt x="152" y="7"/>
                    <a:pt x="150" y="6"/>
                    <a:pt x="149" y="7"/>
                  </a:cubicBezTo>
                  <a:cubicBezTo>
                    <a:pt x="146" y="8"/>
                    <a:pt x="143" y="7"/>
                    <a:pt x="140" y="8"/>
                  </a:cubicBezTo>
                  <a:cubicBezTo>
                    <a:pt x="138" y="8"/>
                    <a:pt x="137" y="8"/>
                    <a:pt x="135" y="9"/>
                  </a:cubicBezTo>
                  <a:cubicBezTo>
                    <a:pt x="134" y="9"/>
                    <a:pt x="134" y="10"/>
                    <a:pt x="133" y="9"/>
                  </a:cubicBezTo>
                  <a:cubicBezTo>
                    <a:pt x="132" y="9"/>
                    <a:pt x="132" y="8"/>
                    <a:pt x="131" y="8"/>
                  </a:cubicBezTo>
                  <a:cubicBezTo>
                    <a:pt x="130" y="8"/>
                    <a:pt x="129" y="6"/>
                    <a:pt x="127" y="9"/>
                  </a:cubicBezTo>
                  <a:cubicBezTo>
                    <a:pt x="126" y="10"/>
                    <a:pt x="126" y="11"/>
                    <a:pt x="124" y="11"/>
                  </a:cubicBezTo>
                  <a:cubicBezTo>
                    <a:pt x="122" y="12"/>
                    <a:pt x="121" y="11"/>
                    <a:pt x="120" y="12"/>
                  </a:cubicBezTo>
                  <a:cubicBezTo>
                    <a:pt x="119" y="12"/>
                    <a:pt x="118" y="13"/>
                    <a:pt x="117" y="13"/>
                  </a:cubicBezTo>
                  <a:cubicBezTo>
                    <a:pt x="114" y="14"/>
                    <a:pt x="112" y="13"/>
                    <a:pt x="109" y="12"/>
                  </a:cubicBezTo>
                  <a:cubicBezTo>
                    <a:pt x="105" y="12"/>
                    <a:pt x="101" y="12"/>
                    <a:pt x="97" y="13"/>
                  </a:cubicBezTo>
                  <a:cubicBezTo>
                    <a:pt x="94" y="13"/>
                    <a:pt x="94" y="13"/>
                    <a:pt x="92" y="11"/>
                  </a:cubicBezTo>
                  <a:cubicBezTo>
                    <a:pt x="91" y="10"/>
                    <a:pt x="91" y="8"/>
                    <a:pt x="88" y="9"/>
                  </a:cubicBezTo>
                  <a:cubicBezTo>
                    <a:pt x="87" y="10"/>
                    <a:pt x="86" y="11"/>
                    <a:pt x="85" y="11"/>
                  </a:cubicBezTo>
                  <a:cubicBezTo>
                    <a:pt x="84" y="12"/>
                    <a:pt x="82" y="10"/>
                    <a:pt x="81" y="11"/>
                  </a:cubicBezTo>
                  <a:cubicBezTo>
                    <a:pt x="79" y="12"/>
                    <a:pt x="78" y="15"/>
                    <a:pt x="78" y="16"/>
                  </a:cubicBezTo>
                  <a:cubicBezTo>
                    <a:pt x="77" y="19"/>
                    <a:pt x="76" y="22"/>
                    <a:pt x="75" y="25"/>
                  </a:cubicBezTo>
                  <a:cubicBezTo>
                    <a:pt x="75" y="27"/>
                    <a:pt x="74" y="29"/>
                    <a:pt x="73" y="30"/>
                  </a:cubicBezTo>
                  <a:cubicBezTo>
                    <a:pt x="72" y="31"/>
                    <a:pt x="70" y="31"/>
                    <a:pt x="69" y="32"/>
                  </a:cubicBezTo>
                  <a:cubicBezTo>
                    <a:pt x="67" y="34"/>
                    <a:pt x="69" y="38"/>
                    <a:pt x="67" y="41"/>
                  </a:cubicBezTo>
                  <a:cubicBezTo>
                    <a:pt x="67" y="40"/>
                    <a:pt x="66" y="39"/>
                    <a:pt x="66" y="39"/>
                  </a:cubicBezTo>
                  <a:cubicBezTo>
                    <a:pt x="65" y="39"/>
                    <a:pt x="65" y="40"/>
                    <a:pt x="65" y="41"/>
                  </a:cubicBezTo>
                  <a:cubicBezTo>
                    <a:pt x="64" y="45"/>
                    <a:pt x="64" y="49"/>
                    <a:pt x="64" y="53"/>
                  </a:cubicBezTo>
                  <a:cubicBezTo>
                    <a:pt x="63" y="55"/>
                    <a:pt x="64" y="57"/>
                    <a:pt x="63" y="59"/>
                  </a:cubicBezTo>
                  <a:cubicBezTo>
                    <a:pt x="63" y="59"/>
                    <a:pt x="63" y="59"/>
                    <a:pt x="63" y="59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3" y="59"/>
                    <a:pt x="63" y="59"/>
                    <a:pt x="63" y="59"/>
                  </a:cubicBezTo>
                  <a:cubicBezTo>
                    <a:pt x="61" y="67"/>
                    <a:pt x="52" y="75"/>
                    <a:pt x="48" y="83"/>
                  </a:cubicBezTo>
                  <a:cubicBezTo>
                    <a:pt x="43" y="90"/>
                    <a:pt x="39" y="97"/>
                    <a:pt x="34" y="104"/>
                  </a:cubicBezTo>
                  <a:cubicBezTo>
                    <a:pt x="26" y="112"/>
                    <a:pt x="20" y="118"/>
                    <a:pt x="9" y="122"/>
                  </a:cubicBezTo>
                  <a:cubicBezTo>
                    <a:pt x="7" y="123"/>
                    <a:pt x="5" y="123"/>
                    <a:pt x="4" y="124"/>
                  </a:cubicBezTo>
                  <a:cubicBezTo>
                    <a:pt x="0" y="125"/>
                    <a:pt x="2" y="124"/>
                    <a:pt x="3" y="126"/>
                  </a:cubicBezTo>
                  <a:cubicBezTo>
                    <a:pt x="3" y="128"/>
                    <a:pt x="6" y="131"/>
                    <a:pt x="7" y="130"/>
                  </a:cubicBezTo>
                  <a:cubicBezTo>
                    <a:pt x="9" y="128"/>
                    <a:pt x="5" y="125"/>
                    <a:pt x="10" y="125"/>
                  </a:cubicBezTo>
                  <a:cubicBezTo>
                    <a:pt x="13" y="125"/>
                    <a:pt x="16" y="127"/>
                    <a:pt x="18" y="128"/>
                  </a:cubicBezTo>
                  <a:cubicBezTo>
                    <a:pt x="25" y="132"/>
                    <a:pt x="24" y="140"/>
                    <a:pt x="30" y="144"/>
                  </a:cubicBezTo>
                  <a:cubicBezTo>
                    <a:pt x="32" y="146"/>
                    <a:pt x="34" y="146"/>
                    <a:pt x="35" y="148"/>
                  </a:cubicBezTo>
                  <a:cubicBezTo>
                    <a:pt x="36" y="150"/>
                    <a:pt x="35" y="151"/>
                    <a:pt x="36" y="153"/>
                  </a:cubicBezTo>
                  <a:cubicBezTo>
                    <a:pt x="36" y="154"/>
                    <a:pt x="37" y="155"/>
                    <a:pt x="38" y="156"/>
                  </a:cubicBezTo>
                  <a:cubicBezTo>
                    <a:pt x="39" y="158"/>
                    <a:pt x="39" y="159"/>
                    <a:pt x="39" y="160"/>
                  </a:cubicBezTo>
                  <a:cubicBezTo>
                    <a:pt x="40" y="162"/>
                    <a:pt x="42" y="163"/>
                    <a:pt x="43" y="165"/>
                  </a:cubicBezTo>
                  <a:cubicBezTo>
                    <a:pt x="44" y="167"/>
                    <a:pt x="45" y="170"/>
                    <a:pt x="45" y="173"/>
                  </a:cubicBezTo>
                  <a:cubicBezTo>
                    <a:pt x="53" y="182"/>
                    <a:pt x="53" y="182"/>
                    <a:pt x="53" y="182"/>
                  </a:cubicBezTo>
                  <a:cubicBezTo>
                    <a:pt x="53" y="182"/>
                    <a:pt x="54" y="191"/>
                    <a:pt x="60" y="192"/>
                  </a:cubicBezTo>
                  <a:cubicBezTo>
                    <a:pt x="60" y="189"/>
                    <a:pt x="60" y="189"/>
                    <a:pt x="60" y="189"/>
                  </a:cubicBezTo>
                  <a:cubicBezTo>
                    <a:pt x="61" y="190"/>
                    <a:pt x="60" y="193"/>
                    <a:pt x="60" y="193"/>
                  </a:cubicBezTo>
                  <a:cubicBezTo>
                    <a:pt x="59" y="195"/>
                    <a:pt x="55" y="195"/>
                    <a:pt x="57" y="199"/>
                  </a:cubicBezTo>
                  <a:cubicBezTo>
                    <a:pt x="58" y="201"/>
                    <a:pt x="81" y="199"/>
                    <a:pt x="84" y="199"/>
                  </a:cubicBezTo>
                  <a:cubicBezTo>
                    <a:pt x="93" y="199"/>
                    <a:pt x="101" y="199"/>
                    <a:pt x="110" y="199"/>
                  </a:cubicBezTo>
                  <a:cubicBezTo>
                    <a:pt x="113" y="199"/>
                    <a:pt x="116" y="199"/>
                    <a:pt x="119" y="199"/>
                  </a:cubicBezTo>
                  <a:cubicBezTo>
                    <a:pt x="123" y="198"/>
                    <a:pt x="122" y="197"/>
                    <a:pt x="123" y="194"/>
                  </a:cubicBezTo>
                  <a:cubicBezTo>
                    <a:pt x="124" y="191"/>
                    <a:pt x="127" y="188"/>
                    <a:pt x="130" y="187"/>
                  </a:cubicBezTo>
                  <a:cubicBezTo>
                    <a:pt x="133" y="185"/>
                    <a:pt x="136" y="189"/>
                    <a:pt x="137" y="189"/>
                  </a:cubicBezTo>
                  <a:cubicBezTo>
                    <a:pt x="144" y="185"/>
                    <a:pt x="147" y="185"/>
                    <a:pt x="154" y="185"/>
                  </a:cubicBezTo>
                  <a:cubicBezTo>
                    <a:pt x="158" y="186"/>
                    <a:pt x="160" y="186"/>
                    <a:pt x="163" y="189"/>
                  </a:cubicBezTo>
                  <a:cubicBezTo>
                    <a:pt x="164" y="192"/>
                    <a:pt x="164" y="198"/>
                    <a:pt x="169" y="197"/>
                  </a:cubicBezTo>
                  <a:cubicBezTo>
                    <a:pt x="171" y="197"/>
                    <a:pt x="172" y="194"/>
                    <a:pt x="176" y="194"/>
                  </a:cubicBezTo>
                  <a:cubicBezTo>
                    <a:pt x="185" y="196"/>
                    <a:pt x="182" y="206"/>
                    <a:pt x="191" y="208"/>
                  </a:cubicBezTo>
                  <a:cubicBezTo>
                    <a:pt x="195" y="208"/>
                    <a:pt x="201" y="203"/>
                    <a:pt x="205" y="201"/>
                  </a:cubicBezTo>
                  <a:cubicBezTo>
                    <a:pt x="213" y="199"/>
                    <a:pt x="216" y="200"/>
                    <a:pt x="221" y="206"/>
                  </a:cubicBezTo>
                  <a:cubicBezTo>
                    <a:pt x="224" y="209"/>
                    <a:pt x="224" y="212"/>
                    <a:pt x="221" y="215"/>
                  </a:cubicBezTo>
                  <a:cubicBezTo>
                    <a:pt x="218" y="217"/>
                    <a:pt x="217" y="215"/>
                    <a:pt x="214" y="217"/>
                  </a:cubicBezTo>
                  <a:cubicBezTo>
                    <a:pt x="211" y="218"/>
                    <a:pt x="207" y="218"/>
                    <a:pt x="204" y="219"/>
                  </a:cubicBezTo>
                  <a:cubicBezTo>
                    <a:pt x="201" y="220"/>
                    <a:pt x="200" y="223"/>
                    <a:pt x="196" y="222"/>
                  </a:cubicBezTo>
                  <a:cubicBezTo>
                    <a:pt x="194" y="221"/>
                    <a:pt x="191" y="222"/>
                    <a:pt x="188" y="221"/>
                  </a:cubicBezTo>
                  <a:cubicBezTo>
                    <a:pt x="185" y="220"/>
                    <a:pt x="185" y="217"/>
                    <a:pt x="181" y="217"/>
                  </a:cubicBezTo>
                  <a:cubicBezTo>
                    <a:pt x="180" y="217"/>
                    <a:pt x="179" y="216"/>
                    <a:pt x="177" y="215"/>
                  </a:cubicBezTo>
                  <a:cubicBezTo>
                    <a:pt x="176" y="213"/>
                    <a:pt x="171" y="214"/>
                    <a:pt x="169" y="214"/>
                  </a:cubicBezTo>
                  <a:cubicBezTo>
                    <a:pt x="167" y="213"/>
                    <a:pt x="167" y="212"/>
                    <a:pt x="166" y="211"/>
                  </a:cubicBezTo>
                  <a:cubicBezTo>
                    <a:pt x="164" y="210"/>
                    <a:pt x="162" y="209"/>
                    <a:pt x="160" y="208"/>
                  </a:cubicBezTo>
                  <a:cubicBezTo>
                    <a:pt x="155" y="207"/>
                    <a:pt x="152" y="206"/>
                    <a:pt x="148" y="202"/>
                  </a:cubicBezTo>
                  <a:cubicBezTo>
                    <a:pt x="144" y="199"/>
                    <a:pt x="144" y="198"/>
                    <a:pt x="140" y="202"/>
                  </a:cubicBezTo>
                  <a:cubicBezTo>
                    <a:pt x="137" y="205"/>
                    <a:pt x="139" y="209"/>
                    <a:pt x="136" y="212"/>
                  </a:cubicBezTo>
                  <a:cubicBezTo>
                    <a:pt x="133" y="214"/>
                    <a:pt x="130" y="213"/>
                    <a:pt x="127" y="213"/>
                  </a:cubicBezTo>
                  <a:cubicBezTo>
                    <a:pt x="123" y="212"/>
                    <a:pt x="121" y="211"/>
                    <a:pt x="117" y="213"/>
                  </a:cubicBezTo>
                  <a:cubicBezTo>
                    <a:pt x="115" y="215"/>
                    <a:pt x="110" y="214"/>
                    <a:pt x="107" y="214"/>
                  </a:cubicBezTo>
                  <a:cubicBezTo>
                    <a:pt x="102" y="215"/>
                    <a:pt x="103" y="216"/>
                    <a:pt x="102" y="222"/>
                  </a:cubicBezTo>
                  <a:cubicBezTo>
                    <a:pt x="101" y="226"/>
                    <a:pt x="101" y="227"/>
                    <a:pt x="97" y="227"/>
                  </a:cubicBezTo>
                  <a:cubicBezTo>
                    <a:pt x="94" y="227"/>
                    <a:pt x="91" y="227"/>
                    <a:pt x="88" y="227"/>
                  </a:cubicBezTo>
                  <a:cubicBezTo>
                    <a:pt x="78" y="227"/>
                    <a:pt x="67" y="227"/>
                    <a:pt x="57" y="227"/>
                  </a:cubicBezTo>
                  <a:cubicBezTo>
                    <a:pt x="57" y="227"/>
                    <a:pt x="54" y="226"/>
                    <a:pt x="50" y="227"/>
                  </a:cubicBezTo>
                  <a:close/>
                  <a:moveTo>
                    <a:pt x="46" y="280"/>
                  </a:moveTo>
                  <a:cubicBezTo>
                    <a:pt x="49" y="241"/>
                    <a:pt x="49" y="241"/>
                    <a:pt x="49" y="241"/>
                  </a:cubicBezTo>
                  <a:cubicBezTo>
                    <a:pt x="49" y="242"/>
                    <a:pt x="49" y="242"/>
                    <a:pt x="49" y="243"/>
                  </a:cubicBezTo>
                  <a:lnTo>
                    <a:pt x="46" y="280"/>
                  </a:ln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5" name="Freeform 146">
              <a:extLst>
                <a:ext uri="{FF2B5EF4-FFF2-40B4-BE49-F238E27FC236}">
                  <a16:creationId xmlns:a16="http://schemas.microsoft.com/office/drawing/2014/main" id="{8B476814-E5AC-4AD4-B834-9167438274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2863" y="744538"/>
              <a:ext cx="828675" cy="608013"/>
            </a:xfrm>
            <a:custGeom>
              <a:avLst/>
              <a:gdLst>
                <a:gd name="T0" fmla="*/ 35 w 732"/>
                <a:gd name="T1" fmla="*/ 509 h 538"/>
                <a:gd name="T2" fmla="*/ 107 w 732"/>
                <a:gd name="T3" fmla="*/ 484 h 538"/>
                <a:gd name="T4" fmla="*/ 196 w 732"/>
                <a:gd name="T5" fmla="*/ 401 h 538"/>
                <a:gd name="T6" fmla="*/ 212 w 732"/>
                <a:gd name="T7" fmla="*/ 349 h 538"/>
                <a:gd name="T8" fmla="*/ 210 w 732"/>
                <a:gd name="T9" fmla="*/ 304 h 538"/>
                <a:gd name="T10" fmla="*/ 223 w 732"/>
                <a:gd name="T11" fmla="*/ 268 h 538"/>
                <a:gd name="T12" fmla="*/ 247 w 732"/>
                <a:gd name="T13" fmla="*/ 226 h 538"/>
                <a:gd name="T14" fmla="*/ 288 w 732"/>
                <a:gd name="T15" fmla="*/ 179 h 538"/>
                <a:gd name="T16" fmla="*/ 342 w 732"/>
                <a:gd name="T17" fmla="*/ 151 h 538"/>
                <a:gd name="T18" fmla="*/ 441 w 732"/>
                <a:gd name="T19" fmla="*/ 39 h 538"/>
                <a:gd name="T20" fmla="*/ 470 w 732"/>
                <a:gd name="T21" fmla="*/ 5 h 538"/>
                <a:gd name="T22" fmla="*/ 501 w 732"/>
                <a:gd name="T23" fmla="*/ 25 h 538"/>
                <a:gd name="T24" fmla="*/ 541 w 732"/>
                <a:gd name="T25" fmla="*/ 49 h 538"/>
                <a:gd name="T26" fmla="*/ 580 w 732"/>
                <a:gd name="T27" fmla="*/ 41 h 538"/>
                <a:gd name="T28" fmla="*/ 616 w 732"/>
                <a:gd name="T29" fmla="*/ 40 h 538"/>
                <a:gd name="T30" fmla="*/ 631 w 732"/>
                <a:gd name="T31" fmla="*/ 44 h 538"/>
                <a:gd name="T32" fmla="*/ 666 w 732"/>
                <a:gd name="T33" fmla="*/ 53 h 538"/>
                <a:gd name="T34" fmla="*/ 696 w 732"/>
                <a:gd name="T35" fmla="*/ 77 h 538"/>
                <a:gd name="T36" fmla="*/ 695 w 732"/>
                <a:gd name="T37" fmla="*/ 104 h 538"/>
                <a:gd name="T38" fmla="*/ 698 w 732"/>
                <a:gd name="T39" fmla="*/ 171 h 538"/>
                <a:gd name="T40" fmla="*/ 720 w 732"/>
                <a:gd name="T41" fmla="*/ 211 h 538"/>
                <a:gd name="T42" fmla="*/ 723 w 732"/>
                <a:gd name="T43" fmla="*/ 249 h 538"/>
                <a:gd name="T44" fmla="*/ 625 w 732"/>
                <a:gd name="T45" fmla="*/ 254 h 538"/>
                <a:gd name="T46" fmla="*/ 568 w 732"/>
                <a:gd name="T47" fmla="*/ 279 h 538"/>
                <a:gd name="T48" fmla="*/ 569 w 732"/>
                <a:gd name="T49" fmla="*/ 301 h 538"/>
                <a:gd name="T50" fmla="*/ 538 w 732"/>
                <a:gd name="T51" fmla="*/ 341 h 538"/>
                <a:gd name="T52" fmla="*/ 480 w 732"/>
                <a:gd name="T53" fmla="*/ 382 h 538"/>
                <a:gd name="T54" fmla="*/ 408 w 732"/>
                <a:gd name="T55" fmla="*/ 400 h 538"/>
                <a:gd name="T56" fmla="*/ 357 w 732"/>
                <a:gd name="T57" fmla="*/ 419 h 538"/>
                <a:gd name="T58" fmla="*/ 304 w 732"/>
                <a:gd name="T59" fmla="*/ 450 h 538"/>
                <a:gd name="T60" fmla="*/ 277 w 732"/>
                <a:gd name="T61" fmla="*/ 475 h 538"/>
                <a:gd name="T62" fmla="*/ 268 w 732"/>
                <a:gd name="T63" fmla="*/ 469 h 538"/>
                <a:gd name="T64" fmla="*/ 305 w 732"/>
                <a:gd name="T65" fmla="*/ 439 h 538"/>
                <a:gd name="T66" fmla="*/ 368 w 732"/>
                <a:gd name="T67" fmla="*/ 403 h 538"/>
                <a:gd name="T68" fmla="*/ 417 w 732"/>
                <a:gd name="T69" fmla="*/ 392 h 538"/>
                <a:gd name="T70" fmla="*/ 486 w 732"/>
                <a:gd name="T71" fmla="*/ 359 h 538"/>
                <a:gd name="T72" fmla="*/ 541 w 732"/>
                <a:gd name="T73" fmla="*/ 329 h 538"/>
                <a:gd name="T74" fmla="*/ 560 w 732"/>
                <a:gd name="T75" fmla="*/ 303 h 538"/>
                <a:gd name="T76" fmla="*/ 576 w 732"/>
                <a:gd name="T77" fmla="*/ 270 h 538"/>
                <a:gd name="T78" fmla="*/ 636 w 732"/>
                <a:gd name="T79" fmla="*/ 243 h 538"/>
                <a:gd name="T80" fmla="*/ 712 w 732"/>
                <a:gd name="T81" fmla="*/ 231 h 538"/>
                <a:gd name="T82" fmla="*/ 699 w 732"/>
                <a:gd name="T83" fmla="*/ 203 h 538"/>
                <a:gd name="T84" fmla="*/ 688 w 732"/>
                <a:gd name="T85" fmla="*/ 150 h 538"/>
                <a:gd name="T86" fmla="*/ 686 w 732"/>
                <a:gd name="T87" fmla="*/ 96 h 538"/>
                <a:gd name="T88" fmla="*/ 673 w 732"/>
                <a:gd name="T89" fmla="*/ 71 h 538"/>
                <a:gd name="T90" fmla="*/ 655 w 732"/>
                <a:gd name="T91" fmla="*/ 59 h 538"/>
                <a:gd name="T92" fmla="*/ 618 w 732"/>
                <a:gd name="T93" fmla="*/ 49 h 538"/>
                <a:gd name="T94" fmla="*/ 574 w 732"/>
                <a:gd name="T95" fmla="*/ 55 h 538"/>
                <a:gd name="T96" fmla="*/ 514 w 732"/>
                <a:gd name="T97" fmla="*/ 49 h 538"/>
                <a:gd name="T98" fmla="*/ 488 w 732"/>
                <a:gd name="T99" fmla="*/ 22 h 538"/>
                <a:gd name="T100" fmla="*/ 461 w 732"/>
                <a:gd name="T101" fmla="*/ 17 h 538"/>
                <a:gd name="T102" fmla="*/ 391 w 732"/>
                <a:gd name="T103" fmla="*/ 137 h 538"/>
                <a:gd name="T104" fmla="*/ 313 w 732"/>
                <a:gd name="T105" fmla="*/ 172 h 538"/>
                <a:gd name="T106" fmla="*/ 278 w 732"/>
                <a:gd name="T107" fmla="*/ 203 h 538"/>
                <a:gd name="T108" fmla="*/ 251 w 732"/>
                <a:gd name="T109" fmla="*/ 251 h 538"/>
                <a:gd name="T110" fmla="*/ 219 w 732"/>
                <a:gd name="T111" fmla="*/ 294 h 538"/>
                <a:gd name="T112" fmla="*/ 214 w 732"/>
                <a:gd name="T113" fmla="*/ 340 h 538"/>
                <a:gd name="T114" fmla="*/ 209 w 732"/>
                <a:gd name="T115" fmla="*/ 401 h 538"/>
                <a:gd name="T116" fmla="*/ 133 w 732"/>
                <a:gd name="T117" fmla="*/ 471 h 538"/>
                <a:gd name="T118" fmla="*/ 57 w 732"/>
                <a:gd name="T119" fmla="*/ 515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2" h="538">
                  <a:moveTo>
                    <a:pt x="269" y="538"/>
                  </a:moveTo>
                  <a:cubicBezTo>
                    <a:pt x="5" y="538"/>
                    <a:pt x="5" y="538"/>
                    <a:pt x="5" y="538"/>
                  </a:cubicBezTo>
                  <a:cubicBezTo>
                    <a:pt x="3" y="538"/>
                    <a:pt x="2" y="538"/>
                    <a:pt x="1" y="537"/>
                  </a:cubicBezTo>
                  <a:cubicBezTo>
                    <a:pt x="0" y="535"/>
                    <a:pt x="0" y="534"/>
                    <a:pt x="0" y="533"/>
                  </a:cubicBezTo>
                  <a:cubicBezTo>
                    <a:pt x="1" y="529"/>
                    <a:pt x="5" y="527"/>
                    <a:pt x="7" y="526"/>
                  </a:cubicBezTo>
                  <a:cubicBezTo>
                    <a:pt x="8" y="525"/>
                    <a:pt x="9" y="525"/>
                    <a:pt x="10" y="525"/>
                  </a:cubicBezTo>
                  <a:cubicBezTo>
                    <a:pt x="11" y="523"/>
                    <a:pt x="12" y="522"/>
                    <a:pt x="12" y="520"/>
                  </a:cubicBezTo>
                  <a:cubicBezTo>
                    <a:pt x="14" y="517"/>
                    <a:pt x="16" y="512"/>
                    <a:pt x="23" y="510"/>
                  </a:cubicBezTo>
                  <a:cubicBezTo>
                    <a:pt x="27" y="510"/>
                    <a:pt x="31" y="509"/>
                    <a:pt x="35" y="509"/>
                  </a:cubicBezTo>
                  <a:cubicBezTo>
                    <a:pt x="39" y="508"/>
                    <a:pt x="42" y="508"/>
                    <a:pt x="46" y="507"/>
                  </a:cubicBezTo>
                  <a:cubicBezTo>
                    <a:pt x="49" y="507"/>
                    <a:pt x="52" y="506"/>
                    <a:pt x="55" y="506"/>
                  </a:cubicBezTo>
                  <a:cubicBezTo>
                    <a:pt x="60" y="505"/>
                    <a:pt x="64" y="504"/>
                    <a:pt x="68" y="503"/>
                  </a:cubicBezTo>
                  <a:cubicBezTo>
                    <a:pt x="71" y="502"/>
                    <a:pt x="73" y="501"/>
                    <a:pt x="75" y="500"/>
                  </a:cubicBezTo>
                  <a:cubicBezTo>
                    <a:pt x="77" y="499"/>
                    <a:pt x="79" y="498"/>
                    <a:pt x="81" y="497"/>
                  </a:cubicBezTo>
                  <a:cubicBezTo>
                    <a:pt x="88" y="494"/>
                    <a:pt x="88" y="494"/>
                    <a:pt x="88" y="494"/>
                  </a:cubicBezTo>
                  <a:cubicBezTo>
                    <a:pt x="90" y="493"/>
                    <a:pt x="92" y="493"/>
                    <a:pt x="94" y="492"/>
                  </a:cubicBezTo>
                  <a:cubicBezTo>
                    <a:pt x="96" y="491"/>
                    <a:pt x="96" y="491"/>
                    <a:pt x="96" y="491"/>
                  </a:cubicBezTo>
                  <a:cubicBezTo>
                    <a:pt x="101" y="489"/>
                    <a:pt x="104" y="488"/>
                    <a:pt x="107" y="484"/>
                  </a:cubicBezTo>
                  <a:cubicBezTo>
                    <a:pt x="111" y="479"/>
                    <a:pt x="115" y="475"/>
                    <a:pt x="119" y="471"/>
                  </a:cubicBezTo>
                  <a:cubicBezTo>
                    <a:pt x="122" y="469"/>
                    <a:pt x="124" y="467"/>
                    <a:pt x="126" y="465"/>
                  </a:cubicBezTo>
                  <a:cubicBezTo>
                    <a:pt x="132" y="459"/>
                    <a:pt x="139" y="455"/>
                    <a:pt x="147" y="452"/>
                  </a:cubicBezTo>
                  <a:cubicBezTo>
                    <a:pt x="154" y="448"/>
                    <a:pt x="161" y="445"/>
                    <a:pt x="166" y="439"/>
                  </a:cubicBezTo>
                  <a:cubicBezTo>
                    <a:pt x="168" y="437"/>
                    <a:pt x="171" y="434"/>
                    <a:pt x="174" y="431"/>
                  </a:cubicBezTo>
                  <a:cubicBezTo>
                    <a:pt x="178" y="427"/>
                    <a:pt x="181" y="423"/>
                    <a:pt x="185" y="419"/>
                  </a:cubicBezTo>
                  <a:cubicBezTo>
                    <a:pt x="186" y="417"/>
                    <a:pt x="186" y="416"/>
                    <a:pt x="187" y="414"/>
                  </a:cubicBezTo>
                  <a:cubicBezTo>
                    <a:pt x="188" y="413"/>
                    <a:pt x="189" y="411"/>
                    <a:pt x="189" y="410"/>
                  </a:cubicBezTo>
                  <a:cubicBezTo>
                    <a:pt x="191" y="407"/>
                    <a:pt x="194" y="404"/>
                    <a:pt x="196" y="401"/>
                  </a:cubicBezTo>
                  <a:cubicBezTo>
                    <a:pt x="198" y="399"/>
                    <a:pt x="198" y="399"/>
                    <a:pt x="198" y="399"/>
                  </a:cubicBezTo>
                  <a:cubicBezTo>
                    <a:pt x="199" y="398"/>
                    <a:pt x="200" y="396"/>
                    <a:pt x="202" y="395"/>
                  </a:cubicBezTo>
                  <a:cubicBezTo>
                    <a:pt x="205" y="391"/>
                    <a:pt x="209" y="387"/>
                    <a:pt x="211" y="382"/>
                  </a:cubicBezTo>
                  <a:cubicBezTo>
                    <a:pt x="214" y="378"/>
                    <a:pt x="216" y="374"/>
                    <a:pt x="217" y="369"/>
                  </a:cubicBezTo>
                  <a:cubicBezTo>
                    <a:pt x="217" y="367"/>
                    <a:pt x="217" y="366"/>
                    <a:pt x="218" y="365"/>
                  </a:cubicBezTo>
                  <a:cubicBezTo>
                    <a:pt x="218" y="363"/>
                    <a:pt x="219" y="361"/>
                    <a:pt x="219" y="360"/>
                  </a:cubicBezTo>
                  <a:cubicBezTo>
                    <a:pt x="219" y="360"/>
                    <a:pt x="218" y="358"/>
                    <a:pt x="217" y="357"/>
                  </a:cubicBezTo>
                  <a:cubicBezTo>
                    <a:pt x="216" y="356"/>
                    <a:pt x="216" y="355"/>
                    <a:pt x="215" y="354"/>
                  </a:cubicBezTo>
                  <a:cubicBezTo>
                    <a:pt x="214" y="352"/>
                    <a:pt x="213" y="351"/>
                    <a:pt x="212" y="349"/>
                  </a:cubicBezTo>
                  <a:cubicBezTo>
                    <a:pt x="212" y="349"/>
                    <a:pt x="211" y="349"/>
                    <a:pt x="210" y="349"/>
                  </a:cubicBezTo>
                  <a:cubicBezTo>
                    <a:pt x="208" y="348"/>
                    <a:pt x="204" y="347"/>
                    <a:pt x="204" y="342"/>
                  </a:cubicBezTo>
                  <a:cubicBezTo>
                    <a:pt x="203" y="339"/>
                    <a:pt x="205" y="336"/>
                    <a:pt x="207" y="334"/>
                  </a:cubicBezTo>
                  <a:cubicBezTo>
                    <a:pt x="207" y="333"/>
                    <a:pt x="208" y="333"/>
                    <a:pt x="208" y="332"/>
                  </a:cubicBezTo>
                  <a:cubicBezTo>
                    <a:pt x="209" y="330"/>
                    <a:pt x="209" y="328"/>
                    <a:pt x="209" y="325"/>
                  </a:cubicBezTo>
                  <a:cubicBezTo>
                    <a:pt x="209" y="323"/>
                    <a:pt x="209" y="322"/>
                    <a:pt x="209" y="320"/>
                  </a:cubicBezTo>
                  <a:cubicBezTo>
                    <a:pt x="209" y="319"/>
                    <a:pt x="208" y="318"/>
                    <a:pt x="208" y="317"/>
                  </a:cubicBezTo>
                  <a:cubicBezTo>
                    <a:pt x="208" y="315"/>
                    <a:pt x="208" y="313"/>
                    <a:pt x="208" y="311"/>
                  </a:cubicBezTo>
                  <a:cubicBezTo>
                    <a:pt x="208" y="309"/>
                    <a:pt x="209" y="306"/>
                    <a:pt x="210" y="304"/>
                  </a:cubicBezTo>
                  <a:cubicBezTo>
                    <a:pt x="211" y="302"/>
                    <a:pt x="211" y="302"/>
                    <a:pt x="211" y="302"/>
                  </a:cubicBezTo>
                  <a:cubicBezTo>
                    <a:pt x="211" y="301"/>
                    <a:pt x="211" y="301"/>
                    <a:pt x="211" y="300"/>
                  </a:cubicBezTo>
                  <a:cubicBezTo>
                    <a:pt x="211" y="300"/>
                    <a:pt x="211" y="299"/>
                    <a:pt x="211" y="299"/>
                  </a:cubicBezTo>
                  <a:cubicBezTo>
                    <a:pt x="211" y="299"/>
                    <a:pt x="211" y="299"/>
                    <a:pt x="211" y="298"/>
                  </a:cubicBezTo>
                  <a:cubicBezTo>
                    <a:pt x="210" y="297"/>
                    <a:pt x="209" y="296"/>
                    <a:pt x="209" y="295"/>
                  </a:cubicBezTo>
                  <a:cubicBezTo>
                    <a:pt x="209" y="290"/>
                    <a:pt x="212" y="287"/>
                    <a:pt x="215" y="284"/>
                  </a:cubicBezTo>
                  <a:cubicBezTo>
                    <a:pt x="216" y="282"/>
                    <a:pt x="217" y="281"/>
                    <a:pt x="217" y="280"/>
                  </a:cubicBezTo>
                  <a:cubicBezTo>
                    <a:pt x="218" y="279"/>
                    <a:pt x="218" y="278"/>
                    <a:pt x="219" y="277"/>
                  </a:cubicBezTo>
                  <a:cubicBezTo>
                    <a:pt x="220" y="274"/>
                    <a:pt x="221" y="271"/>
                    <a:pt x="223" y="268"/>
                  </a:cubicBezTo>
                  <a:cubicBezTo>
                    <a:pt x="226" y="265"/>
                    <a:pt x="229" y="263"/>
                    <a:pt x="231" y="260"/>
                  </a:cubicBezTo>
                  <a:cubicBezTo>
                    <a:pt x="236" y="256"/>
                    <a:pt x="236" y="256"/>
                    <a:pt x="236" y="256"/>
                  </a:cubicBezTo>
                  <a:cubicBezTo>
                    <a:pt x="236" y="255"/>
                    <a:pt x="237" y="254"/>
                    <a:pt x="238" y="253"/>
                  </a:cubicBezTo>
                  <a:cubicBezTo>
                    <a:pt x="239" y="253"/>
                    <a:pt x="240" y="252"/>
                    <a:pt x="241" y="251"/>
                  </a:cubicBezTo>
                  <a:cubicBezTo>
                    <a:pt x="241" y="250"/>
                    <a:pt x="242" y="249"/>
                    <a:pt x="242" y="247"/>
                  </a:cubicBezTo>
                  <a:cubicBezTo>
                    <a:pt x="243" y="246"/>
                    <a:pt x="244" y="244"/>
                    <a:pt x="245" y="243"/>
                  </a:cubicBezTo>
                  <a:cubicBezTo>
                    <a:pt x="246" y="241"/>
                    <a:pt x="247" y="238"/>
                    <a:pt x="247" y="236"/>
                  </a:cubicBezTo>
                  <a:cubicBezTo>
                    <a:pt x="246" y="236"/>
                    <a:pt x="245" y="235"/>
                    <a:pt x="245" y="233"/>
                  </a:cubicBezTo>
                  <a:cubicBezTo>
                    <a:pt x="245" y="230"/>
                    <a:pt x="246" y="228"/>
                    <a:pt x="247" y="226"/>
                  </a:cubicBezTo>
                  <a:cubicBezTo>
                    <a:pt x="248" y="226"/>
                    <a:pt x="248" y="225"/>
                    <a:pt x="248" y="225"/>
                  </a:cubicBezTo>
                  <a:cubicBezTo>
                    <a:pt x="246" y="222"/>
                    <a:pt x="246" y="219"/>
                    <a:pt x="249" y="216"/>
                  </a:cubicBezTo>
                  <a:cubicBezTo>
                    <a:pt x="255" y="210"/>
                    <a:pt x="255" y="210"/>
                    <a:pt x="255" y="210"/>
                  </a:cubicBezTo>
                  <a:cubicBezTo>
                    <a:pt x="258" y="208"/>
                    <a:pt x="261" y="205"/>
                    <a:pt x="264" y="202"/>
                  </a:cubicBezTo>
                  <a:cubicBezTo>
                    <a:pt x="267" y="200"/>
                    <a:pt x="269" y="198"/>
                    <a:pt x="272" y="196"/>
                  </a:cubicBezTo>
                  <a:cubicBezTo>
                    <a:pt x="275" y="193"/>
                    <a:pt x="279" y="190"/>
                    <a:pt x="282" y="187"/>
                  </a:cubicBezTo>
                  <a:cubicBezTo>
                    <a:pt x="283" y="185"/>
                    <a:pt x="283" y="185"/>
                    <a:pt x="283" y="185"/>
                  </a:cubicBezTo>
                  <a:cubicBezTo>
                    <a:pt x="285" y="184"/>
                    <a:pt x="287" y="182"/>
                    <a:pt x="287" y="181"/>
                  </a:cubicBezTo>
                  <a:cubicBezTo>
                    <a:pt x="288" y="181"/>
                    <a:pt x="288" y="180"/>
                    <a:pt x="288" y="179"/>
                  </a:cubicBezTo>
                  <a:cubicBezTo>
                    <a:pt x="289" y="178"/>
                    <a:pt x="290" y="175"/>
                    <a:pt x="293" y="173"/>
                  </a:cubicBezTo>
                  <a:cubicBezTo>
                    <a:pt x="295" y="171"/>
                    <a:pt x="297" y="171"/>
                    <a:pt x="299" y="171"/>
                  </a:cubicBezTo>
                  <a:cubicBezTo>
                    <a:pt x="300" y="170"/>
                    <a:pt x="300" y="170"/>
                    <a:pt x="301" y="170"/>
                  </a:cubicBezTo>
                  <a:cubicBezTo>
                    <a:pt x="302" y="170"/>
                    <a:pt x="303" y="169"/>
                    <a:pt x="304" y="168"/>
                  </a:cubicBezTo>
                  <a:cubicBezTo>
                    <a:pt x="305" y="166"/>
                    <a:pt x="307" y="164"/>
                    <a:pt x="309" y="163"/>
                  </a:cubicBezTo>
                  <a:cubicBezTo>
                    <a:pt x="312" y="162"/>
                    <a:pt x="315" y="161"/>
                    <a:pt x="317" y="160"/>
                  </a:cubicBezTo>
                  <a:cubicBezTo>
                    <a:pt x="320" y="160"/>
                    <a:pt x="322" y="159"/>
                    <a:pt x="324" y="158"/>
                  </a:cubicBezTo>
                  <a:cubicBezTo>
                    <a:pt x="329" y="156"/>
                    <a:pt x="334" y="154"/>
                    <a:pt x="339" y="152"/>
                  </a:cubicBezTo>
                  <a:cubicBezTo>
                    <a:pt x="340" y="152"/>
                    <a:pt x="341" y="151"/>
                    <a:pt x="342" y="151"/>
                  </a:cubicBezTo>
                  <a:cubicBezTo>
                    <a:pt x="344" y="149"/>
                    <a:pt x="347" y="148"/>
                    <a:pt x="350" y="148"/>
                  </a:cubicBezTo>
                  <a:cubicBezTo>
                    <a:pt x="352" y="148"/>
                    <a:pt x="354" y="147"/>
                    <a:pt x="356" y="145"/>
                  </a:cubicBezTo>
                  <a:cubicBezTo>
                    <a:pt x="357" y="144"/>
                    <a:pt x="359" y="143"/>
                    <a:pt x="361" y="142"/>
                  </a:cubicBezTo>
                  <a:cubicBezTo>
                    <a:pt x="363" y="141"/>
                    <a:pt x="366" y="139"/>
                    <a:pt x="369" y="138"/>
                  </a:cubicBezTo>
                  <a:cubicBezTo>
                    <a:pt x="375" y="136"/>
                    <a:pt x="381" y="133"/>
                    <a:pt x="386" y="130"/>
                  </a:cubicBezTo>
                  <a:cubicBezTo>
                    <a:pt x="391" y="126"/>
                    <a:pt x="395" y="122"/>
                    <a:pt x="399" y="117"/>
                  </a:cubicBezTo>
                  <a:cubicBezTo>
                    <a:pt x="402" y="112"/>
                    <a:pt x="402" y="112"/>
                    <a:pt x="402" y="112"/>
                  </a:cubicBezTo>
                  <a:cubicBezTo>
                    <a:pt x="413" y="95"/>
                    <a:pt x="425" y="78"/>
                    <a:pt x="432" y="59"/>
                  </a:cubicBezTo>
                  <a:cubicBezTo>
                    <a:pt x="435" y="52"/>
                    <a:pt x="438" y="46"/>
                    <a:pt x="441" y="39"/>
                  </a:cubicBezTo>
                  <a:cubicBezTo>
                    <a:pt x="443" y="36"/>
                    <a:pt x="444" y="33"/>
                    <a:pt x="445" y="30"/>
                  </a:cubicBezTo>
                  <a:cubicBezTo>
                    <a:pt x="447" y="27"/>
                    <a:pt x="449" y="22"/>
                    <a:pt x="450" y="18"/>
                  </a:cubicBezTo>
                  <a:cubicBezTo>
                    <a:pt x="450" y="17"/>
                    <a:pt x="451" y="17"/>
                    <a:pt x="451" y="16"/>
                  </a:cubicBezTo>
                  <a:cubicBezTo>
                    <a:pt x="451" y="15"/>
                    <a:pt x="451" y="13"/>
                    <a:pt x="452" y="11"/>
                  </a:cubicBezTo>
                  <a:cubicBezTo>
                    <a:pt x="453" y="10"/>
                    <a:pt x="455" y="8"/>
                    <a:pt x="459" y="8"/>
                  </a:cubicBezTo>
                  <a:cubicBezTo>
                    <a:pt x="460" y="8"/>
                    <a:pt x="461" y="8"/>
                    <a:pt x="462" y="8"/>
                  </a:cubicBezTo>
                  <a:cubicBezTo>
                    <a:pt x="462" y="8"/>
                    <a:pt x="463" y="8"/>
                    <a:pt x="463" y="8"/>
                  </a:cubicBezTo>
                  <a:cubicBezTo>
                    <a:pt x="464" y="8"/>
                    <a:pt x="464" y="8"/>
                    <a:pt x="465" y="7"/>
                  </a:cubicBezTo>
                  <a:cubicBezTo>
                    <a:pt x="466" y="7"/>
                    <a:pt x="468" y="6"/>
                    <a:pt x="470" y="5"/>
                  </a:cubicBezTo>
                  <a:cubicBezTo>
                    <a:pt x="472" y="5"/>
                    <a:pt x="472" y="5"/>
                    <a:pt x="473" y="5"/>
                  </a:cubicBezTo>
                  <a:cubicBezTo>
                    <a:pt x="476" y="5"/>
                    <a:pt x="476" y="5"/>
                    <a:pt x="478" y="4"/>
                  </a:cubicBezTo>
                  <a:cubicBezTo>
                    <a:pt x="479" y="3"/>
                    <a:pt x="482" y="0"/>
                    <a:pt x="486" y="0"/>
                  </a:cubicBezTo>
                  <a:cubicBezTo>
                    <a:pt x="487" y="0"/>
                    <a:pt x="489" y="1"/>
                    <a:pt x="490" y="2"/>
                  </a:cubicBezTo>
                  <a:cubicBezTo>
                    <a:pt x="494" y="4"/>
                    <a:pt x="495" y="9"/>
                    <a:pt x="495" y="12"/>
                  </a:cubicBezTo>
                  <a:cubicBezTo>
                    <a:pt x="495" y="13"/>
                    <a:pt x="495" y="13"/>
                    <a:pt x="495" y="14"/>
                  </a:cubicBezTo>
                  <a:cubicBezTo>
                    <a:pt x="495" y="16"/>
                    <a:pt x="496" y="16"/>
                    <a:pt x="496" y="18"/>
                  </a:cubicBezTo>
                  <a:cubicBezTo>
                    <a:pt x="497" y="19"/>
                    <a:pt x="497" y="20"/>
                    <a:pt x="498" y="22"/>
                  </a:cubicBezTo>
                  <a:cubicBezTo>
                    <a:pt x="498" y="23"/>
                    <a:pt x="499" y="24"/>
                    <a:pt x="501" y="25"/>
                  </a:cubicBezTo>
                  <a:cubicBezTo>
                    <a:pt x="503" y="27"/>
                    <a:pt x="504" y="28"/>
                    <a:pt x="505" y="30"/>
                  </a:cubicBezTo>
                  <a:cubicBezTo>
                    <a:pt x="506" y="30"/>
                    <a:pt x="506" y="31"/>
                    <a:pt x="507" y="32"/>
                  </a:cubicBezTo>
                  <a:cubicBezTo>
                    <a:pt x="507" y="33"/>
                    <a:pt x="507" y="33"/>
                    <a:pt x="508" y="33"/>
                  </a:cubicBezTo>
                  <a:cubicBezTo>
                    <a:pt x="508" y="33"/>
                    <a:pt x="508" y="34"/>
                    <a:pt x="509" y="34"/>
                  </a:cubicBezTo>
                  <a:cubicBezTo>
                    <a:pt x="510" y="34"/>
                    <a:pt x="511" y="35"/>
                    <a:pt x="512" y="35"/>
                  </a:cubicBezTo>
                  <a:cubicBezTo>
                    <a:pt x="513" y="36"/>
                    <a:pt x="515" y="38"/>
                    <a:pt x="516" y="39"/>
                  </a:cubicBezTo>
                  <a:cubicBezTo>
                    <a:pt x="517" y="40"/>
                    <a:pt x="518" y="41"/>
                    <a:pt x="519" y="41"/>
                  </a:cubicBezTo>
                  <a:cubicBezTo>
                    <a:pt x="525" y="45"/>
                    <a:pt x="531" y="47"/>
                    <a:pt x="538" y="48"/>
                  </a:cubicBezTo>
                  <a:cubicBezTo>
                    <a:pt x="541" y="49"/>
                    <a:pt x="541" y="49"/>
                    <a:pt x="541" y="49"/>
                  </a:cubicBezTo>
                  <a:cubicBezTo>
                    <a:pt x="542" y="49"/>
                    <a:pt x="543" y="49"/>
                    <a:pt x="545" y="48"/>
                  </a:cubicBezTo>
                  <a:cubicBezTo>
                    <a:pt x="546" y="48"/>
                    <a:pt x="547" y="48"/>
                    <a:pt x="547" y="47"/>
                  </a:cubicBezTo>
                  <a:cubicBezTo>
                    <a:pt x="550" y="46"/>
                    <a:pt x="552" y="46"/>
                    <a:pt x="555" y="45"/>
                  </a:cubicBezTo>
                  <a:cubicBezTo>
                    <a:pt x="556" y="45"/>
                    <a:pt x="558" y="44"/>
                    <a:pt x="560" y="44"/>
                  </a:cubicBezTo>
                  <a:cubicBezTo>
                    <a:pt x="560" y="44"/>
                    <a:pt x="566" y="42"/>
                    <a:pt x="569" y="42"/>
                  </a:cubicBezTo>
                  <a:cubicBezTo>
                    <a:pt x="569" y="42"/>
                    <a:pt x="570" y="42"/>
                    <a:pt x="571" y="42"/>
                  </a:cubicBezTo>
                  <a:cubicBezTo>
                    <a:pt x="573" y="43"/>
                    <a:pt x="574" y="45"/>
                    <a:pt x="574" y="46"/>
                  </a:cubicBezTo>
                  <a:cubicBezTo>
                    <a:pt x="575" y="46"/>
                    <a:pt x="575" y="45"/>
                    <a:pt x="575" y="45"/>
                  </a:cubicBezTo>
                  <a:cubicBezTo>
                    <a:pt x="576" y="44"/>
                    <a:pt x="577" y="41"/>
                    <a:pt x="580" y="41"/>
                  </a:cubicBezTo>
                  <a:cubicBezTo>
                    <a:pt x="581" y="41"/>
                    <a:pt x="582" y="41"/>
                    <a:pt x="582" y="41"/>
                  </a:cubicBezTo>
                  <a:cubicBezTo>
                    <a:pt x="584" y="41"/>
                    <a:pt x="586" y="41"/>
                    <a:pt x="587" y="42"/>
                  </a:cubicBezTo>
                  <a:cubicBezTo>
                    <a:pt x="590" y="43"/>
                    <a:pt x="590" y="43"/>
                    <a:pt x="590" y="43"/>
                  </a:cubicBezTo>
                  <a:cubicBezTo>
                    <a:pt x="592" y="44"/>
                    <a:pt x="593" y="45"/>
                    <a:pt x="595" y="45"/>
                  </a:cubicBezTo>
                  <a:cubicBezTo>
                    <a:pt x="596" y="45"/>
                    <a:pt x="597" y="46"/>
                    <a:pt x="598" y="46"/>
                  </a:cubicBezTo>
                  <a:cubicBezTo>
                    <a:pt x="599" y="46"/>
                    <a:pt x="601" y="46"/>
                    <a:pt x="602" y="46"/>
                  </a:cubicBezTo>
                  <a:cubicBezTo>
                    <a:pt x="604" y="45"/>
                    <a:pt x="606" y="44"/>
                    <a:pt x="609" y="43"/>
                  </a:cubicBezTo>
                  <a:cubicBezTo>
                    <a:pt x="610" y="42"/>
                    <a:pt x="612" y="42"/>
                    <a:pt x="614" y="41"/>
                  </a:cubicBezTo>
                  <a:cubicBezTo>
                    <a:pt x="614" y="41"/>
                    <a:pt x="615" y="40"/>
                    <a:pt x="616" y="40"/>
                  </a:cubicBezTo>
                  <a:cubicBezTo>
                    <a:pt x="616" y="40"/>
                    <a:pt x="616" y="39"/>
                    <a:pt x="616" y="39"/>
                  </a:cubicBezTo>
                  <a:cubicBezTo>
                    <a:pt x="617" y="39"/>
                    <a:pt x="617" y="38"/>
                    <a:pt x="617" y="38"/>
                  </a:cubicBezTo>
                  <a:cubicBezTo>
                    <a:pt x="618" y="37"/>
                    <a:pt x="618" y="35"/>
                    <a:pt x="619" y="34"/>
                  </a:cubicBezTo>
                  <a:cubicBezTo>
                    <a:pt x="620" y="33"/>
                    <a:pt x="622" y="31"/>
                    <a:pt x="625" y="31"/>
                  </a:cubicBezTo>
                  <a:cubicBezTo>
                    <a:pt x="626" y="31"/>
                    <a:pt x="627" y="31"/>
                    <a:pt x="628" y="32"/>
                  </a:cubicBezTo>
                  <a:cubicBezTo>
                    <a:pt x="630" y="34"/>
                    <a:pt x="630" y="37"/>
                    <a:pt x="629" y="38"/>
                  </a:cubicBezTo>
                  <a:cubicBezTo>
                    <a:pt x="629" y="39"/>
                    <a:pt x="629" y="39"/>
                    <a:pt x="629" y="40"/>
                  </a:cubicBezTo>
                  <a:cubicBezTo>
                    <a:pt x="630" y="40"/>
                    <a:pt x="630" y="41"/>
                    <a:pt x="630" y="42"/>
                  </a:cubicBezTo>
                  <a:cubicBezTo>
                    <a:pt x="630" y="43"/>
                    <a:pt x="631" y="43"/>
                    <a:pt x="631" y="44"/>
                  </a:cubicBezTo>
                  <a:cubicBezTo>
                    <a:pt x="633" y="45"/>
                    <a:pt x="635" y="47"/>
                    <a:pt x="636" y="48"/>
                  </a:cubicBezTo>
                  <a:cubicBezTo>
                    <a:pt x="636" y="49"/>
                    <a:pt x="637" y="49"/>
                    <a:pt x="638" y="50"/>
                  </a:cubicBezTo>
                  <a:cubicBezTo>
                    <a:pt x="639" y="51"/>
                    <a:pt x="641" y="52"/>
                    <a:pt x="644" y="52"/>
                  </a:cubicBezTo>
                  <a:cubicBezTo>
                    <a:pt x="646" y="53"/>
                    <a:pt x="647" y="52"/>
                    <a:pt x="649" y="51"/>
                  </a:cubicBezTo>
                  <a:cubicBezTo>
                    <a:pt x="650" y="51"/>
                    <a:pt x="651" y="51"/>
                    <a:pt x="652" y="50"/>
                  </a:cubicBezTo>
                  <a:cubicBezTo>
                    <a:pt x="652" y="50"/>
                    <a:pt x="653" y="50"/>
                    <a:pt x="653" y="50"/>
                  </a:cubicBezTo>
                  <a:cubicBezTo>
                    <a:pt x="654" y="49"/>
                    <a:pt x="657" y="49"/>
                    <a:pt x="661" y="51"/>
                  </a:cubicBezTo>
                  <a:cubicBezTo>
                    <a:pt x="662" y="51"/>
                    <a:pt x="663" y="52"/>
                    <a:pt x="664" y="52"/>
                  </a:cubicBezTo>
                  <a:cubicBezTo>
                    <a:pt x="666" y="53"/>
                    <a:pt x="666" y="53"/>
                    <a:pt x="666" y="53"/>
                  </a:cubicBezTo>
                  <a:cubicBezTo>
                    <a:pt x="668" y="53"/>
                    <a:pt x="670" y="54"/>
                    <a:pt x="671" y="57"/>
                  </a:cubicBezTo>
                  <a:cubicBezTo>
                    <a:pt x="672" y="59"/>
                    <a:pt x="672" y="59"/>
                    <a:pt x="674" y="60"/>
                  </a:cubicBezTo>
                  <a:cubicBezTo>
                    <a:pt x="676" y="61"/>
                    <a:pt x="676" y="62"/>
                    <a:pt x="677" y="63"/>
                  </a:cubicBezTo>
                  <a:cubicBezTo>
                    <a:pt x="678" y="63"/>
                    <a:pt x="680" y="63"/>
                    <a:pt x="682" y="65"/>
                  </a:cubicBezTo>
                  <a:cubicBezTo>
                    <a:pt x="683" y="66"/>
                    <a:pt x="683" y="67"/>
                    <a:pt x="684" y="68"/>
                  </a:cubicBezTo>
                  <a:cubicBezTo>
                    <a:pt x="684" y="68"/>
                    <a:pt x="685" y="69"/>
                    <a:pt x="685" y="69"/>
                  </a:cubicBezTo>
                  <a:cubicBezTo>
                    <a:pt x="685" y="69"/>
                    <a:pt x="686" y="71"/>
                    <a:pt x="687" y="71"/>
                  </a:cubicBezTo>
                  <a:cubicBezTo>
                    <a:pt x="688" y="71"/>
                    <a:pt x="689" y="72"/>
                    <a:pt x="689" y="72"/>
                  </a:cubicBezTo>
                  <a:cubicBezTo>
                    <a:pt x="693" y="74"/>
                    <a:pt x="695" y="75"/>
                    <a:pt x="696" y="77"/>
                  </a:cubicBezTo>
                  <a:cubicBezTo>
                    <a:pt x="698" y="81"/>
                    <a:pt x="695" y="84"/>
                    <a:pt x="692" y="87"/>
                  </a:cubicBezTo>
                  <a:cubicBezTo>
                    <a:pt x="692" y="87"/>
                    <a:pt x="692" y="88"/>
                    <a:pt x="692" y="88"/>
                  </a:cubicBezTo>
                  <a:cubicBezTo>
                    <a:pt x="692" y="88"/>
                    <a:pt x="693" y="89"/>
                    <a:pt x="693" y="89"/>
                  </a:cubicBezTo>
                  <a:cubicBezTo>
                    <a:pt x="693" y="89"/>
                    <a:pt x="693" y="89"/>
                    <a:pt x="693" y="89"/>
                  </a:cubicBezTo>
                  <a:cubicBezTo>
                    <a:pt x="693" y="89"/>
                    <a:pt x="695" y="91"/>
                    <a:pt x="696" y="92"/>
                  </a:cubicBezTo>
                  <a:cubicBezTo>
                    <a:pt x="698" y="92"/>
                    <a:pt x="699" y="93"/>
                    <a:pt x="699" y="95"/>
                  </a:cubicBezTo>
                  <a:cubicBezTo>
                    <a:pt x="700" y="99"/>
                    <a:pt x="697" y="101"/>
                    <a:pt x="695" y="103"/>
                  </a:cubicBezTo>
                  <a:cubicBezTo>
                    <a:pt x="695" y="103"/>
                    <a:pt x="694" y="103"/>
                    <a:pt x="694" y="104"/>
                  </a:cubicBezTo>
                  <a:cubicBezTo>
                    <a:pt x="695" y="103"/>
                    <a:pt x="695" y="104"/>
                    <a:pt x="695" y="104"/>
                  </a:cubicBezTo>
                  <a:cubicBezTo>
                    <a:pt x="696" y="105"/>
                    <a:pt x="696" y="106"/>
                    <a:pt x="696" y="107"/>
                  </a:cubicBezTo>
                  <a:cubicBezTo>
                    <a:pt x="697" y="110"/>
                    <a:pt x="697" y="110"/>
                    <a:pt x="697" y="110"/>
                  </a:cubicBezTo>
                  <a:cubicBezTo>
                    <a:pt x="699" y="116"/>
                    <a:pt x="701" y="121"/>
                    <a:pt x="699" y="129"/>
                  </a:cubicBezTo>
                  <a:cubicBezTo>
                    <a:pt x="698" y="133"/>
                    <a:pt x="697" y="135"/>
                    <a:pt x="697" y="139"/>
                  </a:cubicBezTo>
                  <a:cubicBezTo>
                    <a:pt x="698" y="140"/>
                    <a:pt x="699" y="142"/>
                    <a:pt x="697" y="145"/>
                  </a:cubicBezTo>
                  <a:cubicBezTo>
                    <a:pt x="697" y="146"/>
                    <a:pt x="698" y="146"/>
                    <a:pt x="699" y="147"/>
                  </a:cubicBezTo>
                  <a:cubicBezTo>
                    <a:pt x="701" y="149"/>
                    <a:pt x="702" y="153"/>
                    <a:pt x="702" y="153"/>
                  </a:cubicBezTo>
                  <a:cubicBezTo>
                    <a:pt x="703" y="158"/>
                    <a:pt x="701" y="162"/>
                    <a:pt x="700" y="165"/>
                  </a:cubicBezTo>
                  <a:cubicBezTo>
                    <a:pt x="699" y="167"/>
                    <a:pt x="698" y="169"/>
                    <a:pt x="698" y="171"/>
                  </a:cubicBezTo>
                  <a:cubicBezTo>
                    <a:pt x="698" y="174"/>
                    <a:pt x="700" y="177"/>
                    <a:pt x="703" y="181"/>
                  </a:cubicBezTo>
                  <a:cubicBezTo>
                    <a:pt x="705" y="183"/>
                    <a:pt x="705" y="183"/>
                    <a:pt x="705" y="183"/>
                  </a:cubicBezTo>
                  <a:cubicBezTo>
                    <a:pt x="707" y="185"/>
                    <a:pt x="709" y="188"/>
                    <a:pt x="707" y="193"/>
                  </a:cubicBezTo>
                  <a:cubicBezTo>
                    <a:pt x="707" y="195"/>
                    <a:pt x="706" y="196"/>
                    <a:pt x="705" y="196"/>
                  </a:cubicBezTo>
                  <a:cubicBezTo>
                    <a:pt x="706" y="197"/>
                    <a:pt x="706" y="197"/>
                    <a:pt x="706" y="197"/>
                  </a:cubicBezTo>
                  <a:cubicBezTo>
                    <a:pt x="708" y="201"/>
                    <a:pt x="708" y="201"/>
                    <a:pt x="708" y="201"/>
                  </a:cubicBezTo>
                  <a:cubicBezTo>
                    <a:pt x="709" y="203"/>
                    <a:pt x="710" y="204"/>
                    <a:pt x="711" y="206"/>
                  </a:cubicBezTo>
                  <a:cubicBezTo>
                    <a:pt x="712" y="205"/>
                    <a:pt x="713" y="206"/>
                    <a:pt x="715" y="206"/>
                  </a:cubicBezTo>
                  <a:cubicBezTo>
                    <a:pt x="717" y="208"/>
                    <a:pt x="718" y="209"/>
                    <a:pt x="720" y="211"/>
                  </a:cubicBezTo>
                  <a:cubicBezTo>
                    <a:pt x="721" y="212"/>
                    <a:pt x="723" y="213"/>
                    <a:pt x="724" y="214"/>
                  </a:cubicBezTo>
                  <a:cubicBezTo>
                    <a:pt x="728" y="217"/>
                    <a:pt x="732" y="220"/>
                    <a:pt x="732" y="224"/>
                  </a:cubicBezTo>
                  <a:cubicBezTo>
                    <a:pt x="732" y="229"/>
                    <a:pt x="727" y="231"/>
                    <a:pt x="726" y="232"/>
                  </a:cubicBezTo>
                  <a:cubicBezTo>
                    <a:pt x="724" y="233"/>
                    <a:pt x="723" y="233"/>
                    <a:pt x="722" y="234"/>
                  </a:cubicBezTo>
                  <a:cubicBezTo>
                    <a:pt x="721" y="234"/>
                    <a:pt x="721" y="234"/>
                    <a:pt x="721" y="234"/>
                  </a:cubicBezTo>
                  <a:cubicBezTo>
                    <a:pt x="720" y="236"/>
                    <a:pt x="719" y="238"/>
                    <a:pt x="719" y="240"/>
                  </a:cubicBezTo>
                  <a:cubicBezTo>
                    <a:pt x="719" y="240"/>
                    <a:pt x="719" y="240"/>
                    <a:pt x="719" y="241"/>
                  </a:cubicBezTo>
                  <a:cubicBezTo>
                    <a:pt x="719" y="241"/>
                    <a:pt x="720" y="241"/>
                    <a:pt x="720" y="241"/>
                  </a:cubicBezTo>
                  <a:cubicBezTo>
                    <a:pt x="724" y="244"/>
                    <a:pt x="724" y="247"/>
                    <a:pt x="723" y="249"/>
                  </a:cubicBezTo>
                  <a:cubicBezTo>
                    <a:pt x="722" y="253"/>
                    <a:pt x="717" y="255"/>
                    <a:pt x="714" y="255"/>
                  </a:cubicBezTo>
                  <a:cubicBezTo>
                    <a:pt x="712" y="255"/>
                    <a:pt x="710" y="254"/>
                    <a:pt x="708" y="254"/>
                  </a:cubicBezTo>
                  <a:cubicBezTo>
                    <a:pt x="706" y="254"/>
                    <a:pt x="705" y="253"/>
                    <a:pt x="704" y="253"/>
                  </a:cubicBezTo>
                  <a:cubicBezTo>
                    <a:pt x="700" y="253"/>
                    <a:pt x="696" y="253"/>
                    <a:pt x="692" y="253"/>
                  </a:cubicBezTo>
                  <a:cubicBezTo>
                    <a:pt x="689" y="253"/>
                    <a:pt x="686" y="253"/>
                    <a:pt x="683" y="253"/>
                  </a:cubicBezTo>
                  <a:cubicBezTo>
                    <a:pt x="678" y="253"/>
                    <a:pt x="674" y="252"/>
                    <a:pt x="669" y="252"/>
                  </a:cubicBezTo>
                  <a:cubicBezTo>
                    <a:pt x="660" y="251"/>
                    <a:pt x="651" y="250"/>
                    <a:pt x="644" y="251"/>
                  </a:cubicBezTo>
                  <a:cubicBezTo>
                    <a:pt x="641" y="252"/>
                    <a:pt x="639" y="252"/>
                    <a:pt x="637" y="252"/>
                  </a:cubicBezTo>
                  <a:cubicBezTo>
                    <a:pt x="633" y="253"/>
                    <a:pt x="629" y="254"/>
                    <a:pt x="625" y="254"/>
                  </a:cubicBezTo>
                  <a:cubicBezTo>
                    <a:pt x="621" y="255"/>
                    <a:pt x="621" y="255"/>
                    <a:pt x="621" y="258"/>
                  </a:cubicBezTo>
                  <a:cubicBezTo>
                    <a:pt x="621" y="260"/>
                    <a:pt x="620" y="262"/>
                    <a:pt x="619" y="264"/>
                  </a:cubicBezTo>
                  <a:cubicBezTo>
                    <a:pt x="617" y="272"/>
                    <a:pt x="605" y="275"/>
                    <a:pt x="597" y="276"/>
                  </a:cubicBezTo>
                  <a:cubicBezTo>
                    <a:pt x="594" y="277"/>
                    <a:pt x="594" y="277"/>
                    <a:pt x="594" y="277"/>
                  </a:cubicBezTo>
                  <a:cubicBezTo>
                    <a:pt x="592" y="277"/>
                    <a:pt x="591" y="278"/>
                    <a:pt x="590" y="279"/>
                  </a:cubicBezTo>
                  <a:cubicBezTo>
                    <a:pt x="589" y="279"/>
                    <a:pt x="587" y="280"/>
                    <a:pt x="586" y="280"/>
                  </a:cubicBezTo>
                  <a:cubicBezTo>
                    <a:pt x="582" y="281"/>
                    <a:pt x="578" y="281"/>
                    <a:pt x="575" y="280"/>
                  </a:cubicBezTo>
                  <a:cubicBezTo>
                    <a:pt x="574" y="279"/>
                    <a:pt x="574" y="279"/>
                    <a:pt x="574" y="279"/>
                  </a:cubicBezTo>
                  <a:cubicBezTo>
                    <a:pt x="572" y="279"/>
                    <a:pt x="569" y="278"/>
                    <a:pt x="568" y="279"/>
                  </a:cubicBezTo>
                  <a:cubicBezTo>
                    <a:pt x="568" y="279"/>
                    <a:pt x="568" y="281"/>
                    <a:pt x="568" y="282"/>
                  </a:cubicBezTo>
                  <a:cubicBezTo>
                    <a:pt x="567" y="283"/>
                    <a:pt x="567" y="283"/>
                    <a:pt x="567" y="283"/>
                  </a:cubicBezTo>
                  <a:cubicBezTo>
                    <a:pt x="567" y="284"/>
                    <a:pt x="567" y="285"/>
                    <a:pt x="567" y="285"/>
                  </a:cubicBezTo>
                  <a:cubicBezTo>
                    <a:pt x="567" y="286"/>
                    <a:pt x="567" y="287"/>
                    <a:pt x="567" y="288"/>
                  </a:cubicBezTo>
                  <a:cubicBezTo>
                    <a:pt x="567" y="288"/>
                    <a:pt x="567" y="288"/>
                    <a:pt x="568" y="288"/>
                  </a:cubicBezTo>
                  <a:cubicBezTo>
                    <a:pt x="569" y="288"/>
                    <a:pt x="571" y="289"/>
                    <a:pt x="572" y="292"/>
                  </a:cubicBezTo>
                  <a:cubicBezTo>
                    <a:pt x="573" y="295"/>
                    <a:pt x="572" y="297"/>
                    <a:pt x="571" y="298"/>
                  </a:cubicBezTo>
                  <a:cubicBezTo>
                    <a:pt x="571" y="299"/>
                    <a:pt x="570" y="300"/>
                    <a:pt x="569" y="300"/>
                  </a:cubicBezTo>
                  <a:cubicBezTo>
                    <a:pt x="569" y="301"/>
                    <a:pt x="569" y="301"/>
                    <a:pt x="569" y="301"/>
                  </a:cubicBezTo>
                  <a:cubicBezTo>
                    <a:pt x="569" y="302"/>
                    <a:pt x="569" y="303"/>
                    <a:pt x="569" y="304"/>
                  </a:cubicBezTo>
                  <a:cubicBezTo>
                    <a:pt x="571" y="304"/>
                    <a:pt x="573" y="305"/>
                    <a:pt x="574" y="307"/>
                  </a:cubicBezTo>
                  <a:cubicBezTo>
                    <a:pt x="574" y="307"/>
                    <a:pt x="574" y="308"/>
                    <a:pt x="575" y="308"/>
                  </a:cubicBezTo>
                  <a:cubicBezTo>
                    <a:pt x="577" y="309"/>
                    <a:pt x="579" y="311"/>
                    <a:pt x="580" y="316"/>
                  </a:cubicBezTo>
                  <a:cubicBezTo>
                    <a:pt x="581" y="319"/>
                    <a:pt x="579" y="322"/>
                    <a:pt x="578" y="323"/>
                  </a:cubicBezTo>
                  <a:cubicBezTo>
                    <a:pt x="575" y="328"/>
                    <a:pt x="568" y="328"/>
                    <a:pt x="563" y="328"/>
                  </a:cubicBezTo>
                  <a:cubicBezTo>
                    <a:pt x="562" y="328"/>
                    <a:pt x="560" y="329"/>
                    <a:pt x="559" y="329"/>
                  </a:cubicBezTo>
                  <a:cubicBezTo>
                    <a:pt x="553" y="329"/>
                    <a:pt x="552" y="331"/>
                    <a:pt x="547" y="335"/>
                  </a:cubicBezTo>
                  <a:cubicBezTo>
                    <a:pt x="545" y="338"/>
                    <a:pt x="542" y="340"/>
                    <a:pt x="538" y="341"/>
                  </a:cubicBezTo>
                  <a:cubicBezTo>
                    <a:pt x="537" y="342"/>
                    <a:pt x="535" y="343"/>
                    <a:pt x="534" y="344"/>
                  </a:cubicBezTo>
                  <a:cubicBezTo>
                    <a:pt x="532" y="345"/>
                    <a:pt x="530" y="347"/>
                    <a:pt x="527" y="348"/>
                  </a:cubicBezTo>
                  <a:cubicBezTo>
                    <a:pt x="525" y="348"/>
                    <a:pt x="523" y="348"/>
                    <a:pt x="522" y="348"/>
                  </a:cubicBezTo>
                  <a:cubicBezTo>
                    <a:pt x="520" y="348"/>
                    <a:pt x="520" y="348"/>
                    <a:pt x="520" y="348"/>
                  </a:cubicBezTo>
                  <a:cubicBezTo>
                    <a:pt x="519" y="348"/>
                    <a:pt x="519" y="348"/>
                    <a:pt x="518" y="348"/>
                  </a:cubicBezTo>
                  <a:cubicBezTo>
                    <a:pt x="516" y="349"/>
                    <a:pt x="514" y="350"/>
                    <a:pt x="513" y="350"/>
                  </a:cubicBezTo>
                  <a:cubicBezTo>
                    <a:pt x="511" y="351"/>
                    <a:pt x="510" y="352"/>
                    <a:pt x="509" y="352"/>
                  </a:cubicBezTo>
                  <a:cubicBezTo>
                    <a:pt x="500" y="355"/>
                    <a:pt x="498" y="356"/>
                    <a:pt x="495" y="363"/>
                  </a:cubicBezTo>
                  <a:cubicBezTo>
                    <a:pt x="491" y="369"/>
                    <a:pt x="487" y="375"/>
                    <a:pt x="480" y="382"/>
                  </a:cubicBezTo>
                  <a:cubicBezTo>
                    <a:pt x="475" y="386"/>
                    <a:pt x="471" y="389"/>
                    <a:pt x="466" y="391"/>
                  </a:cubicBezTo>
                  <a:cubicBezTo>
                    <a:pt x="465" y="392"/>
                    <a:pt x="465" y="392"/>
                    <a:pt x="465" y="392"/>
                  </a:cubicBezTo>
                  <a:cubicBezTo>
                    <a:pt x="462" y="394"/>
                    <a:pt x="460" y="395"/>
                    <a:pt x="454" y="395"/>
                  </a:cubicBezTo>
                  <a:cubicBezTo>
                    <a:pt x="448" y="396"/>
                    <a:pt x="443" y="397"/>
                    <a:pt x="438" y="398"/>
                  </a:cubicBezTo>
                  <a:cubicBezTo>
                    <a:pt x="435" y="399"/>
                    <a:pt x="432" y="399"/>
                    <a:pt x="429" y="399"/>
                  </a:cubicBezTo>
                  <a:cubicBezTo>
                    <a:pt x="428" y="399"/>
                    <a:pt x="427" y="398"/>
                    <a:pt x="426" y="398"/>
                  </a:cubicBezTo>
                  <a:cubicBezTo>
                    <a:pt x="424" y="398"/>
                    <a:pt x="424" y="399"/>
                    <a:pt x="423" y="399"/>
                  </a:cubicBezTo>
                  <a:cubicBezTo>
                    <a:pt x="422" y="400"/>
                    <a:pt x="420" y="401"/>
                    <a:pt x="417" y="401"/>
                  </a:cubicBezTo>
                  <a:cubicBezTo>
                    <a:pt x="415" y="401"/>
                    <a:pt x="411" y="401"/>
                    <a:pt x="408" y="400"/>
                  </a:cubicBezTo>
                  <a:cubicBezTo>
                    <a:pt x="408" y="401"/>
                    <a:pt x="408" y="401"/>
                    <a:pt x="408" y="401"/>
                  </a:cubicBezTo>
                  <a:cubicBezTo>
                    <a:pt x="407" y="402"/>
                    <a:pt x="407" y="404"/>
                    <a:pt x="407" y="405"/>
                  </a:cubicBezTo>
                  <a:cubicBezTo>
                    <a:pt x="406" y="408"/>
                    <a:pt x="404" y="416"/>
                    <a:pt x="395" y="416"/>
                  </a:cubicBezTo>
                  <a:cubicBezTo>
                    <a:pt x="392" y="416"/>
                    <a:pt x="389" y="415"/>
                    <a:pt x="387" y="415"/>
                  </a:cubicBezTo>
                  <a:cubicBezTo>
                    <a:pt x="384" y="414"/>
                    <a:pt x="382" y="414"/>
                    <a:pt x="378" y="414"/>
                  </a:cubicBezTo>
                  <a:cubicBezTo>
                    <a:pt x="375" y="414"/>
                    <a:pt x="373" y="413"/>
                    <a:pt x="372" y="413"/>
                  </a:cubicBezTo>
                  <a:cubicBezTo>
                    <a:pt x="370" y="412"/>
                    <a:pt x="369" y="412"/>
                    <a:pt x="368" y="412"/>
                  </a:cubicBezTo>
                  <a:cubicBezTo>
                    <a:pt x="368" y="412"/>
                    <a:pt x="368" y="412"/>
                    <a:pt x="368" y="412"/>
                  </a:cubicBezTo>
                  <a:cubicBezTo>
                    <a:pt x="365" y="412"/>
                    <a:pt x="360" y="416"/>
                    <a:pt x="357" y="419"/>
                  </a:cubicBezTo>
                  <a:cubicBezTo>
                    <a:pt x="355" y="421"/>
                    <a:pt x="353" y="423"/>
                    <a:pt x="351" y="425"/>
                  </a:cubicBezTo>
                  <a:cubicBezTo>
                    <a:pt x="348" y="427"/>
                    <a:pt x="345" y="428"/>
                    <a:pt x="341" y="428"/>
                  </a:cubicBezTo>
                  <a:cubicBezTo>
                    <a:pt x="341" y="428"/>
                    <a:pt x="340" y="428"/>
                    <a:pt x="339" y="428"/>
                  </a:cubicBezTo>
                  <a:cubicBezTo>
                    <a:pt x="338" y="428"/>
                    <a:pt x="338" y="428"/>
                    <a:pt x="336" y="429"/>
                  </a:cubicBezTo>
                  <a:cubicBezTo>
                    <a:pt x="336" y="429"/>
                    <a:pt x="335" y="430"/>
                    <a:pt x="334" y="431"/>
                  </a:cubicBezTo>
                  <a:cubicBezTo>
                    <a:pt x="332" y="433"/>
                    <a:pt x="329" y="435"/>
                    <a:pt x="326" y="437"/>
                  </a:cubicBezTo>
                  <a:cubicBezTo>
                    <a:pt x="323" y="438"/>
                    <a:pt x="320" y="440"/>
                    <a:pt x="317" y="443"/>
                  </a:cubicBezTo>
                  <a:cubicBezTo>
                    <a:pt x="315" y="445"/>
                    <a:pt x="312" y="446"/>
                    <a:pt x="309" y="448"/>
                  </a:cubicBezTo>
                  <a:cubicBezTo>
                    <a:pt x="307" y="448"/>
                    <a:pt x="306" y="449"/>
                    <a:pt x="304" y="450"/>
                  </a:cubicBezTo>
                  <a:cubicBezTo>
                    <a:pt x="303" y="450"/>
                    <a:pt x="302" y="451"/>
                    <a:pt x="301" y="452"/>
                  </a:cubicBezTo>
                  <a:cubicBezTo>
                    <a:pt x="301" y="453"/>
                    <a:pt x="300" y="453"/>
                    <a:pt x="299" y="454"/>
                  </a:cubicBezTo>
                  <a:cubicBezTo>
                    <a:pt x="298" y="455"/>
                    <a:pt x="297" y="455"/>
                    <a:pt x="296" y="456"/>
                  </a:cubicBezTo>
                  <a:cubicBezTo>
                    <a:pt x="295" y="456"/>
                    <a:pt x="294" y="457"/>
                    <a:pt x="294" y="457"/>
                  </a:cubicBezTo>
                  <a:cubicBezTo>
                    <a:pt x="293" y="459"/>
                    <a:pt x="292" y="460"/>
                    <a:pt x="291" y="461"/>
                  </a:cubicBezTo>
                  <a:cubicBezTo>
                    <a:pt x="287" y="464"/>
                    <a:pt x="284" y="466"/>
                    <a:pt x="279" y="469"/>
                  </a:cubicBezTo>
                  <a:cubicBezTo>
                    <a:pt x="279" y="469"/>
                    <a:pt x="278" y="469"/>
                    <a:pt x="277" y="469"/>
                  </a:cubicBezTo>
                  <a:cubicBezTo>
                    <a:pt x="277" y="470"/>
                    <a:pt x="277" y="470"/>
                    <a:pt x="277" y="470"/>
                  </a:cubicBezTo>
                  <a:cubicBezTo>
                    <a:pt x="277" y="472"/>
                    <a:pt x="277" y="474"/>
                    <a:pt x="277" y="475"/>
                  </a:cubicBezTo>
                  <a:cubicBezTo>
                    <a:pt x="277" y="481"/>
                    <a:pt x="277" y="481"/>
                    <a:pt x="277" y="481"/>
                  </a:cubicBezTo>
                  <a:cubicBezTo>
                    <a:pt x="277" y="482"/>
                    <a:pt x="276" y="487"/>
                    <a:pt x="276" y="493"/>
                  </a:cubicBezTo>
                  <a:cubicBezTo>
                    <a:pt x="274" y="538"/>
                    <a:pt x="274" y="538"/>
                    <a:pt x="269" y="538"/>
                  </a:cubicBezTo>
                  <a:close/>
                  <a:moveTo>
                    <a:pt x="18" y="529"/>
                  </a:moveTo>
                  <a:cubicBezTo>
                    <a:pt x="265" y="529"/>
                    <a:pt x="265" y="529"/>
                    <a:pt x="265" y="529"/>
                  </a:cubicBezTo>
                  <a:cubicBezTo>
                    <a:pt x="266" y="521"/>
                    <a:pt x="266" y="503"/>
                    <a:pt x="267" y="493"/>
                  </a:cubicBezTo>
                  <a:cubicBezTo>
                    <a:pt x="267" y="487"/>
                    <a:pt x="267" y="482"/>
                    <a:pt x="267" y="480"/>
                  </a:cubicBezTo>
                  <a:cubicBezTo>
                    <a:pt x="268" y="475"/>
                    <a:pt x="268" y="475"/>
                    <a:pt x="268" y="475"/>
                  </a:cubicBezTo>
                  <a:cubicBezTo>
                    <a:pt x="268" y="473"/>
                    <a:pt x="268" y="471"/>
                    <a:pt x="268" y="469"/>
                  </a:cubicBezTo>
                  <a:cubicBezTo>
                    <a:pt x="268" y="463"/>
                    <a:pt x="272" y="462"/>
                    <a:pt x="274" y="461"/>
                  </a:cubicBezTo>
                  <a:cubicBezTo>
                    <a:pt x="275" y="460"/>
                    <a:pt x="275" y="460"/>
                    <a:pt x="275" y="460"/>
                  </a:cubicBezTo>
                  <a:cubicBezTo>
                    <a:pt x="279" y="458"/>
                    <a:pt x="282" y="456"/>
                    <a:pt x="285" y="454"/>
                  </a:cubicBezTo>
                  <a:cubicBezTo>
                    <a:pt x="286" y="453"/>
                    <a:pt x="287" y="452"/>
                    <a:pt x="288" y="451"/>
                  </a:cubicBezTo>
                  <a:cubicBezTo>
                    <a:pt x="289" y="449"/>
                    <a:pt x="290" y="449"/>
                    <a:pt x="292" y="448"/>
                  </a:cubicBezTo>
                  <a:cubicBezTo>
                    <a:pt x="292" y="448"/>
                    <a:pt x="293" y="447"/>
                    <a:pt x="293" y="447"/>
                  </a:cubicBezTo>
                  <a:cubicBezTo>
                    <a:pt x="294" y="446"/>
                    <a:pt x="295" y="446"/>
                    <a:pt x="295" y="445"/>
                  </a:cubicBezTo>
                  <a:cubicBezTo>
                    <a:pt x="297" y="444"/>
                    <a:pt x="298" y="443"/>
                    <a:pt x="300" y="442"/>
                  </a:cubicBezTo>
                  <a:cubicBezTo>
                    <a:pt x="302" y="441"/>
                    <a:pt x="303" y="440"/>
                    <a:pt x="305" y="439"/>
                  </a:cubicBezTo>
                  <a:cubicBezTo>
                    <a:pt x="307" y="438"/>
                    <a:pt x="310" y="437"/>
                    <a:pt x="312" y="436"/>
                  </a:cubicBezTo>
                  <a:cubicBezTo>
                    <a:pt x="315" y="433"/>
                    <a:pt x="318" y="431"/>
                    <a:pt x="321" y="429"/>
                  </a:cubicBezTo>
                  <a:cubicBezTo>
                    <a:pt x="323" y="427"/>
                    <a:pt x="326" y="425"/>
                    <a:pt x="328" y="424"/>
                  </a:cubicBezTo>
                  <a:cubicBezTo>
                    <a:pt x="329" y="423"/>
                    <a:pt x="329" y="423"/>
                    <a:pt x="330" y="422"/>
                  </a:cubicBezTo>
                  <a:cubicBezTo>
                    <a:pt x="331" y="421"/>
                    <a:pt x="334" y="418"/>
                    <a:pt x="339" y="418"/>
                  </a:cubicBezTo>
                  <a:cubicBezTo>
                    <a:pt x="340" y="418"/>
                    <a:pt x="341" y="418"/>
                    <a:pt x="342" y="418"/>
                  </a:cubicBezTo>
                  <a:cubicBezTo>
                    <a:pt x="343" y="418"/>
                    <a:pt x="343" y="419"/>
                    <a:pt x="345" y="418"/>
                  </a:cubicBezTo>
                  <a:cubicBezTo>
                    <a:pt x="347" y="417"/>
                    <a:pt x="348" y="415"/>
                    <a:pt x="350" y="413"/>
                  </a:cubicBezTo>
                  <a:cubicBezTo>
                    <a:pt x="352" y="410"/>
                    <a:pt x="360" y="403"/>
                    <a:pt x="368" y="403"/>
                  </a:cubicBezTo>
                  <a:cubicBezTo>
                    <a:pt x="371" y="403"/>
                    <a:pt x="373" y="403"/>
                    <a:pt x="374" y="404"/>
                  </a:cubicBezTo>
                  <a:cubicBezTo>
                    <a:pt x="375" y="404"/>
                    <a:pt x="377" y="405"/>
                    <a:pt x="378" y="405"/>
                  </a:cubicBezTo>
                  <a:cubicBezTo>
                    <a:pt x="382" y="405"/>
                    <a:pt x="385" y="405"/>
                    <a:pt x="389" y="406"/>
                  </a:cubicBezTo>
                  <a:cubicBezTo>
                    <a:pt x="391" y="406"/>
                    <a:pt x="393" y="407"/>
                    <a:pt x="395" y="407"/>
                  </a:cubicBezTo>
                  <a:cubicBezTo>
                    <a:pt x="396" y="407"/>
                    <a:pt x="397" y="407"/>
                    <a:pt x="398" y="403"/>
                  </a:cubicBezTo>
                  <a:cubicBezTo>
                    <a:pt x="398" y="402"/>
                    <a:pt x="398" y="401"/>
                    <a:pt x="398" y="400"/>
                  </a:cubicBezTo>
                  <a:cubicBezTo>
                    <a:pt x="398" y="398"/>
                    <a:pt x="399" y="395"/>
                    <a:pt x="400" y="393"/>
                  </a:cubicBezTo>
                  <a:cubicBezTo>
                    <a:pt x="401" y="391"/>
                    <a:pt x="403" y="391"/>
                    <a:pt x="404" y="391"/>
                  </a:cubicBezTo>
                  <a:cubicBezTo>
                    <a:pt x="404" y="391"/>
                    <a:pt x="415" y="392"/>
                    <a:pt x="417" y="392"/>
                  </a:cubicBezTo>
                  <a:cubicBezTo>
                    <a:pt x="417" y="392"/>
                    <a:pt x="417" y="392"/>
                    <a:pt x="418" y="391"/>
                  </a:cubicBezTo>
                  <a:cubicBezTo>
                    <a:pt x="420" y="391"/>
                    <a:pt x="421" y="389"/>
                    <a:pt x="424" y="389"/>
                  </a:cubicBezTo>
                  <a:cubicBezTo>
                    <a:pt x="426" y="389"/>
                    <a:pt x="428" y="389"/>
                    <a:pt x="430" y="389"/>
                  </a:cubicBezTo>
                  <a:cubicBezTo>
                    <a:pt x="432" y="390"/>
                    <a:pt x="434" y="390"/>
                    <a:pt x="435" y="389"/>
                  </a:cubicBezTo>
                  <a:cubicBezTo>
                    <a:pt x="441" y="388"/>
                    <a:pt x="447" y="387"/>
                    <a:pt x="453" y="386"/>
                  </a:cubicBezTo>
                  <a:cubicBezTo>
                    <a:pt x="457" y="386"/>
                    <a:pt x="458" y="385"/>
                    <a:pt x="461" y="384"/>
                  </a:cubicBezTo>
                  <a:cubicBezTo>
                    <a:pt x="462" y="383"/>
                    <a:pt x="462" y="383"/>
                    <a:pt x="462" y="383"/>
                  </a:cubicBezTo>
                  <a:cubicBezTo>
                    <a:pt x="467" y="380"/>
                    <a:pt x="470" y="379"/>
                    <a:pt x="474" y="375"/>
                  </a:cubicBezTo>
                  <a:cubicBezTo>
                    <a:pt x="480" y="369"/>
                    <a:pt x="484" y="364"/>
                    <a:pt x="486" y="359"/>
                  </a:cubicBezTo>
                  <a:cubicBezTo>
                    <a:pt x="491" y="349"/>
                    <a:pt x="496" y="347"/>
                    <a:pt x="506" y="343"/>
                  </a:cubicBezTo>
                  <a:cubicBezTo>
                    <a:pt x="507" y="343"/>
                    <a:pt x="508" y="342"/>
                    <a:pt x="509" y="342"/>
                  </a:cubicBezTo>
                  <a:cubicBezTo>
                    <a:pt x="511" y="341"/>
                    <a:pt x="513" y="340"/>
                    <a:pt x="516" y="339"/>
                  </a:cubicBezTo>
                  <a:cubicBezTo>
                    <a:pt x="517" y="339"/>
                    <a:pt x="519" y="339"/>
                    <a:pt x="520" y="339"/>
                  </a:cubicBezTo>
                  <a:cubicBezTo>
                    <a:pt x="522" y="339"/>
                    <a:pt x="522" y="339"/>
                    <a:pt x="522" y="339"/>
                  </a:cubicBezTo>
                  <a:cubicBezTo>
                    <a:pt x="523" y="339"/>
                    <a:pt x="524" y="339"/>
                    <a:pt x="524" y="339"/>
                  </a:cubicBezTo>
                  <a:cubicBezTo>
                    <a:pt x="526" y="338"/>
                    <a:pt x="527" y="337"/>
                    <a:pt x="529" y="336"/>
                  </a:cubicBezTo>
                  <a:cubicBezTo>
                    <a:pt x="531" y="335"/>
                    <a:pt x="533" y="334"/>
                    <a:pt x="535" y="333"/>
                  </a:cubicBezTo>
                  <a:cubicBezTo>
                    <a:pt x="537" y="332"/>
                    <a:pt x="539" y="331"/>
                    <a:pt x="541" y="329"/>
                  </a:cubicBezTo>
                  <a:cubicBezTo>
                    <a:pt x="546" y="324"/>
                    <a:pt x="549" y="321"/>
                    <a:pt x="558" y="319"/>
                  </a:cubicBezTo>
                  <a:cubicBezTo>
                    <a:pt x="559" y="319"/>
                    <a:pt x="561" y="319"/>
                    <a:pt x="562" y="319"/>
                  </a:cubicBezTo>
                  <a:cubicBezTo>
                    <a:pt x="564" y="319"/>
                    <a:pt x="570" y="319"/>
                    <a:pt x="571" y="318"/>
                  </a:cubicBezTo>
                  <a:cubicBezTo>
                    <a:pt x="571" y="317"/>
                    <a:pt x="570" y="316"/>
                    <a:pt x="570" y="316"/>
                  </a:cubicBezTo>
                  <a:cubicBezTo>
                    <a:pt x="569" y="315"/>
                    <a:pt x="568" y="315"/>
                    <a:pt x="567" y="314"/>
                  </a:cubicBezTo>
                  <a:cubicBezTo>
                    <a:pt x="567" y="315"/>
                    <a:pt x="566" y="315"/>
                    <a:pt x="564" y="315"/>
                  </a:cubicBezTo>
                  <a:cubicBezTo>
                    <a:pt x="561" y="315"/>
                    <a:pt x="560" y="313"/>
                    <a:pt x="559" y="312"/>
                  </a:cubicBezTo>
                  <a:cubicBezTo>
                    <a:pt x="557" y="309"/>
                    <a:pt x="558" y="306"/>
                    <a:pt x="559" y="304"/>
                  </a:cubicBezTo>
                  <a:cubicBezTo>
                    <a:pt x="560" y="303"/>
                    <a:pt x="560" y="303"/>
                    <a:pt x="560" y="303"/>
                  </a:cubicBezTo>
                  <a:cubicBezTo>
                    <a:pt x="560" y="303"/>
                    <a:pt x="560" y="302"/>
                    <a:pt x="560" y="302"/>
                  </a:cubicBezTo>
                  <a:cubicBezTo>
                    <a:pt x="560" y="301"/>
                    <a:pt x="559" y="299"/>
                    <a:pt x="560" y="297"/>
                  </a:cubicBezTo>
                  <a:cubicBezTo>
                    <a:pt x="560" y="296"/>
                    <a:pt x="561" y="296"/>
                    <a:pt x="561" y="295"/>
                  </a:cubicBezTo>
                  <a:cubicBezTo>
                    <a:pt x="560" y="294"/>
                    <a:pt x="560" y="294"/>
                    <a:pt x="559" y="293"/>
                  </a:cubicBezTo>
                  <a:cubicBezTo>
                    <a:pt x="557" y="290"/>
                    <a:pt x="558" y="286"/>
                    <a:pt x="558" y="284"/>
                  </a:cubicBezTo>
                  <a:cubicBezTo>
                    <a:pt x="558" y="284"/>
                    <a:pt x="558" y="283"/>
                    <a:pt x="558" y="283"/>
                  </a:cubicBezTo>
                  <a:cubicBezTo>
                    <a:pt x="558" y="281"/>
                    <a:pt x="558" y="281"/>
                    <a:pt x="558" y="281"/>
                  </a:cubicBezTo>
                  <a:cubicBezTo>
                    <a:pt x="558" y="278"/>
                    <a:pt x="559" y="273"/>
                    <a:pt x="564" y="270"/>
                  </a:cubicBezTo>
                  <a:cubicBezTo>
                    <a:pt x="568" y="269"/>
                    <a:pt x="573" y="270"/>
                    <a:pt x="576" y="270"/>
                  </a:cubicBezTo>
                  <a:cubicBezTo>
                    <a:pt x="577" y="271"/>
                    <a:pt x="577" y="271"/>
                    <a:pt x="577" y="271"/>
                  </a:cubicBezTo>
                  <a:cubicBezTo>
                    <a:pt x="580" y="272"/>
                    <a:pt x="581" y="272"/>
                    <a:pt x="583" y="271"/>
                  </a:cubicBezTo>
                  <a:cubicBezTo>
                    <a:pt x="584" y="271"/>
                    <a:pt x="585" y="271"/>
                    <a:pt x="586" y="270"/>
                  </a:cubicBezTo>
                  <a:cubicBezTo>
                    <a:pt x="588" y="269"/>
                    <a:pt x="589" y="269"/>
                    <a:pt x="591" y="268"/>
                  </a:cubicBezTo>
                  <a:cubicBezTo>
                    <a:pt x="595" y="267"/>
                    <a:pt x="595" y="267"/>
                    <a:pt x="595" y="267"/>
                  </a:cubicBezTo>
                  <a:cubicBezTo>
                    <a:pt x="600" y="266"/>
                    <a:pt x="610" y="264"/>
                    <a:pt x="611" y="261"/>
                  </a:cubicBezTo>
                  <a:cubicBezTo>
                    <a:pt x="611" y="260"/>
                    <a:pt x="611" y="258"/>
                    <a:pt x="612" y="257"/>
                  </a:cubicBezTo>
                  <a:cubicBezTo>
                    <a:pt x="612" y="253"/>
                    <a:pt x="613" y="246"/>
                    <a:pt x="624" y="245"/>
                  </a:cubicBezTo>
                  <a:cubicBezTo>
                    <a:pt x="628" y="245"/>
                    <a:pt x="632" y="244"/>
                    <a:pt x="636" y="243"/>
                  </a:cubicBezTo>
                  <a:cubicBezTo>
                    <a:pt x="638" y="243"/>
                    <a:pt x="640" y="242"/>
                    <a:pt x="642" y="242"/>
                  </a:cubicBezTo>
                  <a:cubicBezTo>
                    <a:pt x="650" y="241"/>
                    <a:pt x="661" y="241"/>
                    <a:pt x="670" y="242"/>
                  </a:cubicBezTo>
                  <a:cubicBezTo>
                    <a:pt x="675" y="243"/>
                    <a:pt x="679" y="243"/>
                    <a:pt x="684" y="244"/>
                  </a:cubicBezTo>
                  <a:cubicBezTo>
                    <a:pt x="686" y="244"/>
                    <a:pt x="689" y="244"/>
                    <a:pt x="692" y="244"/>
                  </a:cubicBezTo>
                  <a:cubicBezTo>
                    <a:pt x="696" y="244"/>
                    <a:pt x="700" y="244"/>
                    <a:pt x="704" y="244"/>
                  </a:cubicBezTo>
                  <a:cubicBezTo>
                    <a:pt x="705" y="244"/>
                    <a:pt x="706" y="244"/>
                    <a:pt x="707" y="244"/>
                  </a:cubicBezTo>
                  <a:cubicBezTo>
                    <a:pt x="707" y="242"/>
                    <a:pt x="709" y="241"/>
                    <a:pt x="709" y="241"/>
                  </a:cubicBezTo>
                  <a:cubicBezTo>
                    <a:pt x="710" y="240"/>
                    <a:pt x="710" y="239"/>
                    <a:pt x="710" y="238"/>
                  </a:cubicBezTo>
                  <a:cubicBezTo>
                    <a:pt x="710" y="236"/>
                    <a:pt x="711" y="233"/>
                    <a:pt x="712" y="231"/>
                  </a:cubicBezTo>
                  <a:cubicBezTo>
                    <a:pt x="714" y="227"/>
                    <a:pt x="717" y="226"/>
                    <a:pt x="719" y="225"/>
                  </a:cubicBezTo>
                  <a:cubicBezTo>
                    <a:pt x="720" y="225"/>
                    <a:pt x="720" y="224"/>
                    <a:pt x="721" y="224"/>
                  </a:cubicBezTo>
                  <a:cubicBezTo>
                    <a:pt x="721" y="224"/>
                    <a:pt x="722" y="224"/>
                    <a:pt x="722" y="224"/>
                  </a:cubicBezTo>
                  <a:cubicBezTo>
                    <a:pt x="721" y="223"/>
                    <a:pt x="720" y="222"/>
                    <a:pt x="719" y="222"/>
                  </a:cubicBezTo>
                  <a:cubicBezTo>
                    <a:pt x="717" y="220"/>
                    <a:pt x="716" y="219"/>
                    <a:pt x="714" y="218"/>
                  </a:cubicBezTo>
                  <a:cubicBezTo>
                    <a:pt x="713" y="217"/>
                    <a:pt x="711" y="215"/>
                    <a:pt x="710" y="214"/>
                  </a:cubicBezTo>
                  <a:cubicBezTo>
                    <a:pt x="708" y="214"/>
                    <a:pt x="706" y="213"/>
                    <a:pt x="704" y="211"/>
                  </a:cubicBezTo>
                  <a:cubicBezTo>
                    <a:pt x="703" y="209"/>
                    <a:pt x="702" y="208"/>
                    <a:pt x="701" y="206"/>
                  </a:cubicBezTo>
                  <a:cubicBezTo>
                    <a:pt x="699" y="203"/>
                    <a:pt x="699" y="203"/>
                    <a:pt x="699" y="203"/>
                  </a:cubicBezTo>
                  <a:cubicBezTo>
                    <a:pt x="697" y="201"/>
                    <a:pt x="695" y="198"/>
                    <a:pt x="696" y="195"/>
                  </a:cubicBezTo>
                  <a:cubicBezTo>
                    <a:pt x="696" y="193"/>
                    <a:pt x="697" y="191"/>
                    <a:pt x="698" y="190"/>
                  </a:cubicBezTo>
                  <a:cubicBezTo>
                    <a:pt x="699" y="190"/>
                    <a:pt x="698" y="189"/>
                    <a:pt x="698" y="189"/>
                  </a:cubicBezTo>
                  <a:cubicBezTo>
                    <a:pt x="696" y="187"/>
                    <a:pt x="696" y="187"/>
                    <a:pt x="696" y="187"/>
                  </a:cubicBezTo>
                  <a:cubicBezTo>
                    <a:pt x="693" y="183"/>
                    <a:pt x="688" y="178"/>
                    <a:pt x="689" y="170"/>
                  </a:cubicBezTo>
                  <a:cubicBezTo>
                    <a:pt x="689" y="167"/>
                    <a:pt x="690" y="164"/>
                    <a:pt x="691" y="162"/>
                  </a:cubicBezTo>
                  <a:cubicBezTo>
                    <a:pt x="692" y="159"/>
                    <a:pt x="693" y="157"/>
                    <a:pt x="693" y="155"/>
                  </a:cubicBezTo>
                  <a:cubicBezTo>
                    <a:pt x="693" y="155"/>
                    <a:pt x="692" y="153"/>
                    <a:pt x="692" y="153"/>
                  </a:cubicBezTo>
                  <a:cubicBezTo>
                    <a:pt x="691" y="152"/>
                    <a:pt x="689" y="152"/>
                    <a:pt x="688" y="150"/>
                  </a:cubicBezTo>
                  <a:cubicBezTo>
                    <a:pt x="685" y="146"/>
                    <a:pt x="687" y="143"/>
                    <a:pt x="688" y="141"/>
                  </a:cubicBezTo>
                  <a:cubicBezTo>
                    <a:pt x="688" y="141"/>
                    <a:pt x="688" y="140"/>
                    <a:pt x="688" y="140"/>
                  </a:cubicBezTo>
                  <a:cubicBezTo>
                    <a:pt x="687" y="135"/>
                    <a:pt x="689" y="131"/>
                    <a:pt x="690" y="127"/>
                  </a:cubicBezTo>
                  <a:cubicBezTo>
                    <a:pt x="691" y="121"/>
                    <a:pt x="690" y="118"/>
                    <a:pt x="688" y="113"/>
                  </a:cubicBezTo>
                  <a:cubicBezTo>
                    <a:pt x="687" y="110"/>
                    <a:pt x="687" y="110"/>
                    <a:pt x="687" y="110"/>
                  </a:cubicBezTo>
                  <a:cubicBezTo>
                    <a:pt x="687" y="109"/>
                    <a:pt x="687" y="109"/>
                    <a:pt x="687" y="108"/>
                  </a:cubicBezTo>
                  <a:cubicBezTo>
                    <a:pt x="686" y="106"/>
                    <a:pt x="684" y="103"/>
                    <a:pt x="686" y="99"/>
                  </a:cubicBezTo>
                  <a:cubicBezTo>
                    <a:pt x="687" y="98"/>
                    <a:pt x="687" y="98"/>
                    <a:pt x="688" y="97"/>
                  </a:cubicBezTo>
                  <a:cubicBezTo>
                    <a:pt x="687" y="96"/>
                    <a:pt x="686" y="96"/>
                    <a:pt x="686" y="96"/>
                  </a:cubicBezTo>
                  <a:cubicBezTo>
                    <a:pt x="686" y="95"/>
                    <a:pt x="685" y="94"/>
                    <a:pt x="685" y="94"/>
                  </a:cubicBezTo>
                  <a:cubicBezTo>
                    <a:pt x="683" y="92"/>
                    <a:pt x="680" y="89"/>
                    <a:pt x="683" y="84"/>
                  </a:cubicBezTo>
                  <a:cubicBezTo>
                    <a:pt x="684" y="83"/>
                    <a:pt x="684" y="82"/>
                    <a:pt x="685" y="81"/>
                  </a:cubicBezTo>
                  <a:cubicBezTo>
                    <a:pt x="686" y="81"/>
                    <a:pt x="686" y="81"/>
                    <a:pt x="686" y="81"/>
                  </a:cubicBezTo>
                  <a:cubicBezTo>
                    <a:pt x="686" y="81"/>
                    <a:pt x="686" y="81"/>
                    <a:pt x="686" y="81"/>
                  </a:cubicBezTo>
                  <a:cubicBezTo>
                    <a:pt x="684" y="80"/>
                    <a:pt x="683" y="79"/>
                    <a:pt x="682" y="79"/>
                  </a:cubicBezTo>
                  <a:cubicBezTo>
                    <a:pt x="681" y="78"/>
                    <a:pt x="679" y="76"/>
                    <a:pt x="678" y="75"/>
                  </a:cubicBezTo>
                  <a:cubicBezTo>
                    <a:pt x="677" y="74"/>
                    <a:pt x="677" y="73"/>
                    <a:pt x="676" y="72"/>
                  </a:cubicBezTo>
                  <a:cubicBezTo>
                    <a:pt x="675" y="72"/>
                    <a:pt x="674" y="72"/>
                    <a:pt x="673" y="71"/>
                  </a:cubicBezTo>
                  <a:cubicBezTo>
                    <a:pt x="671" y="71"/>
                    <a:pt x="670" y="69"/>
                    <a:pt x="670" y="69"/>
                  </a:cubicBezTo>
                  <a:cubicBezTo>
                    <a:pt x="672" y="64"/>
                    <a:pt x="672" y="64"/>
                    <a:pt x="672" y="64"/>
                  </a:cubicBezTo>
                  <a:cubicBezTo>
                    <a:pt x="669" y="68"/>
                    <a:pt x="669" y="68"/>
                    <a:pt x="669" y="68"/>
                  </a:cubicBezTo>
                  <a:cubicBezTo>
                    <a:pt x="666" y="66"/>
                    <a:pt x="665" y="65"/>
                    <a:pt x="663" y="62"/>
                  </a:cubicBezTo>
                  <a:cubicBezTo>
                    <a:pt x="663" y="62"/>
                    <a:pt x="663" y="61"/>
                    <a:pt x="662" y="61"/>
                  </a:cubicBezTo>
                  <a:cubicBezTo>
                    <a:pt x="662" y="61"/>
                    <a:pt x="662" y="61"/>
                    <a:pt x="662" y="61"/>
                  </a:cubicBezTo>
                  <a:cubicBezTo>
                    <a:pt x="660" y="60"/>
                    <a:pt x="658" y="60"/>
                    <a:pt x="657" y="59"/>
                  </a:cubicBezTo>
                  <a:cubicBezTo>
                    <a:pt x="656" y="59"/>
                    <a:pt x="656" y="59"/>
                    <a:pt x="656" y="59"/>
                  </a:cubicBezTo>
                  <a:cubicBezTo>
                    <a:pt x="655" y="59"/>
                    <a:pt x="655" y="59"/>
                    <a:pt x="655" y="59"/>
                  </a:cubicBezTo>
                  <a:cubicBezTo>
                    <a:pt x="654" y="60"/>
                    <a:pt x="653" y="60"/>
                    <a:pt x="652" y="60"/>
                  </a:cubicBezTo>
                  <a:cubicBezTo>
                    <a:pt x="650" y="61"/>
                    <a:pt x="647" y="62"/>
                    <a:pt x="642" y="61"/>
                  </a:cubicBezTo>
                  <a:cubicBezTo>
                    <a:pt x="640" y="61"/>
                    <a:pt x="639" y="61"/>
                    <a:pt x="637" y="60"/>
                  </a:cubicBezTo>
                  <a:cubicBezTo>
                    <a:pt x="637" y="60"/>
                    <a:pt x="637" y="60"/>
                    <a:pt x="637" y="60"/>
                  </a:cubicBezTo>
                  <a:cubicBezTo>
                    <a:pt x="631" y="62"/>
                    <a:pt x="624" y="58"/>
                    <a:pt x="622" y="52"/>
                  </a:cubicBezTo>
                  <a:cubicBezTo>
                    <a:pt x="622" y="51"/>
                    <a:pt x="622" y="50"/>
                    <a:pt x="622" y="49"/>
                  </a:cubicBezTo>
                  <a:cubicBezTo>
                    <a:pt x="622" y="49"/>
                    <a:pt x="621" y="48"/>
                    <a:pt x="621" y="48"/>
                  </a:cubicBezTo>
                  <a:cubicBezTo>
                    <a:pt x="620" y="48"/>
                    <a:pt x="619" y="48"/>
                    <a:pt x="619" y="49"/>
                  </a:cubicBezTo>
                  <a:cubicBezTo>
                    <a:pt x="619" y="49"/>
                    <a:pt x="618" y="49"/>
                    <a:pt x="618" y="49"/>
                  </a:cubicBezTo>
                  <a:cubicBezTo>
                    <a:pt x="616" y="50"/>
                    <a:pt x="614" y="51"/>
                    <a:pt x="612" y="52"/>
                  </a:cubicBezTo>
                  <a:cubicBezTo>
                    <a:pt x="610" y="53"/>
                    <a:pt x="608" y="53"/>
                    <a:pt x="607" y="54"/>
                  </a:cubicBezTo>
                  <a:cubicBezTo>
                    <a:pt x="604" y="56"/>
                    <a:pt x="600" y="56"/>
                    <a:pt x="596" y="55"/>
                  </a:cubicBezTo>
                  <a:cubicBezTo>
                    <a:pt x="595" y="55"/>
                    <a:pt x="595" y="55"/>
                    <a:pt x="594" y="54"/>
                  </a:cubicBezTo>
                  <a:cubicBezTo>
                    <a:pt x="590" y="54"/>
                    <a:pt x="588" y="53"/>
                    <a:pt x="585" y="52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3" y="50"/>
                    <a:pt x="583" y="50"/>
                    <a:pt x="583" y="50"/>
                  </a:cubicBezTo>
                  <a:cubicBezTo>
                    <a:pt x="583" y="51"/>
                    <a:pt x="582" y="51"/>
                    <a:pt x="582" y="52"/>
                  </a:cubicBezTo>
                  <a:cubicBezTo>
                    <a:pt x="580" y="53"/>
                    <a:pt x="578" y="55"/>
                    <a:pt x="574" y="55"/>
                  </a:cubicBezTo>
                  <a:cubicBezTo>
                    <a:pt x="573" y="55"/>
                    <a:pt x="572" y="55"/>
                    <a:pt x="570" y="54"/>
                  </a:cubicBezTo>
                  <a:cubicBezTo>
                    <a:pt x="569" y="54"/>
                    <a:pt x="568" y="52"/>
                    <a:pt x="567" y="51"/>
                  </a:cubicBezTo>
                  <a:cubicBezTo>
                    <a:pt x="566" y="52"/>
                    <a:pt x="564" y="52"/>
                    <a:pt x="562" y="53"/>
                  </a:cubicBezTo>
                  <a:cubicBezTo>
                    <a:pt x="561" y="53"/>
                    <a:pt x="559" y="54"/>
                    <a:pt x="557" y="54"/>
                  </a:cubicBezTo>
                  <a:cubicBezTo>
                    <a:pt x="555" y="55"/>
                    <a:pt x="552" y="55"/>
                    <a:pt x="550" y="56"/>
                  </a:cubicBezTo>
                  <a:cubicBezTo>
                    <a:pt x="550" y="56"/>
                    <a:pt x="549" y="56"/>
                    <a:pt x="549" y="57"/>
                  </a:cubicBezTo>
                  <a:cubicBezTo>
                    <a:pt x="546" y="58"/>
                    <a:pt x="543" y="59"/>
                    <a:pt x="539" y="58"/>
                  </a:cubicBezTo>
                  <a:cubicBezTo>
                    <a:pt x="536" y="57"/>
                    <a:pt x="536" y="57"/>
                    <a:pt x="536" y="57"/>
                  </a:cubicBezTo>
                  <a:cubicBezTo>
                    <a:pt x="528" y="55"/>
                    <a:pt x="521" y="54"/>
                    <a:pt x="514" y="49"/>
                  </a:cubicBezTo>
                  <a:cubicBezTo>
                    <a:pt x="512" y="48"/>
                    <a:pt x="511" y="47"/>
                    <a:pt x="510" y="46"/>
                  </a:cubicBezTo>
                  <a:cubicBezTo>
                    <a:pt x="509" y="45"/>
                    <a:pt x="508" y="44"/>
                    <a:pt x="506" y="43"/>
                  </a:cubicBezTo>
                  <a:cubicBezTo>
                    <a:pt x="506" y="43"/>
                    <a:pt x="506" y="43"/>
                    <a:pt x="505" y="42"/>
                  </a:cubicBezTo>
                  <a:cubicBezTo>
                    <a:pt x="504" y="42"/>
                    <a:pt x="503" y="41"/>
                    <a:pt x="502" y="40"/>
                  </a:cubicBezTo>
                  <a:cubicBezTo>
                    <a:pt x="500" y="39"/>
                    <a:pt x="499" y="38"/>
                    <a:pt x="499" y="36"/>
                  </a:cubicBezTo>
                  <a:cubicBezTo>
                    <a:pt x="498" y="36"/>
                    <a:pt x="498" y="36"/>
                    <a:pt x="498" y="35"/>
                  </a:cubicBezTo>
                  <a:cubicBezTo>
                    <a:pt x="497" y="34"/>
                    <a:pt x="496" y="33"/>
                    <a:pt x="495" y="32"/>
                  </a:cubicBezTo>
                  <a:cubicBezTo>
                    <a:pt x="493" y="30"/>
                    <a:pt x="490" y="28"/>
                    <a:pt x="489" y="24"/>
                  </a:cubicBezTo>
                  <a:cubicBezTo>
                    <a:pt x="489" y="23"/>
                    <a:pt x="488" y="23"/>
                    <a:pt x="488" y="22"/>
                  </a:cubicBezTo>
                  <a:cubicBezTo>
                    <a:pt x="487" y="20"/>
                    <a:pt x="486" y="18"/>
                    <a:pt x="486" y="16"/>
                  </a:cubicBezTo>
                  <a:cubicBezTo>
                    <a:pt x="486" y="15"/>
                    <a:pt x="486" y="14"/>
                    <a:pt x="486" y="13"/>
                  </a:cubicBezTo>
                  <a:cubicBezTo>
                    <a:pt x="486" y="12"/>
                    <a:pt x="485" y="10"/>
                    <a:pt x="485" y="10"/>
                  </a:cubicBezTo>
                  <a:cubicBezTo>
                    <a:pt x="485" y="10"/>
                    <a:pt x="484" y="10"/>
                    <a:pt x="484" y="11"/>
                  </a:cubicBezTo>
                  <a:cubicBezTo>
                    <a:pt x="480" y="14"/>
                    <a:pt x="477" y="15"/>
                    <a:pt x="474" y="15"/>
                  </a:cubicBezTo>
                  <a:cubicBezTo>
                    <a:pt x="473" y="15"/>
                    <a:pt x="472" y="15"/>
                    <a:pt x="471" y="15"/>
                  </a:cubicBezTo>
                  <a:cubicBezTo>
                    <a:pt x="471" y="15"/>
                    <a:pt x="470" y="15"/>
                    <a:pt x="469" y="16"/>
                  </a:cubicBezTo>
                  <a:cubicBezTo>
                    <a:pt x="468" y="16"/>
                    <a:pt x="466" y="17"/>
                    <a:pt x="464" y="17"/>
                  </a:cubicBezTo>
                  <a:cubicBezTo>
                    <a:pt x="462" y="17"/>
                    <a:pt x="462" y="17"/>
                    <a:pt x="461" y="17"/>
                  </a:cubicBezTo>
                  <a:cubicBezTo>
                    <a:pt x="460" y="17"/>
                    <a:pt x="460" y="17"/>
                    <a:pt x="460" y="17"/>
                  </a:cubicBezTo>
                  <a:cubicBezTo>
                    <a:pt x="460" y="17"/>
                    <a:pt x="460" y="18"/>
                    <a:pt x="460" y="18"/>
                  </a:cubicBezTo>
                  <a:cubicBezTo>
                    <a:pt x="460" y="19"/>
                    <a:pt x="459" y="20"/>
                    <a:pt x="459" y="21"/>
                  </a:cubicBezTo>
                  <a:cubicBezTo>
                    <a:pt x="457" y="25"/>
                    <a:pt x="456" y="30"/>
                    <a:pt x="454" y="34"/>
                  </a:cubicBezTo>
                  <a:cubicBezTo>
                    <a:pt x="452" y="37"/>
                    <a:pt x="451" y="40"/>
                    <a:pt x="450" y="43"/>
                  </a:cubicBezTo>
                  <a:cubicBezTo>
                    <a:pt x="446" y="49"/>
                    <a:pt x="443" y="56"/>
                    <a:pt x="440" y="63"/>
                  </a:cubicBezTo>
                  <a:cubicBezTo>
                    <a:pt x="433" y="82"/>
                    <a:pt x="421" y="100"/>
                    <a:pt x="409" y="117"/>
                  </a:cubicBezTo>
                  <a:cubicBezTo>
                    <a:pt x="406" y="122"/>
                    <a:pt x="406" y="122"/>
                    <a:pt x="406" y="122"/>
                  </a:cubicBezTo>
                  <a:cubicBezTo>
                    <a:pt x="402" y="128"/>
                    <a:pt x="397" y="133"/>
                    <a:pt x="391" y="137"/>
                  </a:cubicBezTo>
                  <a:cubicBezTo>
                    <a:pt x="386" y="141"/>
                    <a:pt x="379" y="144"/>
                    <a:pt x="373" y="147"/>
                  </a:cubicBezTo>
                  <a:cubicBezTo>
                    <a:pt x="370" y="148"/>
                    <a:pt x="367" y="149"/>
                    <a:pt x="365" y="150"/>
                  </a:cubicBezTo>
                  <a:cubicBezTo>
                    <a:pt x="363" y="151"/>
                    <a:pt x="362" y="152"/>
                    <a:pt x="361" y="153"/>
                  </a:cubicBezTo>
                  <a:cubicBezTo>
                    <a:pt x="359" y="154"/>
                    <a:pt x="356" y="157"/>
                    <a:pt x="351" y="157"/>
                  </a:cubicBezTo>
                  <a:cubicBezTo>
                    <a:pt x="350" y="157"/>
                    <a:pt x="348" y="158"/>
                    <a:pt x="347" y="159"/>
                  </a:cubicBezTo>
                  <a:cubicBezTo>
                    <a:pt x="345" y="160"/>
                    <a:pt x="344" y="160"/>
                    <a:pt x="342" y="161"/>
                  </a:cubicBezTo>
                  <a:cubicBezTo>
                    <a:pt x="337" y="163"/>
                    <a:pt x="333" y="165"/>
                    <a:pt x="328" y="167"/>
                  </a:cubicBezTo>
                  <a:cubicBezTo>
                    <a:pt x="325" y="168"/>
                    <a:pt x="323" y="169"/>
                    <a:pt x="320" y="169"/>
                  </a:cubicBezTo>
                  <a:cubicBezTo>
                    <a:pt x="317" y="170"/>
                    <a:pt x="315" y="171"/>
                    <a:pt x="313" y="172"/>
                  </a:cubicBezTo>
                  <a:cubicBezTo>
                    <a:pt x="312" y="172"/>
                    <a:pt x="311" y="173"/>
                    <a:pt x="310" y="174"/>
                  </a:cubicBezTo>
                  <a:cubicBezTo>
                    <a:pt x="309" y="175"/>
                    <a:pt x="308" y="177"/>
                    <a:pt x="306" y="178"/>
                  </a:cubicBezTo>
                  <a:cubicBezTo>
                    <a:pt x="304" y="179"/>
                    <a:pt x="302" y="180"/>
                    <a:pt x="300" y="180"/>
                  </a:cubicBezTo>
                  <a:cubicBezTo>
                    <a:pt x="299" y="180"/>
                    <a:pt x="299" y="180"/>
                    <a:pt x="298" y="180"/>
                  </a:cubicBezTo>
                  <a:cubicBezTo>
                    <a:pt x="297" y="181"/>
                    <a:pt x="297" y="181"/>
                    <a:pt x="297" y="183"/>
                  </a:cubicBezTo>
                  <a:cubicBezTo>
                    <a:pt x="296" y="184"/>
                    <a:pt x="296" y="185"/>
                    <a:pt x="295" y="186"/>
                  </a:cubicBezTo>
                  <a:cubicBezTo>
                    <a:pt x="294" y="188"/>
                    <a:pt x="292" y="190"/>
                    <a:pt x="290" y="192"/>
                  </a:cubicBezTo>
                  <a:cubicBezTo>
                    <a:pt x="288" y="193"/>
                    <a:pt x="288" y="193"/>
                    <a:pt x="288" y="193"/>
                  </a:cubicBezTo>
                  <a:cubicBezTo>
                    <a:pt x="285" y="197"/>
                    <a:pt x="282" y="200"/>
                    <a:pt x="278" y="203"/>
                  </a:cubicBezTo>
                  <a:cubicBezTo>
                    <a:pt x="275" y="205"/>
                    <a:pt x="273" y="207"/>
                    <a:pt x="270" y="209"/>
                  </a:cubicBezTo>
                  <a:cubicBezTo>
                    <a:pt x="268" y="212"/>
                    <a:pt x="265" y="215"/>
                    <a:pt x="261" y="217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57" y="223"/>
                    <a:pt x="257" y="224"/>
                    <a:pt x="257" y="226"/>
                  </a:cubicBezTo>
                  <a:cubicBezTo>
                    <a:pt x="257" y="228"/>
                    <a:pt x="256" y="230"/>
                    <a:pt x="255" y="232"/>
                  </a:cubicBezTo>
                  <a:cubicBezTo>
                    <a:pt x="255" y="232"/>
                    <a:pt x="255" y="232"/>
                    <a:pt x="255" y="232"/>
                  </a:cubicBezTo>
                  <a:cubicBezTo>
                    <a:pt x="255" y="233"/>
                    <a:pt x="255" y="234"/>
                    <a:pt x="256" y="235"/>
                  </a:cubicBezTo>
                  <a:cubicBezTo>
                    <a:pt x="256" y="239"/>
                    <a:pt x="254" y="245"/>
                    <a:pt x="253" y="248"/>
                  </a:cubicBezTo>
                  <a:cubicBezTo>
                    <a:pt x="252" y="249"/>
                    <a:pt x="251" y="250"/>
                    <a:pt x="251" y="251"/>
                  </a:cubicBezTo>
                  <a:cubicBezTo>
                    <a:pt x="250" y="253"/>
                    <a:pt x="249" y="255"/>
                    <a:pt x="248" y="256"/>
                  </a:cubicBezTo>
                  <a:cubicBezTo>
                    <a:pt x="247" y="258"/>
                    <a:pt x="245" y="259"/>
                    <a:pt x="244" y="260"/>
                  </a:cubicBezTo>
                  <a:cubicBezTo>
                    <a:pt x="243" y="261"/>
                    <a:pt x="243" y="262"/>
                    <a:pt x="242" y="262"/>
                  </a:cubicBezTo>
                  <a:cubicBezTo>
                    <a:pt x="238" y="266"/>
                    <a:pt x="238" y="266"/>
                    <a:pt x="238" y="266"/>
                  </a:cubicBezTo>
                  <a:cubicBezTo>
                    <a:pt x="235" y="269"/>
                    <a:pt x="233" y="272"/>
                    <a:pt x="230" y="274"/>
                  </a:cubicBezTo>
                  <a:cubicBezTo>
                    <a:pt x="229" y="276"/>
                    <a:pt x="228" y="278"/>
                    <a:pt x="228" y="280"/>
                  </a:cubicBezTo>
                  <a:cubicBezTo>
                    <a:pt x="227" y="281"/>
                    <a:pt x="226" y="283"/>
                    <a:pt x="225" y="285"/>
                  </a:cubicBezTo>
                  <a:cubicBezTo>
                    <a:pt x="225" y="286"/>
                    <a:pt x="223" y="288"/>
                    <a:pt x="222" y="289"/>
                  </a:cubicBezTo>
                  <a:cubicBezTo>
                    <a:pt x="221" y="291"/>
                    <a:pt x="219" y="293"/>
                    <a:pt x="219" y="294"/>
                  </a:cubicBezTo>
                  <a:cubicBezTo>
                    <a:pt x="220" y="295"/>
                    <a:pt x="220" y="296"/>
                    <a:pt x="220" y="298"/>
                  </a:cubicBezTo>
                  <a:cubicBezTo>
                    <a:pt x="221" y="300"/>
                    <a:pt x="220" y="302"/>
                    <a:pt x="220" y="303"/>
                  </a:cubicBezTo>
                  <a:cubicBezTo>
                    <a:pt x="219" y="307"/>
                    <a:pt x="219" y="307"/>
                    <a:pt x="219" y="307"/>
                  </a:cubicBezTo>
                  <a:cubicBezTo>
                    <a:pt x="218" y="309"/>
                    <a:pt x="218" y="311"/>
                    <a:pt x="217" y="312"/>
                  </a:cubicBezTo>
                  <a:cubicBezTo>
                    <a:pt x="217" y="313"/>
                    <a:pt x="217" y="314"/>
                    <a:pt x="218" y="316"/>
                  </a:cubicBezTo>
                  <a:cubicBezTo>
                    <a:pt x="218" y="317"/>
                    <a:pt x="218" y="319"/>
                    <a:pt x="218" y="321"/>
                  </a:cubicBezTo>
                  <a:cubicBezTo>
                    <a:pt x="218" y="322"/>
                    <a:pt x="218" y="324"/>
                    <a:pt x="218" y="325"/>
                  </a:cubicBezTo>
                  <a:cubicBezTo>
                    <a:pt x="218" y="328"/>
                    <a:pt x="218" y="331"/>
                    <a:pt x="217" y="334"/>
                  </a:cubicBezTo>
                  <a:cubicBezTo>
                    <a:pt x="217" y="336"/>
                    <a:pt x="215" y="338"/>
                    <a:pt x="214" y="340"/>
                  </a:cubicBezTo>
                  <a:cubicBezTo>
                    <a:pt x="214" y="340"/>
                    <a:pt x="214" y="340"/>
                    <a:pt x="214" y="340"/>
                  </a:cubicBezTo>
                  <a:cubicBezTo>
                    <a:pt x="215" y="341"/>
                    <a:pt x="216" y="341"/>
                    <a:pt x="218" y="342"/>
                  </a:cubicBezTo>
                  <a:cubicBezTo>
                    <a:pt x="220" y="344"/>
                    <a:pt x="222" y="347"/>
                    <a:pt x="224" y="350"/>
                  </a:cubicBezTo>
                  <a:cubicBezTo>
                    <a:pt x="224" y="351"/>
                    <a:pt x="224" y="351"/>
                    <a:pt x="225" y="352"/>
                  </a:cubicBezTo>
                  <a:cubicBezTo>
                    <a:pt x="226" y="354"/>
                    <a:pt x="228" y="357"/>
                    <a:pt x="228" y="361"/>
                  </a:cubicBezTo>
                  <a:cubicBezTo>
                    <a:pt x="228" y="363"/>
                    <a:pt x="227" y="365"/>
                    <a:pt x="227" y="367"/>
                  </a:cubicBezTo>
                  <a:cubicBezTo>
                    <a:pt x="226" y="368"/>
                    <a:pt x="226" y="369"/>
                    <a:pt x="226" y="370"/>
                  </a:cubicBezTo>
                  <a:cubicBezTo>
                    <a:pt x="225" y="377"/>
                    <a:pt x="223" y="381"/>
                    <a:pt x="219" y="387"/>
                  </a:cubicBezTo>
                  <a:cubicBezTo>
                    <a:pt x="216" y="393"/>
                    <a:pt x="212" y="397"/>
                    <a:pt x="209" y="401"/>
                  </a:cubicBezTo>
                  <a:cubicBezTo>
                    <a:pt x="207" y="402"/>
                    <a:pt x="206" y="404"/>
                    <a:pt x="205" y="405"/>
                  </a:cubicBezTo>
                  <a:cubicBezTo>
                    <a:pt x="203" y="407"/>
                    <a:pt x="203" y="407"/>
                    <a:pt x="203" y="407"/>
                  </a:cubicBezTo>
                  <a:cubicBezTo>
                    <a:pt x="201" y="410"/>
                    <a:pt x="199" y="412"/>
                    <a:pt x="197" y="415"/>
                  </a:cubicBezTo>
                  <a:cubicBezTo>
                    <a:pt x="197" y="416"/>
                    <a:pt x="196" y="417"/>
                    <a:pt x="196" y="418"/>
                  </a:cubicBezTo>
                  <a:cubicBezTo>
                    <a:pt x="195" y="420"/>
                    <a:pt x="194" y="422"/>
                    <a:pt x="192" y="424"/>
                  </a:cubicBezTo>
                  <a:cubicBezTo>
                    <a:pt x="188" y="429"/>
                    <a:pt x="184" y="433"/>
                    <a:pt x="180" y="437"/>
                  </a:cubicBezTo>
                  <a:cubicBezTo>
                    <a:pt x="178" y="440"/>
                    <a:pt x="175" y="443"/>
                    <a:pt x="173" y="446"/>
                  </a:cubicBezTo>
                  <a:cubicBezTo>
                    <a:pt x="167" y="453"/>
                    <a:pt x="159" y="456"/>
                    <a:pt x="151" y="460"/>
                  </a:cubicBezTo>
                  <a:cubicBezTo>
                    <a:pt x="144" y="463"/>
                    <a:pt x="137" y="466"/>
                    <a:pt x="133" y="471"/>
                  </a:cubicBezTo>
                  <a:cubicBezTo>
                    <a:pt x="131" y="474"/>
                    <a:pt x="128" y="476"/>
                    <a:pt x="125" y="478"/>
                  </a:cubicBezTo>
                  <a:cubicBezTo>
                    <a:pt x="121" y="482"/>
                    <a:pt x="118" y="485"/>
                    <a:pt x="115" y="489"/>
                  </a:cubicBezTo>
                  <a:cubicBezTo>
                    <a:pt x="110" y="496"/>
                    <a:pt x="105" y="497"/>
                    <a:pt x="99" y="500"/>
                  </a:cubicBezTo>
                  <a:cubicBezTo>
                    <a:pt x="98" y="500"/>
                    <a:pt x="98" y="500"/>
                    <a:pt x="98" y="500"/>
                  </a:cubicBezTo>
                  <a:cubicBezTo>
                    <a:pt x="96" y="501"/>
                    <a:pt x="93" y="502"/>
                    <a:pt x="91" y="503"/>
                  </a:cubicBezTo>
                  <a:cubicBezTo>
                    <a:pt x="85" y="506"/>
                    <a:pt x="85" y="506"/>
                    <a:pt x="85" y="506"/>
                  </a:cubicBezTo>
                  <a:cubicBezTo>
                    <a:pt x="83" y="506"/>
                    <a:pt x="81" y="507"/>
                    <a:pt x="79" y="508"/>
                  </a:cubicBezTo>
                  <a:cubicBezTo>
                    <a:pt x="77" y="509"/>
                    <a:pt x="74" y="511"/>
                    <a:pt x="71" y="512"/>
                  </a:cubicBezTo>
                  <a:cubicBezTo>
                    <a:pt x="66" y="513"/>
                    <a:pt x="62" y="514"/>
                    <a:pt x="57" y="515"/>
                  </a:cubicBezTo>
                  <a:cubicBezTo>
                    <a:pt x="54" y="515"/>
                    <a:pt x="51" y="516"/>
                    <a:pt x="48" y="516"/>
                  </a:cubicBezTo>
                  <a:cubicBezTo>
                    <a:pt x="44" y="517"/>
                    <a:pt x="40" y="518"/>
                    <a:pt x="35" y="518"/>
                  </a:cubicBezTo>
                  <a:cubicBezTo>
                    <a:pt x="32" y="518"/>
                    <a:pt x="28" y="519"/>
                    <a:pt x="25" y="519"/>
                  </a:cubicBezTo>
                  <a:cubicBezTo>
                    <a:pt x="22" y="520"/>
                    <a:pt x="22" y="521"/>
                    <a:pt x="21" y="524"/>
                  </a:cubicBezTo>
                  <a:cubicBezTo>
                    <a:pt x="20" y="525"/>
                    <a:pt x="19" y="527"/>
                    <a:pt x="18" y="529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6" name="Freeform 147">
              <a:extLst>
                <a:ext uri="{FF2B5EF4-FFF2-40B4-BE49-F238E27FC236}">
                  <a16:creationId xmlns:a16="http://schemas.microsoft.com/office/drawing/2014/main" id="{DB60591E-A2A1-438D-8EAF-C35FC7502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9213" y="749300"/>
              <a:ext cx="820738" cy="600075"/>
            </a:xfrm>
            <a:custGeom>
              <a:avLst/>
              <a:gdLst>
                <a:gd name="T0" fmla="*/ 489 w 726"/>
                <a:gd name="T1" fmla="*/ 19 h 530"/>
                <a:gd name="T2" fmla="*/ 504 w 726"/>
                <a:gd name="T3" fmla="*/ 35 h 530"/>
                <a:gd name="T4" fmla="*/ 544 w 726"/>
                <a:gd name="T5" fmla="*/ 48 h 530"/>
                <a:gd name="T6" fmla="*/ 567 w 726"/>
                <a:gd name="T7" fmla="*/ 46 h 530"/>
                <a:gd name="T8" fmla="*/ 581 w 726"/>
                <a:gd name="T9" fmla="*/ 43 h 530"/>
                <a:gd name="T10" fmla="*/ 611 w 726"/>
                <a:gd name="T11" fmla="*/ 41 h 530"/>
                <a:gd name="T12" fmla="*/ 620 w 726"/>
                <a:gd name="T13" fmla="*/ 33 h 530"/>
                <a:gd name="T14" fmla="*/ 622 w 726"/>
                <a:gd name="T15" fmla="*/ 43 h 530"/>
                <a:gd name="T16" fmla="*/ 623 w 726"/>
                <a:gd name="T17" fmla="*/ 44 h 530"/>
                <a:gd name="T18" fmla="*/ 648 w 726"/>
                <a:gd name="T19" fmla="*/ 51 h 530"/>
                <a:gd name="T20" fmla="*/ 662 w 726"/>
                <a:gd name="T21" fmla="*/ 56 h 530"/>
                <a:gd name="T22" fmla="*/ 674 w 726"/>
                <a:gd name="T23" fmla="*/ 64 h 530"/>
                <a:gd name="T24" fmla="*/ 687 w 726"/>
                <a:gd name="T25" fmla="*/ 75 h 530"/>
                <a:gd name="T26" fmla="*/ 690 w 726"/>
                <a:gd name="T27" fmla="*/ 92 h 530"/>
                <a:gd name="T28" fmla="*/ 689 w 726"/>
                <a:gd name="T29" fmla="*/ 123 h 530"/>
                <a:gd name="T30" fmla="*/ 687 w 726"/>
                <a:gd name="T31" fmla="*/ 144 h 530"/>
                <a:gd name="T32" fmla="*/ 688 w 726"/>
                <a:gd name="T33" fmla="*/ 166 h 530"/>
                <a:gd name="T34" fmla="*/ 695 w 726"/>
                <a:gd name="T35" fmla="*/ 192 h 530"/>
                <a:gd name="T36" fmla="*/ 707 w 726"/>
                <a:gd name="T37" fmla="*/ 206 h 530"/>
                <a:gd name="T38" fmla="*/ 711 w 726"/>
                <a:gd name="T39" fmla="*/ 229 h 530"/>
                <a:gd name="T40" fmla="*/ 712 w 726"/>
                <a:gd name="T41" fmla="*/ 241 h 530"/>
                <a:gd name="T42" fmla="*/ 678 w 726"/>
                <a:gd name="T43" fmla="*/ 244 h 530"/>
                <a:gd name="T44" fmla="*/ 610 w 726"/>
                <a:gd name="T45" fmla="*/ 259 h 530"/>
                <a:gd name="T46" fmla="*/ 570 w 726"/>
                <a:gd name="T47" fmla="*/ 271 h 530"/>
                <a:gd name="T48" fmla="*/ 558 w 726"/>
                <a:gd name="T49" fmla="*/ 286 h 530"/>
                <a:gd name="T50" fmla="*/ 559 w 726"/>
                <a:gd name="T51" fmla="*/ 299 h 530"/>
                <a:gd name="T52" fmla="*/ 565 w 726"/>
                <a:gd name="T53" fmla="*/ 306 h 530"/>
                <a:gd name="T54" fmla="*/ 539 w 726"/>
                <a:gd name="T55" fmla="*/ 328 h 530"/>
                <a:gd name="T56" fmla="*/ 512 w 726"/>
                <a:gd name="T57" fmla="*/ 340 h 530"/>
                <a:gd name="T58" fmla="*/ 472 w 726"/>
                <a:gd name="T59" fmla="*/ 375 h 530"/>
                <a:gd name="T60" fmla="*/ 432 w 726"/>
                <a:gd name="T61" fmla="*/ 390 h 530"/>
                <a:gd name="T62" fmla="*/ 399 w 726"/>
                <a:gd name="T63" fmla="*/ 391 h 530"/>
                <a:gd name="T64" fmla="*/ 373 w 726"/>
                <a:gd name="T65" fmla="*/ 405 h 530"/>
                <a:gd name="T66" fmla="*/ 343 w 726"/>
                <a:gd name="T67" fmla="*/ 417 h 530"/>
                <a:gd name="T68" fmla="*/ 318 w 726"/>
                <a:gd name="T69" fmla="*/ 429 h 530"/>
                <a:gd name="T70" fmla="*/ 291 w 726"/>
                <a:gd name="T71" fmla="*/ 446 h 530"/>
                <a:gd name="T72" fmla="*/ 272 w 726"/>
                <a:gd name="T73" fmla="*/ 460 h 530"/>
                <a:gd name="T74" fmla="*/ 264 w 726"/>
                <a:gd name="T75" fmla="*/ 530 h 530"/>
                <a:gd name="T76" fmla="*/ 0 w 726"/>
                <a:gd name="T77" fmla="*/ 530 h 530"/>
                <a:gd name="T78" fmla="*/ 42 w 726"/>
                <a:gd name="T79" fmla="*/ 508 h 530"/>
                <a:gd name="T80" fmla="*/ 91 w 726"/>
                <a:gd name="T81" fmla="*/ 492 h 530"/>
                <a:gd name="T82" fmla="*/ 164 w 726"/>
                <a:gd name="T83" fmla="*/ 438 h 530"/>
                <a:gd name="T84" fmla="*/ 196 w 726"/>
                <a:gd name="T85" fmla="*/ 398 h 530"/>
                <a:gd name="T86" fmla="*/ 218 w 726"/>
                <a:gd name="T87" fmla="*/ 356 h 530"/>
                <a:gd name="T88" fmla="*/ 203 w 726"/>
                <a:gd name="T89" fmla="*/ 338 h 530"/>
                <a:gd name="T90" fmla="*/ 208 w 726"/>
                <a:gd name="T91" fmla="*/ 308 h 530"/>
                <a:gd name="T92" fmla="*/ 209 w 726"/>
                <a:gd name="T93" fmla="*/ 291 h 530"/>
                <a:gd name="T94" fmla="*/ 234 w 726"/>
                <a:gd name="T95" fmla="*/ 255 h 530"/>
                <a:gd name="T96" fmla="*/ 246 w 726"/>
                <a:gd name="T97" fmla="*/ 232 h 530"/>
                <a:gd name="T98" fmla="*/ 247 w 726"/>
                <a:gd name="T99" fmla="*/ 215 h 530"/>
                <a:gd name="T100" fmla="*/ 286 w 726"/>
                <a:gd name="T101" fmla="*/ 180 h 530"/>
                <a:gd name="T102" fmla="*/ 306 w 726"/>
                <a:gd name="T103" fmla="*/ 163 h 530"/>
                <a:gd name="T104" fmla="*/ 345 w 726"/>
                <a:gd name="T105" fmla="*/ 148 h 530"/>
                <a:gd name="T106" fmla="*/ 397 w 726"/>
                <a:gd name="T107" fmla="*/ 115 h 530"/>
                <a:gd name="T108" fmla="*/ 450 w 726"/>
                <a:gd name="T109" fmla="*/ 15 h 530"/>
                <a:gd name="T110" fmla="*/ 466 w 726"/>
                <a:gd name="T111" fmla="*/ 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26" h="530">
                  <a:moveTo>
                    <a:pt x="483" y="2"/>
                  </a:moveTo>
                  <a:cubicBezTo>
                    <a:pt x="486" y="3"/>
                    <a:pt x="485" y="8"/>
                    <a:pt x="486" y="11"/>
                  </a:cubicBezTo>
                  <a:cubicBezTo>
                    <a:pt x="486" y="14"/>
                    <a:pt x="488" y="16"/>
                    <a:pt x="489" y="19"/>
                  </a:cubicBezTo>
                  <a:cubicBezTo>
                    <a:pt x="490" y="23"/>
                    <a:pt x="494" y="25"/>
                    <a:pt x="497" y="28"/>
                  </a:cubicBezTo>
                  <a:cubicBezTo>
                    <a:pt x="498" y="30"/>
                    <a:pt x="498" y="32"/>
                    <a:pt x="500" y="33"/>
                  </a:cubicBezTo>
                  <a:cubicBezTo>
                    <a:pt x="501" y="34"/>
                    <a:pt x="503" y="34"/>
                    <a:pt x="504" y="35"/>
                  </a:cubicBezTo>
                  <a:cubicBezTo>
                    <a:pt x="507" y="37"/>
                    <a:pt x="509" y="39"/>
                    <a:pt x="512" y="41"/>
                  </a:cubicBezTo>
                  <a:cubicBezTo>
                    <a:pt x="518" y="46"/>
                    <a:pt x="527" y="47"/>
                    <a:pt x="535" y="49"/>
                  </a:cubicBezTo>
                  <a:cubicBezTo>
                    <a:pt x="539" y="50"/>
                    <a:pt x="540" y="49"/>
                    <a:pt x="544" y="48"/>
                  </a:cubicBezTo>
                  <a:cubicBezTo>
                    <a:pt x="548" y="46"/>
                    <a:pt x="552" y="46"/>
                    <a:pt x="556" y="44"/>
                  </a:cubicBezTo>
                  <a:cubicBezTo>
                    <a:pt x="558" y="44"/>
                    <a:pt x="563" y="42"/>
                    <a:pt x="564" y="43"/>
                  </a:cubicBezTo>
                  <a:cubicBezTo>
                    <a:pt x="565" y="43"/>
                    <a:pt x="566" y="45"/>
                    <a:pt x="567" y="46"/>
                  </a:cubicBezTo>
                  <a:cubicBezTo>
                    <a:pt x="570" y="47"/>
                    <a:pt x="572" y="46"/>
                    <a:pt x="574" y="44"/>
                  </a:cubicBezTo>
                  <a:cubicBezTo>
                    <a:pt x="575" y="43"/>
                    <a:pt x="574" y="42"/>
                    <a:pt x="576" y="41"/>
                  </a:cubicBezTo>
                  <a:cubicBezTo>
                    <a:pt x="578" y="41"/>
                    <a:pt x="579" y="42"/>
                    <a:pt x="581" y="43"/>
                  </a:cubicBezTo>
                  <a:cubicBezTo>
                    <a:pt x="584" y="44"/>
                    <a:pt x="586" y="46"/>
                    <a:pt x="589" y="46"/>
                  </a:cubicBezTo>
                  <a:cubicBezTo>
                    <a:pt x="592" y="46"/>
                    <a:pt x="596" y="48"/>
                    <a:pt x="599" y="46"/>
                  </a:cubicBezTo>
                  <a:cubicBezTo>
                    <a:pt x="603" y="44"/>
                    <a:pt x="608" y="43"/>
                    <a:pt x="611" y="41"/>
                  </a:cubicBezTo>
                  <a:cubicBezTo>
                    <a:pt x="613" y="40"/>
                    <a:pt x="614" y="40"/>
                    <a:pt x="615" y="38"/>
                  </a:cubicBezTo>
                  <a:cubicBezTo>
                    <a:pt x="616" y="36"/>
                    <a:pt x="617" y="34"/>
                    <a:pt x="618" y="33"/>
                  </a:cubicBezTo>
                  <a:cubicBezTo>
                    <a:pt x="619" y="31"/>
                    <a:pt x="620" y="30"/>
                    <a:pt x="620" y="33"/>
                  </a:cubicBezTo>
                  <a:cubicBezTo>
                    <a:pt x="619" y="35"/>
                    <a:pt x="619" y="36"/>
                    <a:pt x="620" y="37"/>
                  </a:cubicBezTo>
                  <a:cubicBezTo>
                    <a:pt x="620" y="38"/>
                    <a:pt x="618" y="39"/>
                    <a:pt x="619" y="40"/>
                  </a:cubicBezTo>
                  <a:cubicBezTo>
                    <a:pt x="620" y="43"/>
                    <a:pt x="622" y="41"/>
                    <a:pt x="622" y="43"/>
                  </a:cubicBezTo>
                  <a:cubicBezTo>
                    <a:pt x="623" y="43"/>
                    <a:pt x="622" y="46"/>
                    <a:pt x="622" y="47"/>
                  </a:cubicBezTo>
                  <a:cubicBezTo>
                    <a:pt x="623" y="50"/>
                    <a:pt x="627" y="53"/>
                    <a:pt x="630" y="52"/>
                  </a:cubicBezTo>
                  <a:cubicBezTo>
                    <a:pt x="628" y="49"/>
                    <a:pt x="625" y="47"/>
                    <a:pt x="623" y="44"/>
                  </a:cubicBezTo>
                  <a:cubicBezTo>
                    <a:pt x="626" y="45"/>
                    <a:pt x="628" y="48"/>
                    <a:pt x="630" y="49"/>
                  </a:cubicBezTo>
                  <a:cubicBezTo>
                    <a:pt x="632" y="51"/>
                    <a:pt x="635" y="52"/>
                    <a:pt x="638" y="53"/>
                  </a:cubicBezTo>
                  <a:cubicBezTo>
                    <a:pt x="642" y="54"/>
                    <a:pt x="644" y="52"/>
                    <a:pt x="648" y="51"/>
                  </a:cubicBezTo>
                  <a:cubicBezTo>
                    <a:pt x="651" y="50"/>
                    <a:pt x="650" y="49"/>
                    <a:pt x="654" y="51"/>
                  </a:cubicBezTo>
                  <a:cubicBezTo>
                    <a:pt x="656" y="52"/>
                    <a:pt x="658" y="52"/>
                    <a:pt x="659" y="53"/>
                  </a:cubicBezTo>
                  <a:cubicBezTo>
                    <a:pt x="662" y="54"/>
                    <a:pt x="661" y="54"/>
                    <a:pt x="662" y="56"/>
                  </a:cubicBezTo>
                  <a:cubicBezTo>
                    <a:pt x="663" y="58"/>
                    <a:pt x="664" y="59"/>
                    <a:pt x="667" y="60"/>
                  </a:cubicBezTo>
                  <a:cubicBezTo>
                    <a:pt x="668" y="61"/>
                    <a:pt x="669" y="63"/>
                    <a:pt x="670" y="63"/>
                  </a:cubicBezTo>
                  <a:cubicBezTo>
                    <a:pt x="672" y="64"/>
                    <a:pt x="673" y="63"/>
                    <a:pt x="674" y="64"/>
                  </a:cubicBezTo>
                  <a:cubicBezTo>
                    <a:pt x="675" y="65"/>
                    <a:pt x="675" y="67"/>
                    <a:pt x="676" y="68"/>
                  </a:cubicBezTo>
                  <a:cubicBezTo>
                    <a:pt x="677" y="69"/>
                    <a:pt x="679" y="70"/>
                    <a:pt x="680" y="71"/>
                  </a:cubicBezTo>
                  <a:cubicBezTo>
                    <a:pt x="681" y="72"/>
                    <a:pt x="686" y="74"/>
                    <a:pt x="687" y="75"/>
                  </a:cubicBezTo>
                  <a:cubicBezTo>
                    <a:pt x="688" y="77"/>
                    <a:pt x="683" y="81"/>
                    <a:pt x="682" y="82"/>
                  </a:cubicBezTo>
                  <a:cubicBezTo>
                    <a:pt x="681" y="85"/>
                    <a:pt x="682" y="85"/>
                    <a:pt x="685" y="88"/>
                  </a:cubicBezTo>
                  <a:cubicBezTo>
                    <a:pt x="685" y="88"/>
                    <a:pt x="690" y="93"/>
                    <a:pt x="690" y="92"/>
                  </a:cubicBezTo>
                  <a:cubicBezTo>
                    <a:pt x="690" y="93"/>
                    <a:pt x="686" y="96"/>
                    <a:pt x="685" y="97"/>
                  </a:cubicBezTo>
                  <a:cubicBezTo>
                    <a:pt x="684" y="100"/>
                    <a:pt x="686" y="102"/>
                    <a:pt x="687" y="105"/>
                  </a:cubicBezTo>
                  <a:cubicBezTo>
                    <a:pt x="689" y="112"/>
                    <a:pt x="691" y="116"/>
                    <a:pt x="689" y="123"/>
                  </a:cubicBezTo>
                  <a:cubicBezTo>
                    <a:pt x="688" y="127"/>
                    <a:pt x="687" y="131"/>
                    <a:pt x="687" y="135"/>
                  </a:cubicBezTo>
                  <a:cubicBezTo>
                    <a:pt x="688" y="137"/>
                    <a:pt x="689" y="138"/>
                    <a:pt x="688" y="139"/>
                  </a:cubicBezTo>
                  <a:cubicBezTo>
                    <a:pt x="686" y="141"/>
                    <a:pt x="685" y="142"/>
                    <a:pt x="687" y="144"/>
                  </a:cubicBezTo>
                  <a:cubicBezTo>
                    <a:pt x="687" y="145"/>
                    <a:pt x="689" y="145"/>
                    <a:pt x="690" y="146"/>
                  </a:cubicBezTo>
                  <a:cubicBezTo>
                    <a:pt x="691" y="147"/>
                    <a:pt x="692" y="149"/>
                    <a:pt x="692" y="150"/>
                  </a:cubicBezTo>
                  <a:cubicBezTo>
                    <a:pt x="694" y="156"/>
                    <a:pt x="689" y="161"/>
                    <a:pt x="688" y="166"/>
                  </a:cubicBezTo>
                  <a:cubicBezTo>
                    <a:pt x="688" y="173"/>
                    <a:pt x="692" y="177"/>
                    <a:pt x="696" y="182"/>
                  </a:cubicBezTo>
                  <a:cubicBezTo>
                    <a:pt x="698" y="184"/>
                    <a:pt x="699" y="185"/>
                    <a:pt x="698" y="188"/>
                  </a:cubicBezTo>
                  <a:cubicBezTo>
                    <a:pt x="698" y="189"/>
                    <a:pt x="695" y="190"/>
                    <a:pt x="695" y="192"/>
                  </a:cubicBezTo>
                  <a:cubicBezTo>
                    <a:pt x="695" y="193"/>
                    <a:pt x="697" y="196"/>
                    <a:pt x="698" y="197"/>
                  </a:cubicBezTo>
                  <a:cubicBezTo>
                    <a:pt x="700" y="200"/>
                    <a:pt x="701" y="202"/>
                    <a:pt x="703" y="204"/>
                  </a:cubicBezTo>
                  <a:cubicBezTo>
                    <a:pt x="704" y="206"/>
                    <a:pt x="706" y="205"/>
                    <a:pt x="707" y="206"/>
                  </a:cubicBezTo>
                  <a:cubicBezTo>
                    <a:pt x="710" y="208"/>
                    <a:pt x="713" y="211"/>
                    <a:pt x="716" y="213"/>
                  </a:cubicBezTo>
                  <a:cubicBezTo>
                    <a:pt x="721" y="217"/>
                    <a:pt x="726" y="220"/>
                    <a:pt x="719" y="224"/>
                  </a:cubicBezTo>
                  <a:cubicBezTo>
                    <a:pt x="715" y="226"/>
                    <a:pt x="713" y="225"/>
                    <a:pt x="711" y="229"/>
                  </a:cubicBezTo>
                  <a:cubicBezTo>
                    <a:pt x="710" y="232"/>
                    <a:pt x="710" y="236"/>
                    <a:pt x="709" y="239"/>
                  </a:cubicBezTo>
                  <a:cubicBezTo>
                    <a:pt x="708" y="240"/>
                    <a:pt x="706" y="241"/>
                    <a:pt x="707" y="242"/>
                  </a:cubicBezTo>
                  <a:cubicBezTo>
                    <a:pt x="709" y="242"/>
                    <a:pt x="711" y="240"/>
                    <a:pt x="712" y="241"/>
                  </a:cubicBezTo>
                  <a:cubicBezTo>
                    <a:pt x="717" y="244"/>
                    <a:pt x="711" y="246"/>
                    <a:pt x="709" y="246"/>
                  </a:cubicBezTo>
                  <a:cubicBezTo>
                    <a:pt x="705" y="246"/>
                    <a:pt x="702" y="245"/>
                    <a:pt x="699" y="245"/>
                  </a:cubicBezTo>
                  <a:cubicBezTo>
                    <a:pt x="692" y="244"/>
                    <a:pt x="685" y="244"/>
                    <a:pt x="678" y="244"/>
                  </a:cubicBezTo>
                  <a:cubicBezTo>
                    <a:pt x="665" y="244"/>
                    <a:pt x="651" y="240"/>
                    <a:pt x="638" y="243"/>
                  </a:cubicBezTo>
                  <a:cubicBezTo>
                    <a:pt x="631" y="244"/>
                    <a:pt x="626" y="245"/>
                    <a:pt x="619" y="246"/>
                  </a:cubicBezTo>
                  <a:cubicBezTo>
                    <a:pt x="610" y="247"/>
                    <a:pt x="612" y="252"/>
                    <a:pt x="610" y="259"/>
                  </a:cubicBezTo>
                  <a:cubicBezTo>
                    <a:pt x="608" y="265"/>
                    <a:pt x="594" y="267"/>
                    <a:pt x="587" y="269"/>
                  </a:cubicBezTo>
                  <a:cubicBezTo>
                    <a:pt x="585" y="269"/>
                    <a:pt x="582" y="271"/>
                    <a:pt x="579" y="272"/>
                  </a:cubicBezTo>
                  <a:cubicBezTo>
                    <a:pt x="576" y="273"/>
                    <a:pt x="573" y="272"/>
                    <a:pt x="570" y="271"/>
                  </a:cubicBezTo>
                  <a:cubicBezTo>
                    <a:pt x="567" y="270"/>
                    <a:pt x="564" y="269"/>
                    <a:pt x="561" y="271"/>
                  </a:cubicBezTo>
                  <a:cubicBezTo>
                    <a:pt x="558" y="272"/>
                    <a:pt x="558" y="276"/>
                    <a:pt x="558" y="279"/>
                  </a:cubicBezTo>
                  <a:cubicBezTo>
                    <a:pt x="558" y="281"/>
                    <a:pt x="557" y="284"/>
                    <a:pt x="558" y="286"/>
                  </a:cubicBezTo>
                  <a:cubicBezTo>
                    <a:pt x="560" y="289"/>
                    <a:pt x="565" y="288"/>
                    <a:pt x="562" y="291"/>
                  </a:cubicBezTo>
                  <a:cubicBezTo>
                    <a:pt x="562" y="293"/>
                    <a:pt x="560" y="293"/>
                    <a:pt x="559" y="295"/>
                  </a:cubicBezTo>
                  <a:cubicBezTo>
                    <a:pt x="559" y="296"/>
                    <a:pt x="560" y="298"/>
                    <a:pt x="559" y="299"/>
                  </a:cubicBezTo>
                  <a:cubicBezTo>
                    <a:pt x="559" y="301"/>
                    <a:pt x="556" y="306"/>
                    <a:pt x="559" y="306"/>
                  </a:cubicBezTo>
                  <a:cubicBezTo>
                    <a:pt x="561" y="307"/>
                    <a:pt x="561" y="304"/>
                    <a:pt x="562" y="304"/>
                  </a:cubicBezTo>
                  <a:cubicBezTo>
                    <a:pt x="565" y="304"/>
                    <a:pt x="564" y="305"/>
                    <a:pt x="565" y="306"/>
                  </a:cubicBezTo>
                  <a:cubicBezTo>
                    <a:pt x="568" y="309"/>
                    <a:pt x="570" y="309"/>
                    <a:pt x="571" y="312"/>
                  </a:cubicBezTo>
                  <a:cubicBezTo>
                    <a:pt x="572" y="320"/>
                    <a:pt x="560" y="319"/>
                    <a:pt x="554" y="320"/>
                  </a:cubicBezTo>
                  <a:cubicBezTo>
                    <a:pt x="547" y="321"/>
                    <a:pt x="544" y="323"/>
                    <a:pt x="539" y="328"/>
                  </a:cubicBezTo>
                  <a:cubicBezTo>
                    <a:pt x="537" y="330"/>
                    <a:pt x="535" y="332"/>
                    <a:pt x="532" y="333"/>
                  </a:cubicBezTo>
                  <a:cubicBezTo>
                    <a:pt x="527" y="335"/>
                    <a:pt x="525" y="338"/>
                    <a:pt x="521" y="339"/>
                  </a:cubicBezTo>
                  <a:cubicBezTo>
                    <a:pt x="518" y="340"/>
                    <a:pt x="515" y="339"/>
                    <a:pt x="512" y="340"/>
                  </a:cubicBezTo>
                  <a:cubicBezTo>
                    <a:pt x="509" y="341"/>
                    <a:pt x="505" y="343"/>
                    <a:pt x="502" y="344"/>
                  </a:cubicBezTo>
                  <a:cubicBezTo>
                    <a:pt x="493" y="347"/>
                    <a:pt x="490" y="349"/>
                    <a:pt x="486" y="357"/>
                  </a:cubicBezTo>
                  <a:cubicBezTo>
                    <a:pt x="482" y="363"/>
                    <a:pt x="477" y="369"/>
                    <a:pt x="472" y="375"/>
                  </a:cubicBezTo>
                  <a:cubicBezTo>
                    <a:pt x="468" y="378"/>
                    <a:pt x="464" y="380"/>
                    <a:pt x="459" y="383"/>
                  </a:cubicBezTo>
                  <a:cubicBezTo>
                    <a:pt x="455" y="385"/>
                    <a:pt x="454" y="386"/>
                    <a:pt x="449" y="387"/>
                  </a:cubicBezTo>
                  <a:cubicBezTo>
                    <a:pt x="443" y="387"/>
                    <a:pt x="437" y="388"/>
                    <a:pt x="432" y="390"/>
                  </a:cubicBezTo>
                  <a:cubicBezTo>
                    <a:pt x="427" y="391"/>
                    <a:pt x="424" y="390"/>
                    <a:pt x="419" y="390"/>
                  </a:cubicBezTo>
                  <a:cubicBezTo>
                    <a:pt x="416" y="390"/>
                    <a:pt x="415" y="393"/>
                    <a:pt x="411" y="393"/>
                  </a:cubicBezTo>
                  <a:cubicBezTo>
                    <a:pt x="409" y="393"/>
                    <a:pt x="399" y="391"/>
                    <a:pt x="399" y="391"/>
                  </a:cubicBezTo>
                  <a:cubicBezTo>
                    <a:pt x="398" y="394"/>
                    <a:pt x="398" y="397"/>
                    <a:pt x="398" y="400"/>
                  </a:cubicBezTo>
                  <a:cubicBezTo>
                    <a:pt x="395" y="408"/>
                    <a:pt x="391" y="408"/>
                    <a:pt x="383" y="406"/>
                  </a:cubicBezTo>
                  <a:cubicBezTo>
                    <a:pt x="379" y="405"/>
                    <a:pt x="376" y="405"/>
                    <a:pt x="373" y="405"/>
                  </a:cubicBezTo>
                  <a:cubicBezTo>
                    <a:pt x="370" y="405"/>
                    <a:pt x="367" y="404"/>
                    <a:pt x="364" y="403"/>
                  </a:cubicBezTo>
                  <a:cubicBezTo>
                    <a:pt x="359" y="403"/>
                    <a:pt x="352" y="409"/>
                    <a:pt x="349" y="412"/>
                  </a:cubicBezTo>
                  <a:cubicBezTo>
                    <a:pt x="347" y="414"/>
                    <a:pt x="345" y="416"/>
                    <a:pt x="343" y="417"/>
                  </a:cubicBezTo>
                  <a:cubicBezTo>
                    <a:pt x="339" y="420"/>
                    <a:pt x="338" y="419"/>
                    <a:pt x="334" y="419"/>
                  </a:cubicBezTo>
                  <a:cubicBezTo>
                    <a:pt x="329" y="419"/>
                    <a:pt x="329" y="421"/>
                    <a:pt x="326" y="423"/>
                  </a:cubicBezTo>
                  <a:cubicBezTo>
                    <a:pt x="324" y="425"/>
                    <a:pt x="321" y="427"/>
                    <a:pt x="318" y="429"/>
                  </a:cubicBezTo>
                  <a:cubicBezTo>
                    <a:pt x="315" y="431"/>
                    <a:pt x="312" y="433"/>
                    <a:pt x="310" y="435"/>
                  </a:cubicBezTo>
                  <a:cubicBezTo>
                    <a:pt x="306" y="438"/>
                    <a:pt x="301" y="439"/>
                    <a:pt x="297" y="442"/>
                  </a:cubicBezTo>
                  <a:cubicBezTo>
                    <a:pt x="295" y="443"/>
                    <a:pt x="293" y="445"/>
                    <a:pt x="291" y="446"/>
                  </a:cubicBezTo>
                  <a:cubicBezTo>
                    <a:pt x="290" y="448"/>
                    <a:pt x="287" y="449"/>
                    <a:pt x="286" y="450"/>
                  </a:cubicBezTo>
                  <a:cubicBezTo>
                    <a:pt x="285" y="451"/>
                    <a:pt x="284" y="453"/>
                    <a:pt x="283" y="454"/>
                  </a:cubicBezTo>
                  <a:cubicBezTo>
                    <a:pt x="279" y="456"/>
                    <a:pt x="276" y="458"/>
                    <a:pt x="272" y="460"/>
                  </a:cubicBezTo>
                  <a:cubicBezTo>
                    <a:pt x="269" y="462"/>
                    <a:pt x="268" y="462"/>
                    <a:pt x="268" y="465"/>
                  </a:cubicBezTo>
                  <a:cubicBezTo>
                    <a:pt x="267" y="469"/>
                    <a:pt x="267" y="473"/>
                    <a:pt x="267" y="477"/>
                  </a:cubicBezTo>
                  <a:cubicBezTo>
                    <a:pt x="267" y="481"/>
                    <a:pt x="265" y="530"/>
                    <a:pt x="264" y="530"/>
                  </a:cubicBezTo>
                  <a:cubicBezTo>
                    <a:pt x="251" y="530"/>
                    <a:pt x="238" y="530"/>
                    <a:pt x="225" y="530"/>
                  </a:cubicBezTo>
                  <a:cubicBezTo>
                    <a:pt x="180" y="530"/>
                    <a:pt x="134" y="530"/>
                    <a:pt x="89" y="530"/>
                  </a:cubicBezTo>
                  <a:cubicBezTo>
                    <a:pt x="59" y="530"/>
                    <a:pt x="29" y="530"/>
                    <a:pt x="0" y="530"/>
                  </a:cubicBezTo>
                  <a:cubicBezTo>
                    <a:pt x="1" y="527"/>
                    <a:pt x="6" y="526"/>
                    <a:pt x="8" y="524"/>
                  </a:cubicBezTo>
                  <a:cubicBezTo>
                    <a:pt x="13" y="519"/>
                    <a:pt x="11" y="513"/>
                    <a:pt x="19" y="511"/>
                  </a:cubicBezTo>
                  <a:cubicBezTo>
                    <a:pt x="27" y="509"/>
                    <a:pt x="34" y="509"/>
                    <a:pt x="42" y="508"/>
                  </a:cubicBezTo>
                  <a:cubicBezTo>
                    <a:pt x="49" y="506"/>
                    <a:pt x="58" y="505"/>
                    <a:pt x="65" y="503"/>
                  </a:cubicBezTo>
                  <a:cubicBezTo>
                    <a:pt x="69" y="502"/>
                    <a:pt x="74" y="499"/>
                    <a:pt x="78" y="497"/>
                  </a:cubicBezTo>
                  <a:cubicBezTo>
                    <a:pt x="82" y="496"/>
                    <a:pt x="87" y="494"/>
                    <a:pt x="91" y="492"/>
                  </a:cubicBezTo>
                  <a:cubicBezTo>
                    <a:pt x="97" y="490"/>
                    <a:pt x="102" y="488"/>
                    <a:pt x="106" y="483"/>
                  </a:cubicBezTo>
                  <a:cubicBezTo>
                    <a:pt x="111" y="475"/>
                    <a:pt x="118" y="470"/>
                    <a:pt x="125" y="464"/>
                  </a:cubicBezTo>
                  <a:cubicBezTo>
                    <a:pt x="135" y="453"/>
                    <a:pt x="154" y="451"/>
                    <a:pt x="164" y="438"/>
                  </a:cubicBezTo>
                  <a:cubicBezTo>
                    <a:pt x="171" y="431"/>
                    <a:pt x="178" y="425"/>
                    <a:pt x="183" y="417"/>
                  </a:cubicBezTo>
                  <a:cubicBezTo>
                    <a:pt x="185" y="415"/>
                    <a:pt x="187" y="411"/>
                    <a:pt x="188" y="408"/>
                  </a:cubicBezTo>
                  <a:cubicBezTo>
                    <a:pt x="190" y="405"/>
                    <a:pt x="193" y="402"/>
                    <a:pt x="196" y="398"/>
                  </a:cubicBezTo>
                  <a:cubicBezTo>
                    <a:pt x="201" y="392"/>
                    <a:pt x="206" y="388"/>
                    <a:pt x="210" y="381"/>
                  </a:cubicBezTo>
                  <a:cubicBezTo>
                    <a:pt x="213" y="376"/>
                    <a:pt x="215" y="371"/>
                    <a:pt x="216" y="366"/>
                  </a:cubicBezTo>
                  <a:cubicBezTo>
                    <a:pt x="217" y="363"/>
                    <a:pt x="218" y="359"/>
                    <a:pt x="218" y="356"/>
                  </a:cubicBezTo>
                  <a:cubicBezTo>
                    <a:pt x="218" y="354"/>
                    <a:pt x="216" y="351"/>
                    <a:pt x="214" y="348"/>
                  </a:cubicBezTo>
                  <a:cubicBezTo>
                    <a:pt x="213" y="346"/>
                    <a:pt x="212" y="343"/>
                    <a:pt x="210" y="342"/>
                  </a:cubicBezTo>
                  <a:cubicBezTo>
                    <a:pt x="207" y="340"/>
                    <a:pt x="204" y="341"/>
                    <a:pt x="203" y="338"/>
                  </a:cubicBezTo>
                  <a:cubicBezTo>
                    <a:pt x="203" y="335"/>
                    <a:pt x="207" y="332"/>
                    <a:pt x="208" y="329"/>
                  </a:cubicBezTo>
                  <a:cubicBezTo>
                    <a:pt x="209" y="325"/>
                    <a:pt x="208" y="321"/>
                    <a:pt x="208" y="317"/>
                  </a:cubicBezTo>
                  <a:cubicBezTo>
                    <a:pt x="208" y="314"/>
                    <a:pt x="207" y="310"/>
                    <a:pt x="208" y="308"/>
                  </a:cubicBezTo>
                  <a:cubicBezTo>
                    <a:pt x="208" y="305"/>
                    <a:pt x="209" y="302"/>
                    <a:pt x="210" y="299"/>
                  </a:cubicBezTo>
                  <a:cubicBezTo>
                    <a:pt x="210" y="297"/>
                    <a:pt x="211" y="296"/>
                    <a:pt x="211" y="294"/>
                  </a:cubicBezTo>
                  <a:cubicBezTo>
                    <a:pt x="211" y="293"/>
                    <a:pt x="209" y="291"/>
                    <a:pt x="209" y="291"/>
                  </a:cubicBezTo>
                  <a:cubicBezTo>
                    <a:pt x="209" y="286"/>
                    <a:pt x="214" y="282"/>
                    <a:pt x="216" y="279"/>
                  </a:cubicBezTo>
                  <a:cubicBezTo>
                    <a:pt x="218" y="275"/>
                    <a:pt x="219" y="270"/>
                    <a:pt x="222" y="267"/>
                  </a:cubicBezTo>
                  <a:cubicBezTo>
                    <a:pt x="226" y="263"/>
                    <a:pt x="230" y="259"/>
                    <a:pt x="234" y="255"/>
                  </a:cubicBezTo>
                  <a:cubicBezTo>
                    <a:pt x="235" y="253"/>
                    <a:pt x="238" y="252"/>
                    <a:pt x="239" y="250"/>
                  </a:cubicBezTo>
                  <a:cubicBezTo>
                    <a:pt x="241" y="247"/>
                    <a:pt x="242" y="244"/>
                    <a:pt x="244" y="241"/>
                  </a:cubicBezTo>
                  <a:cubicBezTo>
                    <a:pt x="245" y="239"/>
                    <a:pt x="247" y="235"/>
                    <a:pt x="246" y="232"/>
                  </a:cubicBezTo>
                  <a:cubicBezTo>
                    <a:pt x="246" y="230"/>
                    <a:pt x="245" y="230"/>
                    <a:pt x="245" y="229"/>
                  </a:cubicBezTo>
                  <a:cubicBezTo>
                    <a:pt x="244" y="226"/>
                    <a:pt x="248" y="224"/>
                    <a:pt x="248" y="222"/>
                  </a:cubicBezTo>
                  <a:cubicBezTo>
                    <a:pt x="248" y="219"/>
                    <a:pt x="244" y="218"/>
                    <a:pt x="247" y="215"/>
                  </a:cubicBezTo>
                  <a:cubicBezTo>
                    <a:pt x="252" y="211"/>
                    <a:pt x="257" y="206"/>
                    <a:pt x="262" y="202"/>
                  </a:cubicBezTo>
                  <a:cubicBezTo>
                    <a:pt x="268" y="196"/>
                    <a:pt x="274" y="192"/>
                    <a:pt x="280" y="186"/>
                  </a:cubicBezTo>
                  <a:cubicBezTo>
                    <a:pt x="282" y="184"/>
                    <a:pt x="285" y="181"/>
                    <a:pt x="286" y="180"/>
                  </a:cubicBezTo>
                  <a:cubicBezTo>
                    <a:pt x="288" y="177"/>
                    <a:pt x="287" y="175"/>
                    <a:pt x="291" y="173"/>
                  </a:cubicBezTo>
                  <a:cubicBezTo>
                    <a:pt x="293" y="171"/>
                    <a:pt x="295" y="172"/>
                    <a:pt x="298" y="170"/>
                  </a:cubicBezTo>
                  <a:cubicBezTo>
                    <a:pt x="301" y="168"/>
                    <a:pt x="303" y="165"/>
                    <a:pt x="306" y="163"/>
                  </a:cubicBezTo>
                  <a:cubicBezTo>
                    <a:pt x="311" y="161"/>
                    <a:pt x="316" y="161"/>
                    <a:pt x="321" y="158"/>
                  </a:cubicBezTo>
                  <a:cubicBezTo>
                    <a:pt x="326" y="156"/>
                    <a:pt x="331" y="154"/>
                    <a:pt x="335" y="153"/>
                  </a:cubicBezTo>
                  <a:cubicBezTo>
                    <a:pt x="339" y="152"/>
                    <a:pt x="342" y="149"/>
                    <a:pt x="345" y="148"/>
                  </a:cubicBezTo>
                  <a:cubicBezTo>
                    <a:pt x="351" y="148"/>
                    <a:pt x="353" y="145"/>
                    <a:pt x="358" y="142"/>
                  </a:cubicBezTo>
                  <a:cubicBezTo>
                    <a:pt x="365" y="138"/>
                    <a:pt x="376" y="135"/>
                    <a:pt x="383" y="130"/>
                  </a:cubicBezTo>
                  <a:cubicBezTo>
                    <a:pt x="389" y="125"/>
                    <a:pt x="393" y="121"/>
                    <a:pt x="397" y="115"/>
                  </a:cubicBezTo>
                  <a:cubicBezTo>
                    <a:pt x="410" y="97"/>
                    <a:pt x="423" y="78"/>
                    <a:pt x="431" y="57"/>
                  </a:cubicBezTo>
                  <a:cubicBezTo>
                    <a:pt x="435" y="47"/>
                    <a:pt x="440" y="38"/>
                    <a:pt x="445" y="28"/>
                  </a:cubicBezTo>
                  <a:cubicBezTo>
                    <a:pt x="446" y="24"/>
                    <a:pt x="448" y="20"/>
                    <a:pt x="450" y="15"/>
                  </a:cubicBezTo>
                  <a:cubicBezTo>
                    <a:pt x="450" y="13"/>
                    <a:pt x="450" y="11"/>
                    <a:pt x="451" y="9"/>
                  </a:cubicBezTo>
                  <a:cubicBezTo>
                    <a:pt x="452" y="7"/>
                    <a:pt x="457" y="9"/>
                    <a:pt x="458" y="9"/>
                  </a:cubicBezTo>
                  <a:cubicBezTo>
                    <a:pt x="461" y="8"/>
                    <a:pt x="463" y="6"/>
                    <a:pt x="466" y="6"/>
                  </a:cubicBezTo>
                  <a:cubicBezTo>
                    <a:pt x="470" y="6"/>
                    <a:pt x="473" y="7"/>
                    <a:pt x="476" y="3"/>
                  </a:cubicBezTo>
                  <a:cubicBezTo>
                    <a:pt x="476" y="3"/>
                    <a:pt x="480" y="0"/>
                    <a:pt x="483" y="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7" name="Freeform 148">
              <a:extLst>
                <a:ext uri="{FF2B5EF4-FFF2-40B4-BE49-F238E27FC236}">
                  <a16:creationId xmlns:a16="http://schemas.microsoft.com/office/drawing/2014/main" id="{1446D173-3383-4B86-AEFB-416663A0FD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58138" y="3425825"/>
              <a:ext cx="150813" cy="138113"/>
            </a:xfrm>
            <a:custGeom>
              <a:avLst/>
              <a:gdLst>
                <a:gd name="T0" fmla="*/ 30 w 134"/>
                <a:gd name="T1" fmla="*/ 113 h 123"/>
                <a:gd name="T2" fmla="*/ 21 w 134"/>
                <a:gd name="T3" fmla="*/ 108 h 123"/>
                <a:gd name="T4" fmla="*/ 11 w 134"/>
                <a:gd name="T5" fmla="*/ 116 h 123"/>
                <a:gd name="T6" fmla="*/ 3 w 134"/>
                <a:gd name="T7" fmla="*/ 106 h 123"/>
                <a:gd name="T8" fmla="*/ 0 w 134"/>
                <a:gd name="T9" fmla="*/ 99 h 123"/>
                <a:gd name="T10" fmla="*/ 8 w 134"/>
                <a:gd name="T11" fmla="*/ 84 h 123"/>
                <a:gd name="T12" fmla="*/ 16 w 134"/>
                <a:gd name="T13" fmla="*/ 78 h 123"/>
                <a:gd name="T14" fmla="*/ 18 w 134"/>
                <a:gd name="T15" fmla="*/ 66 h 123"/>
                <a:gd name="T16" fmla="*/ 24 w 134"/>
                <a:gd name="T17" fmla="*/ 44 h 123"/>
                <a:gd name="T18" fmla="*/ 30 w 134"/>
                <a:gd name="T19" fmla="*/ 37 h 123"/>
                <a:gd name="T20" fmla="*/ 40 w 134"/>
                <a:gd name="T21" fmla="*/ 29 h 123"/>
                <a:gd name="T22" fmla="*/ 52 w 134"/>
                <a:gd name="T23" fmla="*/ 22 h 123"/>
                <a:gd name="T24" fmla="*/ 61 w 134"/>
                <a:gd name="T25" fmla="*/ 19 h 123"/>
                <a:gd name="T26" fmla="*/ 72 w 134"/>
                <a:gd name="T27" fmla="*/ 23 h 123"/>
                <a:gd name="T28" fmla="*/ 75 w 134"/>
                <a:gd name="T29" fmla="*/ 24 h 123"/>
                <a:gd name="T30" fmla="*/ 85 w 134"/>
                <a:gd name="T31" fmla="*/ 15 h 123"/>
                <a:gd name="T32" fmla="*/ 92 w 134"/>
                <a:gd name="T33" fmla="*/ 6 h 123"/>
                <a:gd name="T34" fmla="*/ 106 w 134"/>
                <a:gd name="T35" fmla="*/ 1 h 123"/>
                <a:gd name="T36" fmla="*/ 109 w 134"/>
                <a:gd name="T37" fmla="*/ 9 h 123"/>
                <a:gd name="T38" fmla="*/ 125 w 134"/>
                <a:gd name="T39" fmla="*/ 33 h 123"/>
                <a:gd name="T40" fmla="*/ 130 w 134"/>
                <a:gd name="T41" fmla="*/ 50 h 123"/>
                <a:gd name="T42" fmla="*/ 130 w 134"/>
                <a:gd name="T43" fmla="*/ 62 h 123"/>
                <a:gd name="T44" fmla="*/ 131 w 134"/>
                <a:gd name="T45" fmla="*/ 77 h 123"/>
                <a:gd name="T46" fmla="*/ 120 w 134"/>
                <a:gd name="T47" fmla="*/ 93 h 123"/>
                <a:gd name="T48" fmla="*/ 100 w 134"/>
                <a:gd name="T49" fmla="*/ 92 h 123"/>
                <a:gd name="T50" fmla="*/ 91 w 134"/>
                <a:gd name="T51" fmla="*/ 92 h 123"/>
                <a:gd name="T52" fmla="*/ 90 w 134"/>
                <a:gd name="T53" fmla="*/ 94 h 123"/>
                <a:gd name="T54" fmla="*/ 76 w 134"/>
                <a:gd name="T55" fmla="*/ 97 h 123"/>
                <a:gd name="T56" fmla="*/ 74 w 134"/>
                <a:gd name="T57" fmla="*/ 109 h 123"/>
                <a:gd name="T58" fmla="*/ 62 w 134"/>
                <a:gd name="T59" fmla="*/ 119 h 123"/>
                <a:gd name="T60" fmla="*/ 51 w 134"/>
                <a:gd name="T61" fmla="*/ 121 h 123"/>
                <a:gd name="T62" fmla="*/ 42 w 134"/>
                <a:gd name="T63" fmla="*/ 122 h 123"/>
                <a:gd name="T64" fmla="*/ 40 w 134"/>
                <a:gd name="T65" fmla="*/ 112 h 123"/>
                <a:gd name="T66" fmla="*/ 46 w 134"/>
                <a:gd name="T67" fmla="*/ 113 h 123"/>
                <a:gd name="T68" fmla="*/ 56 w 134"/>
                <a:gd name="T69" fmla="*/ 112 h 123"/>
                <a:gd name="T70" fmla="*/ 64 w 134"/>
                <a:gd name="T71" fmla="*/ 110 h 123"/>
                <a:gd name="T72" fmla="*/ 65 w 134"/>
                <a:gd name="T73" fmla="*/ 98 h 123"/>
                <a:gd name="T74" fmla="*/ 67 w 134"/>
                <a:gd name="T75" fmla="*/ 84 h 123"/>
                <a:gd name="T76" fmla="*/ 77 w 134"/>
                <a:gd name="T77" fmla="*/ 83 h 123"/>
                <a:gd name="T78" fmla="*/ 84 w 134"/>
                <a:gd name="T79" fmla="*/ 86 h 123"/>
                <a:gd name="T80" fmla="*/ 91 w 134"/>
                <a:gd name="T81" fmla="*/ 83 h 123"/>
                <a:gd name="T82" fmla="*/ 101 w 134"/>
                <a:gd name="T83" fmla="*/ 81 h 123"/>
                <a:gd name="T84" fmla="*/ 114 w 134"/>
                <a:gd name="T85" fmla="*/ 85 h 123"/>
                <a:gd name="T86" fmla="*/ 122 w 134"/>
                <a:gd name="T87" fmla="*/ 81 h 123"/>
                <a:gd name="T88" fmla="*/ 124 w 134"/>
                <a:gd name="T89" fmla="*/ 70 h 123"/>
                <a:gd name="T90" fmla="*/ 120 w 134"/>
                <a:gd name="T91" fmla="*/ 55 h 123"/>
                <a:gd name="T92" fmla="*/ 119 w 134"/>
                <a:gd name="T93" fmla="*/ 41 h 123"/>
                <a:gd name="T94" fmla="*/ 104 w 134"/>
                <a:gd name="T95" fmla="*/ 21 h 123"/>
                <a:gd name="T96" fmla="*/ 99 w 134"/>
                <a:gd name="T97" fmla="*/ 12 h 123"/>
                <a:gd name="T98" fmla="*/ 90 w 134"/>
                <a:gd name="T99" fmla="*/ 23 h 123"/>
                <a:gd name="T100" fmla="*/ 83 w 134"/>
                <a:gd name="T101" fmla="*/ 30 h 123"/>
                <a:gd name="T102" fmla="*/ 71 w 134"/>
                <a:gd name="T103" fmla="*/ 36 h 123"/>
                <a:gd name="T104" fmla="*/ 60 w 134"/>
                <a:gd name="T105" fmla="*/ 28 h 123"/>
                <a:gd name="T106" fmla="*/ 49 w 134"/>
                <a:gd name="T107" fmla="*/ 32 h 123"/>
                <a:gd name="T108" fmla="*/ 40 w 134"/>
                <a:gd name="T109" fmla="*/ 38 h 123"/>
                <a:gd name="T110" fmla="*/ 38 w 134"/>
                <a:gd name="T111" fmla="*/ 41 h 123"/>
                <a:gd name="T112" fmla="*/ 32 w 134"/>
                <a:gd name="T113" fmla="*/ 48 h 123"/>
                <a:gd name="T114" fmla="*/ 27 w 134"/>
                <a:gd name="T115" fmla="*/ 63 h 123"/>
                <a:gd name="T116" fmla="*/ 18 w 134"/>
                <a:gd name="T117" fmla="*/ 88 h 123"/>
                <a:gd name="T118" fmla="*/ 11 w 134"/>
                <a:gd name="T119" fmla="*/ 96 h 123"/>
                <a:gd name="T120" fmla="*/ 12 w 134"/>
                <a:gd name="T121" fmla="*/ 105 h 123"/>
                <a:gd name="T122" fmla="*/ 20 w 134"/>
                <a:gd name="T123" fmla="*/ 99 h 123"/>
                <a:gd name="T124" fmla="*/ 40 w 134"/>
                <a:gd name="T125" fmla="*/ 111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4" h="123">
                  <a:moveTo>
                    <a:pt x="36" y="123"/>
                  </a:moveTo>
                  <a:cubicBezTo>
                    <a:pt x="35" y="123"/>
                    <a:pt x="33" y="123"/>
                    <a:pt x="31" y="120"/>
                  </a:cubicBezTo>
                  <a:cubicBezTo>
                    <a:pt x="30" y="117"/>
                    <a:pt x="30" y="114"/>
                    <a:pt x="30" y="113"/>
                  </a:cubicBezTo>
                  <a:cubicBezTo>
                    <a:pt x="30" y="111"/>
                    <a:pt x="30" y="111"/>
                    <a:pt x="28" y="110"/>
                  </a:cubicBezTo>
                  <a:cubicBezTo>
                    <a:pt x="28" y="110"/>
                    <a:pt x="27" y="110"/>
                    <a:pt x="26" y="109"/>
                  </a:cubicBezTo>
                  <a:cubicBezTo>
                    <a:pt x="24" y="109"/>
                    <a:pt x="23" y="108"/>
                    <a:pt x="21" y="108"/>
                  </a:cubicBezTo>
                  <a:cubicBezTo>
                    <a:pt x="21" y="110"/>
                    <a:pt x="21" y="114"/>
                    <a:pt x="18" y="117"/>
                  </a:cubicBezTo>
                  <a:cubicBezTo>
                    <a:pt x="17" y="118"/>
                    <a:pt x="16" y="118"/>
                    <a:pt x="14" y="118"/>
                  </a:cubicBezTo>
                  <a:cubicBezTo>
                    <a:pt x="13" y="118"/>
                    <a:pt x="12" y="117"/>
                    <a:pt x="11" y="116"/>
                  </a:cubicBezTo>
                  <a:cubicBezTo>
                    <a:pt x="11" y="115"/>
                    <a:pt x="11" y="115"/>
                    <a:pt x="10" y="115"/>
                  </a:cubicBezTo>
                  <a:cubicBezTo>
                    <a:pt x="8" y="114"/>
                    <a:pt x="6" y="113"/>
                    <a:pt x="4" y="111"/>
                  </a:cubicBezTo>
                  <a:cubicBezTo>
                    <a:pt x="3" y="109"/>
                    <a:pt x="3" y="107"/>
                    <a:pt x="3" y="106"/>
                  </a:cubicBezTo>
                  <a:cubicBezTo>
                    <a:pt x="3" y="105"/>
                    <a:pt x="3" y="105"/>
                    <a:pt x="3" y="104"/>
                  </a:cubicBezTo>
                  <a:cubicBezTo>
                    <a:pt x="3" y="104"/>
                    <a:pt x="2" y="104"/>
                    <a:pt x="2" y="103"/>
                  </a:cubicBezTo>
                  <a:cubicBezTo>
                    <a:pt x="1" y="102"/>
                    <a:pt x="1" y="101"/>
                    <a:pt x="0" y="99"/>
                  </a:cubicBezTo>
                  <a:cubicBezTo>
                    <a:pt x="0" y="97"/>
                    <a:pt x="1" y="96"/>
                    <a:pt x="1" y="95"/>
                  </a:cubicBezTo>
                  <a:cubicBezTo>
                    <a:pt x="1" y="94"/>
                    <a:pt x="0" y="92"/>
                    <a:pt x="2" y="89"/>
                  </a:cubicBezTo>
                  <a:cubicBezTo>
                    <a:pt x="3" y="85"/>
                    <a:pt x="6" y="85"/>
                    <a:pt x="8" y="84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2"/>
                    <a:pt x="11" y="80"/>
                    <a:pt x="13" y="79"/>
                  </a:cubicBezTo>
                  <a:cubicBezTo>
                    <a:pt x="14" y="79"/>
                    <a:pt x="15" y="78"/>
                    <a:pt x="16" y="78"/>
                  </a:cubicBezTo>
                  <a:cubicBezTo>
                    <a:pt x="16" y="78"/>
                    <a:pt x="17" y="78"/>
                    <a:pt x="17" y="79"/>
                  </a:cubicBezTo>
                  <a:cubicBezTo>
                    <a:pt x="18" y="78"/>
                    <a:pt x="19" y="76"/>
                    <a:pt x="19" y="71"/>
                  </a:cubicBezTo>
                  <a:cubicBezTo>
                    <a:pt x="19" y="70"/>
                    <a:pt x="19" y="68"/>
                    <a:pt x="18" y="66"/>
                  </a:cubicBezTo>
                  <a:cubicBezTo>
                    <a:pt x="17" y="62"/>
                    <a:pt x="16" y="58"/>
                    <a:pt x="18" y="52"/>
                  </a:cubicBezTo>
                  <a:cubicBezTo>
                    <a:pt x="19" y="50"/>
                    <a:pt x="21" y="48"/>
                    <a:pt x="22" y="46"/>
                  </a:cubicBezTo>
                  <a:cubicBezTo>
                    <a:pt x="23" y="45"/>
                    <a:pt x="24" y="45"/>
                    <a:pt x="24" y="44"/>
                  </a:cubicBezTo>
                  <a:cubicBezTo>
                    <a:pt x="24" y="43"/>
                    <a:pt x="24" y="43"/>
                    <a:pt x="25" y="42"/>
                  </a:cubicBezTo>
                  <a:cubicBezTo>
                    <a:pt x="25" y="41"/>
                    <a:pt x="25" y="40"/>
                    <a:pt x="26" y="39"/>
                  </a:cubicBezTo>
                  <a:cubicBezTo>
                    <a:pt x="28" y="38"/>
                    <a:pt x="29" y="37"/>
                    <a:pt x="30" y="37"/>
                  </a:cubicBezTo>
                  <a:cubicBezTo>
                    <a:pt x="30" y="35"/>
                    <a:pt x="31" y="33"/>
                    <a:pt x="32" y="31"/>
                  </a:cubicBezTo>
                  <a:cubicBezTo>
                    <a:pt x="34" y="30"/>
                    <a:pt x="37" y="29"/>
                    <a:pt x="38" y="29"/>
                  </a:cubicBezTo>
                  <a:cubicBezTo>
                    <a:pt x="39" y="29"/>
                    <a:pt x="39" y="29"/>
                    <a:pt x="40" y="29"/>
                  </a:cubicBezTo>
                  <a:cubicBezTo>
                    <a:pt x="40" y="28"/>
                    <a:pt x="40" y="28"/>
                    <a:pt x="41" y="27"/>
                  </a:cubicBezTo>
                  <a:cubicBezTo>
                    <a:pt x="41" y="27"/>
                    <a:pt x="42" y="26"/>
                    <a:pt x="44" y="25"/>
                  </a:cubicBezTo>
                  <a:cubicBezTo>
                    <a:pt x="47" y="22"/>
                    <a:pt x="49" y="22"/>
                    <a:pt x="52" y="22"/>
                  </a:cubicBezTo>
                  <a:cubicBezTo>
                    <a:pt x="52" y="21"/>
                    <a:pt x="53" y="21"/>
                    <a:pt x="54" y="21"/>
                  </a:cubicBezTo>
                  <a:cubicBezTo>
                    <a:pt x="55" y="20"/>
                    <a:pt x="56" y="19"/>
                    <a:pt x="59" y="19"/>
                  </a:cubicBezTo>
                  <a:cubicBezTo>
                    <a:pt x="60" y="19"/>
                    <a:pt x="60" y="19"/>
                    <a:pt x="61" y="19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3" y="18"/>
                    <a:pt x="64" y="17"/>
                    <a:pt x="65" y="17"/>
                  </a:cubicBezTo>
                  <a:cubicBezTo>
                    <a:pt x="69" y="17"/>
                    <a:pt x="71" y="21"/>
                    <a:pt x="72" y="23"/>
                  </a:cubicBezTo>
                  <a:cubicBezTo>
                    <a:pt x="72" y="24"/>
                    <a:pt x="72" y="25"/>
                    <a:pt x="73" y="26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4" y="25"/>
                    <a:pt x="75" y="24"/>
                    <a:pt x="75" y="24"/>
                  </a:cubicBezTo>
                  <a:cubicBezTo>
                    <a:pt x="77" y="22"/>
                    <a:pt x="79" y="21"/>
                    <a:pt x="80" y="21"/>
                  </a:cubicBezTo>
                  <a:cubicBezTo>
                    <a:pt x="81" y="20"/>
                    <a:pt x="81" y="19"/>
                    <a:pt x="82" y="18"/>
                  </a:cubicBezTo>
                  <a:cubicBezTo>
                    <a:pt x="83" y="16"/>
                    <a:pt x="84" y="16"/>
                    <a:pt x="85" y="15"/>
                  </a:cubicBezTo>
                  <a:cubicBezTo>
                    <a:pt x="85" y="15"/>
                    <a:pt x="86" y="15"/>
                    <a:pt x="86" y="14"/>
                  </a:cubicBezTo>
                  <a:cubicBezTo>
                    <a:pt x="87" y="13"/>
                    <a:pt x="89" y="11"/>
                    <a:pt x="90" y="9"/>
                  </a:cubicBezTo>
                  <a:cubicBezTo>
                    <a:pt x="90" y="8"/>
                    <a:pt x="91" y="7"/>
                    <a:pt x="92" y="6"/>
                  </a:cubicBezTo>
                  <a:cubicBezTo>
                    <a:pt x="93" y="5"/>
                    <a:pt x="94" y="2"/>
                    <a:pt x="97" y="1"/>
                  </a:cubicBezTo>
                  <a:cubicBezTo>
                    <a:pt x="98" y="0"/>
                    <a:pt x="100" y="0"/>
                    <a:pt x="101" y="0"/>
                  </a:cubicBezTo>
                  <a:cubicBezTo>
                    <a:pt x="104" y="0"/>
                    <a:pt x="106" y="1"/>
                    <a:pt x="106" y="1"/>
                  </a:cubicBezTo>
                  <a:cubicBezTo>
                    <a:pt x="108" y="2"/>
                    <a:pt x="109" y="4"/>
                    <a:pt x="109" y="5"/>
                  </a:cubicBezTo>
                  <a:cubicBezTo>
                    <a:pt x="109" y="6"/>
                    <a:pt x="109" y="7"/>
                    <a:pt x="108" y="8"/>
                  </a:cubicBezTo>
                  <a:cubicBezTo>
                    <a:pt x="108" y="8"/>
                    <a:pt x="109" y="9"/>
                    <a:pt x="109" y="9"/>
                  </a:cubicBezTo>
                  <a:cubicBezTo>
                    <a:pt x="110" y="11"/>
                    <a:pt x="112" y="15"/>
                    <a:pt x="113" y="17"/>
                  </a:cubicBezTo>
                  <a:cubicBezTo>
                    <a:pt x="114" y="20"/>
                    <a:pt x="114" y="20"/>
                    <a:pt x="118" y="22"/>
                  </a:cubicBezTo>
                  <a:cubicBezTo>
                    <a:pt x="123" y="25"/>
                    <a:pt x="124" y="30"/>
                    <a:pt x="125" y="33"/>
                  </a:cubicBezTo>
                  <a:cubicBezTo>
                    <a:pt x="126" y="34"/>
                    <a:pt x="126" y="36"/>
                    <a:pt x="127" y="37"/>
                  </a:cubicBezTo>
                  <a:cubicBezTo>
                    <a:pt x="129" y="41"/>
                    <a:pt x="129" y="44"/>
                    <a:pt x="129" y="47"/>
                  </a:cubicBezTo>
                  <a:cubicBezTo>
                    <a:pt x="129" y="47"/>
                    <a:pt x="129" y="49"/>
                    <a:pt x="130" y="50"/>
                  </a:cubicBezTo>
                  <a:cubicBezTo>
                    <a:pt x="130" y="52"/>
                    <a:pt x="129" y="55"/>
                    <a:pt x="129" y="56"/>
                  </a:cubicBezTo>
                  <a:cubicBezTo>
                    <a:pt x="129" y="58"/>
                    <a:pt x="128" y="59"/>
                    <a:pt x="129" y="60"/>
                  </a:cubicBezTo>
                  <a:cubicBezTo>
                    <a:pt x="129" y="60"/>
                    <a:pt x="129" y="61"/>
                    <a:pt x="130" y="62"/>
                  </a:cubicBezTo>
                  <a:cubicBezTo>
                    <a:pt x="131" y="64"/>
                    <a:pt x="132" y="65"/>
                    <a:pt x="132" y="67"/>
                  </a:cubicBezTo>
                  <a:cubicBezTo>
                    <a:pt x="134" y="71"/>
                    <a:pt x="133" y="74"/>
                    <a:pt x="132" y="76"/>
                  </a:cubicBezTo>
                  <a:cubicBezTo>
                    <a:pt x="132" y="76"/>
                    <a:pt x="131" y="77"/>
                    <a:pt x="131" y="77"/>
                  </a:cubicBezTo>
                  <a:cubicBezTo>
                    <a:pt x="131" y="78"/>
                    <a:pt x="131" y="80"/>
                    <a:pt x="131" y="81"/>
                  </a:cubicBezTo>
                  <a:cubicBezTo>
                    <a:pt x="131" y="85"/>
                    <a:pt x="130" y="94"/>
                    <a:pt x="121" y="94"/>
                  </a:cubicBezTo>
                  <a:cubicBezTo>
                    <a:pt x="121" y="94"/>
                    <a:pt x="120" y="94"/>
                    <a:pt x="120" y="93"/>
                  </a:cubicBezTo>
                  <a:cubicBezTo>
                    <a:pt x="119" y="93"/>
                    <a:pt x="118" y="93"/>
                    <a:pt x="118" y="93"/>
                  </a:cubicBezTo>
                  <a:cubicBezTo>
                    <a:pt x="117" y="94"/>
                    <a:pt x="116" y="94"/>
                    <a:pt x="115" y="95"/>
                  </a:cubicBezTo>
                  <a:cubicBezTo>
                    <a:pt x="111" y="96"/>
                    <a:pt x="104" y="95"/>
                    <a:pt x="100" y="92"/>
                  </a:cubicBezTo>
                  <a:cubicBezTo>
                    <a:pt x="99" y="91"/>
                    <a:pt x="99" y="91"/>
                    <a:pt x="99" y="90"/>
                  </a:cubicBezTo>
                  <a:cubicBezTo>
                    <a:pt x="98" y="91"/>
                    <a:pt x="98" y="91"/>
                    <a:pt x="97" y="92"/>
                  </a:cubicBezTo>
                  <a:cubicBezTo>
                    <a:pt x="95" y="92"/>
                    <a:pt x="93" y="93"/>
                    <a:pt x="91" y="92"/>
                  </a:cubicBezTo>
                  <a:cubicBezTo>
                    <a:pt x="91" y="92"/>
                    <a:pt x="91" y="92"/>
                    <a:pt x="91" y="92"/>
                  </a:cubicBezTo>
                  <a:cubicBezTo>
                    <a:pt x="91" y="92"/>
                    <a:pt x="91" y="92"/>
                    <a:pt x="91" y="93"/>
                  </a:cubicBezTo>
                  <a:cubicBezTo>
                    <a:pt x="90" y="93"/>
                    <a:pt x="90" y="93"/>
                    <a:pt x="90" y="94"/>
                  </a:cubicBezTo>
                  <a:cubicBezTo>
                    <a:pt x="88" y="95"/>
                    <a:pt x="85" y="99"/>
                    <a:pt x="79" y="97"/>
                  </a:cubicBezTo>
                  <a:cubicBezTo>
                    <a:pt x="78" y="96"/>
                    <a:pt x="77" y="95"/>
                    <a:pt x="76" y="94"/>
                  </a:cubicBezTo>
                  <a:cubicBezTo>
                    <a:pt x="76" y="95"/>
                    <a:pt x="76" y="96"/>
                    <a:pt x="76" y="97"/>
                  </a:cubicBezTo>
                  <a:cubicBezTo>
                    <a:pt x="76" y="98"/>
                    <a:pt x="75" y="99"/>
                    <a:pt x="75" y="100"/>
                  </a:cubicBezTo>
                  <a:cubicBezTo>
                    <a:pt x="74" y="101"/>
                    <a:pt x="74" y="102"/>
                    <a:pt x="74" y="104"/>
                  </a:cubicBezTo>
                  <a:cubicBezTo>
                    <a:pt x="74" y="105"/>
                    <a:pt x="74" y="107"/>
                    <a:pt x="74" y="109"/>
                  </a:cubicBezTo>
                  <a:cubicBezTo>
                    <a:pt x="73" y="113"/>
                    <a:pt x="70" y="118"/>
                    <a:pt x="66" y="119"/>
                  </a:cubicBezTo>
                  <a:cubicBezTo>
                    <a:pt x="65" y="119"/>
                    <a:pt x="64" y="119"/>
                    <a:pt x="64" y="119"/>
                  </a:cubicBezTo>
                  <a:cubicBezTo>
                    <a:pt x="63" y="119"/>
                    <a:pt x="63" y="119"/>
                    <a:pt x="62" y="119"/>
                  </a:cubicBezTo>
                  <a:cubicBezTo>
                    <a:pt x="61" y="120"/>
                    <a:pt x="60" y="121"/>
                    <a:pt x="57" y="122"/>
                  </a:cubicBezTo>
                  <a:cubicBezTo>
                    <a:pt x="55" y="122"/>
                    <a:pt x="53" y="121"/>
                    <a:pt x="52" y="120"/>
                  </a:cubicBezTo>
                  <a:cubicBezTo>
                    <a:pt x="52" y="121"/>
                    <a:pt x="52" y="121"/>
                    <a:pt x="51" y="121"/>
                  </a:cubicBezTo>
                  <a:cubicBezTo>
                    <a:pt x="50" y="121"/>
                    <a:pt x="49" y="122"/>
                    <a:pt x="48" y="122"/>
                  </a:cubicBezTo>
                  <a:cubicBezTo>
                    <a:pt x="46" y="122"/>
                    <a:pt x="46" y="122"/>
                    <a:pt x="44" y="122"/>
                  </a:cubicBezTo>
                  <a:cubicBezTo>
                    <a:pt x="42" y="122"/>
                    <a:pt x="42" y="122"/>
                    <a:pt x="42" y="122"/>
                  </a:cubicBezTo>
                  <a:cubicBezTo>
                    <a:pt x="41" y="122"/>
                    <a:pt x="41" y="122"/>
                    <a:pt x="40" y="122"/>
                  </a:cubicBezTo>
                  <a:cubicBezTo>
                    <a:pt x="39" y="122"/>
                    <a:pt x="38" y="123"/>
                    <a:pt x="36" y="123"/>
                  </a:cubicBezTo>
                  <a:close/>
                  <a:moveTo>
                    <a:pt x="40" y="112"/>
                  </a:moveTo>
                  <a:cubicBezTo>
                    <a:pt x="41" y="112"/>
                    <a:pt x="42" y="113"/>
                    <a:pt x="43" y="113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7" y="113"/>
                    <a:pt x="47" y="112"/>
                    <a:pt x="48" y="112"/>
                  </a:cubicBezTo>
                  <a:cubicBezTo>
                    <a:pt x="49" y="112"/>
                    <a:pt x="51" y="111"/>
                    <a:pt x="53" y="111"/>
                  </a:cubicBezTo>
                  <a:cubicBezTo>
                    <a:pt x="54" y="111"/>
                    <a:pt x="55" y="111"/>
                    <a:pt x="56" y="112"/>
                  </a:cubicBezTo>
                  <a:cubicBezTo>
                    <a:pt x="56" y="111"/>
                    <a:pt x="57" y="110"/>
                    <a:pt x="58" y="110"/>
                  </a:cubicBezTo>
                  <a:cubicBezTo>
                    <a:pt x="59" y="110"/>
                    <a:pt x="60" y="109"/>
                    <a:pt x="61" y="109"/>
                  </a:cubicBezTo>
                  <a:cubicBezTo>
                    <a:pt x="62" y="109"/>
                    <a:pt x="63" y="110"/>
                    <a:pt x="64" y="110"/>
                  </a:cubicBezTo>
                  <a:cubicBezTo>
                    <a:pt x="63" y="110"/>
                    <a:pt x="64" y="109"/>
                    <a:pt x="65" y="107"/>
                  </a:cubicBezTo>
                  <a:cubicBezTo>
                    <a:pt x="65" y="106"/>
                    <a:pt x="65" y="105"/>
                    <a:pt x="65" y="104"/>
                  </a:cubicBezTo>
                  <a:cubicBezTo>
                    <a:pt x="65" y="102"/>
                    <a:pt x="65" y="100"/>
                    <a:pt x="65" y="98"/>
                  </a:cubicBezTo>
                  <a:cubicBezTo>
                    <a:pt x="66" y="97"/>
                    <a:pt x="66" y="96"/>
                    <a:pt x="67" y="95"/>
                  </a:cubicBezTo>
                  <a:cubicBezTo>
                    <a:pt x="67" y="94"/>
                    <a:pt x="67" y="93"/>
                    <a:pt x="67" y="91"/>
                  </a:cubicBezTo>
                  <a:cubicBezTo>
                    <a:pt x="67" y="89"/>
                    <a:pt x="67" y="87"/>
                    <a:pt x="67" y="84"/>
                  </a:cubicBezTo>
                  <a:cubicBezTo>
                    <a:pt x="68" y="82"/>
                    <a:pt x="69" y="81"/>
                    <a:pt x="71" y="81"/>
                  </a:cubicBezTo>
                  <a:cubicBezTo>
                    <a:pt x="73" y="80"/>
                    <a:pt x="75" y="81"/>
                    <a:pt x="76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8" y="84"/>
                    <a:pt x="79" y="84"/>
                    <a:pt x="81" y="85"/>
                  </a:cubicBezTo>
                  <a:cubicBezTo>
                    <a:pt x="82" y="86"/>
                    <a:pt x="82" y="87"/>
                    <a:pt x="83" y="87"/>
                  </a:cubicBezTo>
                  <a:cubicBezTo>
                    <a:pt x="83" y="87"/>
                    <a:pt x="84" y="86"/>
                    <a:pt x="84" y="86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6" y="84"/>
                    <a:pt x="87" y="83"/>
                    <a:pt x="88" y="83"/>
                  </a:cubicBezTo>
                  <a:cubicBezTo>
                    <a:pt x="89" y="83"/>
                    <a:pt x="91" y="83"/>
                    <a:pt x="91" y="83"/>
                  </a:cubicBezTo>
                  <a:cubicBezTo>
                    <a:pt x="91" y="83"/>
                    <a:pt x="92" y="83"/>
                    <a:pt x="93" y="83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5" y="82"/>
                    <a:pt x="97" y="80"/>
                    <a:pt x="101" y="81"/>
                  </a:cubicBezTo>
                  <a:cubicBezTo>
                    <a:pt x="104" y="82"/>
                    <a:pt x="105" y="84"/>
                    <a:pt x="106" y="84"/>
                  </a:cubicBezTo>
                  <a:cubicBezTo>
                    <a:pt x="107" y="86"/>
                    <a:pt x="110" y="87"/>
                    <a:pt x="112" y="86"/>
                  </a:cubicBezTo>
                  <a:cubicBezTo>
                    <a:pt x="113" y="85"/>
                    <a:pt x="113" y="85"/>
                    <a:pt x="114" y="85"/>
                  </a:cubicBezTo>
                  <a:cubicBezTo>
                    <a:pt x="117" y="83"/>
                    <a:pt x="120" y="83"/>
                    <a:pt x="121" y="84"/>
                  </a:cubicBezTo>
                  <a:cubicBezTo>
                    <a:pt x="121" y="84"/>
                    <a:pt x="122" y="84"/>
                    <a:pt x="122" y="84"/>
                  </a:cubicBezTo>
                  <a:cubicBezTo>
                    <a:pt x="121" y="84"/>
                    <a:pt x="122" y="82"/>
                    <a:pt x="122" y="81"/>
                  </a:cubicBezTo>
                  <a:cubicBezTo>
                    <a:pt x="122" y="79"/>
                    <a:pt x="122" y="77"/>
                    <a:pt x="122" y="74"/>
                  </a:cubicBezTo>
                  <a:cubicBezTo>
                    <a:pt x="123" y="74"/>
                    <a:pt x="123" y="73"/>
                    <a:pt x="123" y="72"/>
                  </a:cubicBezTo>
                  <a:cubicBezTo>
                    <a:pt x="124" y="71"/>
                    <a:pt x="124" y="71"/>
                    <a:pt x="124" y="70"/>
                  </a:cubicBezTo>
                  <a:cubicBezTo>
                    <a:pt x="123" y="69"/>
                    <a:pt x="123" y="68"/>
                    <a:pt x="122" y="67"/>
                  </a:cubicBezTo>
                  <a:cubicBezTo>
                    <a:pt x="121" y="66"/>
                    <a:pt x="120" y="63"/>
                    <a:pt x="119" y="61"/>
                  </a:cubicBezTo>
                  <a:cubicBezTo>
                    <a:pt x="119" y="58"/>
                    <a:pt x="120" y="56"/>
                    <a:pt x="120" y="55"/>
                  </a:cubicBezTo>
                  <a:cubicBezTo>
                    <a:pt x="120" y="53"/>
                    <a:pt x="120" y="52"/>
                    <a:pt x="120" y="51"/>
                  </a:cubicBezTo>
                  <a:cubicBezTo>
                    <a:pt x="120" y="49"/>
                    <a:pt x="120" y="48"/>
                    <a:pt x="120" y="47"/>
                  </a:cubicBezTo>
                  <a:cubicBezTo>
                    <a:pt x="120" y="44"/>
                    <a:pt x="120" y="44"/>
                    <a:pt x="119" y="41"/>
                  </a:cubicBezTo>
                  <a:cubicBezTo>
                    <a:pt x="118" y="40"/>
                    <a:pt x="117" y="38"/>
                    <a:pt x="117" y="36"/>
                  </a:cubicBezTo>
                  <a:cubicBezTo>
                    <a:pt x="116" y="33"/>
                    <a:pt x="115" y="31"/>
                    <a:pt x="114" y="31"/>
                  </a:cubicBezTo>
                  <a:cubicBezTo>
                    <a:pt x="109" y="28"/>
                    <a:pt x="106" y="26"/>
                    <a:pt x="104" y="21"/>
                  </a:cubicBezTo>
                  <a:cubicBezTo>
                    <a:pt x="103" y="19"/>
                    <a:pt x="102" y="16"/>
                    <a:pt x="101" y="15"/>
                  </a:cubicBezTo>
                  <a:cubicBezTo>
                    <a:pt x="100" y="14"/>
                    <a:pt x="99" y="13"/>
                    <a:pt x="99" y="13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9" y="13"/>
                    <a:pt x="98" y="13"/>
                    <a:pt x="98" y="14"/>
                  </a:cubicBezTo>
                  <a:cubicBezTo>
                    <a:pt x="96" y="16"/>
                    <a:pt x="95" y="19"/>
                    <a:pt x="92" y="22"/>
                  </a:cubicBezTo>
                  <a:cubicBezTo>
                    <a:pt x="91" y="22"/>
                    <a:pt x="90" y="23"/>
                    <a:pt x="90" y="23"/>
                  </a:cubicBezTo>
                  <a:cubicBezTo>
                    <a:pt x="89" y="24"/>
                    <a:pt x="89" y="24"/>
                    <a:pt x="89" y="24"/>
                  </a:cubicBezTo>
                  <a:cubicBezTo>
                    <a:pt x="89" y="25"/>
                    <a:pt x="88" y="27"/>
                    <a:pt x="86" y="28"/>
                  </a:cubicBezTo>
                  <a:cubicBezTo>
                    <a:pt x="85" y="29"/>
                    <a:pt x="83" y="30"/>
                    <a:pt x="83" y="30"/>
                  </a:cubicBezTo>
                  <a:cubicBezTo>
                    <a:pt x="81" y="32"/>
                    <a:pt x="80" y="32"/>
                    <a:pt x="79" y="33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6" y="35"/>
                    <a:pt x="74" y="36"/>
                    <a:pt x="71" y="36"/>
                  </a:cubicBezTo>
                  <a:cubicBezTo>
                    <a:pt x="71" y="36"/>
                    <a:pt x="70" y="36"/>
                    <a:pt x="69" y="36"/>
                  </a:cubicBezTo>
                  <a:cubicBezTo>
                    <a:pt x="65" y="35"/>
                    <a:pt x="64" y="31"/>
                    <a:pt x="64" y="29"/>
                  </a:cubicBezTo>
                  <a:cubicBezTo>
                    <a:pt x="62" y="29"/>
                    <a:pt x="61" y="29"/>
                    <a:pt x="60" y="28"/>
                  </a:cubicBezTo>
                  <a:cubicBezTo>
                    <a:pt x="59" y="29"/>
                    <a:pt x="58" y="30"/>
                    <a:pt x="56" y="30"/>
                  </a:cubicBezTo>
                  <a:cubicBezTo>
                    <a:pt x="55" y="30"/>
                    <a:pt x="54" y="31"/>
                    <a:pt x="53" y="31"/>
                  </a:cubicBezTo>
                  <a:cubicBezTo>
                    <a:pt x="51" y="31"/>
                    <a:pt x="50" y="31"/>
                    <a:pt x="49" y="32"/>
                  </a:cubicBezTo>
                  <a:cubicBezTo>
                    <a:pt x="49" y="32"/>
                    <a:pt x="48" y="33"/>
                    <a:pt x="48" y="33"/>
                  </a:cubicBezTo>
                  <a:cubicBezTo>
                    <a:pt x="47" y="34"/>
                    <a:pt x="46" y="35"/>
                    <a:pt x="45" y="36"/>
                  </a:cubicBezTo>
                  <a:cubicBezTo>
                    <a:pt x="43" y="37"/>
                    <a:pt x="41" y="38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9" y="39"/>
                    <a:pt x="38" y="40"/>
                    <a:pt x="38" y="41"/>
                  </a:cubicBezTo>
                  <a:cubicBezTo>
                    <a:pt x="37" y="43"/>
                    <a:pt x="35" y="44"/>
                    <a:pt x="34" y="45"/>
                  </a:cubicBezTo>
                  <a:cubicBezTo>
                    <a:pt x="33" y="45"/>
                    <a:pt x="33" y="45"/>
                    <a:pt x="33" y="46"/>
                  </a:cubicBezTo>
                  <a:cubicBezTo>
                    <a:pt x="33" y="47"/>
                    <a:pt x="33" y="48"/>
                    <a:pt x="32" y="48"/>
                  </a:cubicBezTo>
                  <a:cubicBezTo>
                    <a:pt x="31" y="49"/>
                    <a:pt x="30" y="51"/>
                    <a:pt x="29" y="52"/>
                  </a:cubicBezTo>
                  <a:cubicBezTo>
                    <a:pt x="28" y="54"/>
                    <a:pt x="27" y="55"/>
                    <a:pt x="27" y="56"/>
                  </a:cubicBezTo>
                  <a:cubicBezTo>
                    <a:pt x="26" y="58"/>
                    <a:pt x="26" y="60"/>
                    <a:pt x="27" y="63"/>
                  </a:cubicBezTo>
                  <a:cubicBezTo>
                    <a:pt x="28" y="66"/>
                    <a:pt x="29" y="69"/>
                    <a:pt x="28" y="72"/>
                  </a:cubicBezTo>
                  <a:cubicBezTo>
                    <a:pt x="28" y="80"/>
                    <a:pt x="25" y="85"/>
                    <a:pt x="22" y="87"/>
                  </a:cubicBezTo>
                  <a:cubicBezTo>
                    <a:pt x="21" y="87"/>
                    <a:pt x="19" y="88"/>
                    <a:pt x="18" y="88"/>
                  </a:cubicBezTo>
                  <a:cubicBezTo>
                    <a:pt x="17" y="88"/>
                    <a:pt x="17" y="89"/>
                    <a:pt x="17" y="89"/>
                  </a:cubicBezTo>
                  <a:cubicBezTo>
                    <a:pt x="15" y="92"/>
                    <a:pt x="12" y="93"/>
                    <a:pt x="11" y="93"/>
                  </a:cubicBezTo>
                  <a:cubicBezTo>
                    <a:pt x="11" y="94"/>
                    <a:pt x="11" y="95"/>
                    <a:pt x="11" y="96"/>
                  </a:cubicBezTo>
                  <a:cubicBezTo>
                    <a:pt x="11" y="97"/>
                    <a:pt x="10" y="98"/>
                    <a:pt x="10" y="99"/>
                  </a:cubicBezTo>
                  <a:cubicBezTo>
                    <a:pt x="11" y="100"/>
                    <a:pt x="11" y="101"/>
                    <a:pt x="12" y="103"/>
                  </a:cubicBezTo>
                  <a:cubicBezTo>
                    <a:pt x="12" y="104"/>
                    <a:pt x="12" y="104"/>
                    <a:pt x="12" y="105"/>
                  </a:cubicBezTo>
                  <a:cubicBezTo>
                    <a:pt x="12" y="105"/>
                    <a:pt x="12" y="106"/>
                    <a:pt x="12" y="106"/>
                  </a:cubicBezTo>
                  <a:cubicBezTo>
                    <a:pt x="13" y="101"/>
                    <a:pt x="16" y="99"/>
                    <a:pt x="20" y="99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23" y="99"/>
                    <a:pt x="26" y="100"/>
                    <a:pt x="28" y="101"/>
                  </a:cubicBezTo>
                  <a:cubicBezTo>
                    <a:pt x="29" y="101"/>
                    <a:pt x="30" y="101"/>
                    <a:pt x="31" y="101"/>
                  </a:cubicBezTo>
                  <a:cubicBezTo>
                    <a:pt x="36" y="103"/>
                    <a:pt x="39" y="106"/>
                    <a:pt x="40" y="111"/>
                  </a:cubicBezTo>
                  <a:cubicBezTo>
                    <a:pt x="40" y="112"/>
                    <a:pt x="40" y="112"/>
                    <a:pt x="40" y="112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8" name="Freeform 149">
              <a:extLst>
                <a:ext uri="{FF2B5EF4-FFF2-40B4-BE49-F238E27FC236}">
                  <a16:creationId xmlns:a16="http://schemas.microsoft.com/office/drawing/2014/main" id="{94E54AEF-217E-4E9F-81BC-B44A14464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2900" y="3430588"/>
              <a:ext cx="141288" cy="130175"/>
            </a:xfrm>
            <a:custGeom>
              <a:avLst/>
              <a:gdLst>
                <a:gd name="T0" fmla="*/ 93 w 124"/>
                <a:gd name="T1" fmla="*/ 0 h 115"/>
                <a:gd name="T2" fmla="*/ 98 w 124"/>
                <a:gd name="T3" fmla="*/ 3 h 115"/>
                <a:gd name="T4" fmla="*/ 100 w 124"/>
                <a:gd name="T5" fmla="*/ 6 h 115"/>
                <a:gd name="T6" fmla="*/ 111 w 124"/>
                <a:gd name="T7" fmla="*/ 22 h 115"/>
                <a:gd name="T8" fmla="*/ 120 w 124"/>
                <a:gd name="T9" fmla="*/ 45 h 115"/>
                <a:gd name="T10" fmla="*/ 123 w 124"/>
                <a:gd name="T11" fmla="*/ 64 h 115"/>
                <a:gd name="T12" fmla="*/ 115 w 124"/>
                <a:gd name="T13" fmla="*/ 84 h 115"/>
                <a:gd name="T14" fmla="*/ 108 w 124"/>
                <a:gd name="T15" fmla="*/ 85 h 115"/>
                <a:gd name="T16" fmla="*/ 95 w 124"/>
                <a:gd name="T17" fmla="*/ 80 h 115"/>
                <a:gd name="T18" fmla="*/ 85 w 124"/>
                <a:gd name="T19" fmla="*/ 83 h 115"/>
                <a:gd name="T20" fmla="*/ 76 w 124"/>
                <a:gd name="T21" fmla="*/ 87 h 115"/>
                <a:gd name="T22" fmla="*/ 69 w 124"/>
                <a:gd name="T23" fmla="*/ 82 h 115"/>
                <a:gd name="T24" fmla="*/ 67 w 124"/>
                <a:gd name="T25" fmla="*/ 91 h 115"/>
                <a:gd name="T26" fmla="*/ 64 w 124"/>
                <a:gd name="T27" fmla="*/ 103 h 115"/>
                <a:gd name="T28" fmla="*/ 55 w 124"/>
                <a:gd name="T29" fmla="*/ 109 h 115"/>
                <a:gd name="T30" fmla="*/ 48 w 124"/>
                <a:gd name="T31" fmla="*/ 111 h 115"/>
                <a:gd name="T32" fmla="*/ 39 w 124"/>
                <a:gd name="T33" fmla="*/ 112 h 115"/>
                <a:gd name="T34" fmla="*/ 30 w 124"/>
                <a:gd name="T35" fmla="*/ 113 h 115"/>
                <a:gd name="T36" fmla="*/ 25 w 124"/>
                <a:gd name="T37" fmla="*/ 101 h 115"/>
                <a:gd name="T38" fmla="*/ 10 w 124"/>
                <a:gd name="T39" fmla="*/ 108 h 115"/>
                <a:gd name="T40" fmla="*/ 2 w 124"/>
                <a:gd name="T41" fmla="*/ 99 h 115"/>
                <a:gd name="T42" fmla="*/ 1 w 124"/>
                <a:gd name="T43" fmla="*/ 90 h 115"/>
                <a:gd name="T44" fmla="*/ 8 w 124"/>
                <a:gd name="T45" fmla="*/ 81 h 115"/>
                <a:gd name="T46" fmla="*/ 15 w 124"/>
                <a:gd name="T47" fmla="*/ 78 h 115"/>
                <a:gd name="T48" fmla="*/ 17 w 124"/>
                <a:gd name="T49" fmla="*/ 49 h 115"/>
                <a:gd name="T50" fmla="*/ 25 w 124"/>
                <a:gd name="T51" fmla="*/ 37 h 115"/>
                <a:gd name="T52" fmla="*/ 31 w 124"/>
                <a:gd name="T53" fmla="*/ 30 h 115"/>
                <a:gd name="T54" fmla="*/ 41 w 124"/>
                <a:gd name="T55" fmla="*/ 23 h 115"/>
                <a:gd name="T56" fmla="*/ 54 w 124"/>
                <a:gd name="T57" fmla="*/ 18 h 115"/>
                <a:gd name="T58" fmla="*/ 59 w 124"/>
                <a:gd name="T59" fmla="*/ 17 h 115"/>
                <a:gd name="T60" fmla="*/ 65 w 124"/>
                <a:gd name="T61" fmla="*/ 26 h 115"/>
                <a:gd name="T62" fmla="*/ 74 w 124"/>
                <a:gd name="T63" fmla="*/ 22 h 115"/>
                <a:gd name="T64" fmla="*/ 81 w 124"/>
                <a:gd name="T65" fmla="*/ 16 h 115"/>
                <a:gd name="T66" fmla="*/ 89 w 124"/>
                <a:gd name="T67" fmla="*/ 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15">
                  <a:moveTo>
                    <a:pt x="89" y="6"/>
                  </a:moveTo>
                  <a:cubicBezTo>
                    <a:pt x="92" y="4"/>
                    <a:pt x="91" y="1"/>
                    <a:pt x="93" y="0"/>
                  </a:cubicBezTo>
                  <a:cubicBezTo>
                    <a:pt x="95" y="0"/>
                    <a:pt x="98" y="0"/>
                    <a:pt x="99" y="0"/>
                  </a:cubicBezTo>
                  <a:cubicBezTo>
                    <a:pt x="98" y="1"/>
                    <a:pt x="97" y="2"/>
                    <a:pt x="98" y="3"/>
                  </a:cubicBezTo>
                  <a:cubicBezTo>
                    <a:pt x="99" y="4"/>
                    <a:pt x="98" y="5"/>
                    <a:pt x="99" y="5"/>
                  </a:cubicBezTo>
                  <a:cubicBezTo>
                    <a:pt x="99" y="6"/>
                    <a:pt x="100" y="7"/>
                    <a:pt x="100" y="6"/>
                  </a:cubicBezTo>
                  <a:cubicBezTo>
                    <a:pt x="101" y="8"/>
                    <a:pt x="102" y="12"/>
                    <a:pt x="103" y="14"/>
                  </a:cubicBezTo>
                  <a:cubicBezTo>
                    <a:pt x="105" y="18"/>
                    <a:pt x="107" y="19"/>
                    <a:pt x="111" y="22"/>
                  </a:cubicBezTo>
                  <a:cubicBezTo>
                    <a:pt x="115" y="24"/>
                    <a:pt x="116" y="30"/>
                    <a:pt x="118" y="34"/>
                  </a:cubicBezTo>
                  <a:cubicBezTo>
                    <a:pt x="121" y="39"/>
                    <a:pt x="119" y="41"/>
                    <a:pt x="120" y="45"/>
                  </a:cubicBezTo>
                  <a:cubicBezTo>
                    <a:pt x="120" y="49"/>
                    <a:pt x="119" y="52"/>
                    <a:pt x="119" y="55"/>
                  </a:cubicBezTo>
                  <a:cubicBezTo>
                    <a:pt x="119" y="58"/>
                    <a:pt x="122" y="61"/>
                    <a:pt x="123" y="64"/>
                  </a:cubicBezTo>
                  <a:cubicBezTo>
                    <a:pt x="124" y="67"/>
                    <a:pt x="123" y="68"/>
                    <a:pt x="122" y="71"/>
                  </a:cubicBezTo>
                  <a:cubicBezTo>
                    <a:pt x="120" y="76"/>
                    <a:pt x="124" y="85"/>
                    <a:pt x="115" y="84"/>
                  </a:cubicBezTo>
                  <a:cubicBezTo>
                    <a:pt x="114" y="84"/>
                    <a:pt x="113" y="82"/>
                    <a:pt x="112" y="83"/>
                  </a:cubicBezTo>
                  <a:cubicBezTo>
                    <a:pt x="110" y="84"/>
                    <a:pt x="110" y="85"/>
                    <a:pt x="108" y="85"/>
                  </a:cubicBezTo>
                  <a:cubicBezTo>
                    <a:pt x="105" y="87"/>
                    <a:pt x="100" y="85"/>
                    <a:pt x="98" y="83"/>
                  </a:cubicBezTo>
                  <a:cubicBezTo>
                    <a:pt x="96" y="82"/>
                    <a:pt x="97" y="81"/>
                    <a:pt x="95" y="80"/>
                  </a:cubicBezTo>
                  <a:cubicBezTo>
                    <a:pt x="92" y="79"/>
                    <a:pt x="92" y="81"/>
                    <a:pt x="90" y="82"/>
                  </a:cubicBezTo>
                  <a:cubicBezTo>
                    <a:pt x="88" y="83"/>
                    <a:pt x="87" y="82"/>
                    <a:pt x="85" y="83"/>
                  </a:cubicBezTo>
                  <a:cubicBezTo>
                    <a:pt x="83" y="83"/>
                    <a:pt x="84" y="82"/>
                    <a:pt x="82" y="84"/>
                  </a:cubicBezTo>
                  <a:cubicBezTo>
                    <a:pt x="80" y="86"/>
                    <a:pt x="80" y="89"/>
                    <a:pt x="76" y="87"/>
                  </a:cubicBezTo>
                  <a:cubicBezTo>
                    <a:pt x="75" y="87"/>
                    <a:pt x="74" y="85"/>
                    <a:pt x="73" y="84"/>
                  </a:cubicBezTo>
                  <a:cubicBezTo>
                    <a:pt x="71" y="83"/>
                    <a:pt x="71" y="83"/>
                    <a:pt x="69" y="82"/>
                  </a:cubicBezTo>
                  <a:cubicBezTo>
                    <a:pt x="68" y="82"/>
                    <a:pt x="67" y="81"/>
                    <a:pt x="67" y="80"/>
                  </a:cubicBezTo>
                  <a:cubicBezTo>
                    <a:pt x="66" y="84"/>
                    <a:pt x="67" y="87"/>
                    <a:pt x="67" y="91"/>
                  </a:cubicBezTo>
                  <a:cubicBezTo>
                    <a:pt x="66" y="92"/>
                    <a:pt x="65" y="93"/>
                    <a:pt x="65" y="94"/>
                  </a:cubicBezTo>
                  <a:cubicBezTo>
                    <a:pt x="64" y="97"/>
                    <a:pt x="65" y="100"/>
                    <a:pt x="64" y="103"/>
                  </a:cubicBezTo>
                  <a:cubicBezTo>
                    <a:pt x="64" y="105"/>
                    <a:pt x="62" y="109"/>
                    <a:pt x="59" y="110"/>
                  </a:cubicBezTo>
                  <a:cubicBezTo>
                    <a:pt x="58" y="110"/>
                    <a:pt x="57" y="109"/>
                    <a:pt x="55" y="109"/>
                  </a:cubicBezTo>
                  <a:cubicBezTo>
                    <a:pt x="54" y="110"/>
                    <a:pt x="55" y="112"/>
                    <a:pt x="52" y="112"/>
                  </a:cubicBezTo>
                  <a:cubicBezTo>
                    <a:pt x="50" y="112"/>
                    <a:pt x="49" y="111"/>
                    <a:pt x="48" y="111"/>
                  </a:cubicBezTo>
                  <a:cubicBezTo>
                    <a:pt x="47" y="111"/>
                    <a:pt x="44" y="112"/>
                    <a:pt x="43" y="112"/>
                  </a:cubicBezTo>
                  <a:cubicBezTo>
                    <a:pt x="41" y="113"/>
                    <a:pt x="41" y="113"/>
                    <a:pt x="39" y="112"/>
                  </a:cubicBezTo>
                  <a:cubicBezTo>
                    <a:pt x="37" y="112"/>
                    <a:pt x="36" y="112"/>
                    <a:pt x="33" y="112"/>
                  </a:cubicBezTo>
                  <a:cubicBezTo>
                    <a:pt x="33" y="112"/>
                    <a:pt x="31" y="115"/>
                    <a:pt x="30" y="113"/>
                  </a:cubicBezTo>
                  <a:cubicBezTo>
                    <a:pt x="29" y="110"/>
                    <a:pt x="30" y="109"/>
                    <a:pt x="30" y="107"/>
                  </a:cubicBezTo>
                  <a:cubicBezTo>
                    <a:pt x="30" y="104"/>
                    <a:pt x="28" y="102"/>
                    <a:pt x="25" y="101"/>
                  </a:cubicBezTo>
                  <a:cubicBezTo>
                    <a:pt x="22" y="100"/>
                    <a:pt x="18" y="98"/>
                    <a:pt x="15" y="99"/>
                  </a:cubicBezTo>
                  <a:cubicBezTo>
                    <a:pt x="9" y="99"/>
                    <a:pt x="14" y="105"/>
                    <a:pt x="10" y="108"/>
                  </a:cubicBezTo>
                  <a:cubicBezTo>
                    <a:pt x="8" y="104"/>
                    <a:pt x="5" y="106"/>
                    <a:pt x="3" y="103"/>
                  </a:cubicBezTo>
                  <a:cubicBezTo>
                    <a:pt x="2" y="102"/>
                    <a:pt x="2" y="100"/>
                    <a:pt x="2" y="99"/>
                  </a:cubicBezTo>
                  <a:cubicBezTo>
                    <a:pt x="2" y="97"/>
                    <a:pt x="0" y="95"/>
                    <a:pt x="0" y="94"/>
                  </a:cubicBezTo>
                  <a:cubicBezTo>
                    <a:pt x="0" y="93"/>
                    <a:pt x="1" y="91"/>
                    <a:pt x="1" y="90"/>
                  </a:cubicBezTo>
                  <a:cubicBezTo>
                    <a:pt x="1" y="89"/>
                    <a:pt x="0" y="88"/>
                    <a:pt x="1" y="86"/>
                  </a:cubicBezTo>
                  <a:cubicBezTo>
                    <a:pt x="2" y="83"/>
                    <a:pt x="6" y="84"/>
                    <a:pt x="8" y="81"/>
                  </a:cubicBezTo>
                  <a:cubicBezTo>
                    <a:pt x="9" y="80"/>
                    <a:pt x="8" y="79"/>
                    <a:pt x="10" y="78"/>
                  </a:cubicBezTo>
                  <a:cubicBezTo>
                    <a:pt x="11" y="78"/>
                    <a:pt x="13" y="79"/>
                    <a:pt x="15" y="78"/>
                  </a:cubicBezTo>
                  <a:cubicBezTo>
                    <a:pt x="17" y="76"/>
                    <a:pt x="18" y="69"/>
                    <a:pt x="19" y="67"/>
                  </a:cubicBezTo>
                  <a:cubicBezTo>
                    <a:pt x="19" y="61"/>
                    <a:pt x="15" y="56"/>
                    <a:pt x="17" y="49"/>
                  </a:cubicBezTo>
                  <a:cubicBezTo>
                    <a:pt x="19" y="46"/>
                    <a:pt x="22" y="44"/>
                    <a:pt x="23" y="41"/>
                  </a:cubicBezTo>
                  <a:cubicBezTo>
                    <a:pt x="24" y="40"/>
                    <a:pt x="24" y="38"/>
                    <a:pt x="25" y="37"/>
                  </a:cubicBezTo>
                  <a:cubicBezTo>
                    <a:pt x="26" y="36"/>
                    <a:pt x="28" y="36"/>
                    <a:pt x="29" y="34"/>
                  </a:cubicBezTo>
                  <a:cubicBezTo>
                    <a:pt x="29" y="33"/>
                    <a:pt x="30" y="31"/>
                    <a:pt x="31" y="30"/>
                  </a:cubicBezTo>
                  <a:cubicBezTo>
                    <a:pt x="32" y="28"/>
                    <a:pt x="35" y="29"/>
                    <a:pt x="37" y="27"/>
                  </a:cubicBezTo>
                  <a:cubicBezTo>
                    <a:pt x="39" y="26"/>
                    <a:pt x="40" y="25"/>
                    <a:pt x="41" y="23"/>
                  </a:cubicBezTo>
                  <a:cubicBezTo>
                    <a:pt x="44" y="21"/>
                    <a:pt x="47" y="21"/>
                    <a:pt x="50" y="21"/>
                  </a:cubicBezTo>
                  <a:cubicBezTo>
                    <a:pt x="52" y="20"/>
                    <a:pt x="52" y="19"/>
                    <a:pt x="54" y="18"/>
                  </a:cubicBezTo>
                  <a:cubicBezTo>
                    <a:pt x="56" y="18"/>
                    <a:pt x="57" y="20"/>
                    <a:pt x="58" y="19"/>
                  </a:cubicBezTo>
                  <a:cubicBezTo>
                    <a:pt x="58" y="19"/>
                    <a:pt x="59" y="17"/>
                    <a:pt x="59" y="17"/>
                  </a:cubicBezTo>
                  <a:cubicBezTo>
                    <a:pt x="61" y="16"/>
                    <a:pt x="62" y="19"/>
                    <a:pt x="63" y="20"/>
                  </a:cubicBezTo>
                  <a:cubicBezTo>
                    <a:pt x="64" y="22"/>
                    <a:pt x="63" y="26"/>
                    <a:pt x="65" y="26"/>
                  </a:cubicBezTo>
                  <a:cubicBezTo>
                    <a:pt x="68" y="27"/>
                    <a:pt x="69" y="25"/>
                    <a:pt x="70" y="24"/>
                  </a:cubicBezTo>
                  <a:cubicBezTo>
                    <a:pt x="72" y="23"/>
                    <a:pt x="73" y="24"/>
                    <a:pt x="74" y="22"/>
                  </a:cubicBezTo>
                  <a:cubicBezTo>
                    <a:pt x="76" y="20"/>
                    <a:pt x="77" y="21"/>
                    <a:pt x="78" y="20"/>
                  </a:cubicBezTo>
                  <a:cubicBezTo>
                    <a:pt x="80" y="18"/>
                    <a:pt x="80" y="17"/>
                    <a:pt x="81" y="16"/>
                  </a:cubicBezTo>
                  <a:cubicBezTo>
                    <a:pt x="82" y="14"/>
                    <a:pt x="82" y="15"/>
                    <a:pt x="84" y="13"/>
                  </a:cubicBezTo>
                  <a:cubicBezTo>
                    <a:pt x="86" y="11"/>
                    <a:pt x="88" y="8"/>
                    <a:pt x="89" y="6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59" name="Freeform 150">
              <a:extLst>
                <a:ext uri="{FF2B5EF4-FFF2-40B4-BE49-F238E27FC236}">
                  <a16:creationId xmlns:a16="http://schemas.microsoft.com/office/drawing/2014/main" id="{FB4CFF27-F41E-41A0-8FCF-0CF663CAE6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08963" y="4029075"/>
              <a:ext cx="228600" cy="571500"/>
            </a:xfrm>
            <a:custGeom>
              <a:avLst/>
              <a:gdLst>
                <a:gd name="T0" fmla="*/ 141 w 202"/>
                <a:gd name="T1" fmla="*/ 486 h 506"/>
                <a:gd name="T2" fmla="*/ 99 w 202"/>
                <a:gd name="T3" fmla="*/ 434 h 506"/>
                <a:gd name="T4" fmla="*/ 111 w 202"/>
                <a:gd name="T5" fmla="*/ 382 h 506"/>
                <a:gd name="T6" fmla="*/ 109 w 202"/>
                <a:gd name="T7" fmla="*/ 342 h 506"/>
                <a:gd name="T8" fmla="*/ 96 w 202"/>
                <a:gd name="T9" fmla="*/ 333 h 506"/>
                <a:gd name="T10" fmla="*/ 54 w 202"/>
                <a:gd name="T11" fmla="*/ 335 h 506"/>
                <a:gd name="T12" fmla="*/ 37 w 202"/>
                <a:gd name="T13" fmla="*/ 306 h 506"/>
                <a:gd name="T14" fmla="*/ 11 w 202"/>
                <a:gd name="T15" fmla="*/ 291 h 506"/>
                <a:gd name="T16" fmla="*/ 8 w 202"/>
                <a:gd name="T17" fmla="*/ 267 h 506"/>
                <a:gd name="T18" fmla="*/ 21 w 202"/>
                <a:gd name="T19" fmla="*/ 234 h 506"/>
                <a:gd name="T20" fmla="*/ 37 w 202"/>
                <a:gd name="T21" fmla="*/ 205 h 506"/>
                <a:gd name="T22" fmla="*/ 42 w 202"/>
                <a:gd name="T23" fmla="*/ 189 h 506"/>
                <a:gd name="T24" fmla="*/ 38 w 202"/>
                <a:gd name="T25" fmla="*/ 141 h 506"/>
                <a:gd name="T26" fmla="*/ 44 w 202"/>
                <a:gd name="T27" fmla="*/ 114 h 506"/>
                <a:gd name="T28" fmla="*/ 54 w 202"/>
                <a:gd name="T29" fmla="*/ 90 h 506"/>
                <a:gd name="T30" fmla="*/ 57 w 202"/>
                <a:gd name="T31" fmla="*/ 61 h 506"/>
                <a:gd name="T32" fmla="*/ 38 w 202"/>
                <a:gd name="T33" fmla="*/ 25 h 506"/>
                <a:gd name="T34" fmla="*/ 29 w 202"/>
                <a:gd name="T35" fmla="*/ 0 h 506"/>
                <a:gd name="T36" fmla="*/ 64 w 202"/>
                <a:gd name="T37" fmla="*/ 13 h 506"/>
                <a:gd name="T38" fmla="*/ 89 w 202"/>
                <a:gd name="T39" fmla="*/ 28 h 506"/>
                <a:gd name="T40" fmla="*/ 109 w 202"/>
                <a:gd name="T41" fmla="*/ 74 h 506"/>
                <a:gd name="T42" fmla="*/ 107 w 202"/>
                <a:gd name="T43" fmla="*/ 113 h 506"/>
                <a:gd name="T44" fmla="*/ 110 w 202"/>
                <a:gd name="T45" fmla="*/ 156 h 506"/>
                <a:gd name="T46" fmla="*/ 94 w 202"/>
                <a:gd name="T47" fmla="*/ 191 h 506"/>
                <a:gd name="T48" fmla="*/ 108 w 202"/>
                <a:gd name="T49" fmla="*/ 228 h 506"/>
                <a:gd name="T50" fmla="*/ 123 w 202"/>
                <a:gd name="T51" fmla="*/ 295 h 506"/>
                <a:gd name="T52" fmla="*/ 135 w 202"/>
                <a:gd name="T53" fmla="*/ 296 h 506"/>
                <a:gd name="T54" fmla="*/ 145 w 202"/>
                <a:gd name="T55" fmla="*/ 289 h 506"/>
                <a:gd name="T56" fmla="*/ 139 w 202"/>
                <a:gd name="T57" fmla="*/ 265 h 506"/>
                <a:gd name="T58" fmla="*/ 197 w 202"/>
                <a:gd name="T59" fmla="*/ 371 h 506"/>
                <a:gd name="T60" fmla="*/ 176 w 202"/>
                <a:gd name="T61" fmla="*/ 442 h 506"/>
                <a:gd name="T62" fmla="*/ 155 w 202"/>
                <a:gd name="T63" fmla="*/ 463 h 506"/>
                <a:gd name="T64" fmla="*/ 159 w 202"/>
                <a:gd name="T65" fmla="*/ 488 h 506"/>
                <a:gd name="T66" fmla="*/ 147 w 202"/>
                <a:gd name="T67" fmla="*/ 496 h 506"/>
                <a:gd name="T68" fmla="*/ 146 w 202"/>
                <a:gd name="T69" fmla="*/ 496 h 506"/>
                <a:gd name="T70" fmla="*/ 147 w 202"/>
                <a:gd name="T71" fmla="*/ 457 h 506"/>
                <a:gd name="T72" fmla="*/ 173 w 202"/>
                <a:gd name="T73" fmla="*/ 433 h 506"/>
                <a:gd name="T74" fmla="*/ 186 w 202"/>
                <a:gd name="T75" fmla="*/ 373 h 506"/>
                <a:gd name="T76" fmla="*/ 156 w 202"/>
                <a:gd name="T77" fmla="*/ 297 h 506"/>
                <a:gd name="T78" fmla="*/ 143 w 202"/>
                <a:gd name="T79" fmla="*/ 316 h 506"/>
                <a:gd name="T80" fmla="*/ 113 w 202"/>
                <a:gd name="T81" fmla="*/ 309 h 506"/>
                <a:gd name="T82" fmla="*/ 101 w 202"/>
                <a:gd name="T83" fmla="*/ 252 h 506"/>
                <a:gd name="T84" fmla="*/ 93 w 202"/>
                <a:gd name="T85" fmla="*/ 206 h 506"/>
                <a:gd name="T86" fmla="*/ 97 w 202"/>
                <a:gd name="T87" fmla="*/ 155 h 506"/>
                <a:gd name="T88" fmla="*/ 97 w 202"/>
                <a:gd name="T89" fmla="*/ 126 h 506"/>
                <a:gd name="T90" fmla="*/ 98 w 202"/>
                <a:gd name="T91" fmla="*/ 73 h 506"/>
                <a:gd name="T92" fmla="*/ 79 w 202"/>
                <a:gd name="T93" fmla="*/ 33 h 506"/>
                <a:gd name="T94" fmla="*/ 65 w 202"/>
                <a:gd name="T95" fmla="*/ 22 h 506"/>
                <a:gd name="T96" fmla="*/ 48 w 202"/>
                <a:gd name="T97" fmla="*/ 24 h 506"/>
                <a:gd name="T98" fmla="*/ 66 w 202"/>
                <a:gd name="T99" fmla="*/ 64 h 506"/>
                <a:gd name="T100" fmla="*/ 53 w 202"/>
                <a:gd name="T101" fmla="*/ 100 h 506"/>
                <a:gd name="T102" fmla="*/ 49 w 202"/>
                <a:gd name="T103" fmla="*/ 134 h 506"/>
                <a:gd name="T104" fmla="*/ 49 w 202"/>
                <a:gd name="T105" fmla="*/ 183 h 506"/>
                <a:gd name="T106" fmla="*/ 56 w 202"/>
                <a:gd name="T107" fmla="*/ 205 h 506"/>
                <a:gd name="T108" fmla="*/ 29 w 202"/>
                <a:gd name="T109" fmla="*/ 220 h 506"/>
                <a:gd name="T110" fmla="*/ 24 w 202"/>
                <a:gd name="T111" fmla="*/ 260 h 506"/>
                <a:gd name="T112" fmla="*/ 23 w 202"/>
                <a:gd name="T113" fmla="*/ 290 h 506"/>
                <a:gd name="T114" fmla="*/ 46 w 202"/>
                <a:gd name="T115" fmla="*/ 308 h 506"/>
                <a:gd name="T116" fmla="*/ 69 w 202"/>
                <a:gd name="T117" fmla="*/ 328 h 506"/>
                <a:gd name="T118" fmla="*/ 99 w 202"/>
                <a:gd name="T119" fmla="*/ 322 h 506"/>
                <a:gd name="T120" fmla="*/ 120 w 202"/>
                <a:gd name="T121" fmla="*/ 352 h 506"/>
                <a:gd name="T122" fmla="*/ 111 w 202"/>
                <a:gd name="T123" fmla="*/ 399 h 506"/>
                <a:gd name="T124" fmla="*/ 109 w 202"/>
                <a:gd name="T125" fmla="*/ 443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506">
                  <a:moveTo>
                    <a:pt x="152" y="506"/>
                  </a:moveTo>
                  <a:cubicBezTo>
                    <a:pt x="151" y="506"/>
                    <a:pt x="150" y="506"/>
                    <a:pt x="149" y="506"/>
                  </a:cubicBezTo>
                  <a:cubicBezTo>
                    <a:pt x="148" y="506"/>
                    <a:pt x="148" y="506"/>
                    <a:pt x="147" y="506"/>
                  </a:cubicBezTo>
                  <a:cubicBezTo>
                    <a:pt x="143" y="505"/>
                    <a:pt x="141" y="505"/>
                    <a:pt x="138" y="501"/>
                  </a:cubicBezTo>
                  <a:cubicBezTo>
                    <a:pt x="138" y="500"/>
                    <a:pt x="138" y="500"/>
                    <a:pt x="138" y="500"/>
                  </a:cubicBezTo>
                  <a:cubicBezTo>
                    <a:pt x="135" y="496"/>
                    <a:pt x="135" y="493"/>
                    <a:pt x="139" y="489"/>
                  </a:cubicBezTo>
                  <a:cubicBezTo>
                    <a:pt x="140" y="488"/>
                    <a:pt x="141" y="488"/>
                    <a:pt x="141" y="487"/>
                  </a:cubicBezTo>
                  <a:cubicBezTo>
                    <a:pt x="141" y="487"/>
                    <a:pt x="141" y="487"/>
                    <a:pt x="141" y="486"/>
                  </a:cubicBezTo>
                  <a:cubicBezTo>
                    <a:pt x="140" y="486"/>
                    <a:pt x="139" y="486"/>
                    <a:pt x="138" y="486"/>
                  </a:cubicBezTo>
                  <a:cubicBezTo>
                    <a:pt x="134" y="484"/>
                    <a:pt x="131" y="480"/>
                    <a:pt x="128" y="476"/>
                  </a:cubicBezTo>
                  <a:cubicBezTo>
                    <a:pt x="124" y="471"/>
                    <a:pt x="120" y="467"/>
                    <a:pt x="115" y="462"/>
                  </a:cubicBezTo>
                  <a:cubicBezTo>
                    <a:pt x="112" y="459"/>
                    <a:pt x="110" y="455"/>
                    <a:pt x="109" y="452"/>
                  </a:cubicBezTo>
                  <a:cubicBezTo>
                    <a:pt x="109" y="452"/>
                    <a:pt x="109" y="452"/>
                    <a:pt x="109" y="452"/>
                  </a:cubicBezTo>
                  <a:cubicBezTo>
                    <a:pt x="107" y="452"/>
                    <a:pt x="105" y="452"/>
                    <a:pt x="103" y="450"/>
                  </a:cubicBezTo>
                  <a:cubicBezTo>
                    <a:pt x="99" y="446"/>
                    <a:pt x="99" y="440"/>
                    <a:pt x="99" y="438"/>
                  </a:cubicBezTo>
                  <a:cubicBezTo>
                    <a:pt x="99" y="436"/>
                    <a:pt x="99" y="435"/>
                    <a:pt x="99" y="434"/>
                  </a:cubicBezTo>
                  <a:cubicBezTo>
                    <a:pt x="100" y="434"/>
                    <a:pt x="99" y="434"/>
                    <a:pt x="99" y="433"/>
                  </a:cubicBezTo>
                  <a:cubicBezTo>
                    <a:pt x="98" y="432"/>
                    <a:pt x="98" y="431"/>
                    <a:pt x="97" y="430"/>
                  </a:cubicBezTo>
                  <a:cubicBezTo>
                    <a:pt x="94" y="427"/>
                    <a:pt x="90" y="423"/>
                    <a:pt x="90" y="418"/>
                  </a:cubicBezTo>
                  <a:cubicBezTo>
                    <a:pt x="90" y="416"/>
                    <a:pt x="91" y="413"/>
                    <a:pt x="94" y="411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100" y="406"/>
                    <a:pt x="102" y="404"/>
                    <a:pt x="102" y="400"/>
                  </a:cubicBezTo>
                  <a:cubicBezTo>
                    <a:pt x="102" y="393"/>
                    <a:pt x="105" y="389"/>
                    <a:pt x="108" y="386"/>
                  </a:cubicBezTo>
                  <a:cubicBezTo>
                    <a:pt x="109" y="385"/>
                    <a:pt x="110" y="384"/>
                    <a:pt x="111" y="382"/>
                  </a:cubicBezTo>
                  <a:cubicBezTo>
                    <a:pt x="112" y="381"/>
                    <a:pt x="112" y="381"/>
                    <a:pt x="111" y="378"/>
                  </a:cubicBezTo>
                  <a:cubicBezTo>
                    <a:pt x="111" y="376"/>
                    <a:pt x="110" y="374"/>
                    <a:pt x="111" y="371"/>
                  </a:cubicBezTo>
                  <a:cubicBezTo>
                    <a:pt x="111" y="370"/>
                    <a:pt x="111" y="369"/>
                    <a:pt x="112" y="367"/>
                  </a:cubicBezTo>
                  <a:cubicBezTo>
                    <a:pt x="112" y="365"/>
                    <a:pt x="113" y="363"/>
                    <a:pt x="112" y="361"/>
                  </a:cubicBezTo>
                  <a:cubicBezTo>
                    <a:pt x="111" y="358"/>
                    <a:pt x="111" y="356"/>
                    <a:pt x="111" y="355"/>
                  </a:cubicBezTo>
                  <a:cubicBezTo>
                    <a:pt x="111" y="354"/>
                    <a:pt x="111" y="353"/>
                    <a:pt x="111" y="353"/>
                  </a:cubicBezTo>
                  <a:cubicBezTo>
                    <a:pt x="111" y="352"/>
                    <a:pt x="111" y="351"/>
                    <a:pt x="110" y="350"/>
                  </a:cubicBezTo>
                  <a:cubicBezTo>
                    <a:pt x="110" y="348"/>
                    <a:pt x="108" y="345"/>
                    <a:pt x="109" y="342"/>
                  </a:cubicBezTo>
                  <a:cubicBezTo>
                    <a:pt x="110" y="341"/>
                    <a:pt x="110" y="340"/>
                    <a:pt x="110" y="340"/>
                  </a:cubicBezTo>
                  <a:cubicBezTo>
                    <a:pt x="109" y="340"/>
                    <a:pt x="109" y="340"/>
                    <a:pt x="109" y="339"/>
                  </a:cubicBezTo>
                  <a:cubicBezTo>
                    <a:pt x="108" y="338"/>
                    <a:pt x="107" y="337"/>
                    <a:pt x="106" y="336"/>
                  </a:cubicBezTo>
                  <a:cubicBezTo>
                    <a:pt x="105" y="335"/>
                    <a:pt x="105" y="334"/>
                    <a:pt x="104" y="333"/>
                  </a:cubicBezTo>
                  <a:cubicBezTo>
                    <a:pt x="104" y="332"/>
                    <a:pt x="104" y="331"/>
                    <a:pt x="103" y="330"/>
                  </a:cubicBezTo>
                  <a:cubicBezTo>
                    <a:pt x="103" y="331"/>
                    <a:pt x="103" y="331"/>
                    <a:pt x="102" y="331"/>
                  </a:cubicBezTo>
                  <a:cubicBezTo>
                    <a:pt x="101" y="331"/>
                    <a:pt x="100" y="332"/>
                    <a:pt x="98" y="332"/>
                  </a:cubicBezTo>
                  <a:cubicBezTo>
                    <a:pt x="98" y="332"/>
                    <a:pt x="97" y="332"/>
                    <a:pt x="96" y="333"/>
                  </a:cubicBezTo>
                  <a:cubicBezTo>
                    <a:pt x="95" y="333"/>
                    <a:pt x="92" y="333"/>
                    <a:pt x="92" y="333"/>
                  </a:cubicBezTo>
                  <a:cubicBezTo>
                    <a:pt x="91" y="334"/>
                    <a:pt x="91" y="334"/>
                    <a:pt x="90" y="334"/>
                  </a:cubicBezTo>
                  <a:cubicBezTo>
                    <a:pt x="89" y="335"/>
                    <a:pt x="88" y="337"/>
                    <a:pt x="82" y="336"/>
                  </a:cubicBezTo>
                  <a:cubicBezTo>
                    <a:pt x="80" y="336"/>
                    <a:pt x="81" y="335"/>
                    <a:pt x="77" y="337"/>
                  </a:cubicBezTo>
                  <a:cubicBezTo>
                    <a:pt x="74" y="339"/>
                    <a:pt x="71" y="339"/>
                    <a:pt x="69" y="338"/>
                  </a:cubicBezTo>
                  <a:cubicBezTo>
                    <a:pt x="68" y="339"/>
                    <a:pt x="68" y="341"/>
                    <a:pt x="66" y="342"/>
                  </a:cubicBezTo>
                  <a:cubicBezTo>
                    <a:pt x="65" y="343"/>
                    <a:pt x="64" y="343"/>
                    <a:pt x="63" y="343"/>
                  </a:cubicBezTo>
                  <a:cubicBezTo>
                    <a:pt x="59" y="343"/>
                    <a:pt x="56" y="339"/>
                    <a:pt x="54" y="335"/>
                  </a:cubicBezTo>
                  <a:cubicBezTo>
                    <a:pt x="54" y="335"/>
                    <a:pt x="53" y="335"/>
                    <a:pt x="53" y="334"/>
                  </a:cubicBezTo>
                  <a:cubicBezTo>
                    <a:pt x="53" y="334"/>
                    <a:pt x="52" y="333"/>
                    <a:pt x="51" y="333"/>
                  </a:cubicBezTo>
                  <a:cubicBezTo>
                    <a:pt x="49" y="331"/>
                    <a:pt x="47" y="329"/>
                    <a:pt x="45" y="325"/>
                  </a:cubicBezTo>
                  <a:cubicBezTo>
                    <a:pt x="45" y="323"/>
                    <a:pt x="44" y="321"/>
                    <a:pt x="42" y="319"/>
                  </a:cubicBezTo>
                  <a:cubicBezTo>
                    <a:pt x="42" y="319"/>
                    <a:pt x="41" y="318"/>
                    <a:pt x="41" y="318"/>
                  </a:cubicBezTo>
                  <a:cubicBezTo>
                    <a:pt x="40" y="316"/>
                    <a:pt x="38" y="315"/>
                    <a:pt x="38" y="313"/>
                  </a:cubicBezTo>
                  <a:cubicBezTo>
                    <a:pt x="37" y="311"/>
                    <a:pt x="37" y="309"/>
                    <a:pt x="37" y="307"/>
                  </a:cubicBezTo>
                  <a:cubicBezTo>
                    <a:pt x="37" y="307"/>
                    <a:pt x="37" y="307"/>
                    <a:pt x="37" y="306"/>
                  </a:cubicBezTo>
                  <a:cubicBezTo>
                    <a:pt x="35" y="306"/>
                    <a:pt x="33" y="305"/>
                    <a:pt x="32" y="303"/>
                  </a:cubicBezTo>
                  <a:cubicBezTo>
                    <a:pt x="31" y="303"/>
                    <a:pt x="31" y="303"/>
                    <a:pt x="31" y="303"/>
                  </a:cubicBezTo>
                  <a:cubicBezTo>
                    <a:pt x="30" y="306"/>
                    <a:pt x="28" y="308"/>
                    <a:pt x="25" y="308"/>
                  </a:cubicBezTo>
                  <a:cubicBezTo>
                    <a:pt x="24" y="308"/>
                    <a:pt x="24" y="308"/>
                    <a:pt x="24" y="308"/>
                  </a:cubicBezTo>
                  <a:cubicBezTo>
                    <a:pt x="20" y="307"/>
                    <a:pt x="19" y="303"/>
                    <a:pt x="18" y="302"/>
                  </a:cubicBezTo>
                  <a:cubicBezTo>
                    <a:pt x="18" y="300"/>
                    <a:pt x="17" y="299"/>
                    <a:pt x="17" y="299"/>
                  </a:cubicBezTo>
                  <a:cubicBezTo>
                    <a:pt x="16" y="297"/>
                    <a:pt x="16" y="296"/>
                    <a:pt x="15" y="295"/>
                  </a:cubicBezTo>
                  <a:cubicBezTo>
                    <a:pt x="14" y="293"/>
                    <a:pt x="13" y="292"/>
                    <a:pt x="11" y="291"/>
                  </a:cubicBezTo>
                  <a:cubicBezTo>
                    <a:pt x="9" y="290"/>
                    <a:pt x="7" y="288"/>
                    <a:pt x="6" y="285"/>
                  </a:cubicBezTo>
                  <a:cubicBezTo>
                    <a:pt x="6" y="284"/>
                    <a:pt x="6" y="283"/>
                    <a:pt x="7" y="282"/>
                  </a:cubicBezTo>
                  <a:cubicBezTo>
                    <a:pt x="7" y="282"/>
                    <a:pt x="7" y="282"/>
                    <a:pt x="7" y="282"/>
                  </a:cubicBezTo>
                  <a:cubicBezTo>
                    <a:pt x="5" y="281"/>
                    <a:pt x="0" y="280"/>
                    <a:pt x="0" y="275"/>
                  </a:cubicBezTo>
                  <a:cubicBezTo>
                    <a:pt x="0" y="273"/>
                    <a:pt x="1" y="271"/>
                    <a:pt x="2" y="270"/>
                  </a:cubicBezTo>
                  <a:cubicBezTo>
                    <a:pt x="3" y="269"/>
                    <a:pt x="4" y="268"/>
                    <a:pt x="6" y="268"/>
                  </a:cubicBezTo>
                  <a:cubicBezTo>
                    <a:pt x="6" y="268"/>
                    <a:pt x="6" y="268"/>
                    <a:pt x="6" y="268"/>
                  </a:cubicBezTo>
                  <a:cubicBezTo>
                    <a:pt x="7" y="268"/>
                    <a:pt x="7" y="267"/>
                    <a:pt x="8" y="267"/>
                  </a:cubicBezTo>
                  <a:cubicBezTo>
                    <a:pt x="9" y="267"/>
                    <a:pt x="9" y="266"/>
                    <a:pt x="10" y="266"/>
                  </a:cubicBezTo>
                  <a:cubicBezTo>
                    <a:pt x="10" y="265"/>
                    <a:pt x="10" y="264"/>
                    <a:pt x="11" y="263"/>
                  </a:cubicBezTo>
                  <a:cubicBezTo>
                    <a:pt x="12" y="262"/>
                    <a:pt x="13" y="261"/>
                    <a:pt x="14" y="261"/>
                  </a:cubicBezTo>
                  <a:cubicBezTo>
                    <a:pt x="14" y="260"/>
                    <a:pt x="14" y="260"/>
                    <a:pt x="14" y="260"/>
                  </a:cubicBezTo>
                  <a:cubicBezTo>
                    <a:pt x="15" y="259"/>
                    <a:pt x="15" y="258"/>
                    <a:pt x="15" y="257"/>
                  </a:cubicBezTo>
                  <a:cubicBezTo>
                    <a:pt x="16" y="255"/>
                    <a:pt x="17" y="251"/>
                    <a:pt x="20" y="248"/>
                  </a:cubicBezTo>
                  <a:cubicBezTo>
                    <a:pt x="19" y="246"/>
                    <a:pt x="19" y="244"/>
                    <a:pt x="19" y="243"/>
                  </a:cubicBezTo>
                  <a:cubicBezTo>
                    <a:pt x="19" y="240"/>
                    <a:pt x="20" y="237"/>
                    <a:pt x="21" y="234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2"/>
                    <a:pt x="22" y="231"/>
                    <a:pt x="22" y="231"/>
                  </a:cubicBezTo>
                  <a:cubicBezTo>
                    <a:pt x="21" y="231"/>
                    <a:pt x="20" y="230"/>
                    <a:pt x="19" y="228"/>
                  </a:cubicBezTo>
                  <a:cubicBezTo>
                    <a:pt x="16" y="223"/>
                    <a:pt x="19" y="218"/>
                    <a:pt x="21" y="215"/>
                  </a:cubicBezTo>
                  <a:cubicBezTo>
                    <a:pt x="22" y="214"/>
                    <a:pt x="22" y="214"/>
                    <a:pt x="22" y="214"/>
                  </a:cubicBezTo>
                  <a:cubicBezTo>
                    <a:pt x="23" y="210"/>
                    <a:pt x="25" y="205"/>
                    <a:pt x="30" y="205"/>
                  </a:cubicBezTo>
                  <a:cubicBezTo>
                    <a:pt x="30" y="205"/>
                    <a:pt x="31" y="205"/>
                    <a:pt x="32" y="205"/>
                  </a:cubicBezTo>
                  <a:cubicBezTo>
                    <a:pt x="33" y="205"/>
                    <a:pt x="35" y="205"/>
                    <a:pt x="37" y="205"/>
                  </a:cubicBezTo>
                  <a:cubicBezTo>
                    <a:pt x="37" y="205"/>
                    <a:pt x="37" y="205"/>
                    <a:pt x="37" y="205"/>
                  </a:cubicBezTo>
                  <a:cubicBezTo>
                    <a:pt x="38" y="204"/>
                    <a:pt x="40" y="201"/>
                    <a:pt x="44" y="201"/>
                  </a:cubicBezTo>
                  <a:cubicBezTo>
                    <a:pt x="45" y="201"/>
                    <a:pt x="46" y="201"/>
                    <a:pt x="47" y="202"/>
                  </a:cubicBezTo>
                  <a:cubicBezTo>
                    <a:pt x="47" y="201"/>
                    <a:pt x="48" y="200"/>
                    <a:pt x="48" y="200"/>
                  </a:cubicBezTo>
                  <a:cubicBezTo>
                    <a:pt x="48" y="199"/>
                    <a:pt x="49" y="199"/>
                    <a:pt x="49" y="199"/>
                  </a:cubicBezTo>
                  <a:cubicBezTo>
                    <a:pt x="49" y="199"/>
                    <a:pt x="49" y="198"/>
                    <a:pt x="50" y="198"/>
                  </a:cubicBezTo>
                  <a:cubicBezTo>
                    <a:pt x="49" y="198"/>
                    <a:pt x="48" y="198"/>
                    <a:pt x="47" y="197"/>
                  </a:cubicBezTo>
                  <a:cubicBezTo>
                    <a:pt x="43" y="195"/>
                    <a:pt x="42" y="191"/>
                    <a:pt x="42" y="189"/>
                  </a:cubicBezTo>
                  <a:cubicBezTo>
                    <a:pt x="42" y="188"/>
                    <a:pt x="41" y="187"/>
                    <a:pt x="41" y="187"/>
                  </a:cubicBezTo>
                  <a:cubicBezTo>
                    <a:pt x="41" y="186"/>
                    <a:pt x="41" y="186"/>
                    <a:pt x="40" y="185"/>
                  </a:cubicBezTo>
                  <a:cubicBezTo>
                    <a:pt x="39" y="183"/>
                    <a:pt x="37" y="180"/>
                    <a:pt x="39" y="174"/>
                  </a:cubicBezTo>
                  <a:cubicBezTo>
                    <a:pt x="41" y="168"/>
                    <a:pt x="42" y="163"/>
                    <a:pt x="42" y="156"/>
                  </a:cubicBezTo>
                  <a:cubicBezTo>
                    <a:pt x="42" y="155"/>
                    <a:pt x="42" y="155"/>
                    <a:pt x="42" y="153"/>
                  </a:cubicBezTo>
                  <a:cubicBezTo>
                    <a:pt x="42" y="153"/>
                    <a:pt x="42" y="151"/>
                    <a:pt x="42" y="150"/>
                  </a:cubicBezTo>
                  <a:cubicBezTo>
                    <a:pt x="41" y="149"/>
                    <a:pt x="40" y="149"/>
                    <a:pt x="39" y="148"/>
                  </a:cubicBezTo>
                  <a:cubicBezTo>
                    <a:pt x="36" y="145"/>
                    <a:pt x="37" y="142"/>
                    <a:pt x="38" y="141"/>
                  </a:cubicBezTo>
                  <a:cubicBezTo>
                    <a:pt x="38" y="140"/>
                    <a:pt x="38" y="140"/>
                    <a:pt x="37" y="139"/>
                  </a:cubicBezTo>
                  <a:cubicBezTo>
                    <a:pt x="37" y="137"/>
                    <a:pt x="37" y="135"/>
                    <a:pt x="38" y="133"/>
                  </a:cubicBezTo>
                  <a:cubicBezTo>
                    <a:pt x="38" y="131"/>
                    <a:pt x="40" y="130"/>
                    <a:pt x="41" y="130"/>
                  </a:cubicBezTo>
                  <a:cubicBezTo>
                    <a:pt x="41" y="130"/>
                    <a:pt x="41" y="129"/>
                    <a:pt x="41" y="129"/>
                  </a:cubicBezTo>
                  <a:cubicBezTo>
                    <a:pt x="42" y="128"/>
                    <a:pt x="42" y="127"/>
                    <a:pt x="43" y="126"/>
                  </a:cubicBezTo>
                  <a:cubicBezTo>
                    <a:pt x="44" y="124"/>
                    <a:pt x="45" y="122"/>
                    <a:pt x="47" y="120"/>
                  </a:cubicBezTo>
                  <a:cubicBezTo>
                    <a:pt x="47" y="119"/>
                    <a:pt x="46" y="118"/>
                    <a:pt x="46" y="117"/>
                  </a:cubicBezTo>
                  <a:cubicBezTo>
                    <a:pt x="45" y="116"/>
                    <a:pt x="44" y="115"/>
                    <a:pt x="44" y="114"/>
                  </a:cubicBezTo>
                  <a:cubicBezTo>
                    <a:pt x="43" y="112"/>
                    <a:pt x="42" y="110"/>
                    <a:pt x="42" y="108"/>
                  </a:cubicBezTo>
                  <a:cubicBezTo>
                    <a:pt x="42" y="107"/>
                    <a:pt x="42" y="106"/>
                    <a:pt x="42" y="105"/>
                  </a:cubicBezTo>
                  <a:cubicBezTo>
                    <a:pt x="41" y="105"/>
                    <a:pt x="40" y="104"/>
                    <a:pt x="39" y="103"/>
                  </a:cubicBezTo>
                  <a:cubicBezTo>
                    <a:pt x="38" y="101"/>
                    <a:pt x="38" y="99"/>
                    <a:pt x="39" y="97"/>
                  </a:cubicBezTo>
                  <a:cubicBezTo>
                    <a:pt x="40" y="96"/>
                    <a:pt x="41" y="95"/>
                    <a:pt x="44" y="94"/>
                  </a:cubicBezTo>
                  <a:cubicBezTo>
                    <a:pt x="46" y="93"/>
                    <a:pt x="46" y="93"/>
                    <a:pt x="46" y="93"/>
                  </a:cubicBezTo>
                  <a:cubicBezTo>
                    <a:pt x="47" y="93"/>
                    <a:pt x="48" y="92"/>
                    <a:pt x="48" y="92"/>
                  </a:cubicBezTo>
                  <a:cubicBezTo>
                    <a:pt x="51" y="90"/>
                    <a:pt x="53" y="90"/>
                    <a:pt x="54" y="90"/>
                  </a:cubicBezTo>
                  <a:cubicBezTo>
                    <a:pt x="55" y="90"/>
                    <a:pt x="55" y="90"/>
                    <a:pt x="56" y="90"/>
                  </a:cubicBezTo>
                  <a:cubicBezTo>
                    <a:pt x="56" y="89"/>
                    <a:pt x="57" y="88"/>
                    <a:pt x="58" y="87"/>
                  </a:cubicBezTo>
                  <a:cubicBezTo>
                    <a:pt x="59" y="86"/>
                    <a:pt x="59" y="84"/>
                    <a:pt x="60" y="83"/>
                  </a:cubicBezTo>
                  <a:cubicBezTo>
                    <a:pt x="62" y="82"/>
                    <a:pt x="63" y="81"/>
                    <a:pt x="64" y="80"/>
                  </a:cubicBezTo>
                  <a:cubicBezTo>
                    <a:pt x="64" y="80"/>
                    <a:pt x="65" y="80"/>
                    <a:pt x="65" y="80"/>
                  </a:cubicBezTo>
                  <a:cubicBezTo>
                    <a:pt x="65" y="78"/>
                    <a:pt x="63" y="77"/>
                    <a:pt x="61" y="74"/>
                  </a:cubicBezTo>
                  <a:cubicBezTo>
                    <a:pt x="60" y="72"/>
                    <a:pt x="56" y="69"/>
                    <a:pt x="57" y="64"/>
                  </a:cubicBezTo>
                  <a:cubicBezTo>
                    <a:pt x="57" y="63"/>
                    <a:pt x="57" y="62"/>
                    <a:pt x="57" y="61"/>
                  </a:cubicBezTo>
                  <a:cubicBezTo>
                    <a:pt x="57" y="60"/>
                    <a:pt x="58" y="60"/>
                    <a:pt x="58" y="60"/>
                  </a:cubicBezTo>
                  <a:cubicBezTo>
                    <a:pt x="57" y="59"/>
                    <a:pt x="55" y="57"/>
                    <a:pt x="53" y="56"/>
                  </a:cubicBezTo>
                  <a:cubicBezTo>
                    <a:pt x="49" y="54"/>
                    <a:pt x="43" y="51"/>
                    <a:pt x="44" y="43"/>
                  </a:cubicBezTo>
                  <a:cubicBezTo>
                    <a:pt x="45" y="41"/>
                    <a:pt x="46" y="40"/>
                    <a:pt x="46" y="38"/>
                  </a:cubicBezTo>
                  <a:cubicBezTo>
                    <a:pt x="47" y="38"/>
                    <a:pt x="47" y="37"/>
                    <a:pt x="47" y="36"/>
                  </a:cubicBezTo>
                  <a:cubicBezTo>
                    <a:pt x="47" y="36"/>
                    <a:pt x="45" y="34"/>
                    <a:pt x="45" y="34"/>
                  </a:cubicBezTo>
                  <a:cubicBezTo>
                    <a:pt x="43" y="32"/>
                    <a:pt x="40" y="30"/>
                    <a:pt x="39" y="27"/>
                  </a:cubicBezTo>
                  <a:cubicBezTo>
                    <a:pt x="39" y="26"/>
                    <a:pt x="38" y="26"/>
                    <a:pt x="38" y="25"/>
                  </a:cubicBezTo>
                  <a:cubicBezTo>
                    <a:pt x="37" y="26"/>
                    <a:pt x="36" y="26"/>
                    <a:pt x="35" y="26"/>
                  </a:cubicBezTo>
                  <a:cubicBezTo>
                    <a:pt x="33" y="26"/>
                    <a:pt x="32" y="25"/>
                    <a:pt x="31" y="24"/>
                  </a:cubicBezTo>
                  <a:cubicBezTo>
                    <a:pt x="29" y="25"/>
                    <a:pt x="26" y="25"/>
                    <a:pt x="25" y="20"/>
                  </a:cubicBezTo>
                  <a:cubicBezTo>
                    <a:pt x="24" y="18"/>
                    <a:pt x="24" y="16"/>
                    <a:pt x="25" y="14"/>
                  </a:cubicBezTo>
                  <a:cubicBezTo>
                    <a:pt x="24" y="14"/>
                    <a:pt x="23" y="13"/>
                    <a:pt x="22" y="12"/>
                  </a:cubicBezTo>
                  <a:cubicBezTo>
                    <a:pt x="21" y="10"/>
                    <a:pt x="21" y="8"/>
                    <a:pt x="21" y="6"/>
                  </a:cubicBezTo>
                  <a:cubicBezTo>
                    <a:pt x="21" y="5"/>
                    <a:pt x="22" y="3"/>
                    <a:pt x="23" y="3"/>
                  </a:cubicBezTo>
                  <a:cubicBezTo>
                    <a:pt x="25" y="0"/>
                    <a:pt x="27" y="0"/>
                    <a:pt x="29" y="0"/>
                  </a:cubicBezTo>
                  <a:cubicBezTo>
                    <a:pt x="33" y="0"/>
                    <a:pt x="36" y="3"/>
                    <a:pt x="38" y="5"/>
                  </a:cubicBezTo>
                  <a:cubicBezTo>
                    <a:pt x="38" y="6"/>
                    <a:pt x="39" y="6"/>
                    <a:pt x="39" y="7"/>
                  </a:cubicBezTo>
                  <a:cubicBezTo>
                    <a:pt x="40" y="7"/>
                    <a:pt x="40" y="7"/>
                    <a:pt x="41" y="7"/>
                  </a:cubicBezTo>
                  <a:cubicBezTo>
                    <a:pt x="42" y="7"/>
                    <a:pt x="43" y="6"/>
                    <a:pt x="43" y="6"/>
                  </a:cubicBezTo>
                  <a:cubicBezTo>
                    <a:pt x="48" y="6"/>
                    <a:pt x="52" y="7"/>
                    <a:pt x="55" y="10"/>
                  </a:cubicBezTo>
                  <a:cubicBezTo>
                    <a:pt x="56" y="11"/>
                    <a:pt x="57" y="12"/>
                    <a:pt x="58" y="13"/>
                  </a:cubicBezTo>
                  <a:cubicBezTo>
                    <a:pt x="58" y="14"/>
                    <a:pt x="59" y="15"/>
                    <a:pt x="59" y="15"/>
                  </a:cubicBezTo>
                  <a:cubicBezTo>
                    <a:pt x="60" y="14"/>
                    <a:pt x="62" y="13"/>
                    <a:pt x="64" y="13"/>
                  </a:cubicBezTo>
                  <a:cubicBezTo>
                    <a:pt x="65" y="13"/>
                    <a:pt x="65" y="13"/>
                    <a:pt x="66" y="13"/>
                  </a:cubicBezTo>
                  <a:cubicBezTo>
                    <a:pt x="67" y="13"/>
                    <a:pt x="68" y="13"/>
                    <a:pt x="69" y="14"/>
                  </a:cubicBezTo>
                  <a:cubicBezTo>
                    <a:pt x="69" y="14"/>
                    <a:pt x="70" y="14"/>
                    <a:pt x="70" y="14"/>
                  </a:cubicBezTo>
                  <a:cubicBezTo>
                    <a:pt x="71" y="14"/>
                    <a:pt x="72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8" y="13"/>
                    <a:pt x="80" y="14"/>
                    <a:pt x="83" y="17"/>
                  </a:cubicBezTo>
                  <a:cubicBezTo>
                    <a:pt x="84" y="18"/>
                    <a:pt x="84" y="18"/>
                    <a:pt x="84" y="18"/>
                  </a:cubicBezTo>
                  <a:cubicBezTo>
                    <a:pt x="90" y="22"/>
                    <a:pt x="89" y="26"/>
                    <a:pt x="89" y="28"/>
                  </a:cubicBezTo>
                  <a:cubicBezTo>
                    <a:pt x="88" y="29"/>
                    <a:pt x="88" y="30"/>
                    <a:pt x="88" y="31"/>
                  </a:cubicBezTo>
                  <a:cubicBezTo>
                    <a:pt x="89" y="32"/>
                    <a:pt x="89" y="33"/>
                    <a:pt x="89" y="34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91" y="37"/>
                    <a:pt x="91" y="39"/>
                    <a:pt x="92" y="41"/>
                  </a:cubicBezTo>
                  <a:cubicBezTo>
                    <a:pt x="92" y="42"/>
                    <a:pt x="92" y="42"/>
                    <a:pt x="92" y="43"/>
                  </a:cubicBezTo>
                  <a:cubicBezTo>
                    <a:pt x="93" y="45"/>
                    <a:pt x="94" y="48"/>
                    <a:pt x="96" y="51"/>
                  </a:cubicBezTo>
                  <a:cubicBezTo>
                    <a:pt x="97" y="52"/>
                    <a:pt x="98" y="54"/>
                    <a:pt x="100" y="56"/>
                  </a:cubicBezTo>
                  <a:cubicBezTo>
                    <a:pt x="105" y="61"/>
                    <a:pt x="111" y="67"/>
                    <a:pt x="109" y="74"/>
                  </a:cubicBezTo>
                  <a:cubicBezTo>
                    <a:pt x="109" y="74"/>
                    <a:pt x="109" y="74"/>
                    <a:pt x="109" y="74"/>
                  </a:cubicBezTo>
                  <a:cubicBezTo>
                    <a:pt x="108" y="75"/>
                    <a:pt x="108" y="76"/>
                    <a:pt x="107" y="77"/>
                  </a:cubicBezTo>
                  <a:cubicBezTo>
                    <a:pt x="107" y="78"/>
                    <a:pt x="107" y="79"/>
                    <a:pt x="106" y="80"/>
                  </a:cubicBezTo>
                  <a:cubicBezTo>
                    <a:pt x="106" y="81"/>
                    <a:pt x="105" y="81"/>
                    <a:pt x="105" y="82"/>
                  </a:cubicBezTo>
                  <a:cubicBezTo>
                    <a:pt x="106" y="85"/>
                    <a:pt x="106" y="89"/>
                    <a:pt x="106" y="92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7"/>
                    <a:pt x="106" y="99"/>
                    <a:pt x="106" y="102"/>
                  </a:cubicBezTo>
                  <a:cubicBezTo>
                    <a:pt x="106" y="106"/>
                    <a:pt x="106" y="109"/>
                    <a:pt x="107" y="113"/>
                  </a:cubicBezTo>
                  <a:cubicBezTo>
                    <a:pt x="107" y="115"/>
                    <a:pt x="107" y="117"/>
                    <a:pt x="106" y="119"/>
                  </a:cubicBezTo>
                  <a:cubicBezTo>
                    <a:pt x="106" y="121"/>
                    <a:pt x="106" y="122"/>
                    <a:pt x="106" y="124"/>
                  </a:cubicBezTo>
                  <a:cubicBezTo>
                    <a:pt x="106" y="125"/>
                    <a:pt x="107" y="126"/>
                    <a:pt x="107" y="126"/>
                  </a:cubicBezTo>
                  <a:cubicBezTo>
                    <a:pt x="108" y="128"/>
                    <a:pt x="108" y="129"/>
                    <a:pt x="109" y="131"/>
                  </a:cubicBezTo>
                  <a:cubicBezTo>
                    <a:pt x="109" y="133"/>
                    <a:pt x="109" y="134"/>
                    <a:pt x="109" y="136"/>
                  </a:cubicBezTo>
                  <a:cubicBezTo>
                    <a:pt x="109" y="138"/>
                    <a:pt x="109" y="139"/>
                    <a:pt x="109" y="140"/>
                  </a:cubicBezTo>
                  <a:cubicBezTo>
                    <a:pt x="109" y="141"/>
                    <a:pt x="110" y="142"/>
                    <a:pt x="110" y="143"/>
                  </a:cubicBezTo>
                  <a:cubicBezTo>
                    <a:pt x="111" y="147"/>
                    <a:pt x="113" y="152"/>
                    <a:pt x="110" y="156"/>
                  </a:cubicBezTo>
                  <a:cubicBezTo>
                    <a:pt x="108" y="158"/>
                    <a:pt x="106" y="159"/>
                    <a:pt x="105" y="161"/>
                  </a:cubicBezTo>
                  <a:cubicBezTo>
                    <a:pt x="104" y="161"/>
                    <a:pt x="103" y="162"/>
                    <a:pt x="103" y="162"/>
                  </a:cubicBezTo>
                  <a:cubicBezTo>
                    <a:pt x="103" y="162"/>
                    <a:pt x="103" y="163"/>
                    <a:pt x="102" y="164"/>
                  </a:cubicBezTo>
                  <a:cubicBezTo>
                    <a:pt x="102" y="166"/>
                    <a:pt x="102" y="168"/>
                    <a:pt x="100" y="170"/>
                  </a:cubicBezTo>
                  <a:cubicBezTo>
                    <a:pt x="99" y="171"/>
                    <a:pt x="98" y="172"/>
                    <a:pt x="97" y="173"/>
                  </a:cubicBezTo>
                  <a:cubicBezTo>
                    <a:pt x="96" y="174"/>
                    <a:pt x="95" y="174"/>
                    <a:pt x="95" y="175"/>
                  </a:cubicBezTo>
                  <a:cubicBezTo>
                    <a:pt x="94" y="177"/>
                    <a:pt x="93" y="182"/>
                    <a:pt x="93" y="184"/>
                  </a:cubicBezTo>
                  <a:cubicBezTo>
                    <a:pt x="93" y="186"/>
                    <a:pt x="93" y="188"/>
                    <a:pt x="94" y="191"/>
                  </a:cubicBezTo>
                  <a:cubicBezTo>
                    <a:pt x="95" y="192"/>
                    <a:pt x="96" y="192"/>
                    <a:pt x="96" y="193"/>
                  </a:cubicBezTo>
                  <a:cubicBezTo>
                    <a:pt x="101" y="196"/>
                    <a:pt x="103" y="201"/>
                    <a:pt x="102" y="206"/>
                  </a:cubicBezTo>
                  <a:cubicBezTo>
                    <a:pt x="102" y="208"/>
                    <a:pt x="102" y="209"/>
                    <a:pt x="102" y="209"/>
                  </a:cubicBezTo>
                  <a:cubicBezTo>
                    <a:pt x="101" y="211"/>
                    <a:pt x="102" y="213"/>
                    <a:pt x="103" y="215"/>
                  </a:cubicBezTo>
                  <a:cubicBezTo>
                    <a:pt x="103" y="216"/>
                    <a:pt x="104" y="216"/>
                    <a:pt x="104" y="217"/>
                  </a:cubicBezTo>
                  <a:cubicBezTo>
                    <a:pt x="106" y="219"/>
                    <a:pt x="106" y="220"/>
                    <a:pt x="106" y="224"/>
                  </a:cubicBezTo>
                  <a:cubicBezTo>
                    <a:pt x="107" y="224"/>
                    <a:pt x="107" y="225"/>
                    <a:pt x="107" y="225"/>
                  </a:cubicBezTo>
                  <a:cubicBezTo>
                    <a:pt x="108" y="226"/>
                    <a:pt x="108" y="227"/>
                    <a:pt x="108" y="228"/>
                  </a:cubicBezTo>
                  <a:cubicBezTo>
                    <a:pt x="109" y="229"/>
                    <a:pt x="110" y="230"/>
                    <a:pt x="110" y="232"/>
                  </a:cubicBezTo>
                  <a:cubicBezTo>
                    <a:pt x="109" y="234"/>
                    <a:pt x="110" y="238"/>
                    <a:pt x="110" y="241"/>
                  </a:cubicBezTo>
                  <a:cubicBezTo>
                    <a:pt x="111" y="245"/>
                    <a:pt x="111" y="250"/>
                    <a:pt x="110" y="254"/>
                  </a:cubicBezTo>
                  <a:cubicBezTo>
                    <a:pt x="110" y="256"/>
                    <a:pt x="109" y="257"/>
                    <a:pt x="109" y="258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9" y="262"/>
                    <a:pt x="111" y="266"/>
                    <a:pt x="113" y="268"/>
                  </a:cubicBezTo>
                  <a:cubicBezTo>
                    <a:pt x="115" y="268"/>
                    <a:pt x="118" y="269"/>
                    <a:pt x="120" y="271"/>
                  </a:cubicBezTo>
                  <a:cubicBezTo>
                    <a:pt x="120" y="272"/>
                    <a:pt x="127" y="283"/>
                    <a:pt x="123" y="295"/>
                  </a:cubicBezTo>
                  <a:cubicBezTo>
                    <a:pt x="122" y="297"/>
                    <a:pt x="121" y="298"/>
                    <a:pt x="120" y="299"/>
                  </a:cubicBezTo>
                  <a:cubicBezTo>
                    <a:pt x="120" y="301"/>
                    <a:pt x="121" y="304"/>
                    <a:pt x="122" y="306"/>
                  </a:cubicBezTo>
                  <a:cubicBezTo>
                    <a:pt x="122" y="307"/>
                    <a:pt x="123" y="309"/>
                    <a:pt x="124" y="310"/>
                  </a:cubicBezTo>
                  <a:cubicBezTo>
                    <a:pt x="125" y="310"/>
                    <a:pt x="127" y="310"/>
                    <a:pt x="128" y="312"/>
                  </a:cubicBezTo>
                  <a:cubicBezTo>
                    <a:pt x="128" y="310"/>
                    <a:pt x="128" y="309"/>
                    <a:pt x="128" y="308"/>
                  </a:cubicBezTo>
                  <a:cubicBezTo>
                    <a:pt x="129" y="307"/>
                    <a:pt x="129" y="306"/>
                    <a:pt x="130" y="305"/>
                  </a:cubicBezTo>
                  <a:cubicBezTo>
                    <a:pt x="129" y="301"/>
                    <a:pt x="130" y="299"/>
                    <a:pt x="131" y="298"/>
                  </a:cubicBezTo>
                  <a:cubicBezTo>
                    <a:pt x="132" y="297"/>
                    <a:pt x="134" y="296"/>
                    <a:pt x="135" y="296"/>
                  </a:cubicBezTo>
                  <a:cubicBezTo>
                    <a:pt x="137" y="296"/>
                    <a:pt x="138" y="296"/>
                    <a:pt x="139" y="297"/>
                  </a:cubicBezTo>
                  <a:cubicBezTo>
                    <a:pt x="143" y="300"/>
                    <a:pt x="144" y="303"/>
                    <a:pt x="144" y="305"/>
                  </a:cubicBezTo>
                  <a:cubicBezTo>
                    <a:pt x="144" y="306"/>
                    <a:pt x="144" y="306"/>
                    <a:pt x="144" y="306"/>
                  </a:cubicBezTo>
                  <a:cubicBezTo>
                    <a:pt x="146" y="307"/>
                    <a:pt x="148" y="307"/>
                    <a:pt x="150" y="309"/>
                  </a:cubicBezTo>
                  <a:cubicBezTo>
                    <a:pt x="150" y="309"/>
                    <a:pt x="150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0" y="307"/>
                    <a:pt x="149" y="304"/>
                    <a:pt x="148" y="302"/>
                  </a:cubicBezTo>
                  <a:cubicBezTo>
                    <a:pt x="147" y="298"/>
                    <a:pt x="146" y="294"/>
                    <a:pt x="145" y="289"/>
                  </a:cubicBezTo>
                  <a:cubicBezTo>
                    <a:pt x="144" y="287"/>
                    <a:pt x="144" y="287"/>
                    <a:pt x="144" y="287"/>
                  </a:cubicBezTo>
                  <a:cubicBezTo>
                    <a:pt x="144" y="287"/>
                    <a:pt x="144" y="287"/>
                    <a:pt x="143" y="287"/>
                  </a:cubicBezTo>
                  <a:cubicBezTo>
                    <a:pt x="142" y="287"/>
                    <a:pt x="141" y="287"/>
                    <a:pt x="140" y="287"/>
                  </a:cubicBezTo>
                  <a:cubicBezTo>
                    <a:pt x="134" y="287"/>
                    <a:pt x="131" y="284"/>
                    <a:pt x="131" y="279"/>
                  </a:cubicBezTo>
                  <a:cubicBezTo>
                    <a:pt x="130" y="277"/>
                    <a:pt x="131" y="274"/>
                    <a:pt x="131" y="272"/>
                  </a:cubicBezTo>
                  <a:cubicBezTo>
                    <a:pt x="131" y="271"/>
                    <a:pt x="132" y="269"/>
                    <a:pt x="132" y="268"/>
                  </a:cubicBezTo>
                  <a:cubicBezTo>
                    <a:pt x="132" y="267"/>
                    <a:pt x="133" y="265"/>
                    <a:pt x="134" y="265"/>
                  </a:cubicBezTo>
                  <a:cubicBezTo>
                    <a:pt x="136" y="264"/>
                    <a:pt x="137" y="264"/>
                    <a:pt x="139" y="265"/>
                  </a:cubicBezTo>
                  <a:cubicBezTo>
                    <a:pt x="149" y="271"/>
                    <a:pt x="156" y="281"/>
                    <a:pt x="163" y="291"/>
                  </a:cubicBezTo>
                  <a:cubicBezTo>
                    <a:pt x="166" y="294"/>
                    <a:pt x="168" y="298"/>
                    <a:pt x="171" y="301"/>
                  </a:cubicBezTo>
                  <a:cubicBezTo>
                    <a:pt x="175" y="307"/>
                    <a:pt x="179" y="313"/>
                    <a:pt x="183" y="319"/>
                  </a:cubicBezTo>
                  <a:cubicBezTo>
                    <a:pt x="187" y="325"/>
                    <a:pt x="191" y="331"/>
                    <a:pt x="195" y="336"/>
                  </a:cubicBezTo>
                  <a:cubicBezTo>
                    <a:pt x="199" y="341"/>
                    <a:pt x="199" y="342"/>
                    <a:pt x="200" y="348"/>
                  </a:cubicBezTo>
                  <a:cubicBezTo>
                    <a:pt x="200" y="350"/>
                    <a:pt x="200" y="352"/>
                    <a:pt x="200" y="353"/>
                  </a:cubicBezTo>
                  <a:cubicBezTo>
                    <a:pt x="201" y="355"/>
                    <a:pt x="202" y="357"/>
                    <a:pt x="201" y="359"/>
                  </a:cubicBezTo>
                  <a:cubicBezTo>
                    <a:pt x="201" y="363"/>
                    <a:pt x="199" y="368"/>
                    <a:pt x="197" y="371"/>
                  </a:cubicBezTo>
                  <a:cubicBezTo>
                    <a:pt x="196" y="373"/>
                    <a:pt x="195" y="375"/>
                    <a:pt x="195" y="376"/>
                  </a:cubicBezTo>
                  <a:cubicBezTo>
                    <a:pt x="194" y="378"/>
                    <a:pt x="195" y="381"/>
                    <a:pt x="196" y="384"/>
                  </a:cubicBezTo>
                  <a:cubicBezTo>
                    <a:pt x="196" y="386"/>
                    <a:pt x="197" y="388"/>
                    <a:pt x="197" y="391"/>
                  </a:cubicBezTo>
                  <a:cubicBezTo>
                    <a:pt x="198" y="397"/>
                    <a:pt x="197" y="403"/>
                    <a:pt x="196" y="409"/>
                  </a:cubicBezTo>
                  <a:cubicBezTo>
                    <a:pt x="195" y="411"/>
                    <a:pt x="195" y="414"/>
                    <a:pt x="195" y="416"/>
                  </a:cubicBezTo>
                  <a:cubicBezTo>
                    <a:pt x="195" y="417"/>
                    <a:pt x="194" y="419"/>
                    <a:pt x="194" y="420"/>
                  </a:cubicBezTo>
                  <a:cubicBezTo>
                    <a:pt x="194" y="424"/>
                    <a:pt x="194" y="429"/>
                    <a:pt x="192" y="433"/>
                  </a:cubicBezTo>
                  <a:cubicBezTo>
                    <a:pt x="189" y="439"/>
                    <a:pt x="182" y="441"/>
                    <a:pt x="176" y="442"/>
                  </a:cubicBezTo>
                  <a:cubicBezTo>
                    <a:pt x="176" y="442"/>
                    <a:pt x="175" y="442"/>
                    <a:pt x="175" y="442"/>
                  </a:cubicBezTo>
                  <a:cubicBezTo>
                    <a:pt x="173" y="444"/>
                    <a:pt x="171" y="444"/>
                    <a:pt x="170" y="444"/>
                  </a:cubicBezTo>
                  <a:cubicBezTo>
                    <a:pt x="168" y="444"/>
                    <a:pt x="167" y="444"/>
                    <a:pt x="166" y="442"/>
                  </a:cubicBezTo>
                  <a:cubicBezTo>
                    <a:pt x="165" y="442"/>
                    <a:pt x="165" y="442"/>
                    <a:pt x="164" y="443"/>
                  </a:cubicBezTo>
                  <a:cubicBezTo>
                    <a:pt x="161" y="446"/>
                    <a:pt x="161" y="446"/>
                    <a:pt x="160" y="448"/>
                  </a:cubicBezTo>
                  <a:cubicBezTo>
                    <a:pt x="160" y="450"/>
                    <a:pt x="160" y="450"/>
                    <a:pt x="160" y="450"/>
                  </a:cubicBezTo>
                  <a:cubicBezTo>
                    <a:pt x="160" y="452"/>
                    <a:pt x="159" y="454"/>
                    <a:pt x="158" y="457"/>
                  </a:cubicBezTo>
                  <a:cubicBezTo>
                    <a:pt x="158" y="458"/>
                    <a:pt x="158" y="461"/>
                    <a:pt x="155" y="463"/>
                  </a:cubicBezTo>
                  <a:cubicBezTo>
                    <a:pt x="154" y="463"/>
                    <a:pt x="154" y="464"/>
                    <a:pt x="153" y="464"/>
                  </a:cubicBezTo>
                  <a:cubicBezTo>
                    <a:pt x="153" y="465"/>
                    <a:pt x="152" y="465"/>
                    <a:pt x="152" y="465"/>
                  </a:cubicBezTo>
                  <a:cubicBezTo>
                    <a:pt x="152" y="465"/>
                    <a:pt x="152" y="465"/>
                    <a:pt x="152" y="466"/>
                  </a:cubicBezTo>
                  <a:cubicBezTo>
                    <a:pt x="152" y="466"/>
                    <a:pt x="153" y="467"/>
                    <a:pt x="154" y="467"/>
                  </a:cubicBezTo>
                  <a:cubicBezTo>
                    <a:pt x="156" y="469"/>
                    <a:pt x="158" y="471"/>
                    <a:pt x="159" y="474"/>
                  </a:cubicBezTo>
                  <a:cubicBezTo>
                    <a:pt x="161" y="479"/>
                    <a:pt x="160" y="483"/>
                    <a:pt x="159" y="486"/>
                  </a:cubicBezTo>
                  <a:cubicBezTo>
                    <a:pt x="159" y="487"/>
                    <a:pt x="159" y="487"/>
                    <a:pt x="159" y="487"/>
                  </a:cubicBezTo>
                  <a:cubicBezTo>
                    <a:pt x="159" y="487"/>
                    <a:pt x="159" y="488"/>
                    <a:pt x="159" y="488"/>
                  </a:cubicBezTo>
                  <a:cubicBezTo>
                    <a:pt x="159" y="489"/>
                    <a:pt x="160" y="490"/>
                    <a:pt x="160" y="492"/>
                  </a:cubicBezTo>
                  <a:cubicBezTo>
                    <a:pt x="160" y="493"/>
                    <a:pt x="160" y="500"/>
                    <a:pt x="159" y="502"/>
                  </a:cubicBezTo>
                  <a:cubicBezTo>
                    <a:pt x="159" y="503"/>
                    <a:pt x="157" y="506"/>
                    <a:pt x="152" y="506"/>
                  </a:cubicBezTo>
                  <a:close/>
                  <a:moveTo>
                    <a:pt x="152" y="497"/>
                  </a:moveTo>
                  <a:cubicBezTo>
                    <a:pt x="152" y="502"/>
                    <a:pt x="152" y="502"/>
                    <a:pt x="152" y="502"/>
                  </a:cubicBezTo>
                  <a:cubicBezTo>
                    <a:pt x="152" y="497"/>
                    <a:pt x="152" y="497"/>
                    <a:pt x="152" y="497"/>
                  </a:cubicBezTo>
                  <a:cubicBezTo>
                    <a:pt x="152" y="497"/>
                    <a:pt x="152" y="497"/>
                    <a:pt x="152" y="497"/>
                  </a:cubicBezTo>
                  <a:close/>
                  <a:moveTo>
                    <a:pt x="147" y="496"/>
                  </a:moveTo>
                  <a:cubicBezTo>
                    <a:pt x="147" y="496"/>
                    <a:pt x="147" y="496"/>
                    <a:pt x="148" y="496"/>
                  </a:cubicBezTo>
                  <a:cubicBezTo>
                    <a:pt x="149" y="497"/>
                    <a:pt x="150" y="497"/>
                    <a:pt x="150" y="497"/>
                  </a:cubicBezTo>
                  <a:cubicBezTo>
                    <a:pt x="151" y="497"/>
                    <a:pt x="151" y="497"/>
                    <a:pt x="151" y="497"/>
                  </a:cubicBezTo>
                  <a:cubicBezTo>
                    <a:pt x="151" y="496"/>
                    <a:pt x="151" y="494"/>
                    <a:pt x="151" y="493"/>
                  </a:cubicBezTo>
                  <a:cubicBezTo>
                    <a:pt x="151" y="493"/>
                    <a:pt x="150" y="492"/>
                    <a:pt x="150" y="491"/>
                  </a:cubicBezTo>
                  <a:cubicBezTo>
                    <a:pt x="149" y="493"/>
                    <a:pt x="148" y="494"/>
                    <a:pt x="146" y="495"/>
                  </a:cubicBezTo>
                  <a:cubicBezTo>
                    <a:pt x="146" y="495"/>
                    <a:pt x="146" y="495"/>
                    <a:pt x="146" y="495"/>
                  </a:cubicBezTo>
                  <a:cubicBezTo>
                    <a:pt x="146" y="496"/>
                    <a:pt x="146" y="496"/>
                    <a:pt x="146" y="496"/>
                  </a:cubicBezTo>
                  <a:cubicBezTo>
                    <a:pt x="146" y="496"/>
                    <a:pt x="146" y="496"/>
                    <a:pt x="147" y="496"/>
                  </a:cubicBezTo>
                  <a:close/>
                  <a:moveTo>
                    <a:pt x="143" y="477"/>
                  </a:moveTo>
                  <a:cubicBezTo>
                    <a:pt x="145" y="477"/>
                    <a:pt x="147" y="477"/>
                    <a:pt x="149" y="479"/>
                  </a:cubicBezTo>
                  <a:cubicBezTo>
                    <a:pt x="150" y="480"/>
                    <a:pt x="150" y="481"/>
                    <a:pt x="150" y="483"/>
                  </a:cubicBezTo>
                  <a:cubicBezTo>
                    <a:pt x="151" y="480"/>
                    <a:pt x="151" y="479"/>
                    <a:pt x="150" y="477"/>
                  </a:cubicBezTo>
                  <a:cubicBezTo>
                    <a:pt x="150" y="476"/>
                    <a:pt x="149" y="476"/>
                    <a:pt x="148" y="475"/>
                  </a:cubicBezTo>
                  <a:cubicBezTo>
                    <a:pt x="147" y="474"/>
                    <a:pt x="145" y="472"/>
                    <a:pt x="144" y="471"/>
                  </a:cubicBezTo>
                  <a:cubicBezTo>
                    <a:pt x="139" y="463"/>
                    <a:pt x="145" y="459"/>
                    <a:pt x="147" y="457"/>
                  </a:cubicBezTo>
                  <a:cubicBezTo>
                    <a:pt x="148" y="457"/>
                    <a:pt x="148" y="456"/>
                    <a:pt x="149" y="456"/>
                  </a:cubicBezTo>
                  <a:cubicBezTo>
                    <a:pt x="149" y="455"/>
                    <a:pt x="149" y="454"/>
                    <a:pt x="150" y="453"/>
                  </a:cubicBezTo>
                  <a:cubicBezTo>
                    <a:pt x="150" y="451"/>
                    <a:pt x="150" y="450"/>
                    <a:pt x="151" y="448"/>
                  </a:cubicBezTo>
                  <a:cubicBezTo>
                    <a:pt x="151" y="446"/>
                    <a:pt x="151" y="446"/>
                    <a:pt x="151" y="446"/>
                  </a:cubicBezTo>
                  <a:cubicBezTo>
                    <a:pt x="152" y="441"/>
                    <a:pt x="154" y="439"/>
                    <a:pt x="157" y="437"/>
                  </a:cubicBezTo>
                  <a:cubicBezTo>
                    <a:pt x="161" y="434"/>
                    <a:pt x="163" y="432"/>
                    <a:pt x="170" y="434"/>
                  </a:cubicBezTo>
                  <a:cubicBezTo>
                    <a:pt x="170" y="434"/>
                    <a:pt x="170" y="434"/>
                    <a:pt x="171" y="434"/>
                  </a:cubicBezTo>
                  <a:cubicBezTo>
                    <a:pt x="171" y="433"/>
                    <a:pt x="172" y="433"/>
                    <a:pt x="173" y="433"/>
                  </a:cubicBezTo>
                  <a:cubicBezTo>
                    <a:pt x="174" y="433"/>
                    <a:pt x="174" y="433"/>
                    <a:pt x="174" y="433"/>
                  </a:cubicBezTo>
                  <a:cubicBezTo>
                    <a:pt x="182" y="431"/>
                    <a:pt x="183" y="429"/>
                    <a:pt x="184" y="429"/>
                  </a:cubicBezTo>
                  <a:cubicBezTo>
                    <a:pt x="185" y="427"/>
                    <a:pt x="185" y="423"/>
                    <a:pt x="185" y="419"/>
                  </a:cubicBezTo>
                  <a:cubicBezTo>
                    <a:pt x="185" y="418"/>
                    <a:pt x="185" y="416"/>
                    <a:pt x="185" y="415"/>
                  </a:cubicBezTo>
                  <a:cubicBezTo>
                    <a:pt x="186" y="412"/>
                    <a:pt x="186" y="410"/>
                    <a:pt x="187" y="407"/>
                  </a:cubicBezTo>
                  <a:cubicBezTo>
                    <a:pt x="187" y="402"/>
                    <a:pt x="188" y="396"/>
                    <a:pt x="188" y="391"/>
                  </a:cubicBezTo>
                  <a:cubicBezTo>
                    <a:pt x="188" y="390"/>
                    <a:pt x="187" y="388"/>
                    <a:pt x="187" y="386"/>
                  </a:cubicBezTo>
                  <a:cubicBezTo>
                    <a:pt x="186" y="382"/>
                    <a:pt x="184" y="377"/>
                    <a:pt x="186" y="373"/>
                  </a:cubicBezTo>
                  <a:cubicBezTo>
                    <a:pt x="187" y="371"/>
                    <a:pt x="188" y="369"/>
                    <a:pt x="188" y="367"/>
                  </a:cubicBezTo>
                  <a:cubicBezTo>
                    <a:pt x="190" y="364"/>
                    <a:pt x="191" y="361"/>
                    <a:pt x="192" y="358"/>
                  </a:cubicBezTo>
                  <a:cubicBezTo>
                    <a:pt x="191" y="357"/>
                    <a:pt x="191" y="356"/>
                    <a:pt x="191" y="354"/>
                  </a:cubicBezTo>
                  <a:cubicBezTo>
                    <a:pt x="191" y="352"/>
                    <a:pt x="190" y="350"/>
                    <a:pt x="190" y="348"/>
                  </a:cubicBezTo>
                  <a:cubicBezTo>
                    <a:pt x="190" y="344"/>
                    <a:pt x="190" y="344"/>
                    <a:pt x="188" y="342"/>
                  </a:cubicBezTo>
                  <a:cubicBezTo>
                    <a:pt x="183" y="336"/>
                    <a:pt x="179" y="330"/>
                    <a:pt x="175" y="324"/>
                  </a:cubicBezTo>
                  <a:cubicBezTo>
                    <a:pt x="172" y="318"/>
                    <a:pt x="168" y="312"/>
                    <a:pt x="164" y="307"/>
                  </a:cubicBezTo>
                  <a:cubicBezTo>
                    <a:pt x="161" y="304"/>
                    <a:pt x="159" y="300"/>
                    <a:pt x="156" y="297"/>
                  </a:cubicBezTo>
                  <a:cubicBezTo>
                    <a:pt x="156" y="297"/>
                    <a:pt x="157" y="298"/>
                    <a:pt x="157" y="299"/>
                  </a:cubicBezTo>
                  <a:cubicBezTo>
                    <a:pt x="158" y="302"/>
                    <a:pt x="159" y="305"/>
                    <a:pt x="160" y="308"/>
                  </a:cubicBezTo>
                  <a:cubicBezTo>
                    <a:pt x="160" y="310"/>
                    <a:pt x="160" y="312"/>
                    <a:pt x="161" y="314"/>
                  </a:cubicBezTo>
                  <a:cubicBezTo>
                    <a:pt x="161" y="315"/>
                    <a:pt x="161" y="315"/>
                    <a:pt x="161" y="315"/>
                  </a:cubicBezTo>
                  <a:cubicBezTo>
                    <a:pt x="164" y="320"/>
                    <a:pt x="165" y="324"/>
                    <a:pt x="163" y="328"/>
                  </a:cubicBezTo>
                  <a:cubicBezTo>
                    <a:pt x="161" y="331"/>
                    <a:pt x="158" y="331"/>
                    <a:pt x="154" y="329"/>
                  </a:cubicBezTo>
                  <a:cubicBezTo>
                    <a:pt x="150" y="327"/>
                    <a:pt x="148" y="323"/>
                    <a:pt x="146" y="320"/>
                  </a:cubicBezTo>
                  <a:cubicBezTo>
                    <a:pt x="145" y="318"/>
                    <a:pt x="144" y="316"/>
                    <a:pt x="143" y="316"/>
                  </a:cubicBezTo>
                  <a:cubicBezTo>
                    <a:pt x="143" y="315"/>
                    <a:pt x="143" y="315"/>
                    <a:pt x="142" y="315"/>
                  </a:cubicBezTo>
                  <a:cubicBezTo>
                    <a:pt x="141" y="315"/>
                    <a:pt x="139" y="314"/>
                    <a:pt x="137" y="313"/>
                  </a:cubicBezTo>
                  <a:cubicBezTo>
                    <a:pt x="137" y="313"/>
                    <a:pt x="137" y="314"/>
                    <a:pt x="137" y="315"/>
                  </a:cubicBezTo>
                  <a:cubicBezTo>
                    <a:pt x="135" y="319"/>
                    <a:pt x="132" y="321"/>
                    <a:pt x="129" y="322"/>
                  </a:cubicBezTo>
                  <a:cubicBezTo>
                    <a:pt x="129" y="322"/>
                    <a:pt x="126" y="323"/>
                    <a:pt x="126" y="323"/>
                  </a:cubicBezTo>
                  <a:cubicBezTo>
                    <a:pt x="125" y="323"/>
                    <a:pt x="121" y="322"/>
                    <a:pt x="121" y="318"/>
                  </a:cubicBezTo>
                  <a:cubicBezTo>
                    <a:pt x="120" y="318"/>
                    <a:pt x="119" y="317"/>
                    <a:pt x="118" y="317"/>
                  </a:cubicBezTo>
                  <a:cubicBezTo>
                    <a:pt x="115" y="314"/>
                    <a:pt x="113" y="310"/>
                    <a:pt x="113" y="309"/>
                  </a:cubicBezTo>
                  <a:cubicBezTo>
                    <a:pt x="111" y="305"/>
                    <a:pt x="111" y="301"/>
                    <a:pt x="111" y="297"/>
                  </a:cubicBezTo>
                  <a:cubicBezTo>
                    <a:pt x="112" y="294"/>
                    <a:pt x="113" y="293"/>
                    <a:pt x="114" y="292"/>
                  </a:cubicBezTo>
                  <a:cubicBezTo>
                    <a:pt x="114" y="292"/>
                    <a:pt x="114" y="292"/>
                    <a:pt x="114" y="292"/>
                  </a:cubicBezTo>
                  <a:cubicBezTo>
                    <a:pt x="116" y="286"/>
                    <a:pt x="114" y="281"/>
                    <a:pt x="113" y="278"/>
                  </a:cubicBezTo>
                  <a:cubicBezTo>
                    <a:pt x="111" y="278"/>
                    <a:pt x="107" y="277"/>
                    <a:pt x="106" y="275"/>
                  </a:cubicBezTo>
                  <a:cubicBezTo>
                    <a:pt x="103" y="271"/>
                    <a:pt x="101" y="267"/>
                    <a:pt x="99" y="263"/>
                  </a:cubicBezTo>
                  <a:cubicBezTo>
                    <a:pt x="98" y="258"/>
                    <a:pt x="99" y="255"/>
                    <a:pt x="100" y="254"/>
                  </a:cubicBezTo>
                  <a:cubicBezTo>
                    <a:pt x="101" y="253"/>
                    <a:pt x="101" y="252"/>
                    <a:pt x="101" y="252"/>
                  </a:cubicBezTo>
                  <a:cubicBezTo>
                    <a:pt x="102" y="249"/>
                    <a:pt x="101" y="246"/>
                    <a:pt x="101" y="242"/>
                  </a:cubicBezTo>
                  <a:cubicBezTo>
                    <a:pt x="101" y="239"/>
                    <a:pt x="100" y="237"/>
                    <a:pt x="100" y="234"/>
                  </a:cubicBezTo>
                  <a:cubicBezTo>
                    <a:pt x="100" y="233"/>
                    <a:pt x="99" y="232"/>
                    <a:pt x="99" y="230"/>
                  </a:cubicBezTo>
                  <a:cubicBezTo>
                    <a:pt x="98" y="229"/>
                    <a:pt x="96" y="227"/>
                    <a:pt x="97" y="224"/>
                  </a:cubicBezTo>
                  <a:cubicBezTo>
                    <a:pt x="97" y="223"/>
                    <a:pt x="97" y="222"/>
                    <a:pt x="97" y="222"/>
                  </a:cubicBezTo>
                  <a:cubicBezTo>
                    <a:pt x="96" y="222"/>
                    <a:pt x="96" y="221"/>
                    <a:pt x="95" y="220"/>
                  </a:cubicBezTo>
                  <a:cubicBezTo>
                    <a:pt x="94" y="217"/>
                    <a:pt x="92" y="214"/>
                    <a:pt x="92" y="210"/>
                  </a:cubicBezTo>
                  <a:cubicBezTo>
                    <a:pt x="92" y="208"/>
                    <a:pt x="93" y="206"/>
                    <a:pt x="93" y="206"/>
                  </a:cubicBezTo>
                  <a:cubicBezTo>
                    <a:pt x="93" y="204"/>
                    <a:pt x="93" y="202"/>
                    <a:pt x="91" y="200"/>
                  </a:cubicBezTo>
                  <a:cubicBezTo>
                    <a:pt x="89" y="200"/>
                    <a:pt x="86" y="198"/>
                    <a:pt x="85" y="194"/>
                  </a:cubicBezTo>
                  <a:cubicBezTo>
                    <a:pt x="84" y="191"/>
                    <a:pt x="83" y="187"/>
                    <a:pt x="84" y="182"/>
                  </a:cubicBezTo>
                  <a:cubicBezTo>
                    <a:pt x="84" y="179"/>
                    <a:pt x="85" y="174"/>
                    <a:pt x="86" y="172"/>
                  </a:cubicBezTo>
                  <a:cubicBezTo>
                    <a:pt x="87" y="168"/>
                    <a:pt x="90" y="167"/>
                    <a:pt x="91" y="166"/>
                  </a:cubicBezTo>
                  <a:cubicBezTo>
                    <a:pt x="92" y="165"/>
                    <a:pt x="93" y="165"/>
                    <a:pt x="93" y="164"/>
                  </a:cubicBezTo>
                  <a:cubicBezTo>
                    <a:pt x="93" y="164"/>
                    <a:pt x="93" y="163"/>
                    <a:pt x="93" y="163"/>
                  </a:cubicBezTo>
                  <a:cubicBezTo>
                    <a:pt x="94" y="161"/>
                    <a:pt x="94" y="158"/>
                    <a:pt x="97" y="155"/>
                  </a:cubicBezTo>
                  <a:cubicBezTo>
                    <a:pt x="97" y="155"/>
                    <a:pt x="98" y="154"/>
                    <a:pt x="99" y="153"/>
                  </a:cubicBezTo>
                  <a:cubicBezTo>
                    <a:pt x="100" y="153"/>
                    <a:pt x="102" y="151"/>
                    <a:pt x="102" y="151"/>
                  </a:cubicBezTo>
                  <a:cubicBezTo>
                    <a:pt x="103" y="150"/>
                    <a:pt x="102" y="147"/>
                    <a:pt x="101" y="145"/>
                  </a:cubicBezTo>
                  <a:cubicBezTo>
                    <a:pt x="101" y="144"/>
                    <a:pt x="100" y="143"/>
                    <a:pt x="100" y="142"/>
                  </a:cubicBezTo>
                  <a:cubicBezTo>
                    <a:pt x="100" y="140"/>
                    <a:pt x="100" y="138"/>
                    <a:pt x="100" y="136"/>
                  </a:cubicBezTo>
                  <a:cubicBezTo>
                    <a:pt x="100" y="135"/>
                    <a:pt x="100" y="134"/>
                    <a:pt x="100" y="133"/>
                  </a:cubicBezTo>
                  <a:cubicBezTo>
                    <a:pt x="99" y="132"/>
                    <a:pt x="99" y="131"/>
                    <a:pt x="99" y="130"/>
                  </a:cubicBezTo>
                  <a:cubicBezTo>
                    <a:pt x="98" y="129"/>
                    <a:pt x="98" y="127"/>
                    <a:pt x="97" y="126"/>
                  </a:cubicBezTo>
                  <a:cubicBezTo>
                    <a:pt x="96" y="123"/>
                    <a:pt x="97" y="120"/>
                    <a:pt x="97" y="117"/>
                  </a:cubicBezTo>
                  <a:cubicBezTo>
                    <a:pt x="97" y="116"/>
                    <a:pt x="98" y="115"/>
                    <a:pt x="98" y="114"/>
                  </a:cubicBezTo>
                  <a:cubicBezTo>
                    <a:pt x="97" y="110"/>
                    <a:pt x="97" y="106"/>
                    <a:pt x="97" y="102"/>
                  </a:cubicBezTo>
                  <a:cubicBezTo>
                    <a:pt x="97" y="100"/>
                    <a:pt x="97" y="97"/>
                    <a:pt x="97" y="95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97" y="89"/>
                    <a:pt x="97" y="86"/>
                    <a:pt x="96" y="84"/>
                  </a:cubicBezTo>
                  <a:cubicBezTo>
                    <a:pt x="94" y="80"/>
                    <a:pt x="97" y="77"/>
                    <a:pt x="97" y="76"/>
                  </a:cubicBezTo>
                  <a:cubicBezTo>
                    <a:pt x="98" y="75"/>
                    <a:pt x="98" y="74"/>
                    <a:pt x="98" y="73"/>
                  </a:cubicBezTo>
                  <a:cubicBezTo>
                    <a:pt x="98" y="72"/>
                    <a:pt x="99" y="71"/>
                    <a:pt x="100" y="70"/>
                  </a:cubicBezTo>
                  <a:cubicBezTo>
                    <a:pt x="99" y="68"/>
                    <a:pt x="96" y="65"/>
                    <a:pt x="93" y="62"/>
                  </a:cubicBezTo>
                  <a:cubicBezTo>
                    <a:pt x="91" y="60"/>
                    <a:pt x="89" y="58"/>
                    <a:pt x="88" y="56"/>
                  </a:cubicBezTo>
                  <a:cubicBezTo>
                    <a:pt x="86" y="52"/>
                    <a:pt x="84" y="49"/>
                    <a:pt x="83" y="46"/>
                  </a:cubicBezTo>
                  <a:cubicBezTo>
                    <a:pt x="83" y="44"/>
                    <a:pt x="83" y="43"/>
                    <a:pt x="82" y="42"/>
                  </a:cubicBezTo>
                  <a:cubicBezTo>
                    <a:pt x="82" y="41"/>
                    <a:pt x="82" y="40"/>
                    <a:pt x="82" y="39"/>
                  </a:cubicBezTo>
                  <a:cubicBezTo>
                    <a:pt x="81" y="38"/>
                    <a:pt x="81" y="38"/>
                    <a:pt x="81" y="38"/>
                  </a:cubicBezTo>
                  <a:cubicBezTo>
                    <a:pt x="81" y="37"/>
                    <a:pt x="80" y="35"/>
                    <a:pt x="79" y="33"/>
                  </a:cubicBezTo>
                  <a:cubicBezTo>
                    <a:pt x="79" y="31"/>
                    <a:pt x="79" y="28"/>
                    <a:pt x="79" y="27"/>
                  </a:cubicBezTo>
                  <a:cubicBezTo>
                    <a:pt x="79" y="27"/>
                    <a:pt x="80" y="26"/>
                    <a:pt x="80" y="26"/>
                  </a:cubicBezTo>
                  <a:cubicBezTo>
                    <a:pt x="78" y="25"/>
                    <a:pt x="78" y="25"/>
                    <a:pt x="77" y="24"/>
                  </a:cubicBezTo>
                  <a:cubicBezTo>
                    <a:pt x="77" y="24"/>
                    <a:pt x="75" y="23"/>
                    <a:pt x="75" y="22"/>
                  </a:cubicBezTo>
                  <a:cubicBezTo>
                    <a:pt x="74" y="23"/>
                    <a:pt x="73" y="23"/>
                    <a:pt x="71" y="23"/>
                  </a:cubicBezTo>
                  <a:cubicBezTo>
                    <a:pt x="71" y="23"/>
                    <a:pt x="70" y="23"/>
                    <a:pt x="70" y="23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5" y="22"/>
                    <a:pt x="65" y="22"/>
                    <a:pt x="65" y="22"/>
                  </a:cubicBezTo>
                  <a:cubicBezTo>
                    <a:pt x="63" y="23"/>
                    <a:pt x="61" y="24"/>
                    <a:pt x="59" y="24"/>
                  </a:cubicBezTo>
                  <a:cubicBezTo>
                    <a:pt x="58" y="24"/>
                    <a:pt x="57" y="24"/>
                    <a:pt x="57" y="24"/>
                  </a:cubicBezTo>
                  <a:cubicBezTo>
                    <a:pt x="53" y="23"/>
                    <a:pt x="51" y="20"/>
                    <a:pt x="50" y="18"/>
                  </a:cubicBezTo>
                  <a:cubicBezTo>
                    <a:pt x="49" y="18"/>
                    <a:pt x="49" y="17"/>
                    <a:pt x="49" y="17"/>
                  </a:cubicBezTo>
                  <a:cubicBezTo>
                    <a:pt x="48" y="16"/>
                    <a:pt x="47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8" y="18"/>
                    <a:pt x="48" y="21"/>
                    <a:pt x="48" y="23"/>
                  </a:cubicBezTo>
                  <a:cubicBezTo>
                    <a:pt x="48" y="23"/>
                    <a:pt x="47" y="24"/>
                    <a:pt x="48" y="24"/>
                  </a:cubicBezTo>
                  <a:cubicBezTo>
                    <a:pt x="48" y="24"/>
                    <a:pt x="49" y="26"/>
                    <a:pt x="50" y="27"/>
                  </a:cubicBezTo>
                  <a:cubicBezTo>
                    <a:pt x="53" y="28"/>
                    <a:pt x="56" y="31"/>
                    <a:pt x="57" y="35"/>
                  </a:cubicBezTo>
                  <a:cubicBezTo>
                    <a:pt x="57" y="39"/>
                    <a:pt x="55" y="41"/>
                    <a:pt x="54" y="43"/>
                  </a:cubicBezTo>
                  <a:cubicBezTo>
                    <a:pt x="54" y="44"/>
                    <a:pt x="53" y="45"/>
                    <a:pt x="53" y="45"/>
                  </a:cubicBezTo>
                  <a:cubicBezTo>
                    <a:pt x="54" y="46"/>
                    <a:pt x="56" y="47"/>
                    <a:pt x="57" y="48"/>
                  </a:cubicBezTo>
                  <a:cubicBezTo>
                    <a:pt x="61" y="50"/>
                    <a:pt x="65" y="52"/>
                    <a:pt x="66" y="57"/>
                  </a:cubicBezTo>
                  <a:cubicBezTo>
                    <a:pt x="67" y="59"/>
                    <a:pt x="67" y="61"/>
                    <a:pt x="66" y="63"/>
                  </a:cubicBezTo>
                  <a:cubicBezTo>
                    <a:pt x="66" y="63"/>
                    <a:pt x="66" y="64"/>
                    <a:pt x="66" y="64"/>
                  </a:cubicBezTo>
                  <a:cubicBezTo>
                    <a:pt x="66" y="65"/>
                    <a:pt x="68" y="68"/>
                    <a:pt x="68" y="68"/>
                  </a:cubicBezTo>
                  <a:cubicBezTo>
                    <a:pt x="75" y="76"/>
                    <a:pt x="75" y="80"/>
                    <a:pt x="74" y="83"/>
                  </a:cubicBezTo>
                  <a:cubicBezTo>
                    <a:pt x="73" y="85"/>
                    <a:pt x="71" y="87"/>
                    <a:pt x="69" y="88"/>
                  </a:cubicBezTo>
                  <a:cubicBezTo>
                    <a:pt x="68" y="88"/>
                    <a:pt x="68" y="89"/>
                    <a:pt x="67" y="89"/>
                  </a:cubicBezTo>
                  <a:cubicBezTo>
                    <a:pt x="67" y="90"/>
                    <a:pt x="66" y="91"/>
                    <a:pt x="66" y="92"/>
                  </a:cubicBezTo>
                  <a:cubicBezTo>
                    <a:pt x="65" y="93"/>
                    <a:pt x="64" y="95"/>
                    <a:pt x="62" y="97"/>
                  </a:cubicBezTo>
                  <a:cubicBezTo>
                    <a:pt x="59" y="99"/>
                    <a:pt x="56" y="99"/>
                    <a:pt x="54" y="100"/>
                  </a:cubicBezTo>
                  <a:cubicBezTo>
                    <a:pt x="54" y="100"/>
                    <a:pt x="53" y="100"/>
                    <a:pt x="53" y="100"/>
                  </a:cubicBezTo>
                  <a:cubicBezTo>
                    <a:pt x="52" y="100"/>
                    <a:pt x="51" y="101"/>
                    <a:pt x="50" y="101"/>
                  </a:cubicBezTo>
                  <a:cubicBezTo>
                    <a:pt x="50" y="101"/>
                    <a:pt x="50" y="101"/>
                    <a:pt x="50" y="101"/>
                  </a:cubicBezTo>
                  <a:cubicBezTo>
                    <a:pt x="51" y="103"/>
                    <a:pt x="51" y="105"/>
                    <a:pt x="51" y="106"/>
                  </a:cubicBezTo>
                  <a:cubicBezTo>
                    <a:pt x="52" y="108"/>
                    <a:pt x="52" y="109"/>
                    <a:pt x="52" y="110"/>
                  </a:cubicBezTo>
                  <a:cubicBezTo>
                    <a:pt x="52" y="111"/>
                    <a:pt x="53" y="111"/>
                    <a:pt x="53" y="112"/>
                  </a:cubicBezTo>
                  <a:cubicBezTo>
                    <a:pt x="55" y="115"/>
                    <a:pt x="58" y="119"/>
                    <a:pt x="54" y="125"/>
                  </a:cubicBezTo>
                  <a:cubicBezTo>
                    <a:pt x="53" y="127"/>
                    <a:pt x="52" y="129"/>
                    <a:pt x="51" y="130"/>
                  </a:cubicBezTo>
                  <a:cubicBezTo>
                    <a:pt x="51" y="131"/>
                    <a:pt x="50" y="133"/>
                    <a:pt x="49" y="134"/>
                  </a:cubicBezTo>
                  <a:cubicBezTo>
                    <a:pt x="49" y="136"/>
                    <a:pt x="48" y="137"/>
                    <a:pt x="47" y="138"/>
                  </a:cubicBezTo>
                  <a:cubicBezTo>
                    <a:pt x="47" y="139"/>
                    <a:pt x="47" y="140"/>
                    <a:pt x="47" y="141"/>
                  </a:cubicBezTo>
                  <a:cubicBezTo>
                    <a:pt x="48" y="141"/>
                    <a:pt x="48" y="142"/>
                    <a:pt x="49" y="142"/>
                  </a:cubicBezTo>
                  <a:cubicBezTo>
                    <a:pt x="52" y="145"/>
                    <a:pt x="51" y="150"/>
                    <a:pt x="51" y="154"/>
                  </a:cubicBezTo>
                  <a:cubicBezTo>
                    <a:pt x="51" y="155"/>
                    <a:pt x="51" y="155"/>
                    <a:pt x="51" y="156"/>
                  </a:cubicBezTo>
                  <a:cubicBezTo>
                    <a:pt x="51" y="164"/>
                    <a:pt x="50" y="170"/>
                    <a:pt x="47" y="177"/>
                  </a:cubicBezTo>
                  <a:cubicBezTo>
                    <a:pt x="47" y="179"/>
                    <a:pt x="47" y="179"/>
                    <a:pt x="48" y="181"/>
                  </a:cubicBezTo>
                  <a:cubicBezTo>
                    <a:pt x="49" y="181"/>
                    <a:pt x="49" y="182"/>
                    <a:pt x="49" y="183"/>
                  </a:cubicBezTo>
                  <a:cubicBezTo>
                    <a:pt x="50" y="184"/>
                    <a:pt x="51" y="186"/>
                    <a:pt x="51" y="187"/>
                  </a:cubicBezTo>
                  <a:cubicBezTo>
                    <a:pt x="51" y="188"/>
                    <a:pt x="51" y="188"/>
                    <a:pt x="51" y="189"/>
                  </a:cubicBezTo>
                  <a:cubicBezTo>
                    <a:pt x="51" y="189"/>
                    <a:pt x="52" y="189"/>
                    <a:pt x="52" y="188"/>
                  </a:cubicBezTo>
                  <a:cubicBezTo>
                    <a:pt x="53" y="188"/>
                    <a:pt x="55" y="188"/>
                    <a:pt x="56" y="188"/>
                  </a:cubicBezTo>
                  <a:cubicBezTo>
                    <a:pt x="57" y="188"/>
                    <a:pt x="60" y="188"/>
                    <a:pt x="62" y="190"/>
                  </a:cubicBezTo>
                  <a:cubicBezTo>
                    <a:pt x="63" y="191"/>
                    <a:pt x="63" y="193"/>
                    <a:pt x="63" y="194"/>
                  </a:cubicBezTo>
                  <a:cubicBezTo>
                    <a:pt x="63" y="197"/>
                    <a:pt x="61" y="200"/>
                    <a:pt x="57" y="203"/>
                  </a:cubicBezTo>
                  <a:cubicBezTo>
                    <a:pt x="57" y="204"/>
                    <a:pt x="56" y="204"/>
                    <a:pt x="56" y="205"/>
                  </a:cubicBezTo>
                  <a:cubicBezTo>
                    <a:pt x="53" y="208"/>
                    <a:pt x="50" y="212"/>
                    <a:pt x="45" y="210"/>
                  </a:cubicBezTo>
                  <a:cubicBezTo>
                    <a:pt x="45" y="211"/>
                    <a:pt x="44" y="211"/>
                    <a:pt x="44" y="211"/>
                  </a:cubicBezTo>
                  <a:cubicBezTo>
                    <a:pt x="43" y="212"/>
                    <a:pt x="42" y="214"/>
                    <a:pt x="39" y="215"/>
                  </a:cubicBezTo>
                  <a:cubicBezTo>
                    <a:pt x="37" y="215"/>
                    <a:pt x="36" y="215"/>
                    <a:pt x="34" y="214"/>
                  </a:cubicBezTo>
                  <a:cubicBezTo>
                    <a:pt x="34" y="215"/>
                    <a:pt x="33" y="215"/>
                    <a:pt x="31" y="215"/>
                  </a:cubicBezTo>
                  <a:cubicBezTo>
                    <a:pt x="31" y="216"/>
                    <a:pt x="31" y="217"/>
                    <a:pt x="30" y="217"/>
                  </a:cubicBezTo>
                  <a:cubicBezTo>
                    <a:pt x="30" y="218"/>
                    <a:pt x="30" y="218"/>
                    <a:pt x="30" y="219"/>
                  </a:cubicBezTo>
                  <a:cubicBezTo>
                    <a:pt x="29" y="220"/>
                    <a:pt x="29" y="220"/>
                    <a:pt x="29" y="220"/>
                  </a:cubicBezTo>
                  <a:cubicBezTo>
                    <a:pt x="27" y="223"/>
                    <a:pt x="27" y="223"/>
                    <a:pt x="27" y="224"/>
                  </a:cubicBezTo>
                  <a:cubicBezTo>
                    <a:pt x="28" y="224"/>
                    <a:pt x="30" y="226"/>
                    <a:pt x="31" y="228"/>
                  </a:cubicBezTo>
                  <a:cubicBezTo>
                    <a:pt x="32" y="231"/>
                    <a:pt x="31" y="233"/>
                    <a:pt x="30" y="235"/>
                  </a:cubicBezTo>
                  <a:cubicBezTo>
                    <a:pt x="30" y="237"/>
                    <a:pt x="30" y="237"/>
                    <a:pt x="30" y="237"/>
                  </a:cubicBezTo>
                  <a:cubicBezTo>
                    <a:pt x="29" y="239"/>
                    <a:pt x="29" y="241"/>
                    <a:pt x="28" y="243"/>
                  </a:cubicBezTo>
                  <a:cubicBezTo>
                    <a:pt x="28" y="244"/>
                    <a:pt x="29" y="244"/>
                    <a:pt x="29" y="245"/>
                  </a:cubicBezTo>
                  <a:cubicBezTo>
                    <a:pt x="29" y="246"/>
                    <a:pt x="31" y="251"/>
                    <a:pt x="27" y="254"/>
                  </a:cubicBezTo>
                  <a:cubicBezTo>
                    <a:pt x="25" y="255"/>
                    <a:pt x="25" y="257"/>
                    <a:pt x="24" y="260"/>
                  </a:cubicBezTo>
                  <a:cubicBezTo>
                    <a:pt x="24" y="260"/>
                    <a:pt x="24" y="261"/>
                    <a:pt x="24" y="261"/>
                  </a:cubicBezTo>
                  <a:cubicBezTo>
                    <a:pt x="23" y="262"/>
                    <a:pt x="23" y="264"/>
                    <a:pt x="22" y="266"/>
                  </a:cubicBezTo>
                  <a:cubicBezTo>
                    <a:pt x="21" y="267"/>
                    <a:pt x="20" y="268"/>
                    <a:pt x="19" y="268"/>
                  </a:cubicBezTo>
                  <a:cubicBezTo>
                    <a:pt x="19" y="270"/>
                    <a:pt x="19" y="271"/>
                    <a:pt x="18" y="272"/>
                  </a:cubicBezTo>
                  <a:cubicBezTo>
                    <a:pt x="16" y="274"/>
                    <a:pt x="15" y="275"/>
                    <a:pt x="14" y="275"/>
                  </a:cubicBezTo>
                  <a:cubicBezTo>
                    <a:pt x="15" y="276"/>
                    <a:pt x="16" y="277"/>
                    <a:pt x="17" y="279"/>
                  </a:cubicBezTo>
                  <a:cubicBezTo>
                    <a:pt x="17" y="281"/>
                    <a:pt x="17" y="282"/>
                    <a:pt x="17" y="284"/>
                  </a:cubicBezTo>
                  <a:cubicBezTo>
                    <a:pt x="20" y="286"/>
                    <a:pt x="22" y="288"/>
                    <a:pt x="23" y="290"/>
                  </a:cubicBezTo>
                  <a:cubicBezTo>
                    <a:pt x="23" y="291"/>
                    <a:pt x="24" y="292"/>
                    <a:pt x="25" y="293"/>
                  </a:cubicBezTo>
                  <a:cubicBezTo>
                    <a:pt x="25" y="294"/>
                    <a:pt x="26" y="295"/>
                    <a:pt x="26" y="295"/>
                  </a:cubicBezTo>
                  <a:cubicBezTo>
                    <a:pt x="27" y="295"/>
                    <a:pt x="27" y="295"/>
                    <a:pt x="28" y="294"/>
                  </a:cubicBezTo>
                  <a:cubicBezTo>
                    <a:pt x="29" y="292"/>
                    <a:pt x="31" y="292"/>
                    <a:pt x="33" y="292"/>
                  </a:cubicBezTo>
                  <a:cubicBezTo>
                    <a:pt x="33" y="292"/>
                    <a:pt x="34" y="292"/>
                    <a:pt x="35" y="292"/>
                  </a:cubicBezTo>
                  <a:cubicBezTo>
                    <a:pt x="37" y="293"/>
                    <a:pt x="38" y="295"/>
                    <a:pt x="39" y="297"/>
                  </a:cubicBezTo>
                  <a:cubicBezTo>
                    <a:pt x="39" y="298"/>
                    <a:pt x="40" y="298"/>
                    <a:pt x="42" y="299"/>
                  </a:cubicBezTo>
                  <a:cubicBezTo>
                    <a:pt x="46" y="302"/>
                    <a:pt x="46" y="306"/>
                    <a:pt x="46" y="308"/>
                  </a:cubicBezTo>
                  <a:cubicBezTo>
                    <a:pt x="46" y="308"/>
                    <a:pt x="46" y="309"/>
                    <a:pt x="46" y="309"/>
                  </a:cubicBezTo>
                  <a:cubicBezTo>
                    <a:pt x="46" y="310"/>
                    <a:pt x="47" y="311"/>
                    <a:pt x="48" y="312"/>
                  </a:cubicBezTo>
                  <a:cubicBezTo>
                    <a:pt x="49" y="312"/>
                    <a:pt x="49" y="313"/>
                    <a:pt x="50" y="314"/>
                  </a:cubicBezTo>
                  <a:cubicBezTo>
                    <a:pt x="52" y="317"/>
                    <a:pt x="53" y="320"/>
                    <a:pt x="54" y="322"/>
                  </a:cubicBezTo>
                  <a:cubicBezTo>
                    <a:pt x="54" y="323"/>
                    <a:pt x="56" y="324"/>
                    <a:pt x="57" y="325"/>
                  </a:cubicBezTo>
                  <a:cubicBezTo>
                    <a:pt x="58" y="326"/>
                    <a:pt x="59" y="327"/>
                    <a:pt x="60" y="328"/>
                  </a:cubicBezTo>
                  <a:cubicBezTo>
                    <a:pt x="60" y="329"/>
                    <a:pt x="61" y="329"/>
                    <a:pt x="61" y="330"/>
                  </a:cubicBezTo>
                  <a:cubicBezTo>
                    <a:pt x="63" y="327"/>
                    <a:pt x="66" y="327"/>
                    <a:pt x="69" y="328"/>
                  </a:cubicBezTo>
                  <a:cubicBezTo>
                    <a:pt x="70" y="328"/>
                    <a:pt x="71" y="329"/>
                    <a:pt x="71" y="329"/>
                  </a:cubicBezTo>
                  <a:cubicBezTo>
                    <a:pt x="71" y="329"/>
                    <a:pt x="72" y="329"/>
                    <a:pt x="73" y="328"/>
                  </a:cubicBezTo>
                  <a:cubicBezTo>
                    <a:pt x="76" y="327"/>
                    <a:pt x="78" y="326"/>
                    <a:pt x="83" y="327"/>
                  </a:cubicBezTo>
                  <a:cubicBezTo>
                    <a:pt x="84" y="327"/>
                    <a:pt x="84" y="327"/>
                    <a:pt x="85" y="327"/>
                  </a:cubicBezTo>
                  <a:cubicBezTo>
                    <a:pt x="85" y="326"/>
                    <a:pt x="86" y="326"/>
                    <a:pt x="88" y="325"/>
                  </a:cubicBezTo>
                  <a:cubicBezTo>
                    <a:pt x="90" y="324"/>
                    <a:pt x="93" y="324"/>
                    <a:pt x="95" y="323"/>
                  </a:cubicBezTo>
                  <a:cubicBezTo>
                    <a:pt x="96" y="323"/>
                    <a:pt x="97" y="323"/>
                    <a:pt x="97" y="323"/>
                  </a:cubicBezTo>
                  <a:cubicBezTo>
                    <a:pt x="98" y="323"/>
                    <a:pt x="98" y="323"/>
                    <a:pt x="99" y="322"/>
                  </a:cubicBezTo>
                  <a:cubicBezTo>
                    <a:pt x="100" y="322"/>
                    <a:pt x="102" y="321"/>
                    <a:pt x="105" y="321"/>
                  </a:cubicBezTo>
                  <a:cubicBezTo>
                    <a:pt x="106" y="321"/>
                    <a:pt x="108" y="321"/>
                    <a:pt x="108" y="322"/>
                  </a:cubicBezTo>
                  <a:cubicBezTo>
                    <a:pt x="111" y="324"/>
                    <a:pt x="112" y="327"/>
                    <a:pt x="113" y="329"/>
                  </a:cubicBezTo>
                  <a:cubicBezTo>
                    <a:pt x="113" y="330"/>
                    <a:pt x="114" y="330"/>
                    <a:pt x="114" y="331"/>
                  </a:cubicBezTo>
                  <a:cubicBezTo>
                    <a:pt x="114" y="332"/>
                    <a:pt x="115" y="333"/>
                    <a:pt x="116" y="333"/>
                  </a:cubicBezTo>
                  <a:cubicBezTo>
                    <a:pt x="118" y="336"/>
                    <a:pt x="120" y="339"/>
                    <a:pt x="118" y="345"/>
                  </a:cubicBezTo>
                  <a:cubicBezTo>
                    <a:pt x="118" y="345"/>
                    <a:pt x="119" y="346"/>
                    <a:pt x="119" y="347"/>
                  </a:cubicBezTo>
                  <a:cubicBezTo>
                    <a:pt x="120" y="348"/>
                    <a:pt x="120" y="350"/>
                    <a:pt x="120" y="352"/>
                  </a:cubicBezTo>
                  <a:cubicBezTo>
                    <a:pt x="120" y="353"/>
                    <a:pt x="120" y="354"/>
                    <a:pt x="120" y="355"/>
                  </a:cubicBezTo>
                  <a:cubicBezTo>
                    <a:pt x="120" y="356"/>
                    <a:pt x="120" y="357"/>
                    <a:pt x="121" y="358"/>
                  </a:cubicBezTo>
                  <a:cubicBezTo>
                    <a:pt x="122" y="362"/>
                    <a:pt x="121" y="366"/>
                    <a:pt x="121" y="369"/>
                  </a:cubicBezTo>
                  <a:cubicBezTo>
                    <a:pt x="120" y="370"/>
                    <a:pt x="120" y="371"/>
                    <a:pt x="120" y="373"/>
                  </a:cubicBezTo>
                  <a:cubicBezTo>
                    <a:pt x="120" y="374"/>
                    <a:pt x="120" y="375"/>
                    <a:pt x="120" y="376"/>
                  </a:cubicBezTo>
                  <a:cubicBezTo>
                    <a:pt x="121" y="379"/>
                    <a:pt x="122" y="383"/>
                    <a:pt x="119" y="388"/>
                  </a:cubicBezTo>
                  <a:cubicBezTo>
                    <a:pt x="118" y="389"/>
                    <a:pt x="116" y="391"/>
                    <a:pt x="115" y="392"/>
                  </a:cubicBezTo>
                  <a:cubicBezTo>
                    <a:pt x="113" y="395"/>
                    <a:pt x="111" y="397"/>
                    <a:pt x="111" y="399"/>
                  </a:cubicBezTo>
                  <a:cubicBezTo>
                    <a:pt x="112" y="409"/>
                    <a:pt x="106" y="413"/>
                    <a:pt x="101" y="417"/>
                  </a:cubicBezTo>
                  <a:cubicBezTo>
                    <a:pt x="100" y="418"/>
                    <a:pt x="100" y="418"/>
                    <a:pt x="100" y="418"/>
                  </a:cubicBezTo>
                  <a:cubicBezTo>
                    <a:pt x="99" y="418"/>
                    <a:pt x="99" y="419"/>
                    <a:pt x="99" y="419"/>
                  </a:cubicBezTo>
                  <a:cubicBezTo>
                    <a:pt x="99" y="420"/>
                    <a:pt x="102" y="423"/>
                    <a:pt x="103" y="424"/>
                  </a:cubicBezTo>
                  <a:cubicBezTo>
                    <a:pt x="104" y="425"/>
                    <a:pt x="105" y="426"/>
                    <a:pt x="106" y="427"/>
                  </a:cubicBezTo>
                  <a:cubicBezTo>
                    <a:pt x="109" y="431"/>
                    <a:pt x="109" y="434"/>
                    <a:pt x="108" y="436"/>
                  </a:cubicBezTo>
                  <a:cubicBezTo>
                    <a:pt x="108" y="437"/>
                    <a:pt x="108" y="437"/>
                    <a:pt x="108" y="438"/>
                  </a:cubicBezTo>
                  <a:cubicBezTo>
                    <a:pt x="108" y="442"/>
                    <a:pt x="109" y="442"/>
                    <a:pt x="109" y="443"/>
                  </a:cubicBezTo>
                  <a:cubicBezTo>
                    <a:pt x="109" y="443"/>
                    <a:pt x="110" y="443"/>
                    <a:pt x="110" y="443"/>
                  </a:cubicBezTo>
                  <a:cubicBezTo>
                    <a:pt x="112" y="444"/>
                    <a:pt x="117" y="444"/>
                    <a:pt x="118" y="450"/>
                  </a:cubicBezTo>
                  <a:cubicBezTo>
                    <a:pt x="118" y="451"/>
                    <a:pt x="119" y="453"/>
                    <a:pt x="122" y="456"/>
                  </a:cubicBezTo>
                  <a:cubicBezTo>
                    <a:pt x="126" y="460"/>
                    <a:pt x="131" y="465"/>
                    <a:pt x="135" y="470"/>
                  </a:cubicBezTo>
                  <a:cubicBezTo>
                    <a:pt x="137" y="472"/>
                    <a:pt x="140" y="476"/>
                    <a:pt x="141" y="477"/>
                  </a:cubicBezTo>
                  <a:cubicBezTo>
                    <a:pt x="142" y="477"/>
                    <a:pt x="142" y="477"/>
                    <a:pt x="143" y="477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  <p:sp>
          <p:nvSpPr>
            <p:cNvPr id="160" name="Freeform 151">
              <a:extLst>
                <a:ext uri="{FF2B5EF4-FFF2-40B4-BE49-F238E27FC236}">
                  <a16:creationId xmlns:a16="http://schemas.microsoft.com/office/drawing/2014/main" id="{EE1F70B3-B485-4011-AFBF-9F0D5A147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3725" y="4032250"/>
              <a:ext cx="217488" cy="565150"/>
            </a:xfrm>
            <a:custGeom>
              <a:avLst/>
              <a:gdLst>
                <a:gd name="T0" fmla="*/ 39 w 192"/>
                <a:gd name="T1" fmla="*/ 9 h 501"/>
                <a:gd name="T2" fmla="*/ 60 w 192"/>
                <a:gd name="T3" fmla="*/ 16 h 501"/>
                <a:gd name="T4" fmla="*/ 77 w 192"/>
                <a:gd name="T5" fmla="*/ 20 h 501"/>
                <a:gd name="T6" fmla="*/ 82 w 192"/>
                <a:gd name="T7" fmla="*/ 42 h 501"/>
                <a:gd name="T8" fmla="*/ 97 w 192"/>
                <a:gd name="T9" fmla="*/ 72 h 501"/>
                <a:gd name="T10" fmla="*/ 97 w 192"/>
                <a:gd name="T11" fmla="*/ 92 h 501"/>
                <a:gd name="T12" fmla="*/ 99 w 192"/>
                <a:gd name="T13" fmla="*/ 130 h 501"/>
                <a:gd name="T14" fmla="*/ 95 w 192"/>
                <a:gd name="T15" fmla="*/ 157 h 501"/>
                <a:gd name="T16" fmla="*/ 83 w 192"/>
                <a:gd name="T17" fmla="*/ 181 h 501"/>
                <a:gd name="T18" fmla="*/ 93 w 192"/>
                <a:gd name="T19" fmla="*/ 204 h 501"/>
                <a:gd name="T20" fmla="*/ 96 w 192"/>
                <a:gd name="T21" fmla="*/ 222 h 501"/>
                <a:gd name="T22" fmla="*/ 101 w 192"/>
                <a:gd name="T23" fmla="*/ 251 h 501"/>
                <a:gd name="T24" fmla="*/ 111 w 192"/>
                <a:gd name="T25" fmla="*/ 272 h 501"/>
                <a:gd name="T26" fmla="*/ 112 w 192"/>
                <a:gd name="T27" fmla="*/ 305 h 501"/>
                <a:gd name="T28" fmla="*/ 122 w 192"/>
                <a:gd name="T29" fmla="*/ 316 h 501"/>
                <a:gd name="T30" fmla="*/ 130 w 192"/>
                <a:gd name="T31" fmla="*/ 304 h 501"/>
                <a:gd name="T32" fmla="*/ 141 w 192"/>
                <a:gd name="T33" fmla="*/ 310 h 501"/>
                <a:gd name="T34" fmla="*/ 148 w 192"/>
                <a:gd name="T35" fmla="*/ 298 h 501"/>
                <a:gd name="T36" fmla="*/ 131 w 192"/>
                <a:gd name="T37" fmla="*/ 267 h 501"/>
                <a:gd name="T38" fmla="*/ 190 w 192"/>
                <a:gd name="T39" fmla="*/ 346 h 501"/>
                <a:gd name="T40" fmla="*/ 185 w 192"/>
                <a:gd name="T41" fmla="*/ 372 h 501"/>
                <a:gd name="T42" fmla="*/ 183 w 192"/>
                <a:gd name="T43" fmla="*/ 429 h 501"/>
                <a:gd name="T44" fmla="*/ 164 w 192"/>
                <a:gd name="T45" fmla="*/ 436 h 501"/>
                <a:gd name="T46" fmla="*/ 149 w 192"/>
                <a:gd name="T47" fmla="*/ 453 h 501"/>
                <a:gd name="T48" fmla="*/ 150 w 192"/>
                <a:gd name="T49" fmla="*/ 474 h 501"/>
                <a:gd name="T50" fmla="*/ 151 w 192"/>
                <a:gd name="T51" fmla="*/ 491 h 501"/>
                <a:gd name="T52" fmla="*/ 137 w 192"/>
                <a:gd name="T53" fmla="*/ 496 h 501"/>
                <a:gd name="T54" fmla="*/ 135 w 192"/>
                <a:gd name="T55" fmla="*/ 479 h 501"/>
                <a:gd name="T56" fmla="*/ 108 w 192"/>
                <a:gd name="T57" fmla="*/ 449 h 501"/>
                <a:gd name="T58" fmla="*/ 98 w 192"/>
                <a:gd name="T59" fmla="*/ 428 h 501"/>
                <a:gd name="T60" fmla="*/ 110 w 192"/>
                <a:gd name="T61" fmla="*/ 383 h 501"/>
                <a:gd name="T62" fmla="*/ 111 w 192"/>
                <a:gd name="T63" fmla="*/ 350 h 501"/>
                <a:gd name="T64" fmla="*/ 101 w 192"/>
                <a:gd name="T65" fmla="*/ 324 h 501"/>
                <a:gd name="T66" fmla="*/ 78 w 192"/>
                <a:gd name="T67" fmla="*/ 330 h 501"/>
                <a:gd name="T68" fmla="*/ 59 w 192"/>
                <a:gd name="T69" fmla="*/ 336 h 501"/>
                <a:gd name="T70" fmla="*/ 41 w 192"/>
                <a:gd name="T71" fmla="*/ 315 h 501"/>
                <a:gd name="T72" fmla="*/ 30 w 192"/>
                <a:gd name="T73" fmla="*/ 298 h 501"/>
                <a:gd name="T74" fmla="*/ 22 w 192"/>
                <a:gd name="T75" fmla="*/ 298 h 501"/>
                <a:gd name="T76" fmla="*/ 16 w 192"/>
                <a:gd name="T77" fmla="*/ 294 h 501"/>
                <a:gd name="T78" fmla="*/ 0 w 192"/>
                <a:gd name="T79" fmla="*/ 273 h 501"/>
                <a:gd name="T80" fmla="*/ 9 w 192"/>
                <a:gd name="T81" fmla="*/ 268 h 501"/>
                <a:gd name="T82" fmla="*/ 14 w 192"/>
                <a:gd name="T83" fmla="*/ 257 h 501"/>
                <a:gd name="T84" fmla="*/ 21 w 192"/>
                <a:gd name="T85" fmla="*/ 232 h 501"/>
                <a:gd name="T86" fmla="*/ 21 w 192"/>
                <a:gd name="T87" fmla="*/ 215 h 501"/>
                <a:gd name="T88" fmla="*/ 33 w 192"/>
                <a:gd name="T89" fmla="*/ 208 h 501"/>
                <a:gd name="T90" fmla="*/ 54 w 192"/>
                <a:gd name="T91" fmla="*/ 192 h 501"/>
                <a:gd name="T92" fmla="*/ 38 w 192"/>
                <a:gd name="T93" fmla="*/ 174 h 501"/>
                <a:gd name="T94" fmla="*/ 37 w 192"/>
                <a:gd name="T95" fmla="*/ 143 h 501"/>
                <a:gd name="T96" fmla="*/ 39 w 192"/>
                <a:gd name="T97" fmla="*/ 132 h 501"/>
                <a:gd name="T98" fmla="*/ 43 w 192"/>
                <a:gd name="T99" fmla="*/ 110 h 501"/>
                <a:gd name="T100" fmla="*/ 42 w 192"/>
                <a:gd name="T101" fmla="*/ 96 h 501"/>
                <a:gd name="T102" fmla="*/ 59 w 192"/>
                <a:gd name="T103" fmla="*/ 84 h 501"/>
                <a:gd name="T104" fmla="*/ 56 w 192"/>
                <a:gd name="T105" fmla="*/ 62 h 501"/>
                <a:gd name="T106" fmla="*/ 47 w 192"/>
                <a:gd name="T107" fmla="*/ 34 h 501"/>
                <a:gd name="T108" fmla="*/ 32 w 192"/>
                <a:gd name="T109" fmla="*/ 16 h 501"/>
                <a:gd name="T110" fmla="*/ 24 w 192"/>
                <a:gd name="T111" fmla="*/ 16 h 501"/>
                <a:gd name="T112" fmla="*/ 21 w 192"/>
                <a:gd name="T113" fmla="*/ 4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2" h="501">
                  <a:moveTo>
                    <a:pt x="21" y="4"/>
                  </a:moveTo>
                  <a:cubicBezTo>
                    <a:pt x="25" y="0"/>
                    <a:pt x="28" y="5"/>
                    <a:pt x="31" y="8"/>
                  </a:cubicBezTo>
                  <a:cubicBezTo>
                    <a:pt x="34" y="11"/>
                    <a:pt x="36" y="9"/>
                    <a:pt x="39" y="9"/>
                  </a:cubicBezTo>
                  <a:cubicBezTo>
                    <a:pt x="42" y="8"/>
                    <a:pt x="44" y="9"/>
                    <a:pt x="47" y="11"/>
                  </a:cubicBezTo>
                  <a:cubicBezTo>
                    <a:pt x="49" y="13"/>
                    <a:pt x="50" y="17"/>
                    <a:pt x="53" y="17"/>
                  </a:cubicBezTo>
                  <a:cubicBezTo>
                    <a:pt x="56" y="18"/>
                    <a:pt x="57" y="15"/>
                    <a:pt x="60" y="16"/>
                  </a:cubicBezTo>
                  <a:cubicBezTo>
                    <a:pt x="62" y="16"/>
                    <a:pt x="64" y="17"/>
                    <a:pt x="66" y="17"/>
                  </a:cubicBezTo>
                  <a:cubicBezTo>
                    <a:pt x="67" y="17"/>
                    <a:pt x="68" y="15"/>
                    <a:pt x="70" y="15"/>
                  </a:cubicBezTo>
                  <a:cubicBezTo>
                    <a:pt x="72" y="15"/>
                    <a:pt x="75" y="19"/>
                    <a:pt x="77" y="20"/>
                  </a:cubicBezTo>
                  <a:cubicBezTo>
                    <a:pt x="81" y="23"/>
                    <a:pt x="78" y="25"/>
                    <a:pt x="79" y="30"/>
                  </a:cubicBezTo>
                  <a:cubicBezTo>
                    <a:pt x="79" y="32"/>
                    <a:pt x="80" y="34"/>
                    <a:pt x="81" y="35"/>
                  </a:cubicBezTo>
                  <a:cubicBezTo>
                    <a:pt x="82" y="37"/>
                    <a:pt x="82" y="40"/>
                    <a:pt x="82" y="42"/>
                  </a:cubicBezTo>
                  <a:cubicBezTo>
                    <a:pt x="84" y="45"/>
                    <a:pt x="85" y="48"/>
                    <a:pt x="87" y="51"/>
                  </a:cubicBezTo>
                  <a:cubicBezTo>
                    <a:pt x="91" y="57"/>
                    <a:pt x="101" y="64"/>
                    <a:pt x="99" y="71"/>
                  </a:cubicBezTo>
                  <a:cubicBezTo>
                    <a:pt x="99" y="71"/>
                    <a:pt x="98" y="71"/>
                    <a:pt x="97" y="72"/>
                  </a:cubicBezTo>
                  <a:cubicBezTo>
                    <a:pt x="97" y="73"/>
                    <a:pt x="97" y="75"/>
                    <a:pt x="97" y="76"/>
                  </a:cubicBezTo>
                  <a:cubicBezTo>
                    <a:pt x="96" y="78"/>
                    <a:pt x="94" y="78"/>
                    <a:pt x="95" y="81"/>
                  </a:cubicBezTo>
                  <a:cubicBezTo>
                    <a:pt x="97" y="84"/>
                    <a:pt x="96" y="89"/>
                    <a:pt x="97" y="92"/>
                  </a:cubicBezTo>
                  <a:cubicBezTo>
                    <a:pt x="97" y="99"/>
                    <a:pt x="97" y="105"/>
                    <a:pt x="97" y="111"/>
                  </a:cubicBezTo>
                  <a:cubicBezTo>
                    <a:pt x="98" y="115"/>
                    <a:pt x="95" y="118"/>
                    <a:pt x="97" y="123"/>
                  </a:cubicBezTo>
                  <a:cubicBezTo>
                    <a:pt x="97" y="125"/>
                    <a:pt x="99" y="127"/>
                    <a:pt x="99" y="130"/>
                  </a:cubicBezTo>
                  <a:cubicBezTo>
                    <a:pt x="100" y="133"/>
                    <a:pt x="99" y="136"/>
                    <a:pt x="100" y="139"/>
                  </a:cubicBezTo>
                  <a:cubicBezTo>
                    <a:pt x="101" y="143"/>
                    <a:pt x="103" y="148"/>
                    <a:pt x="101" y="152"/>
                  </a:cubicBezTo>
                  <a:cubicBezTo>
                    <a:pt x="100" y="153"/>
                    <a:pt x="96" y="155"/>
                    <a:pt x="95" y="157"/>
                  </a:cubicBezTo>
                  <a:cubicBezTo>
                    <a:pt x="92" y="159"/>
                    <a:pt x="94" y="163"/>
                    <a:pt x="92" y="165"/>
                  </a:cubicBezTo>
                  <a:cubicBezTo>
                    <a:pt x="90" y="167"/>
                    <a:pt x="87" y="168"/>
                    <a:pt x="85" y="171"/>
                  </a:cubicBezTo>
                  <a:cubicBezTo>
                    <a:pt x="84" y="174"/>
                    <a:pt x="84" y="178"/>
                    <a:pt x="83" y="181"/>
                  </a:cubicBezTo>
                  <a:cubicBezTo>
                    <a:pt x="83" y="184"/>
                    <a:pt x="84" y="187"/>
                    <a:pt x="84" y="191"/>
                  </a:cubicBezTo>
                  <a:cubicBezTo>
                    <a:pt x="85" y="194"/>
                    <a:pt x="87" y="193"/>
                    <a:pt x="89" y="195"/>
                  </a:cubicBezTo>
                  <a:cubicBezTo>
                    <a:pt x="92" y="197"/>
                    <a:pt x="93" y="200"/>
                    <a:pt x="93" y="204"/>
                  </a:cubicBezTo>
                  <a:cubicBezTo>
                    <a:pt x="93" y="205"/>
                    <a:pt x="92" y="206"/>
                    <a:pt x="92" y="208"/>
                  </a:cubicBezTo>
                  <a:cubicBezTo>
                    <a:pt x="92" y="210"/>
                    <a:pt x="93" y="213"/>
                    <a:pt x="94" y="215"/>
                  </a:cubicBezTo>
                  <a:cubicBezTo>
                    <a:pt x="96" y="219"/>
                    <a:pt x="97" y="218"/>
                    <a:pt x="96" y="222"/>
                  </a:cubicBezTo>
                  <a:cubicBezTo>
                    <a:pt x="96" y="224"/>
                    <a:pt x="98" y="224"/>
                    <a:pt x="98" y="226"/>
                  </a:cubicBezTo>
                  <a:cubicBezTo>
                    <a:pt x="99" y="227"/>
                    <a:pt x="98" y="230"/>
                    <a:pt x="100" y="229"/>
                  </a:cubicBezTo>
                  <a:cubicBezTo>
                    <a:pt x="99" y="236"/>
                    <a:pt x="102" y="244"/>
                    <a:pt x="101" y="251"/>
                  </a:cubicBezTo>
                  <a:cubicBezTo>
                    <a:pt x="100" y="254"/>
                    <a:pt x="97" y="255"/>
                    <a:pt x="99" y="260"/>
                  </a:cubicBezTo>
                  <a:cubicBezTo>
                    <a:pt x="100" y="263"/>
                    <a:pt x="102" y="267"/>
                    <a:pt x="104" y="270"/>
                  </a:cubicBezTo>
                  <a:cubicBezTo>
                    <a:pt x="107" y="273"/>
                    <a:pt x="109" y="269"/>
                    <a:pt x="111" y="272"/>
                  </a:cubicBezTo>
                  <a:cubicBezTo>
                    <a:pt x="111" y="272"/>
                    <a:pt x="117" y="282"/>
                    <a:pt x="113" y="292"/>
                  </a:cubicBezTo>
                  <a:cubicBezTo>
                    <a:pt x="113" y="293"/>
                    <a:pt x="111" y="294"/>
                    <a:pt x="111" y="295"/>
                  </a:cubicBezTo>
                  <a:cubicBezTo>
                    <a:pt x="110" y="298"/>
                    <a:pt x="111" y="302"/>
                    <a:pt x="112" y="305"/>
                  </a:cubicBezTo>
                  <a:cubicBezTo>
                    <a:pt x="113" y="307"/>
                    <a:pt x="114" y="310"/>
                    <a:pt x="116" y="311"/>
                  </a:cubicBezTo>
                  <a:cubicBezTo>
                    <a:pt x="117" y="312"/>
                    <a:pt x="120" y="312"/>
                    <a:pt x="120" y="313"/>
                  </a:cubicBezTo>
                  <a:cubicBezTo>
                    <a:pt x="120" y="315"/>
                    <a:pt x="120" y="317"/>
                    <a:pt x="122" y="316"/>
                  </a:cubicBezTo>
                  <a:cubicBezTo>
                    <a:pt x="124" y="315"/>
                    <a:pt x="127" y="314"/>
                    <a:pt x="128" y="312"/>
                  </a:cubicBezTo>
                  <a:cubicBezTo>
                    <a:pt x="128" y="310"/>
                    <a:pt x="127" y="309"/>
                    <a:pt x="128" y="307"/>
                  </a:cubicBezTo>
                  <a:cubicBezTo>
                    <a:pt x="128" y="306"/>
                    <a:pt x="131" y="306"/>
                    <a:pt x="130" y="304"/>
                  </a:cubicBezTo>
                  <a:cubicBezTo>
                    <a:pt x="129" y="302"/>
                    <a:pt x="128" y="297"/>
                    <a:pt x="132" y="299"/>
                  </a:cubicBezTo>
                  <a:cubicBezTo>
                    <a:pt x="135" y="301"/>
                    <a:pt x="134" y="303"/>
                    <a:pt x="135" y="306"/>
                  </a:cubicBezTo>
                  <a:cubicBezTo>
                    <a:pt x="136" y="309"/>
                    <a:pt x="139" y="308"/>
                    <a:pt x="141" y="310"/>
                  </a:cubicBezTo>
                  <a:cubicBezTo>
                    <a:pt x="145" y="314"/>
                    <a:pt x="146" y="320"/>
                    <a:pt x="151" y="323"/>
                  </a:cubicBezTo>
                  <a:cubicBezTo>
                    <a:pt x="158" y="327"/>
                    <a:pt x="152" y="315"/>
                    <a:pt x="152" y="313"/>
                  </a:cubicBezTo>
                  <a:cubicBezTo>
                    <a:pt x="150" y="308"/>
                    <a:pt x="150" y="303"/>
                    <a:pt x="148" y="298"/>
                  </a:cubicBezTo>
                  <a:cubicBezTo>
                    <a:pt x="146" y="293"/>
                    <a:pt x="145" y="287"/>
                    <a:pt x="143" y="282"/>
                  </a:cubicBezTo>
                  <a:cubicBezTo>
                    <a:pt x="142" y="277"/>
                    <a:pt x="131" y="285"/>
                    <a:pt x="130" y="277"/>
                  </a:cubicBezTo>
                  <a:cubicBezTo>
                    <a:pt x="130" y="274"/>
                    <a:pt x="131" y="270"/>
                    <a:pt x="131" y="267"/>
                  </a:cubicBezTo>
                  <a:cubicBezTo>
                    <a:pt x="145" y="275"/>
                    <a:pt x="153" y="290"/>
                    <a:pt x="162" y="302"/>
                  </a:cubicBezTo>
                  <a:cubicBezTo>
                    <a:pt x="171" y="313"/>
                    <a:pt x="178" y="326"/>
                    <a:pt x="187" y="337"/>
                  </a:cubicBezTo>
                  <a:cubicBezTo>
                    <a:pt x="190" y="341"/>
                    <a:pt x="190" y="341"/>
                    <a:pt x="190" y="346"/>
                  </a:cubicBezTo>
                  <a:cubicBezTo>
                    <a:pt x="190" y="348"/>
                    <a:pt x="190" y="350"/>
                    <a:pt x="190" y="352"/>
                  </a:cubicBezTo>
                  <a:cubicBezTo>
                    <a:pt x="190" y="354"/>
                    <a:pt x="192" y="355"/>
                    <a:pt x="192" y="356"/>
                  </a:cubicBezTo>
                  <a:cubicBezTo>
                    <a:pt x="191" y="361"/>
                    <a:pt x="187" y="367"/>
                    <a:pt x="185" y="372"/>
                  </a:cubicBezTo>
                  <a:cubicBezTo>
                    <a:pt x="183" y="377"/>
                    <a:pt x="187" y="384"/>
                    <a:pt x="188" y="389"/>
                  </a:cubicBezTo>
                  <a:cubicBezTo>
                    <a:pt x="188" y="397"/>
                    <a:pt x="186" y="405"/>
                    <a:pt x="185" y="413"/>
                  </a:cubicBezTo>
                  <a:cubicBezTo>
                    <a:pt x="185" y="418"/>
                    <a:pt x="185" y="425"/>
                    <a:pt x="183" y="429"/>
                  </a:cubicBezTo>
                  <a:cubicBezTo>
                    <a:pt x="181" y="433"/>
                    <a:pt x="175" y="435"/>
                    <a:pt x="170" y="436"/>
                  </a:cubicBezTo>
                  <a:cubicBezTo>
                    <a:pt x="168" y="436"/>
                    <a:pt x="168" y="435"/>
                    <a:pt x="166" y="437"/>
                  </a:cubicBezTo>
                  <a:cubicBezTo>
                    <a:pt x="165" y="439"/>
                    <a:pt x="164" y="436"/>
                    <a:pt x="164" y="436"/>
                  </a:cubicBezTo>
                  <a:cubicBezTo>
                    <a:pt x="160" y="435"/>
                    <a:pt x="159" y="435"/>
                    <a:pt x="156" y="438"/>
                  </a:cubicBezTo>
                  <a:cubicBezTo>
                    <a:pt x="153" y="440"/>
                    <a:pt x="151" y="441"/>
                    <a:pt x="151" y="445"/>
                  </a:cubicBezTo>
                  <a:cubicBezTo>
                    <a:pt x="150" y="449"/>
                    <a:pt x="150" y="450"/>
                    <a:pt x="149" y="453"/>
                  </a:cubicBezTo>
                  <a:cubicBezTo>
                    <a:pt x="148" y="454"/>
                    <a:pt x="149" y="456"/>
                    <a:pt x="147" y="457"/>
                  </a:cubicBezTo>
                  <a:cubicBezTo>
                    <a:pt x="143" y="460"/>
                    <a:pt x="140" y="462"/>
                    <a:pt x="143" y="466"/>
                  </a:cubicBezTo>
                  <a:cubicBezTo>
                    <a:pt x="145" y="469"/>
                    <a:pt x="149" y="470"/>
                    <a:pt x="150" y="474"/>
                  </a:cubicBezTo>
                  <a:cubicBezTo>
                    <a:pt x="151" y="477"/>
                    <a:pt x="150" y="480"/>
                    <a:pt x="150" y="483"/>
                  </a:cubicBezTo>
                  <a:cubicBezTo>
                    <a:pt x="149" y="484"/>
                    <a:pt x="149" y="486"/>
                    <a:pt x="149" y="487"/>
                  </a:cubicBezTo>
                  <a:cubicBezTo>
                    <a:pt x="149" y="489"/>
                    <a:pt x="150" y="489"/>
                    <a:pt x="151" y="491"/>
                  </a:cubicBezTo>
                  <a:cubicBezTo>
                    <a:pt x="151" y="491"/>
                    <a:pt x="151" y="497"/>
                    <a:pt x="150" y="498"/>
                  </a:cubicBezTo>
                  <a:cubicBezTo>
                    <a:pt x="149" y="501"/>
                    <a:pt x="146" y="499"/>
                    <a:pt x="143" y="499"/>
                  </a:cubicBezTo>
                  <a:cubicBezTo>
                    <a:pt x="139" y="499"/>
                    <a:pt x="139" y="499"/>
                    <a:pt x="137" y="496"/>
                  </a:cubicBezTo>
                  <a:cubicBezTo>
                    <a:pt x="135" y="493"/>
                    <a:pt x="135" y="493"/>
                    <a:pt x="138" y="490"/>
                  </a:cubicBezTo>
                  <a:cubicBezTo>
                    <a:pt x="140" y="488"/>
                    <a:pt x="141" y="487"/>
                    <a:pt x="141" y="484"/>
                  </a:cubicBezTo>
                  <a:cubicBezTo>
                    <a:pt x="141" y="478"/>
                    <a:pt x="139" y="481"/>
                    <a:pt x="135" y="479"/>
                  </a:cubicBezTo>
                  <a:cubicBezTo>
                    <a:pt x="132" y="478"/>
                    <a:pt x="128" y="473"/>
                    <a:pt x="127" y="471"/>
                  </a:cubicBezTo>
                  <a:cubicBezTo>
                    <a:pt x="123" y="466"/>
                    <a:pt x="118" y="462"/>
                    <a:pt x="113" y="457"/>
                  </a:cubicBezTo>
                  <a:cubicBezTo>
                    <a:pt x="111" y="455"/>
                    <a:pt x="109" y="452"/>
                    <a:pt x="108" y="449"/>
                  </a:cubicBezTo>
                  <a:cubicBezTo>
                    <a:pt x="108" y="445"/>
                    <a:pt x="104" y="447"/>
                    <a:pt x="101" y="444"/>
                  </a:cubicBezTo>
                  <a:cubicBezTo>
                    <a:pt x="99" y="442"/>
                    <a:pt x="98" y="439"/>
                    <a:pt x="99" y="436"/>
                  </a:cubicBezTo>
                  <a:cubicBezTo>
                    <a:pt x="99" y="432"/>
                    <a:pt x="100" y="432"/>
                    <a:pt x="98" y="428"/>
                  </a:cubicBezTo>
                  <a:cubicBezTo>
                    <a:pt x="94" y="424"/>
                    <a:pt x="85" y="417"/>
                    <a:pt x="92" y="412"/>
                  </a:cubicBezTo>
                  <a:cubicBezTo>
                    <a:pt x="98" y="408"/>
                    <a:pt x="102" y="405"/>
                    <a:pt x="101" y="398"/>
                  </a:cubicBezTo>
                  <a:cubicBezTo>
                    <a:pt x="101" y="391"/>
                    <a:pt x="106" y="388"/>
                    <a:pt x="110" y="383"/>
                  </a:cubicBezTo>
                  <a:cubicBezTo>
                    <a:pt x="113" y="379"/>
                    <a:pt x="110" y="375"/>
                    <a:pt x="110" y="370"/>
                  </a:cubicBezTo>
                  <a:cubicBezTo>
                    <a:pt x="111" y="365"/>
                    <a:pt x="113" y="362"/>
                    <a:pt x="111" y="357"/>
                  </a:cubicBezTo>
                  <a:cubicBezTo>
                    <a:pt x="110" y="355"/>
                    <a:pt x="111" y="352"/>
                    <a:pt x="111" y="350"/>
                  </a:cubicBezTo>
                  <a:cubicBezTo>
                    <a:pt x="110" y="347"/>
                    <a:pt x="108" y="344"/>
                    <a:pt x="109" y="341"/>
                  </a:cubicBezTo>
                  <a:cubicBezTo>
                    <a:pt x="110" y="336"/>
                    <a:pt x="107" y="336"/>
                    <a:pt x="105" y="331"/>
                  </a:cubicBezTo>
                  <a:cubicBezTo>
                    <a:pt x="104" y="329"/>
                    <a:pt x="103" y="325"/>
                    <a:pt x="101" y="324"/>
                  </a:cubicBezTo>
                  <a:cubicBezTo>
                    <a:pt x="99" y="322"/>
                    <a:pt x="95" y="325"/>
                    <a:pt x="93" y="326"/>
                  </a:cubicBezTo>
                  <a:cubicBezTo>
                    <a:pt x="91" y="326"/>
                    <a:pt x="87" y="326"/>
                    <a:pt x="85" y="327"/>
                  </a:cubicBezTo>
                  <a:cubicBezTo>
                    <a:pt x="81" y="329"/>
                    <a:pt x="82" y="330"/>
                    <a:pt x="78" y="330"/>
                  </a:cubicBezTo>
                  <a:cubicBezTo>
                    <a:pt x="74" y="329"/>
                    <a:pt x="73" y="329"/>
                    <a:pt x="70" y="331"/>
                  </a:cubicBezTo>
                  <a:cubicBezTo>
                    <a:pt x="66" y="333"/>
                    <a:pt x="66" y="332"/>
                    <a:pt x="62" y="330"/>
                  </a:cubicBezTo>
                  <a:cubicBezTo>
                    <a:pt x="58" y="328"/>
                    <a:pt x="60" y="335"/>
                    <a:pt x="59" y="336"/>
                  </a:cubicBezTo>
                  <a:cubicBezTo>
                    <a:pt x="57" y="337"/>
                    <a:pt x="53" y="331"/>
                    <a:pt x="52" y="329"/>
                  </a:cubicBezTo>
                  <a:cubicBezTo>
                    <a:pt x="49" y="327"/>
                    <a:pt x="46" y="325"/>
                    <a:pt x="45" y="322"/>
                  </a:cubicBezTo>
                  <a:cubicBezTo>
                    <a:pt x="44" y="319"/>
                    <a:pt x="43" y="317"/>
                    <a:pt x="41" y="315"/>
                  </a:cubicBezTo>
                  <a:cubicBezTo>
                    <a:pt x="40" y="313"/>
                    <a:pt x="38" y="311"/>
                    <a:pt x="37" y="309"/>
                  </a:cubicBezTo>
                  <a:cubicBezTo>
                    <a:pt x="36" y="306"/>
                    <a:pt x="38" y="303"/>
                    <a:pt x="34" y="301"/>
                  </a:cubicBezTo>
                  <a:cubicBezTo>
                    <a:pt x="33" y="300"/>
                    <a:pt x="31" y="299"/>
                    <a:pt x="30" y="298"/>
                  </a:cubicBezTo>
                  <a:cubicBezTo>
                    <a:pt x="30" y="297"/>
                    <a:pt x="29" y="295"/>
                    <a:pt x="28" y="294"/>
                  </a:cubicBezTo>
                  <a:cubicBezTo>
                    <a:pt x="27" y="294"/>
                    <a:pt x="27" y="295"/>
                    <a:pt x="26" y="296"/>
                  </a:cubicBezTo>
                  <a:cubicBezTo>
                    <a:pt x="25" y="297"/>
                    <a:pt x="23" y="297"/>
                    <a:pt x="22" y="298"/>
                  </a:cubicBezTo>
                  <a:cubicBezTo>
                    <a:pt x="21" y="299"/>
                    <a:pt x="22" y="302"/>
                    <a:pt x="19" y="301"/>
                  </a:cubicBezTo>
                  <a:cubicBezTo>
                    <a:pt x="18" y="301"/>
                    <a:pt x="18" y="299"/>
                    <a:pt x="17" y="298"/>
                  </a:cubicBezTo>
                  <a:cubicBezTo>
                    <a:pt x="17" y="296"/>
                    <a:pt x="17" y="296"/>
                    <a:pt x="16" y="294"/>
                  </a:cubicBezTo>
                  <a:cubicBezTo>
                    <a:pt x="13" y="290"/>
                    <a:pt x="13" y="287"/>
                    <a:pt x="8" y="285"/>
                  </a:cubicBezTo>
                  <a:cubicBezTo>
                    <a:pt x="3" y="282"/>
                    <a:pt x="8" y="283"/>
                    <a:pt x="7" y="278"/>
                  </a:cubicBezTo>
                  <a:cubicBezTo>
                    <a:pt x="6" y="274"/>
                    <a:pt x="0" y="276"/>
                    <a:pt x="0" y="273"/>
                  </a:cubicBezTo>
                  <a:cubicBezTo>
                    <a:pt x="0" y="271"/>
                    <a:pt x="0" y="270"/>
                    <a:pt x="2" y="271"/>
                  </a:cubicBezTo>
                  <a:cubicBezTo>
                    <a:pt x="4" y="271"/>
                    <a:pt x="4" y="270"/>
                    <a:pt x="5" y="269"/>
                  </a:cubicBezTo>
                  <a:cubicBezTo>
                    <a:pt x="7" y="268"/>
                    <a:pt x="8" y="269"/>
                    <a:pt x="9" y="268"/>
                  </a:cubicBezTo>
                  <a:cubicBezTo>
                    <a:pt x="10" y="267"/>
                    <a:pt x="9" y="265"/>
                    <a:pt x="10" y="264"/>
                  </a:cubicBezTo>
                  <a:cubicBezTo>
                    <a:pt x="11" y="263"/>
                    <a:pt x="12" y="262"/>
                    <a:pt x="13" y="261"/>
                  </a:cubicBezTo>
                  <a:cubicBezTo>
                    <a:pt x="14" y="260"/>
                    <a:pt x="14" y="258"/>
                    <a:pt x="14" y="257"/>
                  </a:cubicBezTo>
                  <a:cubicBezTo>
                    <a:pt x="15" y="254"/>
                    <a:pt x="16" y="250"/>
                    <a:pt x="19" y="248"/>
                  </a:cubicBezTo>
                  <a:cubicBezTo>
                    <a:pt x="22" y="246"/>
                    <a:pt x="19" y="244"/>
                    <a:pt x="19" y="241"/>
                  </a:cubicBezTo>
                  <a:cubicBezTo>
                    <a:pt x="19" y="238"/>
                    <a:pt x="20" y="235"/>
                    <a:pt x="21" y="232"/>
                  </a:cubicBezTo>
                  <a:cubicBezTo>
                    <a:pt x="21" y="231"/>
                    <a:pt x="22" y="229"/>
                    <a:pt x="22" y="227"/>
                  </a:cubicBezTo>
                  <a:cubicBezTo>
                    <a:pt x="21" y="226"/>
                    <a:pt x="19" y="226"/>
                    <a:pt x="18" y="224"/>
                  </a:cubicBezTo>
                  <a:cubicBezTo>
                    <a:pt x="16" y="221"/>
                    <a:pt x="19" y="217"/>
                    <a:pt x="21" y="215"/>
                  </a:cubicBezTo>
                  <a:cubicBezTo>
                    <a:pt x="21" y="213"/>
                    <a:pt x="24" y="206"/>
                    <a:pt x="26" y="208"/>
                  </a:cubicBezTo>
                  <a:cubicBezTo>
                    <a:pt x="27" y="209"/>
                    <a:pt x="27" y="208"/>
                    <a:pt x="29" y="208"/>
                  </a:cubicBezTo>
                  <a:cubicBezTo>
                    <a:pt x="32" y="208"/>
                    <a:pt x="30" y="209"/>
                    <a:pt x="33" y="208"/>
                  </a:cubicBezTo>
                  <a:cubicBezTo>
                    <a:pt x="36" y="208"/>
                    <a:pt x="37" y="202"/>
                    <a:pt x="40" y="204"/>
                  </a:cubicBezTo>
                  <a:cubicBezTo>
                    <a:pt x="44" y="205"/>
                    <a:pt x="46" y="202"/>
                    <a:pt x="47" y="200"/>
                  </a:cubicBezTo>
                  <a:cubicBezTo>
                    <a:pt x="49" y="198"/>
                    <a:pt x="54" y="194"/>
                    <a:pt x="54" y="192"/>
                  </a:cubicBezTo>
                  <a:cubicBezTo>
                    <a:pt x="54" y="189"/>
                    <a:pt x="46" y="192"/>
                    <a:pt x="44" y="191"/>
                  </a:cubicBezTo>
                  <a:cubicBezTo>
                    <a:pt x="41" y="190"/>
                    <a:pt x="42" y="186"/>
                    <a:pt x="40" y="183"/>
                  </a:cubicBezTo>
                  <a:cubicBezTo>
                    <a:pt x="39" y="180"/>
                    <a:pt x="37" y="178"/>
                    <a:pt x="38" y="174"/>
                  </a:cubicBezTo>
                  <a:cubicBezTo>
                    <a:pt x="40" y="167"/>
                    <a:pt x="42" y="161"/>
                    <a:pt x="42" y="154"/>
                  </a:cubicBezTo>
                  <a:cubicBezTo>
                    <a:pt x="41" y="152"/>
                    <a:pt x="42" y="145"/>
                    <a:pt x="41" y="144"/>
                  </a:cubicBezTo>
                  <a:cubicBezTo>
                    <a:pt x="40" y="143"/>
                    <a:pt x="38" y="143"/>
                    <a:pt x="37" y="143"/>
                  </a:cubicBezTo>
                  <a:cubicBezTo>
                    <a:pt x="35" y="141"/>
                    <a:pt x="37" y="142"/>
                    <a:pt x="37" y="139"/>
                  </a:cubicBezTo>
                  <a:cubicBezTo>
                    <a:pt x="38" y="137"/>
                    <a:pt x="36" y="134"/>
                    <a:pt x="37" y="132"/>
                  </a:cubicBezTo>
                  <a:cubicBezTo>
                    <a:pt x="37" y="132"/>
                    <a:pt x="38" y="132"/>
                    <a:pt x="39" y="132"/>
                  </a:cubicBezTo>
                  <a:cubicBezTo>
                    <a:pt x="40" y="132"/>
                    <a:pt x="40" y="130"/>
                    <a:pt x="40" y="130"/>
                  </a:cubicBezTo>
                  <a:cubicBezTo>
                    <a:pt x="42" y="127"/>
                    <a:pt x="43" y="124"/>
                    <a:pt x="45" y="121"/>
                  </a:cubicBezTo>
                  <a:cubicBezTo>
                    <a:pt x="49" y="116"/>
                    <a:pt x="45" y="114"/>
                    <a:pt x="43" y="110"/>
                  </a:cubicBezTo>
                  <a:cubicBezTo>
                    <a:pt x="42" y="107"/>
                    <a:pt x="42" y="103"/>
                    <a:pt x="40" y="100"/>
                  </a:cubicBezTo>
                  <a:cubicBezTo>
                    <a:pt x="40" y="99"/>
                    <a:pt x="37" y="100"/>
                    <a:pt x="38" y="97"/>
                  </a:cubicBezTo>
                  <a:cubicBezTo>
                    <a:pt x="39" y="97"/>
                    <a:pt x="42" y="96"/>
                    <a:pt x="42" y="96"/>
                  </a:cubicBezTo>
                  <a:cubicBezTo>
                    <a:pt x="43" y="95"/>
                    <a:pt x="45" y="94"/>
                    <a:pt x="46" y="94"/>
                  </a:cubicBezTo>
                  <a:cubicBezTo>
                    <a:pt x="48" y="92"/>
                    <a:pt x="51" y="94"/>
                    <a:pt x="54" y="91"/>
                  </a:cubicBezTo>
                  <a:cubicBezTo>
                    <a:pt x="56" y="89"/>
                    <a:pt x="57" y="86"/>
                    <a:pt x="59" y="84"/>
                  </a:cubicBezTo>
                  <a:cubicBezTo>
                    <a:pt x="61" y="82"/>
                    <a:pt x="64" y="81"/>
                    <a:pt x="65" y="79"/>
                  </a:cubicBezTo>
                  <a:cubicBezTo>
                    <a:pt x="66" y="77"/>
                    <a:pt x="62" y="71"/>
                    <a:pt x="60" y="69"/>
                  </a:cubicBezTo>
                  <a:cubicBezTo>
                    <a:pt x="58" y="67"/>
                    <a:pt x="56" y="65"/>
                    <a:pt x="56" y="62"/>
                  </a:cubicBezTo>
                  <a:cubicBezTo>
                    <a:pt x="56" y="60"/>
                    <a:pt x="58" y="58"/>
                    <a:pt x="57" y="56"/>
                  </a:cubicBezTo>
                  <a:cubicBezTo>
                    <a:pt x="55" y="50"/>
                    <a:pt x="42" y="50"/>
                    <a:pt x="44" y="42"/>
                  </a:cubicBezTo>
                  <a:cubicBezTo>
                    <a:pt x="44" y="39"/>
                    <a:pt x="47" y="37"/>
                    <a:pt x="47" y="34"/>
                  </a:cubicBezTo>
                  <a:cubicBezTo>
                    <a:pt x="46" y="29"/>
                    <a:pt x="40" y="28"/>
                    <a:pt x="38" y="23"/>
                  </a:cubicBezTo>
                  <a:cubicBezTo>
                    <a:pt x="37" y="21"/>
                    <a:pt x="40" y="17"/>
                    <a:pt x="35" y="16"/>
                  </a:cubicBezTo>
                  <a:cubicBezTo>
                    <a:pt x="35" y="16"/>
                    <a:pt x="32" y="15"/>
                    <a:pt x="32" y="16"/>
                  </a:cubicBezTo>
                  <a:cubicBezTo>
                    <a:pt x="31" y="16"/>
                    <a:pt x="31" y="20"/>
                    <a:pt x="30" y="20"/>
                  </a:cubicBezTo>
                  <a:cubicBezTo>
                    <a:pt x="28" y="20"/>
                    <a:pt x="29" y="16"/>
                    <a:pt x="26" y="18"/>
                  </a:cubicBezTo>
                  <a:cubicBezTo>
                    <a:pt x="25" y="18"/>
                    <a:pt x="25" y="17"/>
                    <a:pt x="24" y="16"/>
                  </a:cubicBezTo>
                  <a:cubicBezTo>
                    <a:pt x="23" y="13"/>
                    <a:pt x="26" y="11"/>
                    <a:pt x="24" y="9"/>
                  </a:cubicBezTo>
                  <a:cubicBezTo>
                    <a:pt x="23" y="8"/>
                    <a:pt x="22" y="9"/>
                    <a:pt x="21" y="8"/>
                  </a:cubicBezTo>
                  <a:cubicBezTo>
                    <a:pt x="21" y="7"/>
                    <a:pt x="21" y="5"/>
                    <a:pt x="21" y="4"/>
                  </a:cubicBezTo>
                  <a:close/>
                </a:path>
              </a:pathLst>
            </a:custGeom>
            <a:solidFill>
              <a:srgbClr val="EDEDED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344" dirty="0">
                <a:ln>
                  <a:solidFill>
                    <a:srgbClr val="FFFFFF"/>
                  </a:solidFill>
                </a:ln>
                <a:solidFill>
                  <a:srgbClr val="4D4D4D"/>
                </a:solidFill>
              </a:endParaRPr>
            </a:p>
          </p:txBody>
        </p:sp>
      </p:grpSp>
      <p:cxnSp>
        <p:nvCxnSpPr>
          <p:cNvPr id="161" name="Straight Connector 11"/>
          <p:cNvCxnSpPr>
            <a:cxnSpLocks noChangeShapeType="1"/>
          </p:cNvCxnSpPr>
          <p:nvPr/>
        </p:nvCxnSpPr>
        <p:spPr bwMode="auto">
          <a:xfrm rot="16200000" flipH="1">
            <a:off x="-672233" y="3378594"/>
            <a:ext cx="3708000" cy="0"/>
          </a:xfrm>
          <a:prstGeom prst="line">
            <a:avLst/>
          </a:prstGeom>
          <a:noFill/>
          <a:ln w="63500" cap="rnd" algn="ctr">
            <a:solidFill>
              <a:srgbClr val="BE0028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060286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" y="0"/>
            <a:ext cx="158749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169"/>
              </a:spcBef>
              <a:spcAft>
                <a:spcPts val="169"/>
              </a:spcAft>
            </a:pPr>
            <a:endParaRPr lang="en-US" sz="1406" b="1" i="0" baseline="0" dirty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7" y="919251"/>
            <a:ext cx="11082529" cy="15757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8" y="6320399"/>
            <a:ext cx="7277861" cy="69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450" dirty="0">
                <a:latin typeface="+mn-lt"/>
                <a:ea typeface="+mn-ea"/>
                <a:cs typeface="+mn-cs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9"/>
            <a:ext cx="3843338" cy="78936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5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7" y="172212"/>
            <a:ext cx="11082529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8490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5ECA-5688-4A89-8C9A-A9AB33D211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23037" y="1520905"/>
            <a:ext cx="7166539" cy="1637364"/>
          </a:xfrm>
          <a:prstGeom prst="rect">
            <a:avLst/>
          </a:prstGeom>
        </p:spPr>
        <p:txBody>
          <a:bodyPr lIns="0" tIns="36000" rIns="36000" bIns="36000" anchor="b">
            <a:noAutofit/>
          </a:bodyPr>
          <a:lstStyle>
            <a:lvl1pPr algn="l">
              <a:defRPr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presentation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7393E-2763-4FDE-8C90-450871B71F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3037" y="3176200"/>
            <a:ext cx="7166539" cy="732413"/>
          </a:xfrm>
          <a:prstGeom prst="rect">
            <a:avLst/>
          </a:prstGeom>
        </p:spPr>
        <p:txBody>
          <a:bodyPr lIns="0" tIns="36000" rIns="36000" bIns="36000">
            <a:no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subtitle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3DFAA06-BCA8-4754-92E2-D4CD633664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037" y="4273068"/>
            <a:ext cx="7166539" cy="21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date</a:t>
            </a:r>
            <a:endParaRPr lang="en-GB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99D270A3-CD1B-4C74-9532-388A935625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037" y="4514289"/>
            <a:ext cx="7166539" cy="21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name and surname of presenter</a:t>
            </a:r>
            <a:endParaRPr lang="en-GB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BE95350-3536-4019-9595-2B716E16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593" y="91026"/>
            <a:ext cx="1889091" cy="1393759"/>
          </a:xfrm>
          <a:prstGeom prst="rect">
            <a:avLst/>
          </a:prstGeom>
        </p:spPr>
      </p:pic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E24AF64D-F578-4193-95E2-BB473F64C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7435" y="6632867"/>
            <a:ext cx="7166539" cy="216024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>
              <a:buNone/>
              <a:defRPr lang="en-US" sz="850" b="0" baseline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800" smtClean="0">
                <a:solidFill>
                  <a:schemeClr val="tx1"/>
                </a:solidFill>
                <a:cs typeface="+mn-cs"/>
              </a:defRPr>
            </a:lvl2pPr>
            <a:lvl3pPr>
              <a:defRPr lang="en-US" sz="1800" smtClean="0">
                <a:solidFill>
                  <a:schemeClr val="tx1"/>
                </a:solidFill>
                <a:cs typeface="+mn-cs"/>
              </a:defRPr>
            </a:lvl3pPr>
            <a:lvl4pPr>
              <a:defRPr lang="en-US" sz="1800" smtClean="0">
                <a:solidFill>
                  <a:schemeClr val="tx1"/>
                </a:solidFill>
                <a:cs typeface="+mn-cs"/>
              </a:defRPr>
            </a:lvl4pPr>
            <a:lvl5pPr>
              <a:defRPr lang="en-GB" sz="1800">
                <a:solidFill>
                  <a:schemeClr val="tx1"/>
                </a:solidFill>
                <a:cs typeface="+mn-cs"/>
              </a:defRPr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  <a:tabLst/>
            </a:pPr>
            <a:r>
              <a:rPr lang="en-US" dirty="0"/>
              <a:t>Internal Only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4018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FD6B-D4B7-4DB5-8BB4-716554E1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8272-7EB2-4B7E-B484-7B139AC9E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5880A-A702-4A06-9F82-0F90CBCC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7802-1578-45E2-BBC5-E04F3AAA24E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C0975-AF89-4619-9361-F4867416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82477-8881-475C-B6CC-AC6E61CE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4A61-AD2A-4D35-A074-1BE7FAEDD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334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169E-C2DE-97E6-215A-5291756F8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E2A33-4EBF-1770-FAD5-A72EF7D77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0C5A0-2B6C-D735-C371-F7226673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7802-1578-45E2-BBC5-E04F3AAA24EA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76C7-9D04-BA43-4FC3-3B8A7BED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3C327-4C15-6C6E-5D1B-A19B9A06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4A61-AD2A-4D35-A074-1BE7FAEDD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6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519301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D266-24FD-49CB-9AFC-2A4C8277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4" y="394191"/>
            <a:ext cx="11337925" cy="377063"/>
          </a:xfrm>
        </p:spPr>
        <p:txBody>
          <a:bodyPr anchor="t"/>
          <a:lstStyle>
            <a:lvl1pPr>
              <a:defRPr sz="20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1 line heading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58774" y="1449388"/>
            <a:ext cx="11337926" cy="4679950"/>
          </a:xfrm>
        </p:spPr>
        <p:txBody>
          <a:bodyPr/>
          <a:lstStyle>
            <a:lvl1pPr marL="0" indent="0">
              <a:buNone/>
              <a:defRPr sz="1400">
                <a:solidFill>
                  <a:srgbClr val="000000"/>
                </a:solidFill>
                <a:latin typeface="+mj-lt"/>
                <a:cs typeface="Brave Sans Light" panose="020B0404020101010102" pitchFamily="34" charset="0"/>
              </a:defRPr>
            </a:lvl1pPr>
            <a:lvl2pPr marL="457200" indent="0">
              <a:buNone/>
              <a:defRPr sz="1400">
                <a:solidFill>
                  <a:srgbClr val="000000"/>
                </a:solidFill>
                <a:latin typeface="+mj-lt"/>
                <a:cs typeface="Brave Sans Light" panose="020B0404020101010102" pitchFamily="34" charset="0"/>
              </a:defRPr>
            </a:lvl2pPr>
            <a:lvl3pPr marL="914400" indent="0">
              <a:buNone/>
              <a:defRPr sz="1400">
                <a:solidFill>
                  <a:srgbClr val="000000"/>
                </a:solidFill>
                <a:latin typeface="+mj-lt"/>
                <a:cs typeface="Brave Sans Light" panose="020B0404020101010102" pitchFamily="34" charset="0"/>
              </a:defRPr>
            </a:lvl3pPr>
            <a:lvl4pPr marL="1371600" indent="0">
              <a:buNone/>
              <a:defRPr sz="1400">
                <a:solidFill>
                  <a:srgbClr val="000000"/>
                </a:solidFill>
                <a:latin typeface="+mj-lt"/>
                <a:cs typeface="Brave Sans Light" panose="020B0404020101010102" pitchFamily="34" charset="0"/>
              </a:defRPr>
            </a:lvl4pPr>
            <a:lvl5pPr marL="1828800" indent="0">
              <a:buNone/>
              <a:defRPr sz="1400">
                <a:solidFill>
                  <a:srgbClr val="000000"/>
                </a:solidFill>
                <a:latin typeface="+mj-lt"/>
                <a:cs typeface="Brave Sans Light" panose="020B0404020101010102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58773" y="864916"/>
            <a:ext cx="11337925" cy="413022"/>
          </a:xfrm>
        </p:spPr>
        <p:txBody>
          <a:bodyPr/>
          <a:lstStyle>
            <a:lvl1pPr marL="0" indent="0">
              <a:buNone/>
              <a:defRPr sz="16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78678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white">
  <p:cSld name="Logo badge on white">
    <p:bg>
      <p:bgPr>
        <a:solidFill>
          <a:schemeClr val="dk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4" descr="A black background with red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07615" y="2282866"/>
            <a:ext cx="7882109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2A2A2"/>
              </a:buClr>
              <a:buSzPts val="600"/>
              <a:buFont typeface="Arial"/>
              <a:buNone/>
            </a:pPr>
            <a:r>
              <a:rPr lang="en" sz="800" b="0" dirty="0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 dirty="0"/>
          </a:p>
        </p:txBody>
      </p:sp>
      <p:grpSp>
        <p:nvGrpSpPr>
          <p:cNvPr id="78" name="Google Shape;78;p14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79" name="Google Shape;79;p14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6162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Passion red">
  <p:cSld name="Logo badge on Passion red">
    <p:bg>
      <p:bgPr>
        <a:solidFill>
          <a:schemeClr val="accen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100" name="Google Shape;100;p15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01" name="Google Shape;101;p15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36996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Power">
  <p:cSld name="Logo badge on Power">
    <p:bg>
      <p:bgPr>
        <a:solidFill>
          <a:schemeClr val="accent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122" name="Google Shape;122;p16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23" name="Google Shape;123;p16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69845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Hope">
  <p:cSld name="Logo badge on Hope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144" name="Google Shape;144;p17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45" name="Google Shape;145;p17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794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Inspire">
  <p:cSld name="Logo badge on Inspire">
    <p:bg>
      <p:bgPr>
        <a:solidFill>
          <a:schemeClr val="accent4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166" name="Google Shape;166;p18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67" name="Google Shape;167;p18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8089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- Gradient Passion to Power">
  <p:cSld name="Logo badge - Gradient Passion to Power">
    <p:bg>
      <p:bgPr>
        <a:gradFill>
          <a:gsLst>
            <a:gs pos="0">
              <a:schemeClr val="accent1"/>
            </a:gs>
            <a:gs pos="60000">
              <a:schemeClr val="accent2"/>
            </a:gs>
            <a:gs pos="100000">
              <a:schemeClr val="accent2"/>
            </a:gs>
          </a:gsLst>
          <a:lin ang="1800004" scaled="0"/>
        </a:gra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188" name="Google Shape;188;p19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89" name="Google Shape;189;p19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1931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- Gradient Uplift to Passion to Inspire">
  <p:cSld name="Logo badge - Gradient Uplift to Passion to Inspire">
    <p:bg>
      <p:bgPr>
        <a:gradFill>
          <a:gsLst>
            <a:gs pos="0">
              <a:schemeClr val="accent5"/>
            </a:gs>
            <a:gs pos="33000">
              <a:schemeClr val="accent1"/>
            </a:gs>
            <a:gs pos="100000">
              <a:schemeClr val="accent4"/>
            </a:gs>
          </a:gsLst>
          <a:lin ang="2399891" scaled="0"/>
        </a:gra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/>
          <p:cNvPicPr preferRelativeResize="0"/>
          <p:nvPr/>
        </p:nvPicPr>
        <p:blipFill rotWithShape="1">
          <a:blip r:embed="rId2">
            <a:alphaModFix/>
          </a:blip>
          <a:srcRect l="9" r="19"/>
          <a:stretch/>
        </p:blipFill>
        <p:spPr>
          <a:xfrm>
            <a:off x="-3835" y="1"/>
            <a:ext cx="12189736" cy="6858705"/>
          </a:xfrm>
          <a:prstGeom prst="rect">
            <a:avLst/>
          </a:prstGeom>
          <a:gradFill>
            <a:gsLst>
              <a:gs pos="0">
                <a:schemeClr val="accent5"/>
              </a:gs>
              <a:gs pos="29000">
                <a:schemeClr val="accent1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211" name="Google Shape;211;p20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212" name="Google Shape;212;p20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99665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on editable image">
  <p:cSld name="Logo on editable imag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32" name="Google Shape;232;p21" descr="A black background with red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07615" y="2282866"/>
            <a:ext cx="7882109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600"/>
              <a:buFont typeface="Arial"/>
              <a:buNone/>
            </a:pPr>
            <a:r>
              <a:rPr lang="en" sz="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235" name="Google Shape;235;p21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7014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pattern 1">
  <p:cSld name="Logo badge on pattern 1">
    <p:bg>
      <p:bgPr>
        <a:solidFill>
          <a:schemeClr val="accen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 descr="A black background with red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257" name="Google Shape;257;p22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258" name="Google Shape;258;p22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2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55237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 badge on pattern 2">
  <p:cSld name="Logo badge on pattern 2">
    <p:bg>
      <p:bgPr>
        <a:solidFill>
          <a:schemeClr val="accent3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3" descr="A red and black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2007615" y="2282866"/>
            <a:ext cx="7881203" cy="229227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280" name="Google Shape;280;p23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281" name="Google Shape;281;p23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79951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white">
  <p:cSld name="Welcome on white">
    <p:bg>
      <p:bgPr>
        <a:solidFill>
          <a:schemeClr val="dk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4" descr="A red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40077" y="1923160"/>
            <a:ext cx="7708492" cy="31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600"/>
              <a:buFont typeface="Arial"/>
              <a:buNone/>
            </a:pPr>
            <a:r>
              <a:rPr lang="en" sz="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302" name="Google Shape;302;p24" descr="A black background with re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7456" y="6119871"/>
            <a:ext cx="1929248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24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304" name="Google Shape;304;p24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29438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Passion red">
  <p:cSld name="Welcome on Passion red">
    <p:bg>
      <p:bgPr>
        <a:solidFill>
          <a:schemeClr val="accen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5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2340077" y="1923160"/>
            <a:ext cx="7707852" cy="311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325" name="Google Shape;325;p25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25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327" name="Google Shape;327;p25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931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Power with illustration">
  <p:cSld name="Welcome on Power with illustration">
    <p:bg>
      <p:bgPr>
        <a:solidFill>
          <a:schemeClr val="accent2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6" descr="A white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14330" y="2536720"/>
            <a:ext cx="6758125" cy="181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 descr="A person holding another person's ha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2356" y="1"/>
            <a:ext cx="38599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6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4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26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351" name="Google Shape;351;p26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16913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Inspire with illustration">
  <p:cSld name="Welcome on Inspire with illustra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7" descr="A white text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8421" y="2467893"/>
            <a:ext cx="4846681" cy="1298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7"/>
          <p:cNvPicPr preferRelativeResize="0"/>
          <p:nvPr/>
        </p:nvPicPr>
        <p:blipFill rotWithShape="1">
          <a:blip r:embed="rId4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7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373" name="Google Shape;373;p27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374" name="Google Shape;374;p27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77387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Inspire with pattern 1">
  <p:cSld name="Welcome on Inspire with pattern 1">
    <p:bg>
      <p:bgPr>
        <a:solidFill>
          <a:schemeClr val="accent4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8" descr="A black background with red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8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8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396" name="Google Shape;396;p28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397" name="Google Shape;397;p28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32587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gradient 1">
  <p:cSld name="Welcome on gradient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9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9911" y="1912469"/>
            <a:ext cx="7634301" cy="30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/>
          <p:cNvPicPr preferRelativeResize="0"/>
          <p:nvPr/>
        </p:nvPicPr>
        <p:blipFill rotWithShape="1">
          <a:blip r:embed="rId4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9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419" name="Google Shape;419;p29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420" name="Google Shape;420;p29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9433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elcome on African heartbeat pattern">
  <p:cSld name="Welcome on African heartbeat pattern">
    <p:bg>
      <p:bgPr>
        <a:solidFill>
          <a:schemeClr val="accent3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0" descr="A red background with lines and a map of africa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0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9911" y="1912469"/>
            <a:ext cx="7634301" cy="30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0"/>
          <p:cNvPicPr preferRelativeResize="0"/>
          <p:nvPr/>
        </p:nvPicPr>
        <p:blipFill rotWithShape="1">
          <a:blip r:embed="rId4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0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443" name="Google Shape;443;p30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444" name="Google Shape;444;p30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0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0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0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0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08983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image - white">
  <p:cSld name="Welcome on image - white">
    <p:bg>
      <p:bgPr>
        <a:solidFill>
          <a:schemeClr val="lt1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64" name="Google Shape;464;p31" descr="A white line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18980" y="1914877"/>
            <a:ext cx="865233" cy="307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1" descr="A black and white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9911" y="2636605"/>
            <a:ext cx="379155" cy="1581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1" descr="A white letter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7067" y="2868562"/>
            <a:ext cx="4827829" cy="95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1" descr="A black background with white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9911" y="1912469"/>
            <a:ext cx="7634301" cy="308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1" descr="A white letter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1368" y="2878394"/>
            <a:ext cx="4827829" cy="95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1" descr="A white line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3112" y="1914877"/>
            <a:ext cx="865233" cy="307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1" descr="A black and white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3707" y="2636605"/>
            <a:ext cx="379155" cy="1581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1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472" name="Google Shape;472;p31"/>
          <p:cNvPicPr preferRelativeResize="0"/>
          <p:nvPr/>
        </p:nvPicPr>
        <p:blipFill rotWithShape="1">
          <a:blip r:embed="rId6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3" name="Google Shape;473;p31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474" name="Google Shape;474;p31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44165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Welcome on image - red">
  <p:cSld name="Welcome on image - red">
    <p:bg>
      <p:bgPr>
        <a:solidFill>
          <a:schemeClr val="lt1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94" name="Google Shape;494;p32" descr="A red text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4807" y="1917761"/>
            <a:ext cx="7634301" cy="308231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2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600"/>
              <a:buFont typeface="Arial"/>
              <a:buNone/>
            </a:pPr>
            <a:r>
              <a:rPr lang="en" sz="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496" name="Google Shape;496;p32" descr="A black background with re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7456" y="6119871"/>
            <a:ext cx="1929248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7" name="Google Shape;497;p32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498" name="Google Shape;498;p32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2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2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20421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ower with illustration">
  <p:cSld name="Title Power with illustration">
    <p:bg>
      <p:bgPr>
        <a:solidFill>
          <a:schemeClr val="accent2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33" descr="A person holding hands with another person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42465" y="2148414"/>
            <a:ext cx="2649536" cy="470958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3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33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20" name="Google Shape;520;p33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21" name="Google Shape;521;p33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22" name="Google Shape;522;p33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3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524" name="Google Shape;524;p33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525" name="Google Shape;525;p33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45925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ssion with illustration">
  <p:cSld name="Title Passion with illustra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4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34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46" name="Google Shape;546;p34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47" name="Google Shape;547;p34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48" name="Google Shape;548;p34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4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550" name="Google Shape;550;p34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551" name="Google Shape;551;p34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98385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ssion with One brand">
  <p:cSld name="Title Passion with One bran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35" descr="A red background with a map and a exclamation mar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5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35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73" name="Google Shape;573;p35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4" name="Google Shape;574;p35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75" name="Google Shape;575;p35"/>
          <p:cNvPicPr preferRelativeResize="0"/>
          <p:nvPr/>
        </p:nvPicPr>
        <p:blipFill rotWithShape="1">
          <a:blip r:embed="rId4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5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577" name="Google Shape;577;p35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578" name="Google Shape;578;p35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5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5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5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06809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ssion">
  <p:cSld name="Title Passion">
    <p:bg>
      <p:bgPr>
        <a:solidFill>
          <a:schemeClr val="accent1"/>
        </a:solidFill>
        <a:effectLst/>
      </p:bgPr>
    </p:bg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6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36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9" name="Google Shape;599;p36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00" name="Google Shape;600;p36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01" name="Google Shape;601;p36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6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603" name="Google Shape;603;p36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604" name="Google Shape;604;p36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24660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Gradient 1">
  <p:cSld name="Title Gradient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7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37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625" name="Google Shape;625;p37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37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27" name="Google Shape;627;p37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7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629" name="Google Shape;629;p37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630" name="Google Shape;630;p37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81550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frican heartbeat pattern">
  <p:cSld name="Title African heartbeat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8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38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651" name="Google Shape;651;p38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2" name="Google Shape;652;p38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53" name="Google Shape;653;p38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8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655" name="Google Shape;655;p38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656" name="Google Shape;656;p38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38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8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3751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ssion with pattern 1">
  <p:cSld name="Title Passion with pattern 1">
    <p:bg>
      <p:bgPr>
        <a:solidFill>
          <a:schemeClr val="accent1"/>
        </a:solidFill>
        <a:effectLst/>
      </p:bgPr>
    </p:bg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39" descr="A black background with red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39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39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678" name="Google Shape;678;p39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9" name="Google Shape;679;p39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680" name="Google Shape;680;p39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9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682" name="Google Shape;682;p39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683" name="Google Shape;683;p39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53805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Hope with pattern 5">
  <p:cSld name="Title Hope with pattern 5">
    <p:bg>
      <p:bgPr>
        <a:solidFill>
          <a:schemeClr val="accent3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40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0" y="1"/>
            <a:ext cx="12191368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0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40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000" rIns="27000" bIns="270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705" name="Google Shape;705;p40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6" name="Google Shape;706;p40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2pPr>
            <a:lvl3pPr marL="1828754" lvl="2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marL="2438339" lvl="3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4pPr>
            <a:lvl5pPr marL="3047924" lvl="4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707" name="Google Shape;707;p40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7241585" y="504262"/>
            <a:ext cx="4489164" cy="130568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0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709" name="Google Shape;709;p40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710" name="Google Shape;710;p40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255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ed Divider editable image - white">
  <p:cSld name="Numbered Divider editable image - white">
    <p:bg>
      <p:bgPr>
        <a:solidFill>
          <a:schemeClr val="lt2"/>
        </a:solidFill>
        <a:effectLst/>
      </p:bgPr>
    </p:bg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41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41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732" name="Google Shape;732;p41"/>
          <p:cNvSpPr txBox="1">
            <a:spLocks noGrp="1"/>
          </p:cNvSpPr>
          <p:nvPr>
            <p:ph type="body" idx="3"/>
          </p:nvPr>
        </p:nvSpPr>
        <p:spPr>
          <a:xfrm>
            <a:off x="371475" y="1490629"/>
            <a:ext cx="2519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1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3" name="Google Shape;733;p41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734" name="Google Shape;734;p41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5" name="Google Shape;735;p41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736" name="Google Shape;736;p41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1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1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1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1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38943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ed Divider editable image - red">
  <p:cSld name="Numbered Divider editable image - red">
    <p:bg>
      <p:bgPr>
        <a:solidFill>
          <a:schemeClr val="lt2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56" name="Google Shape;756;p42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4267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7" name="Google Shape;757;p42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2267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758" name="Google Shape;758;p42"/>
          <p:cNvSpPr txBox="1">
            <a:spLocks noGrp="1"/>
          </p:cNvSpPr>
          <p:nvPr>
            <p:ph type="body" idx="3"/>
          </p:nvPr>
        </p:nvSpPr>
        <p:spPr>
          <a:xfrm>
            <a:off x="371475" y="1490629"/>
            <a:ext cx="2519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None/>
              <a:defRPr sz="12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759" name="Google Shape;759;p42" descr="A black background with red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7456" y="6133098"/>
            <a:ext cx="1929248" cy="561061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2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600"/>
              <a:buFont typeface="Arial"/>
              <a:buNone/>
            </a:pPr>
            <a:r>
              <a:rPr lang="en" sz="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761" name="Google Shape;761;p42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762" name="Google Shape;762;p42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2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2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2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2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2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2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2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2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2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2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2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2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2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2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2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2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2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25335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ed Divider African heartbeat pattern">
  <p:cSld name="Numbered Divider African heartbeat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3"/>
          <p:cNvSpPr txBox="1">
            <a:spLocks noGrp="1"/>
          </p:cNvSpPr>
          <p:nvPr>
            <p:ph type="ctrTitle"/>
          </p:nvPr>
        </p:nvSpPr>
        <p:spPr>
          <a:xfrm>
            <a:off x="361643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2" name="Google Shape;782;p43"/>
          <p:cNvSpPr txBox="1">
            <a:spLocks noGrp="1"/>
          </p:cNvSpPr>
          <p:nvPr>
            <p:ph type="subTitle" idx="1"/>
          </p:nvPr>
        </p:nvSpPr>
        <p:spPr>
          <a:xfrm>
            <a:off x="371475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783" name="Google Shape;783;p43"/>
          <p:cNvSpPr txBox="1">
            <a:spLocks noGrp="1"/>
          </p:cNvSpPr>
          <p:nvPr>
            <p:ph type="body" idx="2"/>
          </p:nvPr>
        </p:nvSpPr>
        <p:spPr>
          <a:xfrm>
            <a:off x="361643" y="1490629"/>
            <a:ext cx="2519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1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4" name="Google Shape;784;p43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785" name="Google Shape;785;p43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6" name="Google Shape;786;p43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787" name="Google Shape;787;p43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3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3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3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3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3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3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3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3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3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3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3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3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3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3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3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3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3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72166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ed Divider Hope with illustration">
  <p:cSld name="Numbered Divider Hope with illustration">
    <p:bg>
      <p:bgPr>
        <a:solidFill>
          <a:schemeClr val="accent2"/>
        </a:solidFill>
        <a:effectLst/>
      </p:bgPr>
    </p:bg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44" descr="A cartoon of a person wearing glasses and a ha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84"/>
            <a:ext cx="12192008" cy="6844632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44"/>
          <p:cNvSpPr txBox="1">
            <a:spLocks noGrp="1"/>
          </p:cNvSpPr>
          <p:nvPr>
            <p:ph type="ctrTitle"/>
          </p:nvPr>
        </p:nvSpPr>
        <p:spPr>
          <a:xfrm>
            <a:off x="361643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44"/>
          <p:cNvSpPr txBox="1">
            <a:spLocks noGrp="1"/>
          </p:cNvSpPr>
          <p:nvPr>
            <p:ph type="subTitle" idx="1"/>
          </p:nvPr>
        </p:nvSpPr>
        <p:spPr>
          <a:xfrm>
            <a:off x="371475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809" name="Google Shape;809;p44"/>
          <p:cNvSpPr txBox="1">
            <a:spLocks noGrp="1"/>
          </p:cNvSpPr>
          <p:nvPr>
            <p:ph type="body" idx="2"/>
          </p:nvPr>
        </p:nvSpPr>
        <p:spPr>
          <a:xfrm>
            <a:off x="361643" y="1490629"/>
            <a:ext cx="2519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1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0" name="Google Shape;810;p44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811" name="Google Shape;811;p44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2" name="Google Shape;812;p44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813" name="Google Shape;813;p44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4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4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4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4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4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4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4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4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4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4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4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4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4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4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4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4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4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14069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ed Divider Passion red">
  <p:cSld name="Numbered Divider Passion red">
    <p:bg>
      <p:bgPr>
        <a:solidFill>
          <a:schemeClr val="accent1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5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45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834" name="Google Shape;834;p45"/>
          <p:cNvSpPr txBox="1">
            <a:spLocks noGrp="1"/>
          </p:cNvSpPr>
          <p:nvPr>
            <p:ph type="body" idx="2"/>
          </p:nvPr>
        </p:nvSpPr>
        <p:spPr>
          <a:xfrm>
            <a:off x="371475" y="1490629"/>
            <a:ext cx="2519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1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5" name="Google Shape;835;p45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836" name="Google Shape;836;p45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7" name="Google Shape;837;p45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838" name="Google Shape;838;p45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5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5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5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5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5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5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5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5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5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5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5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5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5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5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5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5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5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8164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ed Divider Hope with pattern 5">
  <p:cSld name="Numbered Divider Hope with pattern 5">
    <p:bg>
      <p:bgPr>
        <a:solidFill>
          <a:schemeClr val="accent2"/>
        </a:solidFill>
        <a:effectLst/>
      </p:bgPr>
    </p:bg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46" descr="A red and black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46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9" name="Google Shape;859;p46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860" name="Google Shape;860;p46"/>
          <p:cNvSpPr txBox="1">
            <a:spLocks noGrp="1"/>
          </p:cNvSpPr>
          <p:nvPr>
            <p:ph type="body" idx="2"/>
          </p:nvPr>
        </p:nvSpPr>
        <p:spPr>
          <a:xfrm>
            <a:off x="371475" y="1490629"/>
            <a:ext cx="2519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1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1" name="Google Shape;861;p46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862" name="Google Shape;862;p46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3" name="Google Shape;863;p46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864" name="Google Shape;864;p46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6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6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6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6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6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6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6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6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46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46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46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46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46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406424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editable image-white">
  <p:cSld name="Divider editable image-white">
    <p:bg>
      <p:bgPr>
        <a:solidFill>
          <a:schemeClr val="lt2"/>
        </a:solidFill>
        <a:effectLst/>
      </p:bgPr>
    </p:bg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84" name="Google Shape;884;p47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47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886" name="Google Shape;886;p47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pic>
        <p:nvPicPr>
          <p:cNvPr id="887" name="Google Shape;887;p47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9785023" y="6138143"/>
            <a:ext cx="1911671" cy="556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47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889" name="Google Shape;889;p47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7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7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7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7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7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47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47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7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47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7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47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7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7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7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7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3426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editable image_passion">
  <p:cSld name="Divider editable image_passion">
    <p:bg>
      <p:bgPr>
        <a:solidFill>
          <a:schemeClr val="lt2"/>
        </a:solidFill>
        <a:effectLst/>
      </p:bgPr>
    </p:bg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48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4267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48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None/>
              <a:defRPr sz="2267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911" name="Google Shape;911;p48" descr="A black background with red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7456" y="6133098"/>
            <a:ext cx="1929248" cy="561061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8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600"/>
              <a:buFont typeface="Arial"/>
              <a:buNone/>
            </a:pPr>
            <a:r>
              <a:rPr lang="en" sz="800" b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913" name="Google Shape;913;p48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914" name="Google Shape;914;p48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8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8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8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8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8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8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8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8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8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8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8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48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48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8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8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48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8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31022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African heartbeat pattern">
  <p:cSld name="Divider African heartbeat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9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49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935" name="Google Shape;935;p49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49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937" name="Google Shape;937;p49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938" name="Google Shape;938;p49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9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9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9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49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49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9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9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9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9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9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49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49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49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49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49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49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49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92737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Hope with illustration">
  <p:cSld name="Divider Hope with illustration">
    <p:bg>
      <p:bgPr>
        <a:solidFill>
          <a:schemeClr val="accent2"/>
        </a:solidFill>
        <a:effectLst/>
      </p:bgPr>
    </p:bg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50" descr="A cartoon of a person wearing glasses and a ha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684"/>
            <a:ext cx="12192008" cy="6844632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50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9" name="Google Shape;959;p50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960" name="Google Shape;960;p50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50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962" name="Google Shape;962;p50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963" name="Google Shape;963;p50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0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0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0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0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0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0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0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0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0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0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0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0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0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0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0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0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0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5378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Passion red">
  <p:cSld name="Divider Passion red">
    <p:bg>
      <p:bgPr>
        <a:solidFill>
          <a:schemeClr val="accent1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1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51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984" name="Google Shape;984;p51"/>
          <p:cNvPicPr preferRelativeResize="0"/>
          <p:nvPr/>
        </p:nvPicPr>
        <p:blipFill rotWithShape="1">
          <a:blip r:embed="rId2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51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986" name="Google Shape;986;p51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987" name="Google Shape;987;p51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1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1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1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1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1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1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1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1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1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1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1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1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1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1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1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1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1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076773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Hope with pattern 5">
  <p:cSld name="Divider Hope with pattern 5">
    <p:bg>
      <p:bgPr>
        <a:solidFill>
          <a:schemeClr val="accent2"/>
        </a:solidFill>
        <a:effectLst/>
      </p:bgPr>
    </p:bg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6" name="Google Shape;1006;p52" descr="A red and black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2"/>
          <p:cNvSpPr txBox="1">
            <a:spLocks noGrp="1"/>
          </p:cNvSpPr>
          <p:nvPr>
            <p:ph type="ctrTitle"/>
          </p:nvPr>
        </p:nvSpPr>
        <p:spPr>
          <a:xfrm>
            <a:off x="371475" y="3086549"/>
            <a:ext cx="5553200" cy="8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426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8" name="Google Shape;1008;p52"/>
          <p:cNvSpPr txBox="1">
            <a:spLocks noGrp="1"/>
          </p:cNvSpPr>
          <p:nvPr>
            <p:ph type="subTitle" idx="1"/>
          </p:nvPr>
        </p:nvSpPr>
        <p:spPr>
          <a:xfrm>
            <a:off x="381307" y="4097219"/>
            <a:ext cx="55532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22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1009" name="Google Shape;1009;p52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52"/>
          <p:cNvSpPr txBox="1"/>
          <p:nvPr/>
        </p:nvSpPr>
        <p:spPr>
          <a:xfrm>
            <a:off x="371475" y="6503659"/>
            <a:ext cx="7166400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061" marR="0" lvl="0" indent="-237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[Add company classification and regulatory details] </a:t>
            </a:r>
            <a:endParaRPr sz="1467"/>
          </a:p>
        </p:txBody>
      </p:sp>
      <p:grpSp>
        <p:nvGrpSpPr>
          <p:cNvPr id="1011" name="Google Shape;1011;p52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012" name="Google Shape;1012;p52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2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2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2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2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2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2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2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2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2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2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2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2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2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2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2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2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2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09015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3"/>
          <p:cNvSpPr txBox="1">
            <a:spLocks noGrp="1"/>
          </p:cNvSpPr>
          <p:nvPr>
            <p:ph type="title"/>
          </p:nvPr>
        </p:nvSpPr>
        <p:spPr>
          <a:xfrm>
            <a:off x="371475" y="668385"/>
            <a:ext cx="113164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2" name="Google Shape;1032;p53"/>
          <p:cNvSpPr txBox="1"/>
          <p:nvPr/>
        </p:nvSpPr>
        <p:spPr>
          <a:xfrm>
            <a:off x="358775" y="6348669"/>
            <a:ext cx="227200" cy="28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44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933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968667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Passion red">
  <p:cSld name="Thank you Passion red">
    <p:bg>
      <p:bgPr>
        <a:solidFill>
          <a:schemeClr val="accent1"/>
        </a:solidFill>
        <a:effectLst/>
      </p:bgPr>
    </p:bg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54" descr="A black background with white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0241" y="1904861"/>
            <a:ext cx="7857659" cy="307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54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6" name="Google Shape;1036;p54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037" name="Google Shape;1037;p54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4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4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4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4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4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4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4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4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4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4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4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4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4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4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4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4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4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69378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Gradient">
  <p:cSld name="Thank you Gradi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55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55" descr="A black background with white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0241" y="1904861"/>
            <a:ext cx="7857659" cy="30702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8" name="Google Shape;1058;p55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059" name="Google Shape;1059;p55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5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5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5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5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5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5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5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5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55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55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5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5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5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5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5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55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55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0735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African heartbeat pattern">
  <p:cSld name="Thank you African heartbeat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56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41" y="1904861"/>
            <a:ext cx="7857659" cy="307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6"/>
          <p:cNvPicPr preferRelativeResize="0"/>
          <p:nvPr/>
        </p:nvPicPr>
        <p:blipFill rotWithShape="1">
          <a:blip r:embed="rId4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0" name="Google Shape;1080;p56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081" name="Google Shape;1081;p56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56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56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56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56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56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56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56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56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56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56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56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6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56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56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56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56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56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52885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Inspire pattern">
  <p:cSld name="Thank you Inspire pattern">
    <p:bg>
      <p:bgPr>
        <a:solidFill>
          <a:schemeClr val="accent4"/>
        </a:solidFill>
        <a:effectLst/>
      </p:bgPr>
    </p:bg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0" name="Google Shape;1100;p57" descr="A black background with red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8" cy="685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57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2" name="Google Shape;1102;p57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103" name="Google Shape;1103;p57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57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7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57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57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57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57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57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57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57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57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57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57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7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7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7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57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57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07158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image - white">
  <p:cSld name="Thank you image - white">
    <p:bg>
      <p:bgPr>
        <a:solidFill>
          <a:schemeClr val="lt1"/>
        </a:solidFill>
        <a:effectLst/>
      </p:bgPr>
    </p:bg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5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23" name="Google Shape;1123;p58" descr="A black background with white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0241" y="1904861"/>
            <a:ext cx="7857659" cy="307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8"/>
          <p:cNvPicPr preferRelativeResize="0"/>
          <p:nvPr/>
        </p:nvPicPr>
        <p:blipFill rotWithShape="1">
          <a:blip r:embed="rId3">
            <a:alphaModFix/>
          </a:blip>
          <a:srcRect l="9"/>
          <a:stretch/>
        </p:blipFill>
        <p:spPr>
          <a:xfrm>
            <a:off x="9767456" y="6133098"/>
            <a:ext cx="1929021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5" name="Google Shape;1125;p58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126" name="Google Shape;1126;p58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58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58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58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58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58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58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58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58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58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58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58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58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58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58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58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58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58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572957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image - red">
  <p:cSld name="Thank you image - red">
    <p:bg>
      <p:bgPr>
        <a:solidFill>
          <a:schemeClr val="lt1"/>
        </a:solidFill>
        <a:effectLst/>
      </p:bgPr>
    </p:bg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146" name="Google Shape;1146;p59" descr="A close up of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0241" y="1904861"/>
            <a:ext cx="7857659" cy="3070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9" descr="A black background with re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7456" y="6133098"/>
            <a:ext cx="1929248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8" name="Google Shape;1148;p59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1149" name="Google Shape;1149;p59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59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59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59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59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59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59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59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59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59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59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59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59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59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59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59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59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59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42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5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69.xml"/><Relationship Id="rId47" Type="http://schemas.openxmlformats.org/officeDocument/2006/relationships/theme" Target="../theme/theme3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6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59.xml"/><Relationship Id="rId37" Type="http://schemas.openxmlformats.org/officeDocument/2006/relationships/slideLayout" Target="../slideLayouts/slideLayout64.xml"/><Relationship Id="rId40" Type="http://schemas.openxmlformats.org/officeDocument/2006/relationships/slideLayout" Target="../slideLayouts/slideLayout67.xml"/><Relationship Id="rId45" Type="http://schemas.openxmlformats.org/officeDocument/2006/relationships/slideLayout" Target="../slideLayouts/slideLayout72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58.xml"/><Relationship Id="rId44" Type="http://schemas.openxmlformats.org/officeDocument/2006/relationships/slideLayout" Target="../slideLayouts/slideLayout71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7.xml"/><Relationship Id="rId35" Type="http://schemas.openxmlformats.org/officeDocument/2006/relationships/slideLayout" Target="../slideLayouts/slideLayout62.xml"/><Relationship Id="rId43" Type="http://schemas.openxmlformats.org/officeDocument/2006/relationships/slideLayout" Target="../slideLayouts/slideLayout70.xml"/><Relationship Id="rId48" Type="http://schemas.openxmlformats.org/officeDocument/2006/relationships/image" Target="../media/image8.png"/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60.xml"/><Relationship Id="rId38" Type="http://schemas.openxmlformats.org/officeDocument/2006/relationships/slideLayout" Target="../slideLayouts/slideLayout65.xml"/><Relationship Id="rId4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570FDA4-5188-4CAC-BA53-A172F440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445824"/>
            <a:ext cx="11411437" cy="589181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4E863-F511-418D-9981-5E0855C6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6" y="1339347"/>
            <a:ext cx="11411437" cy="463728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838113-2299-44E3-AB16-DF8AFC74CDCC}"/>
              </a:ext>
            </a:extLst>
          </p:cNvPr>
          <p:cNvCxnSpPr/>
          <p:nvPr/>
        </p:nvCxnSpPr>
        <p:spPr>
          <a:xfrm>
            <a:off x="358776" y="6281666"/>
            <a:ext cx="1141224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A29DB5-DE92-44D0-A3D0-89AA5B3C1A25}"/>
              </a:ext>
            </a:extLst>
          </p:cNvPr>
          <p:cNvGrpSpPr/>
          <p:nvPr/>
        </p:nvGrpSpPr>
        <p:grpSpPr>
          <a:xfrm>
            <a:off x="12048329" y="1"/>
            <a:ext cx="143679" cy="6858000"/>
            <a:chOff x="12073965" y="-3096"/>
            <a:chExt cx="127000" cy="6096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D4272C-4EE7-4C16-8FDF-DC9CBC511ABC}"/>
                </a:ext>
              </a:extLst>
            </p:cNvPr>
            <p:cNvSpPr/>
            <p:nvPr/>
          </p:nvSpPr>
          <p:spPr>
            <a:xfrm>
              <a:off x="12073965" y="-3096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500D29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2DC2C71-41A3-4908-92C5-F81BD94AA850}"/>
                </a:ext>
              </a:extLst>
            </p:cNvPr>
            <p:cNvSpPr/>
            <p:nvPr/>
          </p:nvSpPr>
          <p:spPr>
            <a:xfrm>
              <a:off x="12073965" y="758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96172B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BA86B89-FEE9-453F-B9DC-6E5732A9B490}"/>
                </a:ext>
              </a:extLst>
            </p:cNvPr>
            <p:cNvSpPr/>
            <p:nvPr/>
          </p:nvSpPr>
          <p:spPr>
            <a:xfrm>
              <a:off x="12073965" y="377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650E35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AEB1386-9797-4A56-B589-2E1382AA1928}"/>
                </a:ext>
              </a:extLst>
            </p:cNvPr>
            <p:cNvSpPr/>
            <p:nvPr/>
          </p:nvSpPr>
          <p:spPr>
            <a:xfrm>
              <a:off x="12073965" y="1139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AA1830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AB54C32-2B11-4CAD-A7EF-7276C22C1479}"/>
                </a:ext>
              </a:extLst>
            </p:cNvPr>
            <p:cNvSpPr/>
            <p:nvPr/>
          </p:nvSpPr>
          <p:spPr>
            <a:xfrm>
              <a:off x="12073965" y="3044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AA1830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D88A16B-001C-4E91-8EFD-20DAB791FC20}"/>
                </a:ext>
              </a:extLst>
            </p:cNvPr>
            <p:cNvSpPr/>
            <p:nvPr/>
          </p:nvSpPr>
          <p:spPr>
            <a:xfrm>
              <a:off x="12073965" y="3806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500D29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67779C8-E06D-42C4-BF2C-B9C1B17E56DC}"/>
                </a:ext>
              </a:extLst>
            </p:cNvPr>
            <p:cNvSpPr/>
            <p:nvPr/>
          </p:nvSpPr>
          <p:spPr>
            <a:xfrm>
              <a:off x="12073965" y="3425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96172B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D07DA21-4AF1-4F8A-9A94-19D2B352AFA7}"/>
                </a:ext>
              </a:extLst>
            </p:cNvPr>
            <p:cNvSpPr/>
            <p:nvPr/>
          </p:nvSpPr>
          <p:spPr>
            <a:xfrm>
              <a:off x="12073965" y="4187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650E35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064A4E-E05E-4A8E-93FD-85E4637A1D5D}"/>
                </a:ext>
              </a:extLst>
            </p:cNvPr>
            <p:cNvSpPr/>
            <p:nvPr/>
          </p:nvSpPr>
          <p:spPr>
            <a:xfrm>
              <a:off x="12073965" y="1520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BE172B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5473D63-0DA1-4B92-821E-65F4665F7CC0}"/>
                </a:ext>
              </a:extLst>
            </p:cNvPr>
            <p:cNvSpPr/>
            <p:nvPr/>
          </p:nvSpPr>
          <p:spPr>
            <a:xfrm>
              <a:off x="12073965" y="2282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F7721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E651D75-3E37-4AD7-B05E-DA70901A0BE2}"/>
                </a:ext>
              </a:extLst>
            </p:cNvPr>
            <p:cNvSpPr/>
            <p:nvPr/>
          </p:nvSpPr>
          <p:spPr>
            <a:xfrm>
              <a:off x="12073965" y="1901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DC0A34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6B25E35-41D5-4AE8-9B72-F29C691ABD48}"/>
                </a:ext>
              </a:extLst>
            </p:cNvPr>
            <p:cNvSpPr/>
            <p:nvPr/>
          </p:nvSpPr>
          <p:spPr>
            <a:xfrm>
              <a:off x="12073965" y="2663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A5728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0688700-37E6-449C-93D5-EF9A3580339E}"/>
                </a:ext>
              </a:extLst>
            </p:cNvPr>
            <p:cNvSpPr/>
            <p:nvPr/>
          </p:nvSpPr>
          <p:spPr>
            <a:xfrm>
              <a:off x="12073965" y="4568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88133E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EA1D569-F84F-4587-9C7C-1397390EB94E}"/>
                </a:ext>
              </a:extLst>
            </p:cNvPr>
            <p:cNvSpPr/>
            <p:nvPr/>
          </p:nvSpPr>
          <p:spPr>
            <a:xfrm>
              <a:off x="12073965" y="5330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8365C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8799914-9961-4B60-836A-E159F87D0B9D}"/>
                </a:ext>
              </a:extLst>
            </p:cNvPr>
            <p:cNvSpPr/>
            <p:nvPr/>
          </p:nvSpPr>
          <p:spPr>
            <a:xfrm>
              <a:off x="12073965" y="4949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AF184C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102C16D-F8B7-4BEF-A7FF-77334C5DE01F}"/>
                </a:ext>
              </a:extLst>
            </p:cNvPr>
            <p:cNvSpPr/>
            <p:nvPr/>
          </p:nvSpPr>
          <p:spPr>
            <a:xfrm>
              <a:off x="12073965" y="5711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B5A79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507989"/>
              <a:endParaRPr lang="en-GB" sz="1002" dirty="0">
                <a:solidFill>
                  <a:srgbClr val="262626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2623C40-7C6C-B626-E5A6-5A692C3824A4}"/>
              </a:ext>
            </a:extLst>
          </p:cNvPr>
          <p:cNvSpPr txBox="1"/>
          <p:nvPr userDrawn="1"/>
        </p:nvSpPr>
        <p:spPr>
          <a:xfrm>
            <a:off x="349815" y="6584886"/>
            <a:ext cx="6157684" cy="15406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325">
              <a:defRPr/>
            </a:pPr>
            <a:r>
              <a:rPr lang="en-GB" sz="753" cap="all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B67A78-A5EA-D1FC-F3E8-DCC9E800A0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430" y="6232989"/>
            <a:ext cx="897676" cy="698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3BEBA-118B-4345-5409-CFDE5BB6C873}"/>
              </a:ext>
            </a:extLst>
          </p:cNvPr>
          <p:cNvSpPr txBox="1"/>
          <p:nvPr userDrawn="1"/>
        </p:nvSpPr>
        <p:spPr>
          <a:xfrm>
            <a:off x="358776" y="6352342"/>
            <a:ext cx="8571077" cy="1540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851364">
              <a:defRPr/>
            </a:pPr>
            <a:fld id="{13D9B5B3-34F1-4574-8603-EBF049354228}" type="slidenum">
              <a:rPr lang="en-GB" sz="700" smtClean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pPr defTabSz="851364">
                <a:defRPr/>
              </a:pPr>
              <a:t>‹#›</a:t>
            </a:fld>
            <a:r>
              <a:rPr lang="en-GB" sz="70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 </a:t>
            </a:r>
            <a:r>
              <a:rPr lang="en-GB" sz="753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|  Zambia | </a:t>
            </a:r>
            <a:r>
              <a:rPr lang="en-US" sz="753" baseline="0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Board </a:t>
            </a:r>
            <a:r>
              <a:rPr lang="en-GB" sz="753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|</a:t>
            </a:r>
            <a:r>
              <a:rPr lang="en-US" sz="753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Q1 2025 Business Review | July 2025</a:t>
            </a:r>
            <a:endParaRPr lang="en-GB" sz="753" dirty="0">
              <a:solidFill>
                <a:srgbClr val="262626">
                  <a:lumMod val="50000"/>
                </a:srgb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53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5553" rtl="0" eaLnBrk="1" latinLnBrk="0" hangingPunct="1">
        <a:lnSpc>
          <a:spcPct val="90000"/>
        </a:lnSpc>
        <a:spcBef>
          <a:spcPct val="0"/>
        </a:spcBef>
        <a:buNone/>
        <a:defRPr sz="1326" b="1" i="0" kern="1200" cap="none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36388" indent="-136388" algn="l" defTabSz="54555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715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76235" indent="-140953" algn="l" defTabSz="54555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–"/>
        <a:defRPr sz="612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11517" indent="-135282" algn="l" defTabSz="54555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612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46798" indent="-135282" algn="l" defTabSz="54555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−"/>
        <a:defRPr sz="612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642387" indent="-95588" algn="l" defTabSz="54555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612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500270" indent="-136388" algn="l" defTabSz="545553" rtl="0" eaLnBrk="1" latinLnBrk="0" hangingPunct="1">
        <a:lnSpc>
          <a:spcPct val="90000"/>
        </a:lnSpc>
        <a:spcBef>
          <a:spcPts val="298"/>
        </a:spcBef>
        <a:buFont typeface="Arial" panose="020B0604020202020204" pitchFamily="34" charset="0"/>
        <a:buChar char="•"/>
        <a:defRPr sz="1074" kern="1200">
          <a:solidFill>
            <a:schemeClr val="tx1"/>
          </a:solidFill>
          <a:latin typeface="+mn-lt"/>
          <a:ea typeface="+mn-ea"/>
          <a:cs typeface="+mn-cs"/>
        </a:defRPr>
      </a:lvl6pPr>
      <a:lvl7pPr marL="1773048" indent="-136388" algn="l" defTabSz="545553" rtl="0" eaLnBrk="1" latinLnBrk="0" hangingPunct="1">
        <a:lnSpc>
          <a:spcPct val="90000"/>
        </a:lnSpc>
        <a:spcBef>
          <a:spcPts val="298"/>
        </a:spcBef>
        <a:buFont typeface="Arial" panose="020B0604020202020204" pitchFamily="34" charset="0"/>
        <a:buChar char="•"/>
        <a:defRPr sz="1074" kern="1200">
          <a:solidFill>
            <a:schemeClr val="tx1"/>
          </a:solidFill>
          <a:latin typeface="+mn-lt"/>
          <a:ea typeface="+mn-ea"/>
          <a:cs typeface="+mn-cs"/>
        </a:defRPr>
      </a:lvl7pPr>
      <a:lvl8pPr marL="2045823" indent="-136388" algn="l" defTabSz="545553" rtl="0" eaLnBrk="1" latinLnBrk="0" hangingPunct="1">
        <a:lnSpc>
          <a:spcPct val="90000"/>
        </a:lnSpc>
        <a:spcBef>
          <a:spcPts val="298"/>
        </a:spcBef>
        <a:buFont typeface="Arial" panose="020B0604020202020204" pitchFamily="34" charset="0"/>
        <a:buChar char="•"/>
        <a:defRPr sz="1074" kern="1200">
          <a:solidFill>
            <a:schemeClr val="tx1"/>
          </a:solidFill>
          <a:latin typeface="+mn-lt"/>
          <a:ea typeface="+mn-ea"/>
          <a:cs typeface="+mn-cs"/>
        </a:defRPr>
      </a:lvl8pPr>
      <a:lvl9pPr marL="2318600" indent="-136388" algn="l" defTabSz="545553" rtl="0" eaLnBrk="1" latinLnBrk="0" hangingPunct="1">
        <a:lnSpc>
          <a:spcPct val="90000"/>
        </a:lnSpc>
        <a:spcBef>
          <a:spcPts val="298"/>
        </a:spcBef>
        <a:buFont typeface="Arial" panose="020B0604020202020204" pitchFamily="34" charset="0"/>
        <a:buChar char="•"/>
        <a:defRPr sz="10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1pPr>
      <a:lvl2pPr marL="272776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2pPr>
      <a:lvl3pPr marL="545553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3pPr>
      <a:lvl4pPr marL="818328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4pPr>
      <a:lvl5pPr marL="1091106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5pPr>
      <a:lvl6pPr marL="1363883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6pPr>
      <a:lvl7pPr marL="1636659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7pPr>
      <a:lvl8pPr marL="1909436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8pPr>
      <a:lvl9pPr marL="2182212" algn="l" defTabSz="545553" rtl="0" eaLnBrk="1" latinLnBrk="0" hangingPunct="1">
        <a:defRPr sz="10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>
          <p15:clr>
            <a:srgbClr val="F26B43"/>
          </p15:clr>
        </p15:guide>
        <p15:guide id="2" pos="171">
          <p15:clr>
            <a:srgbClr val="F26B43"/>
          </p15:clr>
        </p15:guide>
        <p15:guide id="3" orient="horz" pos="3765">
          <p15:clr>
            <a:srgbClr val="F26B43"/>
          </p15:clr>
        </p15:guide>
        <p15:guide id="4" pos="5527">
          <p15:clr>
            <a:srgbClr val="F26B43"/>
          </p15:clr>
        </p15:guide>
        <p15:guide id="5" orient="horz" pos="84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A4024B-FFF6-414C-A35F-4CDBA5D8C77C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</p:nvPr>
        </p:nvGraphicFramePr>
        <p:xfrm>
          <a:off x="1922" y="1440"/>
          <a:ext cx="1921" cy="1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8" imgH="408" progId="TCLayout.ActiveDocument.1">
                  <p:embed/>
                </p:oleObj>
              </mc:Choice>
              <mc:Fallback>
                <p:oleObj name="think-cell Slide" r:id="rId19" imgW="408" imgH="40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A4024B-FFF6-414C-A35F-4CDBA5D8C7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22" y="1440"/>
                        <a:ext cx="1921" cy="1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CE8F94F-1893-4874-89C8-4AF3D9DA989D}"/>
              </a:ext>
            </a:extLst>
          </p:cNvPr>
          <p:cNvSpPr txBox="1"/>
          <p:nvPr/>
        </p:nvSpPr>
        <p:spPr>
          <a:xfrm>
            <a:off x="349814" y="6584885"/>
            <a:ext cx="6157684" cy="15406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685723">
              <a:defRPr/>
            </a:pPr>
            <a:r>
              <a:rPr lang="en-GB" sz="565" cap="all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570FDA4-5188-4CAC-BA53-A172F440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445814"/>
            <a:ext cx="11411438" cy="589182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4E863-F511-418D-9981-5E0855C6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6" y="1339346"/>
            <a:ext cx="11411438" cy="4637281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Add first level body copy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838113-2299-44E3-AB16-DF8AFC74CDCC}"/>
              </a:ext>
            </a:extLst>
          </p:cNvPr>
          <p:cNvCxnSpPr/>
          <p:nvPr/>
        </p:nvCxnSpPr>
        <p:spPr>
          <a:xfrm>
            <a:off x="358774" y="6281666"/>
            <a:ext cx="1141224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A29DB5-DE92-44D0-A3D0-89AA5B3C1A25}"/>
              </a:ext>
            </a:extLst>
          </p:cNvPr>
          <p:cNvGrpSpPr/>
          <p:nvPr/>
        </p:nvGrpSpPr>
        <p:grpSpPr>
          <a:xfrm>
            <a:off x="12048321" y="0"/>
            <a:ext cx="143679" cy="6858000"/>
            <a:chOff x="12073965" y="-3096"/>
            <a:chExt cx="127000" cy="6096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D4272C-4EE7-4C16-8FDF-DC9CBC511ABC}"/>
                </a:ext>
              </a:extLst>
            </p:cNvPr>
            <p:cNvSpPr/>
            <p:nvPr/>
          </p:nvSpPr>
          <p:spPr>
            <a:xfrm>
              <a:off x="12073965" y="-3096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500D29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2DC2C71-41A3-4908-92C5-F81BD94AA850}"/>
                </a:ext>
              </a:extLst>
            </p:cNvPr>
            <p:cNvSpPr/>
            <p:nvPr/>
          </p:nvSpPr>
          <p:spPr>
            <a:xfrm>
              <a:off x="12073965" y="758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96172B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BA86B89-FEE9-453F-B9DC-6E5732A9B490}"/>
                </a:ext>
              </a:extLst>
            </p:cNvPr>
            <p:cNvSpPr/>
            <p:nvPr/>
          </p:nvSpPr>
          <p:spPr>
            <a:xfrm>
              <a:off x="12073965" y="377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650E35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AEB1386-9797-4A56-B589-2E1382AA1928}"/>
                </a:ext>
              </a:extLst>
            </p:cNvPr>
            <p:cNvSpPr/>
            <p:nvPr/>
          </p:nvSpPr>
          <p:spPr>
            <a:xfrm>
              <a:off x="12073965" y="1139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AA1830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AB54C32-2B11-4CAD-A7EF-7276C22C1479}"/>
                </a:ext>
              </a:extLst>
            </p:cNvPr>
            <p:cNvSpPr/>
            <p:nvPr/>
          </p:nvSpPr>
          <p:spPr>
            <a:xfrm>
              <a:off x="12073965" y="3044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AA1830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D88A16B-001C-4E91-8EFD-20DAB791FC20}"/>
                </a:ext>
              </a:extLst>
            </p:cNvPr>
            <p:cNvSpPr/>
            <p:nvPr/>
          </p:nvSpPr>
          <p:spPr>
            <a:xfrm>
              <a:off x="12073965" y="3806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500D29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67779C8-E06D-42C4-BF2C-B9C1B17E56DC}"/>
                </a:ext>
              </a:extLst>
            </p:cNvPr>
            <p:cNvSpPr/>
            <p:nvPr/>
          </p:nvSpPr>
          <p:spPr>
            <a:xfrm>
              <a:off x="12073965" y="3425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96172B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D07DA21-4AF1-4F8A-9A94-19D2B352AFA7}"/>
                </a:ext>
              </a:extLst>
            </p:cNvPr>
            <p:cNvSpPr/>
            <p:nvPr/>
          </p:nvSpPr>
          <p:spPr>
            <a:xfrm>
              <a:off x="12073965" y="4187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650E35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064A4E-E05E-4A8E-93FD-85E4637A1D5D}"/>
                </a:ext>
              </a:extLst>
            </p:cNvPr>
            <p:cNvSpPr/>
            <p:nvPr/>
          </p:nvSpPr>
          <p:spPr>
            <a:xfrm>
              <a:off x="12073965" y="1520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BE172B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5473D63-0DA1-4B92-821E-65F4665F7CC0}"/>
                </a:ext>
              </a:extLst>
            </p:cNvPr>
            <p:cNvSpPr/>
            <p:nvPr/>
          </p:nvSpPr>
          <p:spPr>
            <a:xfrm>
              <a:off x="12073965" y="2282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F7721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E651D75-3E37-4AD7-B05E-DA70901A0BE2}"/>
                </a:ext>
              </a:extLst>
            </p:cNvPr>
            <p:cNvSpPr/>
            <p:nvPr/>
          </p:nvSpPr>
          <p:spPr>
            <a:xfrm>
              <a:off x="12073965" y="1901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DC0A34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6B25E35-41D5-4AE8-9B72-F29C691ABD48}"/>
                </a:ext>
              </a:extLst>
            </p:cNvPr>
            <p:cNvSpPr/>
            <p:nvPr/>
          </p:nvSpPr>
          <p:spPr>
            <a:xfrm>
              <a:off x="12073965" y="2663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A5728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0688700-37E6-449C-93D5-EF9A3580339E}"/>
                </a:ext>
              </a:extLst>
            </p:cNvPr>
            <p:cNvSpPr/>
            <p:nvPr/>
          </p:nvSpPr>
          <p:spPr>
            <a:xfrm>
              <a:off x="12073965" y="4568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88133E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EA1D569-F84F-4587-9C7C-1397390EB94E}"/>
                </a:ext>
              </a:extLst>
            </p:cNvPr>
            <p:cNvSpPr/>
            <p:nvPr/>
          </p:nvSpPr>
          <p:spPr>
            <a:xfrm>
              <a:off x="12073965" y="5330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8365C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8799914-9961-4B60-836A-E159F87D0B9D}"/>
                </a:ext>
              </a:extLst>
            </p:cNvPr>
            <p:cNvSpPr/>
            <p:nvPr/>
          </p:nvSpPr>
          <p:spPr>
            <a:xfrm>
              <a:off x="12073965" y="4949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AF184C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102C16D-F8B7-4BEF-A7FF-77334C5DE01F}"/>
                </a:ext>
              </a:extLst>
            </p:cNvPr>
            <p:cNvSpPr/>
            <p:nvPr/>
          </p:nvSpPr>
          <p:spPr>
            <a:xfrm>
              <a:off x="12073965" y="5711904"/>
              <a:ext cx="127000" cy="381000"/>
            </a:xfrm>
            <a:custGeom>
              <a:avLst/>
              <a:gdLst>
                <a:gd name="connsiteX0" fmla="*/ 3096 w 127000"/>
                <a:gd name="connsiteY0" fmla="*/ 3096 h 381000"/>
                <a:gd name="connsiteX1" fmla="*/ 128826 w 127000"/>
                <a:gd name="connsiteY1" fmla="*/ 3096 h 381000"/>
                <a:gd name="connsiteX2" fmla="*/ 128826 w 127000"/>
                <a:gd name="connsiteY2" fmla="*/ 384096 h 381000"/>
                <a:gd name="connsiteX3" fmla="*/ 3096 w 127000"/>
                <a:gd name="connsiteY3" fmla="*/ 384096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381000">
                  <a:moveTo>
                    <a:pt x="3096" y="3096"/>
                  </a:moveTo>
                  <a:lnTo>
                    <a:pt x="128826" y="3096"/>
                  </a:lnTo>
                  <a:lnTo>
                    <a:pt x="128826" y="384096"/>
                  </a:lnTo>
                  <a:lnTo>
                    <a:pt x="3096" y="384096"/>
                  </a:lnTo>
                  <a:close/>
                </a:path>
              </a:pathLst>
            </a:custGeom>
            <a:solidFill>
              <a:srgbClr val="EB5A79"/>
            </a:solidFill>
            <a:ln w="61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38508"/>
              <a:endParaRPr lang="en-GB" sz="1257" dirty="0">
                <a:solidFill>
                  <a:srgbClr val="262626"/>
                </a:solidFill>
              </a:endParaRP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8FE67E3-F958-44A4-8F24-CF805D75F3FE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3430" y="6232989"/>
            <a:ext cx="897676" cy="6986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357B978-5EA7-4B3C-BB4B-6742174E30D9}"/>
              </a:ext>
            </a:extLst>
          </p:cNvPr>
          <p:cNvSpPr txBox="1"/>
          <p:nvPr/>
        </p:nvSpPr>
        <p:spPr>
          <a:xfrm>
            <a:off x="349812" y="6419342"/>
            <a:ext cx="8571077" cy="1540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638508">
              <a:defRPr/>
            </a:pPr>
            <a:fld id="{13D9B5B3-34F1-4574-8603-EBF049354228}" type="slidenum">
              <a:rPr lang="en-GB" sz="565" smtClean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pPr defTabSz="638508">
                <a:defRPr/>
              </a:pPr>
              <a:t>‹#›</a:t>
            </a:fld>
            <a:r>
              <a:rPr lang="en-GB" sz="565" dirty="0">
                <a:solidFill>
                  <a:srgbClr val="262626">
                    <a:lumMod val="50000"/>
                  </a:srgbClr>
                </a:solidFill>
                <a:cs typeface="Arial" panose="020B0604020202020204" pitchFamily="34" charset="0"/>
              </a:rPr>
              <a:t>  |   Data &amp; Solutions Absa | Create | Digital Transformation Function</a:t>
            </a:r>
          </a:p>
        </p:txBody>
      </p:sp>
    </p:spTree>
    <p:extLst>
      <p:ext uri="{BB962C8B-B14F-4D97-AF65-F5344CB8AC3E}">
        <p14:creationId xmlns:p14="http://schemas.microsoft.com/office/powerpoint/2010/main" val="232121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</p:sldLayoutIdLst>
  <p:txStyles>
    <p:titleStyle>
      <a:lvl1pPr algn="l" defTabSz="685723" rtl="0" eaLnBrk="1" latinLnBrk="0" hangingPunct="1">
        <a:lnSpc>
          <a:spcPct val="90000"/>
        </a:lnSpc>
        <a:spcBef>
          <a:spcPct val="0"/>
        </a:spcBef>
        <a:buNone/>
        <a:defRPr sz="1668" b="1" i="0" kern="1200" cap="none" baseline="0">
          <a:solidFill>
            <a:schemeClr val="tx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31" indent="-171431" algn="l" defTabSz="68572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898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7208" indent="-177168" algn="l" defTabSz="68572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–"/>
        <a:defRPr sz="769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17248" indent="-170041" algn="l" defTabSz="68572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769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7289" indent="-170041" algn="l" defTabSz="68572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−"/>
        <a:defRPr sz="769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07437" indent="-120148" algn="l" defTabSz="685723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769" kern="1200">
          <a:solidFill>
            <a:schemeClr val="tx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738" indent="-171431" algn="l" defTabSz="6857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599" indent="-171431" algn="l" defTabSz="6857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461" indent="-171431" algn="l" defTabSz="6857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322" indent="-171431" algn="l" defTabSz="68572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62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23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84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45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07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169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30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892" algn="l" defTabSz="68572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6">
          <p15:clr>
            <a:srgbClr val="F26B43"/>
          </p15:clr>
        </p15:guide>
        <p15:guide id="2" pos="199">
          <p15:clr>
            <a:srgbClr val="F26B43"/>
          </p15:clr>
        </p15:guide>
        <p15:guide id="3" orient="horz" pos="4150">
          <p15:clr>
            <a:srgbClr val="F26B43"/>
          </p15:clr>
        </p15:guide>
        <p15:guide id="4" pos="6462">
          <p15:clr>
            <a:srgbClr val="F26B43"/>
          </p15:clr>
        </p15:guide>
        <p15:guide id="5" orient="horz" pos="93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71475" y="668385"/>
            <a:ext cx="11316400" cy="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71475" y="1634835"/>
            <a:ext cx="11316400" cy="4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13" descr="A black background with red text&#10;&#10;Description automatically generated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9767456" y="6119871"/>
            <a:ext cx="1929248" cy="561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12093693" y="-8879"/>
            <a:ext cx="107543" cy="6880268"/>
            <a:chOff x="9042207" y="-13238"/>
            <a:chExt cx="107400" cy="6871107"/>
          </a:xfrm>
        </p:grpSpPr>
        <p:sp>
          <p:nvSpPr>
            <p:cNvPr id="57" name="Google Shape;57;p13"/>
            <p:cNvSpPr/>
            <p:nvPr/>
          </p:nvSpPr>
          <p:spPr>
            <a:xfrm>
              <a:off x="9042207" y="-13238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9042207" y="368038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9042207" y="749709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9042207" y="1131380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9042207" y="1513051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9042207" y="1894722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9042207" y="2276393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9042207" y="2658064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9042207" y="3039735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9042207" y="3421406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9042207" y="3803077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9042207" y="4184748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9042207" y="4566419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9042207" y="4948090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9042207" y="5329761"/>
              <a:ext cx="107400" cy="38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9042207" y="5711432"/>
              <a:ext cx="107400" cy="38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9042207" y="6093103"/>
              <a:ext cx="107400" cy="38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9042207" y="6474769"/>
              <a:ext cx="107400" cy="38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8962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  <p:sldLayoutId id="2147483737" r:id="rId45"/>
    <p:sldLayoutId id="2147483738" r:id="rId4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9">
          <p15:clr>
            <a:srgbClr val="F26B43"/>
          </p15:clr>
        </p15:guide>
        <p15:guide id="2" pos="175">
          <p15:clr>
            <a:srgbClr val="F26B43"/>
          </p15:clr>
        </p15:guide>
        <p15:guide id="3" orient="horz" pos="3049">
          <p15:clr>
            <a:srgbClr val="F26B43"/>
          </p15:clr>
        </p15:guide>
        <p15:guide id="4" pos="5526">
          <p15:clr>
            <a:srgbClr val="F26B43"/>
          </p15:clr>
        </p15:guide>
        <p15:guide id="5" orient="horz" pos="634">
          <p15:clr>
            <a:srgbClr val="F26B43"/>
          </p15:clr>
        </p15:guide>
        <p15:guide id="6" orient="horz" pos="71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60"/>
          <p:cNvSpPr txBox="1">
            <a:spLocks noGrp="1"/>
          </p:cNvSpPr>
          <p:nvPr>
            <p:ph type="ctrTitle"/>
          </p:nvPr>
        </p:nvSpPr>
        <p:spPr>
          <a:xfrm>
            <a:off x="381307" y="2338128"/>
            <a:ext cx="71664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36000" bIns="36000" anchor="b" anchorCtr="0">
            <a:noAutofit/>
          </a:bodyPr>
          <a:lstStyle/>
          <a:p>
            <a:r>
              <a:rPr lang="en" dirty="0"/>
              <a:t>Artificial Intelligence POC</a:t>
            </a:r>
            <a:endParaRPr dirty="0"/>
          </a:p>
        </p:txBody>
      </p:sp>
      <p:sp>
        <p:nvSpPr>
          <p:cNvPr id="1172" name="Google Shape;1172;p60"/>
          <p:cNvSpPr txBox="1">
            <a:spLocks noGrp="1"/>
          </p:cNvSpPr>
          <p:nvPr>
            <p:ph type="subTitle" idx="1"/>
          </p:nvPr>
        </p:nvSpPr>
        <p:spPr>
          <a:xfrm>
            <a:off x="381307" y="4062245"/>
            <a:ext cx="7166400" cy="7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36000" bIns="36000" anchor="t" anchorCtr="0">
            <a:noAutofit/>
          </a:bodyPr>
          <a:lstStyle/>
          <a:p>
            <a:pPr marL="0" indent="0"/>
            <a:r>
              <a:rPr lang="it-IT" dirty="0"/>
              <a:t>Co-developing an AI Platform via the Absa Innovation Hubs</a:t>
            </a:r>
            <a:endParaRPr dirty="0"/>
          </a:p>
        </p:txBody>
      </p:sp>
      <p:sp>
        <p:nvSpPr>
          <p:cNvPr id="1173" name="Google Shape;1173;p60"/>
          <p:cNvSpPr txBox="1">
            <a:spLocks noGrp="1"/>
          </p:cNvSpPr>
          <p:nvPr>
            <p:ph type="body" idx="2"/>
          </p:nvPr>
        </p:nvSpPr>
        <p:spPr>
          <a:xfrm>
            <a:off x="371475" y="5118265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" dirty="0"/>
              <a:t>7</a:t>
            </a:r>
            <a:r>
              <a:rPr lang="en" baseline="30000" dirty="0"/>
              <a:t>th</a:t>
            </a:r>
            <a:r>
              <a:rPr lang="en" dirty="0"/>
              <a:t> July 2026</a:t>
            </a:r>
            <a:endParaRPr dirty="0"/>
          </a:p>
        </p:txBody>
      </p:sp>
      <p:sp>
        <p:nvSpPr>
          <p:cNvPr id="1174" name="Google Shape;1174;p60"/>
          <p:cNvSpPr txBox="1">
            <a:spLocks noGrp="1"/>
          </p:cNvSpPr>
          <p:nvPr>
            <p:ph type="body" idx="3"/>
          </p:nvPr>
        </p:nvSpPr>
        <p:spPr>
          <a:xfrm>
            <a:off x="371475" y="5408647"/>
            <a:ext cx="7166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" dirty="0"/>
              <a:t>Nchimunya Munyama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1"/>
          <p:cNvSpPr txBox="1">
            <a:spLocks noGrp="1"/>
          </p:cNvSpPr>
          <p:nvPr>
            <p:ph type="title"/>
          </p:nvPr>
        </p:nvSpPr>
        <p:spPr>
          <a:xfrm>
            <a:off x="278607" y="501289"/>
            <a:ext cx="8487200" cy="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33" bIns="45700" anchor="b" anchorCtr="0">
            <a:noAutofit/>
          </a:bodyPr>
          <a:lstStyle/>
          <a:p>
            <a:r>
              <a:rPr lang="en" sz="2933" dirty="0"/>
              <a:t>Vision &amp; Opportunity</a:t>
            </a:r>
            <a:endParaRPr sz="2933" dirty="0"/>
          </a:p>
        </p:txBody>
      </p:sp>
      <p:cxnSp>
        <p:nvCxnSpPr>
          <p:cNvPr id="1180" name="Google Shape;1180;p61"/>
          <p:cNvCxnSpPr/>
          <p:nvPr/>
        </p:nvCxnSpPr>
        <p:spPr>
          <a:xfrm>
            <a:off x="968397" y="5181321"/>
            <a:ext cx="2599200" cy="0"/>
          </a:xfrm>
          <a:prstGeom prst="straightConnector1">
            <a:avLst/>
          </a:prstGeom>
          <a:noFill/>
          <a:ln w="9525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81" name="Google Shape;1181;p61"/>
          <p:cNvGrpSpPr/>
          <p:nvPr/>
        </p:nvGrpSpPr>
        <p:grpSpPr>
          <a:xfrm>
            <a:off x="968332" y="3361313"/>
            <a:ext cx="2599291" cy="2825910"/>
            <a:chOff x="1187591" y="2715871"/>
            <a:chExt cx="2865600" cy="3116353"/>
          </a:xfrm>
        </p:grpSpPr>
        <p:grpSp>
          <p:nvGrpSpPr>
            <p:cNvPr id="1182" name="Google Shape;1182;p61"/>
            <p:cNvGrpSpPr/>
            <p:nvPr/>
          </p:nvGrpSpPr>
          <p:grpSpPr>
            <a:xfrm>
              <a:off x="1900617" y="2715871"/>
              <a:ext cx="1439400" cy="2006980"/>
              <a:chOff x="1900617" y="2715871"/>
              <a:chExt cx="1439400" cy="2006980"/>
            </a:xfrm>
          </p:grpSpPr>
          <p:cxnSp>
            <p:nvCxnSpPr>
              <p:cNvPr id="1183" name="Google Shape;1183;p61"/>
              <p:cNvCxnSpPr/>
              <p:nvPr/>
            </p:nvCxnSpPr>
            <p:spPr>
              <a:xfrm>
                <a:off x="2620391" y="4155551"/>
                <a:ext cx="0" cy="5673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oval" w="lg" len="lg"/>
              </a:ln>
            </p:spPr>
          </p:cxnSp>
          <p:sp>
            <p:nvSpPr>
              <p:cNvPr id="1184" name="Google Shape;1184;p61"/>
              <p:cNvSpPr/>
              <p:nvPr/>
            </p:nvSpPr>
            <p:spPr>
              <a:xfrm>
                <a:off x="1900617" y="2715871"/>
                <a:ext cx="1439400" cy="14397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sz="3600" kern="0" dirty="0">
                  <a:solidFill>
                    <a:srgbClr val="3A353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5" name="Google Shape;1185;p61"/>
            <p:cNvSpPr txBox="1"/>
            <p:nvPr/>
          </p:nvSpPr>
          <p:spPr>
            <a:xfrm>
              <a:off x="1187591" y="4935900"/>
              <a:ext cx="2865600" cy="89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 defTabSz="1219170">
                <a:lnSpc>
                  <a:spcPct val="90000"/>
                </a:lnSpc>
                <a:buClr>
                  <a:srgbClr val="000000"/>
                </a:buClr>
              </a:pPr>
              <a:r>
                <a:rPr lang="en-US" sz="1467" kern="0" dirty="0">
                  <a:solidFill>
                    <a:srgbClr val="3A3535"/>
                  </a:solidFill>
                  <a:latin typeface="Arial"/>
                  <a:cs typeface="Arial"/>
                  <a:sym typeface="Arial"/>
                </a:rPr>
                <a:t>Identify lifecycle stage, churn risk, and next-best actions to improve retention and engagement.</a:t>
              </a:r>
              <a:endParaRPr sz="10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186" name="Google Shape;1186;p61"/>
          <p:cNvCxnSpPr/>
          <p:nvPr/>
        </p:nvCxnSpPr>
        <p:spPr>
          <a:xfrm>
            <a:off x="4317872" y="5181321"/>
            <a:ext cx="2599200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87" name="Google Shape;1187;p61"/>
          <p:cNvGrpSpPr/>
          <p:nvPr/>
        </p:nvGrpSpPr>
        <p:grpSpPr>
          <a:xfrm>
            <a:off x="4317949" y="3361313"/>
            <a:ext cx="2599291" cy="2622710"/>
            <a:chOff x="4880299" y="2715871"/>
            <a:chExt cx="2865600" cy="2892271"/>
          </a:xfrm>
        </p:grpSpPr>
        <p:grpSp>
          <p:nvGrpSpPr>
            <p:cNvPr id="1188" name="Google Shape;1188;p61"/>
            <p:cNvGrpSpPr/>
            <p:nvPr/>
          </p:nvGrpSpPr>
          <p:grpSpPr>
            <a:xfrm>
              <a:off x="5593324" y="2715871"/>
              <a:ext cx="1439400" cy="2006980"/>
              <a:chOff x="5593324" y="2715871"/>
              <a:chExt cx="1439400" cy="2006980"/>
            </a:xfrm>
          </p:grpSpPr>
          <p:cxnSp>
            <p:nvCxnSpPr>
              <p:cNvPr id="1189" name="Google Shape;1189;p61"/>
              <p:cNvCxnSpPr/>
              <p:nvPr/>
            </p:nvCxnSpPr>
            <p:spPr>
              <a:xfrm>
                <a:off x="6313098" y="4155551"/>
                <a:ext cx="0" cy="5673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oval" w="lg" len="lg"/>
              </a:ln>
            </p:spPr>
          </p:cxnSp>
          <p:sp>
            <p:nvSpPr>
              <p:cNvPr id="1190" name="Google Shape;1190;p61"/>
              <p:cNvSpPr/>
              <p:nvPr/>
            </p:nvSpPr>
            <p:spPr>
              <a:xfrm>
                <a:off x="5593324" y="2715871"/>
                <a:ext cx="1439400" cy="1439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sz="3600" kern="0">
                  <a:solidFill>
                    <a:srgbClr val="3A353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1" name="Google Shape;1191;p61"/>
            <p:cNvSpPr txBox="1"/>
            <p:nvPr/>
          </p:nvSpPr>
          <p:spPr>
            <a:xfrm>
              <a:off x="4880299" y="4935899"/>
              <a:ext cx="2865600" cy="672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 defTabSz="1219170">
                <a:lnSpc>
                  <a:spcPct val="90000"/>
                </a:lnSpc>
                <a:buClr>
                  <a:srgbClr val="000000"/>
                </a:buClr>
              </a:pPr>
              <a:r>
                <a:rPr lang="en-US" sz="1467" kern="0" dirty="0">
                  <a:solidFill>
                    <a:srgbClr val="3A3535"/>
                  </a:solidFill>
                  <a:latin typeface="Arial"/>
                  <a:cs typeface="Arial"/>
                  <a:sym typeface="Arial"/>
                </a:rPr>
                <a:t>Predict balance growth, identify high-value customers, and detect value erosion risks.</a:t>
              </a:r>
              <a:endParaRPr sz="10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cxnSp>
        <p:nvCxnSpPr>
          <p:cNvPr id="1192" name="Google Shape;1192;p61"/>
          <p:cNvCxnSpPr/>
          <p:nvPr/>
        </p:nvCxnSpPr>
        <p:spPr>
          <a:xfrm>
            <a:off x="7750296" y="5181321"/>
            <a:ext cx="2599200" cy="0"/>
          </a:xfrm>
          <a:prstGeom prst="straightConnector1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93" name="Google Shape;1193;p61"/>
          <p:cNvGrpSpPr/>
          <p:nvPr/>
        </p:nvGrpSpPr>
        <p:grpSpPr>
          <a:xfrm>
            <a:off x="7750432" y="3361313"/>
            <a:ext cx="2599291" cy="2622712"/>
            <a:chOff x="8678971" y="2715871"/>
            <a:chExt cx="2865600" cy="2892271"/>
          </a:xfrm>
        </p:grpSpPr>
        <p:grpSp>
          <p:nvGrpSpPr>
            <p:cNvPr id="1194" name="Google Shape;1194;p61"/>
            <p:cNvGrpSpPr/>
            <p:nvPr/>
          </p:nvGrpSpPr>
          <p:grpSpPr>
            <a:xfrm>
              <a:off x="9377482" y="2715871"/>
              <a:ext cx="1439400" cy="2006980"/>
              <a:chOff x="9377482" y="2715871"/>
              <a:chExt cx="1439400" cy="2006980"/>
            </a:xfrm>
          </p:grpSpPr>
          <p:cxnSp>
            <p:nvCxnSpPr>
              <p:cNvPr id="1195" name="Google Shape;1195;p61"/>
              <p:cNvCxnSpPr/>
              <p:nvPr/>
            </p:nvCxnSpPr>
            <p:spPr>
              <a:xfrm>
                <a:off x="10097256" y="4155551"/>
                <a:ext cx="0" cy="56730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oval" w="lg" len="lg"/>
              </a:ln>
            </p:spPr>
          </p:cxnSp>
          <p:sp>
            <p:nvSpPr>
              <p:cNvPr id="1196" name="Google Shape;1196;p61"/>
              <p:cNvSpPr/>
              <p:nvPr/>
            </p:nvSpPr>
            <p:spPr>
              <a:xfrm>
                <a:off x="9377482" y="2715871"/>
                <a:ext cx="1439400" cy="1439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endParaRPr sz="3600" kern="0">
                  <a:solidFill>
                    <a:srgbClr val="3A353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7" name="Google Shape;1197;p61"/>
            <p:cNvSpPr txBox="1"/>
            <p:nvPr/>
          </p:nvSpPr>
          <p:spPr>
            <a:xfrm>
              <a:off x="8678971" y="4935899"/>
              <a:ext cx="2865600" cy="672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 defTabSz="1219170">
                <a:lnSpc>
                  <a:spcPct val="90000"/>
                </a:lnSpc>
                <a:buClr>
                  <a:srgbClr val="000000"/>
                </a:buClr>
              </a:pPr>
              <a:r>
                <a:rPr lang="en-US" sz="1467" kern="0" dirty="0">
                  <a:solidFill>
                    <a:srgbClr val="3A3535"/>
                  </a:solidFill>
                  <a:latin typeface="Arial"/>
                  <a:cs typeface="Arial"/>
                  <a:sym typeface="Arial"/>
                </a:rPr>
                <a:t>Deliver working AI models, dashboards, KPIs, and a roadmap for enterprise rollout.</a:t>
              </a:r>
              <a:endParaRPr sz="10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98" name="Google Shape;1198;p61"/>
          <p:cNvSpPr txBox="1">
            <a:spLocks noGrp="1"/>
          </p:cNvSpPr>
          <p:nvPr>
            <p:ph type="title"/>
          </p:nvPr>
        </p:nvSpPr>
        <p:spPr>
          <a:xfrm>
            <a:off x="1144177" y="2759439"/>
            <a:ext cx="2247600" cy="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33" bIns="45700" anchor="b" anchorCtr="0">
            <a:noAutofit/>
          </a:bodyPr>
          <a:lstStyle/>
          <a:p>
            <a:pPr algn="ctr"/>
            <a:r>
              <a:rPr lang="en-US" sz="1600" dirty="0"/>
              <a:t>Customer Lifecycle Prediction</a:t>
            </a:r>
            <a:endParaRPr sz="1600" dirty="0"/>
          </a:p>
        </p:txBody>
      </p:sp>
      <p:sp>
        <p:nvSpPr>
          <p:cNvPr id="1199" name="Google Shape;1199;p61"/>
          <p:cNvSpPr txBox="1">
            <a:spLocks noGrp="1"/>
          </p:cNvSpPr>
          <p:nvPr>
            <p:ph type="title"/>
          </p:nvPr>
        </p:nvSpPr>
        <p:spPr>
          <a:xfrm>
            <a:off x="4533028" y="2759439"/>
            <a:ext cx="2247600" cy="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33" bIns="45700" anchor="b" anchorCtr="0">
            <a:noAutofit/>
          </a:bodyPr>
          <a:lstStyle/>
          <a:p>
            <a:pPr algn="ctr"/>
            <a:r>
              <a:rPr lang="en-US" sz="1600" dirty="0"/>
              <a:t>Customer Value Intelligence</a:t>
            </a:r>
            <a:endParaRPr sz="1600" dirty="0"/>
          </a:p>
        </p:txBody>
      </p:sp>
      <p:sp>
        <p:nvSpPr>
          <p:cNvPr id="1200" name="Google Shape;1200;p61"/>
          <p:cNvSpPr txBox="1">
            <a:spLocks noGrp="1"/>
          </p:cNvSpPr>
          <p:nvPr>
            <p:ph type="title"/>
          </p:nvPr>
        </p:nvSpPr>
        <p:spPr>
          <a:xfrm>
            <a:off x="7921879" y="2687060"/>
            <a:ext cx="2670400" cy="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33" bIns="45700" anchor="b" anchorCtr="0">
            <a:noAutofit/>
          </a:bodyPr>
          <a:lstStyle/>
          <a:p>
            <a:pPr algn="ctr"/>
            <a:r>
              <a:rPr lang="en-US" sz="1600" dirty="0"/>
              <a:t>Validate AI business value</a:t>
            </a:r>
            <a:endParaRPr sz="1600" dirty="0"/>
          </a:p>
        </p:txBody>
      </p:sp>
      <p:sp>
        <p:nvSpPr>
          <p:cNvPr id="1210" name="Google Shape;1210;p61"/>
          <p:cNvSpPr txBox="1"/>
          <p:nvPr/>
        </p:nvSpPr>
        <p:spPr>
          <a:xfrm>
            <a:off x="523804" y="1077301"/>
            <a:ext cx="10580219" cy="107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Transforming Data into Predictive Intelligence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867" kern="0" dirty="0">
              <a:solidFill>
                <a:srgbClr val="3A3535"/>
              </a:solidFill>
              <a:latin typeface="Arial"/>
              <a:cs typeface="Arial"/>
              <a:sym typeface="Arial"/>
            </a:endParaRPr>
          </a:p>
          <a:p>
            <a:pPr marL="228594" indent="-228594" defTabSz="121917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4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Develop two high-impact AI use cases focused on customer growth and retention.</a:t>
            </a:r>
          </a:p>
          <a:p>
            <a:pPr marL="228594" indent="-228594" defTabSz="121917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4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Demonstrate measurable business value through a 90-day Proof of Concept.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sz="10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647F4-6C29-4992-6080-BB1EDEF979A4}"/>
              </a:ext>
            </a:extLst>
          </p:cNvPr>
          <p:cNvSpPr txBox="1"/>
          <p:nvPr/>
        </p:nvSpPr>
        <p:spPr>
          <a:xfrm>
            <a:off x="1796127" y="3501104"/>
            <a:ext cx="943567" cy="99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5867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74D2D-45EF-77F4-BAFF-F3DB7CBF060D}"/>
              </a:ext>
            </a:extLst>
          </p:cNvPr>
          <p:cNvSpPr txBox="1"/>
          <p:nvPr/>
        </p:nvSpPr>
        <p:spPr>
          <a:xfrm>
            <a:off x="5145689" y="3501104"/>
            <a:ext cx="943567" cy="99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5867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74BA2-AA06-87D8-9934-57F14228D6EA}"/>
              </a:ext>
            </a:extLst>
          </p:cNvPr>
          <p:cNvSpPr txBox="1"/>
          <p:nvPr/>
        </p:nvSpPr>
        <p:spPr>
          <a:xfrm>
            <a:off x="8578113" y="3501104"/>
            <a:ext cx="943567" cy="99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5867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64"/>
          <p:cNvSpPr txBox="1">
            <a:spLocks noGrp="1"/>
          </p:cNvSpPr>
          <p:nvPr>
            <p:ph type="title"/>
          </p:nvPr>
        </p:nvSpPr>
        <p:spPr>
          <a:xfrm>
            <a:off x="204731" y="495839"/>
            <a:ext cx="8487200" cy="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33" bIns="45700" anchor="b" anchorCtr="0">
            <a:noAutofit/>
          </a:bodyPr>
          <a:lstStyle/>
          <a:p>
            <a:r>
              <a:rPr lang="en-US" dirty="0"/>
              <a:t>90-Day PoC Roadmap</a:t>
            </a:r>
            <a:endParaRPr dirty="0"/>
          </a:p>
        </p:txBody>
      </p:sp>
      <p:sp>
        <p:nvSpPr>
          <p:cNvPr id="1247" name="Google Shape;1247;p64"/>
          <p:cNvSpPr txBox="1"/>
          <p:nvPr/>
        </p:nvSpPr>
        <p:spPr>
          <a:xfrm>
            <a:off x="674582" y="2158395"/>
            <a:ext cx="2549200" cy="81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467" b="1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Discovery &amp; Design</a:t>
            </a:r>
            <a:endParaRPr sz="14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Define use cases and KPIs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Assess customer data sources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Establish success criteria</a:t>
            </a:r>
            <a:endParaRPr sz="14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1" name="Google Shape;1251;p64"/>
          <p:cNvSpPr txBox="1"/>
          <p:nvPr/>
        </p:nvSpPr>
        <p:spPr>
          <a:xfrm>
            <a:off x="3500264" y="2158395"/>
            <a:ext cx="2800067" cy="81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467" b="1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Data Foundation</a:t>
            </a:r>
            <a:endParaRPr sz="1467" b="1" kern="0" dirty="0">
              <a:solidFill>
                <a:srgbClr val="3A3535"/>
              </a:solidFill>
              <a:latin typeface="Arial"/>
              <a:cs typeface="Arial"/>
              <a:sym typeface="Arial"/>
            </a:endParaRP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Prepare and consolidate data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Create unified analytical datasets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Engineer model features</a:t>
            </a:r>
            <a:endParaRPr lang="en-US" sz="14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5" name="Google Shape;1255;p64"/>
          <p:cNvSpPr txBox="1"/>
          <p:nvPr/>
        </p:nvSpPr>
        <p:spPr>
          <a:xfrm>
            <a:off x="6124549" y="2158395"/>
            <a:ext cx="2900767" cy="81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467" b="1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Model Development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Develop lifecycle prediction models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Build customer value scoring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Create balance forecasting capabilities</a:t>
            </a:r>
            <a:endParaRPr lang="en-US" sz="14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6" name="Google Shape;1256;p64"/>
          <p:cNvSpPr/>
          <p:nvPr/>
        </p:nvSpPr>
        <p:spPr>
          <a:xfrm>
            <a:off x="6661353" y="3941389"/>
            <a:ext cx="1827200" cy="1827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64"/>
          <p:cNvSpPr/>
          <p:nvPr/>
        </p:nvSpPr>
        <p:spPr>
          <a:xfrm flipH="1">
            <a:off x="6457931" y="3718961"/>
            <a:ext cx="2234000" cy="2272000"/>
          </a:xfrm>
          <a:prstGeom prst="arc">
            <a:avLst>
              <a:gd name="adj1" fmla="val 3211547"/>
              <a:gd name="adj2" fmla="val 3210162"/>
            </a:avLst>
          </a:prstGeom>
          <a:noFill/>
          <a:ln w="2286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62167" tIns="31067" rIns="62167" bIns="31067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4"/>
          <p:cNvSpPr/>
          <p:nvPr/>
        </p:nvSpPr>
        <p:spPr>
          <a:xfrm>
            <a:off x="6922149" y="4202145"/>
            <a:ext cx="1305600" cy="1305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6000" b="1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3</a:t>
            </a:r>
            <a:endParaRPr sz="6000" b="1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59" name="Google Shape;1259;p64"/>
          <p:cNvSpPr txBox="1"/>
          <p:nvPr/>
        </p:nvSpPr>
        <p:spPr>
          <a:xfrm>
            <a:off x="9109658" y="2141295"/>
            <a:ext cx="2990901" cy="81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467" b="1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Validation &amp; Pilot</a:t>
            </a:r>
            <a:endParaRPr sz="1467" b="1" kern="0" dirty="0">
              <a:solidFill>
                <a:srgbClr val="3A3535"/>
              </a:solidFill>
              <a:latin typeface="Arial"/>
              <a:cs typeface="Arial"/>
              <a:sym typeface="Arial"/>
            </a:endParaRP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Test with business users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Validate model performance</a:t>
            </a:r>
          </a:p>
          <a:p>
            <a:pPr marL="171450" indent="-171450" defTabSz="121917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Present business case and rollout roadmap</a:t>
            </a:r>
          </a:p>
        </p:txBody>
      </p:sp>
      <p:sp>
        <p:nvSpPr>
          <p:cNvPr id="1260" name="Google Shape;1260;p64"/>
          <p:cNvSpPr/>
          <p:nvPr/>
        </p:nvSpPr>
        <p:spPr>
          <a:xfrm>
            <a:off x="9562120" y="3941389"/>
            <a:ext cx="1827200" cy="1827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64"/>
          <p:cNvSpPr/>
          <p:nvPr/>
        </p:nvSpPr>
        <p:spPr>
          <a:xfrm flipH="1">
            <a:off x="9358697" y="3718961"/>
            <a:ext cx="2234000" cy="2272000"/>
          </a:xfrm>
          <a:prstGeom prst="arc">
            <a:avLst>
              <a:gd name="adj1" fmla="val 3211547"/>
              <a:gd name="adj2" fmla="val 3210162"/>
            </a:avLst>
          </a:prstGeom>
          <a:noFill/>
          <a:ln w="228600" cap="flat" cmpd="sng">
            <a:solidFill>
              <a:schemeClr val="accent4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62167" tIns="31067" rIns="62167" bIns="31067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64"/>
          <p:cNvSpPr/>
          <p:nvPr/>
        </p:nvSpPr>
        <p:spPr>
          <a:xfrm>
            <a:off x="9822916" y="4202145"/>
            <a:ext cx="1305600" cy="1305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6000" b="1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4</a:t>
            </a:r>
            <a:endParaRPr sz="6000" b="1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210;p61">
            <a:extLst>
              <a:ext uri="{FF2B5EF4-FFF2-40B4-BE49-F238E27FC236}">
                <a16:creationId xmlns:a16="http://schemas.microsoft.com/office/drawing/2014/main" id="{3C5D8EC8-44B2-A8A6-139F-582409CCFF32}"/>
              </a:ext>
            </a:extLst>
          </p:cNvPr>
          <p:cNvSpPr txBox="1"/>
          <p:nvPr/>
        </p:nvSpPr>
        <p:spPr>
          <a:xfrm>
            <a:off x="452201" y="956953"/>
            <a:ext cx="10580219" cy="923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From Data to Business Value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867" kern="0" dirty="0">
              <a:solidFill>
                <a:srgbClr val="3A3535"/>
              </a:solidFill>
              <a:latin typeface="Arial"/>
              <a:cs typeface="Arial"/>
              <a:sym typeface="Arial"/>
            </a:endParaRPr>
          </a:p>
          <a:p>
            <a:pPr marL="228594" indent="-228594" defTabSz="121917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4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Focus on Customer Lifecycle Prediction and Customer Value Intelligence.</a:t>
            </a:r>
          </a:p>
          <a:p>
            <a:pPr marL="228594" indent="-228594" defTabSz="121917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467" kern="0" dirty="0">
                <a:solidFill>
                  <a:srgbClr val="3A3535"/>
                </a:solidFill>
                <a:latin typeface="Arial"/>
                <a:cs typeface="Arial"/>
                <a:sym typeface="Arial"/>
              </a:rPr>
              <a:t>Deliver validated models, dashboards, and measurable business outcomes</a:t>
            </a:r>
            <a:endParaRPr sz="10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1256;p64">
            <a:extLst>
              <a:ext uri="{FF2B5EF4-FFF2-40B4-BE49-F238E27FC236}">
                <a16:creationId xmlns:a16="http://schemas.microsoft.com/office/drawing/2014/main" id="{0986FCD2-926B-BEF8-F917-9CBD70872886}"/>
              </a:ext>
            </a:extLst>
          </p:cNvPr>
          <p:cNvSpPr/>
          <p:nvPr/>
        </p:nvSpPr>
        <p:spPr>
          <a:xfrm>
            <a:off x="3754511" y="3941389"/>
            <a:ext cx="1827200" cy="1827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257;p64">
            <a:extLst>
              <a:ext uri="{FF2B5EF4-FFF2-40B4-BE49-F238E27FC236}">
                <a16:creationId xmlns:a16="http://schemas.microsoft.com/office/drawing/2014/main" id="{968B4850-70AC-F4E3-AA6F-FFB0D09C5667}"/>
              </a:ext>
            </a:extLst>
          </p:cNvPr>
          <p:cNvSpPr/>
          <p:nvPr/>
        </p:nvSpPr>
        <p:spPr>
          <a:xfrm flipH="1">
            <a:off x="3551088" y="3718961"/>
            <a:ext cx="2234000" cy="2272000"/>
          </a:xfrm>
          <a:prstGeom prst="arc">
            <a:avLst>
              <a:gd name="adj1" fmla="val 3211547"/>
              <a:gd name="adj2" fmla="val 3210162"/>
            </a:avLst>
          </a:prstGeom>
          <a:noFill/>
          <a:ln w="2286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62167" tIns="31067" rIns="62167" bIns="31067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8;p64">
            <a:extLst>
              <a:ext uri="{FF2B5EF4-FFF2-40B4-BE49-F238E27FC236}">
                <a16:creationId xmlns:a16="http://schemas.microsoft.com/office/drawing/2014/main" id="{1E8A78DA-F847-0BFE-8144-834D81BDB030}"/>
              </a:ext>
            </a:extLst>
          </p:cNvPr>
          <p:cNvSpPr/>
          <p:nvPr/>
        </p:nvSpPr>
        <p:spPr>
          <a:xfrm>
            <a:off x="4015307" y="4202145"/>
            <a:ext cx="1305600" cy="1305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6000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2</a:t>
            </a:r>
            <a:endParaRPr sz="60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1256;p64">
            <a:extLst>
              <a:ext uri="{FF2B5EF4-FFF2-40B4-BE49-F238E27FC236}">
                <a16:creationId xmlns:a16="http://schemas.microsoft.com/office/drawing/2014/main" id="{80B56F37-36AA-BF55-7E99-065B8D6A95B8}"/>
              </a:ext>
            </a:extLst>
          </p:cNvPr>
          <p:cNvSpPr/>
          <p:nvPr/>
        </p:nvSpPr>
        <p:spPr>
          <a:xfrm>
            <a:off x="704163" y="3941389"/>
            <a:ext cx="1827200" cy="1827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57;p64">
            <a:extLst>
              <a:ext uri="{FF2B5EF4-FFF2-40B4-BE49-F238E27FC236}">
                <a16:creationId xmlns:a16="http://schemas.microsoft.com/office/drawing/2014/main" id="{D8D0482F-2E58-25C3-2BC3-33A4839D673F}"/>
              </a:ext>
            </a:extLst>
          </p:cNvPr>
          <p:cNvSpPr/>
          <p:nvPr/>
        </p:nvSpPr>
        <p:spPr>
          <a:xfrm flipH="1">
            <a:off x="500740" y="3718961"/>
            <a:ext cx="2234000" cy="2272000"/>
          </a:xfrm>
          <a:prstGeom prst="arc">
            <a:avLst>
              <a:gd name="adj1" fmla="val 3211547"/>
              <a:gd name="adj2" fmla="val 3210162"/>
            </a:avLst>
          </a:prstGeom>
          <a:noFill/>
          <a:ln w="228600" cap="flat" cmpd="sng">
            <a:solidFill>
              <a:schemeClr val="accent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62167" tIns="31067" rIns="62167" bIns="31067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58;p64">
            <a:extLst>
              <a:ext uri="{FF2B5EF4-FFF2-40B4-BE49-F238E27FC236}">
                <a16:creationId xmlns:a16="http://schemas.microsoft.com/office/drawing/2014/main" id="{749775D9-B1ED-EB22-5EE7-E74D9EB3F992}"/>
              </a:ext>
            </a:extLst>
          </p:cNvPr>
          <p:cNvSpPr/>
          <p:nvPr/>
        </p:nvSpPr>
        <p:spPr>
          <a:xfrm>
            <a:off x="964959" y="4202145"/>
            <a:ext cx="1305600" cy="1305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6000" b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1</a:t>
            </a:r>
            <a:endParaRPr sz="60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8F57-5EB7-87F4-9DD2-C0E08124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D84DED5-5AB4-6830-A65F-4DC65AD21D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D84DED5-5AB4-6830-A65F-4DC65AD21D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D10A0A7-CBEA-C7B3-EB53-FF0F572DDB90}"/>
              </a:ext>
            </a:extLst>
          </p:cNvPr>
          <p:cNvSpPr txBox="1">
            <a:spLocks/>
          </p:cNvSpPr>
          <p:nvPr/>
        </p:nvSpPr>
        <p:spPr>
          <a:xfrm>
            <a:off x="68679" y="27038"/>
            <a:ext cx="11411438" cy="3383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algn="l" defTabSz="6857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8" b="1" i="0" kern="1200" cap="none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Outcome Table For PoC – 3 Month Projection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233D2EE-78A9-FC3F-81BF-F1A72A49E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72654"/>
              </p:ext>
            </p:extLst>
          </p:nvPr>
        </p:nvGraphicFramePr>
        <p:xfrm>
          <a:off x="285078" y="525780"/>
          <a:ext cx="11091672" cy="5806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1829">
                  <a:extLst>
                    <a:ext uri="{9D8B030D-6E8A-4147-A177-3AD203B41FA5}">
                      <a16:colId xmlns:a16="http://schemas.microsoft.com/office/drawing/2014/main" val="665533306"/>
                    </a:ext>
                  </a:extLst>
                </a:gridCol>
                <a:gridCol w="2829840">
                  <a:extLst>
                    <a:ext uri="{9D8B030D-6E8A-4147-A177-3AD203B41FA5}">
                      <a16:colId xmlns:a16="http://schemas.microsoft.com/office/drawing/2014/main" val="924779782"/>
                    </a:ext>
                  </a:extLst>
                </a:gridCol>
                <a:gridCol w="4846508">
                  <a:extLst>
                    <a:ext uri="{9D8B030D-6E8A-4147-A177-3AD203B41FA5}">
                      <a16:colId xmlns:a16="http://schemas.microsoft.com/office/drawing/2014/main" val="3977362592"/>
                    </a:ext>
                  </a:extLst>
                </a:gridCol>
                <a:gridCol w="1203495">
                  <a:extLst>
                    <a:ext uri="{9D8B030D-6E8A-4147-A177-3AD203B41FA5}">
                      <a16:colId xmlns:a16="http://schemas.microsoft.com/office/drawing/2014/main" val="3884284474"/>
                    </a:ext>
                  </a:extLst>
                </a:gridCol>
              </a:tblGrid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effectLst/>
                        </a:rPr>
                        <a:t>Workstream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effectLst/>
                        </a:rPr>
                        <a:t>Deliverables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effectLst/>
                        </a:rPr>
                        <a:t>Details / Outcome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effectLst/>
                        </a:rPr>
                        <a:t>Timeline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087420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Data Access &amp;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Data integration completed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Compliance review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Secure access to anonymised customer, transactional, and product data. Data access aligned with Absa's governance, privacy, and security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643040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Business Discovery &amp; Use Case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Customer Lifecycle framework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Customer Value framework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KPI baseline established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Define customer lifecycle stages, customer value methodology, business objectives, success measures, and model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43512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Customer Lifecycle Prediction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Lifecycle segmentation model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Churn prediction model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Next-best-action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AI model developed to identify customer lifecycle stages, predict churn risk, and recommend proactive engagement actions to Relationship Managers.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1–2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893145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Customer Value &amp; Balance Intelligence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Customer value scoring model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Balance growth prediction model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Opportunity recommendation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AI model developed to identify future high-value customers, forecast balance growth, and detect potential balance erosion risks.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1–2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164970"/>
                  </a:ext>
                </a:extLst>
              </a:tr>
              <a:tr h="419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Model Validation &amp; Optimisation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Feature engineering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Model tuning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Explainability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Improve model accuracy, interpretability, and business usability. Feature importance and model drivers documented for transparency and governance.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2–3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8329087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Dashboard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 dirty="0">
                          <a:effectLst/>
                        </a:rPr>
                        <a:t>• Dashboard v1 Wireframe 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• Interactive Dashboard 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</a:rPr>
                        <a:t>Development of AI dashboards providing lifecycle insights, churn risk monitoring, customer value scoring, balance forecasts, and opportunity recommendations.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1–3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332706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Stakeholder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Business workshops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Demonstration sessions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Feedback incorporation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Regular engagement with Relationship Managers, Product Teams, CRM Teams, and Executives to validate outputs and refine dashboards.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2–3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344308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Pilot Testing &amp;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User acceptance testing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Business validation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KPI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Validate model performance against agreed business outcomes and test usability with selected business users.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918780"/>
                  </a:ext>
                </a:extLst>
              </a:tr>
              <a:tr h="22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>
                          <a:effectLst/>
                        </a:rPr>
                        <a:t>Documentation &amp; Knowledge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>
                          <a:effectLst/>
                        </a:rPr>
                        <a:t>• Technical documentation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User guide </a:t>
                      </a:r>
                      <a:br>
                        <a:rPr lang="en-US" sz="1050">
                          <a:effectLst/>
                        </a:rPr>
                      </a:br>
                      <a:r>
                        <a:rPr lang="en-US" sz="1050">
                          <a:effectLst/>
                        </a:rPr>
                        <a:t>• Knowledge transfer workshop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Documentation of models, dashboards, methodologies, and operational procedures to support future scaling.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</a:rPr>
                        <a:t>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329938"/>
                  </a:ext>
                </a:extLst>
              </a:tr>
              <a:tr h="419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0" dirty="0">
                          <a:effectLst/>
                        </a:rPr>
                        <a:t>Final PoC Report &amp; Roadmap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50" dirty="0">
                          <a:effectLst/>
                        </a:rPr>
                        <a:t>• Executive summary 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• Business case 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• Production roadmap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effectLst/>
                        </a:rPr>
                        <a:t>Presentation of business value achieved, lessons learned, ROI opportunities, risks, and recommendations for enterprise deployment.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</a:rPr>
                        <a:t>End of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404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82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C44E0-BC9F-B2A2-9619-12D92206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C655C38-2523-A4F5-2A30-6FC69951DB0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192" y="85844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C655C38-2523-A4F5-2A30-6FC69951DB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5192" y="85844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DCB1E782-78B0-499E-D372-8FB9D605574E}"/>
              </a:ext>
            </a:extLst>
          </p:cNvPr>
          <p:cNvSpPr txBox="1">
            <a:spLocks/>
          </p:cNvSpPr>
          <p:nvPr/>
        </p:nvSpPr>
        <p:spPr>
          <a:xfrm>
            <a:off x="58519" y="27038"/>
            <a:ext cx="11411438" cy="3383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algn="l" defTabSz="6857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8" b="1" i="0" kern="1200" cap="none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685800">
              <a:defRPr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</a:rPr>
              <a:t>Tracking KPIs Table For 3 Month PoC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992C15-216F-3E41-E4EE-B049C6572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914824"/>
              </p:ext>
            </p:extLst>
          </p:nvPr>
        </p:nvGraphicFramePr>
        <p:xfrm>
          <a:off x="273269" y="714703"/>
          <a:ext cx="11411439" cy="48286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8229">
                  <a:extLst>
                    <a:ext uri="{9D8B030D-6E8A-4147-A177-3AD203B41FA5}">
                      <a16:colId xmlns:a16="http://schemas.microsoft.com/office/drawing/2014/main" val="1156071024"/>
                    </a:ext>
                  </a:extLst>
                </a:gridCol>
                <a:gridCol w="3066005">
                  <a:extLst>
                    <a:ext uri="{9D8B030D-6E8A-4147-A177-3AD203B41FA5}">
                      <a16:colId xmlns:a16="http://schemas.microsoft.com/office/drawing/2014/main" val="1899166856"/>
                    </a:ext>
                  </a:extLst>
                </a:gridCol>
                <a:gridCol w="3066005">
                  <a:extLst>
                    <a:ext uri="{9D8B030D-6E8A-4147-A177-3AD203B41FA5}">
                      <a16:colId xmlns:a16="http://schemas.microsoft.com/office/drawing/2014/main" val="2016832094"/>
                    </a:ext>
                  </a:extLst>
                </a:gridCol>
                <a:gridCol w="1541200">
                  <a:extLst>
                    <a:ext uri="{9D8B030D-6E8A-4147-A177-3AD203B41FA5}">
                      <a16:colId xmlns:a16="http://schemas.microsoft.com/office/drawing/2014/main" val="1269765063"/>
                    </a:ext>
                  </a:extLst>
                </a:gridCol>
              </a:tblGrid>
              <a:tr h="365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KPI / Output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Target Value / Criteria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Timeframe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759382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Customer Lifecycle Prediction Model Developed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Build and validate AI models that classify customers across lifecycle stages.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Model operational and validated for pilot 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End of Month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511624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Customer Value Intelligence Model Developed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Develop customer value scoring and balance prediction capability.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Model operational and validated for pilot use.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End of Month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282674"/>
                  </a:ext>
                </a:extLst>
              </a:tr>
              <a:tr h="704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3Churn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Measure the model's ability to identify customers at risk of attrition.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≥ 80%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End of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986625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Customer Value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Measure the effectiveness of customer value and growth forecasting.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≥ 80% prediction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End of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106542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Next-Best-Action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Generate business recommendations for customer engagement and growth.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Automated recommendations available within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End of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958677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Dashboard Functionality Completion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Deliver executive and operational dashboards displaying AI insights.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Interactive dashboard fully operational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End of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017549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Stakeholder Engagement Sessions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Gather business feedback and validate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Minimum 3 workshops and demonstrations 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By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688534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Governance &amp; Compliance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Ensure adherence to data privacy, ethical AI, and internal governance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100% compliance sign-off 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By Month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512809"/>
                  </a:ext>
                </a:extLst>
              </a:tr>
              <a:tr h="469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>
                          <a:effectLst/>
                        </a:rPr>
                        <a:t>Internal User Pilot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Validate business usability with Relationship Managers and selected users.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Minimum 10 pilot users actively participating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By Month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5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62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9_CONTENT SLIDES">
  <a:themeElements>
    <a:clrScheme name="Custom 88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DC0032"/>
      </a:accent1>
      <a:accent2>
        <a:srgbClr val="FF780F"/>
      </a:accent2>
      <a:accent3>
        <a:srgbClr val="500A28"/>
      </a:accent3>
      <a:accent4>
        <a:srgbClr val="F05A78"/>
      </a:accent4>
      <a:accent5>
        <a:srgbClr val="870A3C"/>
      </a:accent5>
      <a:accent6>
        <a:srgbClr val="F52D28"/>
      </a:accent6>
      <a:hlink>
        <a:srgbClr val="DC0032"/>
      </a:hlink>
      <a:folHlink>
        <a:srgbClr val="4D4D4D"/>
      </a:folHlink>
    </a:clrScheme>
    <a:fontScheme name="Custom 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952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indent="0" algn="ctr">
          <a:spcBef>
            <a:spcPts val="300"/>
          </a:spcBef>
          <a:buFont typeface="Courier New" pitchFamily="49" charset="0"/>
          <a:buNone/>
          <a:defRPr sz="1600" dirty="0" smtClean="0">
            <a:solidFill>
              <a:schemeClr val="bg1"/>
            </a:solidFill>
            <a:latin typeface="+mj-lt"/>
            <a:cs typeface="Brave Sans" panose="020B0504020101010102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spcBef>
            <a:spcPts val="0"/>
          </a:spcBef>
          <a:defRPr sz="1600" dirty="0" smtClean="0">
            <a:latin typeface="+mn-lt"/>
            <a:cs typeface="Arial" pitchFamily="34" charset="0"/>
          </a:defRPr>
        </a:defPPr>
      </a:lstStyle>
    </a:txDef>
  </a:objectDefaults>
  <a:extraClrSchemeLst/>
  <a:custClrLst>
    <a:custClr>
      <a:srgbClr val="DC0032"/>
    </a:custClr>
    <a:custClr>
      <a:srgbClr val="F47721"/>
    </a:custClr>
    <a:custClr>
      <a:srgbClr val="500A28"/>
    </a:custClr>
    <a:custClr>
      <a:srgbClr val="F05A78"/>
    </a:custClr>
    <a:custClr>
      <a:srgbClr val="870A3C"/>
    </a:custClr>
    <a:custClr>
      <a:srgbClr val="F52D28"/>
    </a:custClr>
    <a:custClr>
      <a:srgbClr val="5A4B4B"/>
    </a:custClr>
    <a:custClr>
      <a:srgbClr val="F15726"/>
    </a:custClr>
    <a:custClr>
      <a:srgbClr val="AF144B"/>
    </a:custClr>
    <a:custClr>
      <a:srgbClr val="2D2323"/>
    </a:custClr>
    <a:custClr>
      <a:srgbClr val="BE0028"/>
    </a:custClr>
    <a:custClr>
      <a:srgbClr val="F0325A"/>
    </a:custClr>
    <a:custClr>
      <a:srgbClr val="640032"/>
    </a:custClr>
    <a:custClr>
      <a:srgbClr val="960528"/>
    </a:custClr>
    <a:custClr>
      <a:srgbClr val="2D2323"/>
    </a:custClr>
    <a:custClr>
      <a:srgbClr val="736464"/>
    </a:custClr>
    <a:custClr>
      <a:srgbClr val="4D4D4D"/>
    </a:custClr>
    <a:custClr>
      <a:srgbClr val="DC0032"/>
    </a:custClr>
    <a:custClr>
      <a:srgbClr val="F47721"/>
    </a:custClr>
    <a:custClr>
      <a:srgbClr val="72A30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0062AA"/>
    </a:custClr>
    <a:custClr>
      <a:srgbClr val="008864"/>
    </a:custClr>
    <a:custClr>
      <a:srgbClr val="698BBD"/>
    </a:custClr>
    <a:custClr>
      <a:srgbClr val="77368A"/>
    </a:custClr>
    <a:custClr>
      <a:srgbClr val="0E9E9E"/>
    </a:custClr>
    <a:custClr>
      <a:srgbClr val="00154D"/>
    </a:custClr>
    <a:custClr>
      <a:srgbClr val="4A2767"/>
    </a:custClr>
    <a:custClr>
      <a:srgbClr val="BB8C61"/>
    </a:custClr>
    <a:custClr>
      <a:srgbClr val="006241"/>
    </a:custClr>
    <a:custClr>
      <a:srgbClr val="015083"/>
    </a:custClr>
  </a:custClrLst>
</a:theme>
</file>

<file path=ppt/theme/theme2.xml><?xml version="1.0" encoding="utf-8"?>
<a:theme xmlns:a="http://schemas.openxmlformats.org/drawingml/2006/main" name="2024Theme">
  <a:themeElements>
    <a:clrScheme name="Custom 88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DC0032"/>
      </a:accent1>
      <a:accent2>
        <a:srgbClr val="FF780F"/>
      </a:accent2>
      <a:accent3>
        <a:srgbClr val="500A28"/>
      </a:accent3>
      <a:accent4>
        <a:srgbClr val="F05A78"/>
      </a:accent4>
      <a:accent5>
        <a:srgbClr val="870A3C"/>
      </a:accent5>
      <a:accent6>
        <a:srgbClr val="F52D28"/>
      </a:accent6>
      <a:hlink>
        <a:srgbClr val="DC0032"/>
      </a:hlink>
      <a:folHlink>
        <a:srgbClr val="4D4D4D"/>
      </a:folHlink>
    </a:clrScheme>
    <a:fontScheme name="Custom 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952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indent="0" algn="ctr">
          <a:spcBef>
            <a:spcPts val="300"/>
          </a:spcBef>
          <a:buFont typeface="Courier New" pitchFamily="49" charset="0"/>
          <a:buNone/>
          <a:defRPr sz="1600" dirty="0" smtClean="0">
            <a:solidFill>
              <a:schemeClr val="bg1"/>
            </a:solidFill>
            <a:latin typeface="+mj-lt"/>
            <a:cs typeface="Brave Sans" panose="020B0504020101010102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spcBef>
            <a:spcPts val="0"/>
          </a:spcBef>
          <a:defRPr sz="1600" dirty="0" smtClean="0">
            <a:latin typeface="+mn-lt"/>
            <a:cs typeface="Arial" pitchFamily="34" charset="0"/>
          </a:defRPr>
        </a:defPPr>
      </a:lstStyle>
    </a:txDef>
  </a:objectDefaults>
  <a:extraClrSchemeLst/>
  <a:custClrLst>
    <a:custClr>
      <a:srgbClr val="DC0032"/>
    </a:custClr>
    <a:custClr>
      <a:srgbClr val="F47721"/>
    </a:custClr>
    <a:custClr>
      <a:srgbClr val="500A28"/>
    </a:custClr>
    <a:custClr>
      <a:srgbClr val="F05A78"/>
    </a:custClr>
    <a:custClr>
      <a:srgbClr val="870A3C"/>
    </a:custClr>
    <a:custClr>
      <a:srgbClr val="F52D28"/>
    </a:custClr>
    <a:custClr>
      <a:srgbClr val="5A4B4B"/>
    </a:custClr>
    <a:custClr>
      <a:srgbClr val="F15726"/>
    </a:custClr>
    <a:custClr>
      <a:srgbClr val="AF144B"/>
    </a:custClr>
    <a:custClr>
      <a:srgbClr val="2D2323"/>
    </a:custClr>
    <a:custClr>
      <a:srgbClr val="BE0028"/>
    </a:custClr>
    <a:custClr>
      <a:srgbClr val="F0325A"/>
    </a:custClr>
    <a:custClr>
      <a:srgbClr val="640032"/>
    </a:custClr>
    <a:custClr>
      <a:srgbClr val="960528"/>
    </a:custClr>
    <a:custClr>
      <a:srgbClr val="2D2323"/>
    </a:custClr>
    <a:custClr>
      <a:srgbClr val="736464"/>
    </a:custClr>
    <a:custClr>
      <a:srgbClr val="4D4D4D"/>
    </a:custClr>
    <a:custClr>
      <a:srgbClr val="DC0032"/>
    </a:custClr>
    <a:custClr>
      <a:srgbClr val="F47721"/>
    </a:custClr>
    <a:custClr>
      <a:srgbClr val="72A30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0062AA"/>
    </a:custClr>
    <a:custClr>
      <a:srgbClr val="008864"/>
    </a:custClr>
    <a:custClr>
      <a:srgbClr val="698BBD"/>
    </a:custClr>
    <a:custClr>
      <a:srgbClr val="77368A"/>
    </a:custClr>
    <a:custClr>
      <a:srgbClr val="0E9E9E"/>
    </a:custClr>
    <a:custClr>
      <a:srgbClr val="00154D"/>
    </a:custClr>
    <a:custClr>
      <a:srgbClr val="4A2767"/>
    </a:custClr>
    <a:custClr>
      <a:srgbClr val="BB8C61"/>
    </a:custClr>
    <a:custClr>
      <a:srgbClr val="006241"/>
    </a:custClr>
    <a:custClr>
      <a:srgbClr val="015083"/>
    </a:custClr>
  </a:custClrLst>
  <a:extLst>
    <a:ext uri="{05A4C25C-085E-4340-85A3-A5531E510DB2}">
      <thm15:themeFamily xmlns:thm15="http://schemas.microsoft.com/office/thememl/2012/main" name="2024Theme" id="{E341609D-6C71-424C-BAE0-B47E643CC0AA}" vid="{3835D105-1AC4-45E0-8A11-DCD3D622CFB6}"/>
    </a:ext>
  </a:extLst>
</a:theme>
</file>

<file path=ppt/theme/theme3.xml><?xml version="1.0" encoding="utf-8"?>
<a:theme xmlns:a="http://schemas.openxmlformats.org/drawingml/2006/main" name="Title slides">
  <a:themeElements>
    <a:clrScheme name="ABSA new 2024">
      <a:dk1>
        <a:srgbClr val="FFFFFF"/>
      </a:dk1>
      <a:lt1>
        <a:srgbClr val="D9D9D9"/>
      </a:lt1>
      <a:dk2>
        <a:srgbClr val="3A3535"/>
      </a:dk2>
      <a:lt2>
        <a:srgbClr val="D9D9D9"/>
      </a:lt2>
      <a:accent1>
        <a:srgbClr val="DC0037"/>
      </a:accent1>
      <a:accent2>
        <a:srgbClr val="B50232"/>
      </a:accent2>
      <a:accent3>
        <a:srgbClr val="95052A"/>
      </a:accent3>
      <a:accent4>
        <a:srgbClr val="77021E"/>
      </a:accent4>
      <a:accent5>
        <a:srgbClr val="FF780F"/>
      </a:accent5>
      <a:accent6>
        <a:srgbClr val="131010"/>
      </a:accent6>
      <a:hlink>
        <a:srgbClr val="131010"/>
      </a:hlink>
      <a:folHlink>
        <a:srgbClr val="DC00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829</Words>
  <Application>Microsoft Office PowerPoint</Application>
  <PresentationFormat>Widescreen</PresentationFormat>
  <Paragraphs>133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49_CONTENT SLIDES</vt:lpstr>
      <vt:lpstr>2024Theme</vt:lpstr>
      <vt:lpstr>Title slides</vt:lpstr>
      <vt:lpstr>think-cell Slide</vt:lpstr>
      <vt:lpstr>Artificial Intelligence POC</vt:lpstr>
      <vt:lpstr>Vision &amp; Opportunity</vt:lpstr>
      <vt:lpstr>90-Day PoC Roadmap</vt:lpstr>
      <vt:lpstr>PowerPoint Presentation</vt:lpstr>
      <vt:lpstr>PowerPoint Presentation</vt:lpstr>
      <vt:lpstr>PowerPoint Presentation</vt:lpstr>
    </vt:vector>
  </TitlesOfParts>
  <Company>Absa Bank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Chikwanda (ZM)</dc:creator>
  <cp:lastModifiedBy>Nchimunya Munyama (ZM)</cp:lastModifiedBy>
  <cp:revision>9</cp:revision>
  <dcterms:created xsi:type="dcterms:W3CDTF">2025-09-04T13:16:38Z</dcterms:created>
  <dcterms:modified xsi:type="dcterms:W3CDTF">2026-07-09T07:20:30Z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5b93d1f-0ad4-4957-b824-94d94a84c1c8_Enabled">
    <vt:lpwstr>true</vt:lpwstr>
  </property>
  <property fmtid="{D5CDD505-2E9C-101B-9397-08002B2CF9AE}" pid="3" name="MSIP_Label_e5b93d1f-0ad4-4957-b824-94d94a84c1c8_SetDate">
    <vt:lpwstr>2025-09-04T13:22:53Z</vt:lpwstr>
  </property>
  <property fmtid="{D5CDD505-2E9C-101B-9397-08002B2CF9AE}" pid="4" name="MSIP_Label_e5b93d1f-0ad4-4957-b824-94d94a84c1c8_Method">
    <vt:lpwstr>Standard</vt:lpwstr>
  </property>
  <property fmtid="{D5CDD505-2E9C-101B-9397-08002B2CF9AE}" pid="5" name="MSIP_Label_e5b93d1f-0ad4-4957-b824-94d94a84c1c8_Name">
    <vt:lpwstr>Internal Only</vt:lpwstr>
  </property>
  <property fmtid="{D5CDD505-2E9C-101B-9397-08002B2CF9AE}" pid="6" name="MSIP_Label_e5b93d1f-0ad4-4957-b824-94d94a84c1c8_SiteId">
    <vt:lpwstr>5be1f46d-495f-465b-9507-996e8c8cdcb6</vt:lpwstr>
  </property>
  <property fmtid="{D5CDD505-2E9C-101B-9397-08002B2CF9AE}" pid="7" name="MSIP_Label_e5b93d1f-0ad4-4957-b824-94d94a84c1c8_ActionId">
    <vt:lpwstr>eb214d98-b53d-445e-b1a2-f4d724df6357</vt:lpwstr>
  </property>
  <property fmtid="{D5CDD505-2E9C-101B-9397-08002B2CF9AE}" pid="8" name="MSIP_Label_e5b93d1f-0ad4-4957-b824-94d94a84c1c8_ContentBits">
    <vt:lpwstr>0</vt:lpwstr>
  </property>
  <property fmtid="{D5CDD505-2E9C-101B-9397-08002B2CF9AE}" pid="9" name="MSIP_Label_e5b93d1f-0ad4-4957-b824-94d94a84c1c8_Tag">
    <vt:lpwstr>10, 3, 0, 1</vt:lpwstr>
  </property>
</Properties>
</file>